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wmf" ContentType="image/x-wmf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9" r:id="rId1"/>
    <p:sldMasterId id="2147483661" r:id="rId2"/>
    <p:sldMasterId id="2147483684" r:id="rId3"/>
  </p:sldMasterIdLst>
  <p:notesMasterIdLst>
    <p:notesMasterId r:id="rId223"/>
  </p:notesMasterIdLst>
  <p:handoutMasterIdLst>
    <p:handoutMasterId r:id="rId224"/>
  </p:handoutMasterIdLst>
  <p:sldIdLst>
    <p:sldId id="531" r:id="rId4"/>
    <p:sldId id="1610" r:id="rId5"/>
    <p:sldId id="1611" r:id="rId6"/>
    <p:sldId id="541" r:id="rId7"/>
    <p:sldId id="717" r:id="rId8"/>
    <p:sldId id="1394" r:id="rId9"/>
    <p:sldId id="1395" r:id="rId10"/>
    <p:sldId id="1396" r:id="rId11"/>
    <p:sldId id="1397" r:id="rId12"/>
    <p:sldId id="1398" r:id="rId13"/>
    <p:sldId id="1399" r:id="rId14"/>
    <p:sldId id="1400" r:id="rId15"/>
    <p:sldId id="1401" r:id="rId16"/>
    <p:sldId id="1402" r:id="rId17"/>
    <p:sldId id="1403" r:id="rId18"/>
    <p:sldId id="1404" r:id="rId19"/>
    <p:sldId id="1405" r:id="rId20"/>
    <p:sldId id="1406" r:id="rId21"/>
    <p:sldId id="1407" r:id="rId22"/>
    <p:sldId id="1408" r:id="rId23"/>
    <p:sldId id="1409" r:id="rId24"/>
    <p:sldId id="1410" r:id="rId25"/>
    <p:sldId id="1411" r:id="rId26"/>
    <p:sldId id="1412" r:id="rId27"/>
    <p:sldId id="1413" r:id="rId28"/>
    <p:sldId id="1414" r:id="rId29"/>
    <p:sldId id="1416" r:id="rId30"/>
    <p:sldId id="1417" r:id="rId31"/>
    <p:sldId id="1418" r:id="rId32"/>
    <p:sldId id="1419" r:id="rId33"/>
    <p:sldId id="1420" r:id="rId34"/>
    <p:sldId id="1421" r:id="rId35"/>
    <p:sldId id="1423" r:id="rId36"/>
    <p:sldId id="1424" r:id="rId37"/>
    <p:sldId id="1425" r:id="rId38"/>
    <p:sldId id="1426" r:id="rId39"/>
    <p:sldId id="1427" r:id="rId40"/>
    <p:sldId id="1428" r:id="rId41"/>
    <p:sldId id="1429" r:id="rId42"/>
    <p:sldId id="1430" r:id="rId43"/>
    <p:sldId id="1431" r:id="rId44"/>
    <p:sldId id="1432" r:id="rId45"/>
    <p:sldId id="1433" r:id="rId46"/>
    <p:sldId id="1434" r:id="rId47"/>
    <p:sldId id="1435" r:id="rId48"/>
    <p:sldId id="1436" r:id="rId49"/>
    <p:sldId id="1437" r:id="rId50"/>
    <p:sldId id="1438" r:id="rId51"/>
    <p:sldId id="1439" r:id="rId52"/>
    <p:sldId id="1440" r:id="rId53"/>
    <p:sldId id="1441" r:id="rId54"/>
    <p:sldId id="1442" r:id="rId55"/>
    <p:sldId id="1443" r:id="rId56"/>
    <p:sldId id="1444" r:id="rId57"/>
    <p:sldId id="1445" r:id="rId58"/>
    <p:sldId id="1446" r:id="rId59"/>
    <p:sldId id="1447" r:id="rId60"/>
    <p:sldId id="1448" r:id="rId61"/>
    <p:sldId id="1449" r:id="rId62"/>
    <p:sldId id="1450" r:id="rId63"/>
    <p:sldId id="1451" r:id="rId64"/>
    <p:sldId id="1452" r:id="rId65"/>
    <p:sldId id="1453" r:id="rId66"/>
    <p:sldId id="1454" r:id="rId67"/>
    <p:sldId id="1455" r:id="rId68"/>
    <p:sldId id="1456" r:id="rId69"/>
    <p:sldId id="1457" r:id="rId70"/>
    <p:sldId id="1458" r:id="rId71"/>
    <p:sldId id="1459" r:id="rId72"/>
    <p:sldId id="1460" r:id="rId73"/>
    <p:sldId id="1461" r:id="rId74"/>
    <p:sldId id="1462" r:id="rId75"/>
    <p:sldId id="1463" r:id="rId76"/>
    <p:sldId id="1464" r:id="rId77"/>
    <p:sldId id="1465" r:id="rId78"/>
    <p:sldId id="1466" r:id="rId79"/>
    <p:sldId id="1467" r:id="rId80"/>
    <p:sldId id="1468" r:id="rId81"/>
    <p:sldId id="1469" r:id="rId82"/>
    <p:sldId id="1470" r:id="rId83"/>
    <p:sldId id="1471" r:id="rId84"/>
    <p:sldId id="1472" r:id="rId85"/>
    <p:sldId id="1473" r:id="rId86"/>
    <p:sldId id="1474" r:id="rId87"/>
    <p:sldId id="1475" r:id="rId88"/>
    <p:sldId id="1476" r:id="rId89"/>
    <p:sldId id="1477" r:id="rId90"/>
    <p:sldId id="1478" r:id="rId91"/>
    <p:sldId id="1479" r:id="rId92"/>
    <p:sldId id="1480" r:id="rId93"/>
    <p:sldId id="1481" r:id="rId94"/>
    <p:sldId id="1482" r:id="rId95"/>
    <p:sldId id="1483" r:id="rId96"/>
    <p:sldId id="1484" r:id="rId97"/>
    <p:sldId id="1485" r:id="rId98"/>
    <p:sldId id="1486" r:id="rId99"/>
    <p:sldId id="1487" r:id="rId100"/>
    <p:sldId id="1488" r:id="rId101"/>
    <p:sldId id="1489" r:id="rId102"/>
    <p:sldId id="1490" r:id="rId103"/>
    <p:sldId id="1491" r:id="rId104"/>
    <p:sldId id="1492" r:id="rId105"/>
    <p:sldId id="1493" r:id="rId106"/>
    <p:sldId id="1494" r:id="rId107"/>
    <p:sldId id="1495" r:id="rId108"/>
    <p:sldId id="1496" r:id="rId109"/>
    <p:sldId id="1497" r:id="rId110"/>
    <p:sldId id="1498" r:id="rId111"/>
    <p:sldId id="1499" r:id="rId112"/>
    <p:sldId id="1500" r:id="rId113"/>
    <p:sldId id="1501" r:id="rId114"/>
    <p:sldId id="1502" r:id="rId115"/>
    <p:sldId id="1503" r:id="rId116"/>
    <p:sldId id="1504" r:id="rId117"/>
    <p:sldId id="1505" r:id="rId118"/>
    <p:sldId id="1506" r:id="rId119"/>
    <p:sldId id="1507" r:id="rId120"/>
    <p:sldId id="1508" r:id="rId121"/>
    <p:sldId id="1509" r:id="rId122"/>
    <p:sldId id="1510" r:id="rId123"/>
    <p:sldId id="1511" r:id="rId124"/>
    <p:sldId id="1512" r:id="rId125"/>
    <p:sldId id="1513" r:id="rId126"/>
    <p:sldId id="1514" r:id="rId127"/>
    <p:sldId id="1515" r:id="rId128"/>
    <p:sldId id="1516" r:id="rId129"/>
    <p:sldId id="1517" r:id="rId130"/>
    <p:sldId id="1518" r:id="rId131"/>
    <p:sldId id="1519" r:id="rId132"/>
    <p:sldId id="1520" r:id="rId133"/>
    <p:sldId id="1521" r:id="rId134"/>
    <p:sldId id="1522" r:id="rId135"/>
    <p:sldId id="1523" r:id="rId136"/>
    <p:sldId id="1524" r:id="rId137"/>
    <p:sldId id="1525" r:id="rId138"/>
    <p:sldId id="1526" r:id="rId139"/>
    <p:sldId id="1527" r:id="rId140"/>
    <p:sldId id="1528" r:id="rId141"/>
    <p:sldId id="1529" r:id="rId142"/>
    <p:sldId id="1530" r:id="rId143"/>
    <p:sldId id="1531" r:id="rId144"/>
    <p:sldId id="1532" r:id="rId145"/>
    <p:sldId id="1533" r:id="rId146"/>
    <p:sldId id="1534" r:id="rId147"/>
    <p:sldId id="1535" r:id="rId148"/>
    <p:sldId id="1536" r:id="rId149"/>
    <p:sldId id="1537" r:id="rId150"/>
    <p:sldId id="1538" r:id="rId151"/>
    <p:sldId id="1539" r:id="rId152"/>
    <p:sldId id="1540" r:id="rId153"/>
    <p:sldId id="1541" r:id="rId154"/>
    <p:sldId id="1542" r:id="rId155"/>
    <p:sldId id="1543" r:id="rId156"/>
    <p:sldId id="1544" r:id="rId157"/>
    <p:sldId id="1545" r:id="rId158"/>
    <p:sldId id="1546" r:id="rId159"/>
    <p:sldId id="1547" r:id="rId160"/>
    <p:sldId id="1548" r:id="rId161"/>
    <p:sldId id="1549" r:id="rId162"/>
    <p:sldId id="1550" r:id="rId163"/>
    <p:sldId id="1551" r:id="rId164"/>
    <p:sldId id="1552" r:id="rId165"/>
    <p:sldId id="1553" r:id="rId166"/>
    <p:sldId id="1554" r:id="rId167"/>
    <p:sldId id="1555" r:id="rId168"/>
    <p:sldId id="1556" r:id="rId169"/>
    <p:sldId id="1557" r:id="rId170"/>
    <p:sldId id="1558" r:id="rId171"/>
    <p:sldId id="1559" r:id="rId172"/>
    <p:sldId id="1560" r:id="rId173"/>
    <p:sldId id="1561" r:id="rId174"/>
    <p:sldId id="1562" r:id="rId175"/>
    <p:sldId id="1563" r:id="rId176"/>
    <p:sldId id="1564" r:id="rId177"/>
    <p:sldId id="1565" r:id="rId178"/>
    <p:sldId id="1566" r:id="rId179"/>
    <p:sldId id="1567" r:id="rId180"/>
    <p:sldId id="1568" r:id="rId181"/>
    <p:sldId id="1569" r:id="rId182"/>
    <p:sldId id="1570" r:id="rId183"/>
    <p:sldId id="1571" r:id="rId184"/>
    <p:sldId id="1572" r:id="rId185"/>
    <p:sldId id="1573" r:id="rId186"/>
    <p:sldId id="1574" r:id="rId187"/>
    <p:sldId id="1575" r:id="rId188"/>
    <p:sldId id="1576" r:id="rId189"/>
    <p:sldId id="1577" r:id="rId190"/>
    <p:sldId id="1578" r:id="rId191"/>
    <p:sldId id="1579" r:id="rId192"/>
    <p:sldId id="1580" r:id="rId193"/>
    <p:sldId id="1581" r:id="rId194"/>
    <p:sldId id="1582" r:id="rId195"/>
    <p:sldId id="1583" r:id="rId196"/>
    <p:sldId id="1584" r:id="rId197"/>
    <p:sldId id="1585" r:id="rId198"/>
    <p:sldId id="1586" r:id="rId199"/>
    <p:sldId id="1587" r:id="rId200"/>
    <p:sldId id="1588" r:id="rId201"/>
    <p:sldId id="1589" r:id="rId202"/>
    <p:sldId id="1590" r:id="rId203"/>
    <p:sldId id="1591" r:id="rId204"/>
    <p:sldId id="1592" r:id="rId205"/>
    <p:sldId id="1593" r:id="rId206"/>
    <p:sldId id="1594" r:id="rId207"/>
    <p:sldId id="1595" r:id="rId208"/>
    <p:sldId id="1596" r:id="rId209"/>
    <p:sldId id="1597" r:id="rId210"/>
    <p:sldId id="1598" r:id="rId211"/>
    <p:sldId id="1599" r:id="rId212"/>
    <p:sldId id="1600" r:id="rId213"/>
    <p:sldId id="1601" r:id="rId214"/>
    <p:sldId id="1602" r:id="rId215"/>
    <p:sldId id="1603" r:id="rId216"/>
    <p:sldId id="1604" r:id="rId217"/>
    <p:sldId id="1605" r:id="rId218"/>
    <p:sldId id="1606" r:id="rId219"/>
    <p:sldId id="1607" r:id="rId220"/>
    <p:sldId id="1608" r:id="rId221"/>
    <p:sldId id="1609" r:id="rId222"/>
  </p:sldIdLst>
  <p:sldSz cx="9144000" cy="6858000" type="screen4x3"/>
  <p:notesSz cx="6858000" cy="9144000"/>
  <p:defaultTextStyle>
    <a:defPPr>
      <a:defRPr lang="ko-KR"/>
    </a:defPPr>
    <a:lvl1pPr algn="ctr" rtl="0" fontAlgn="base">
      <a:lnSpc>
        <a:spcPct val="120000"/>
      </a:lnSpc>
      <a:spcBef>
        <a:spcPct val="0"/>
      </a:spcBef>
      <a:spcAft>
        <a:spcPct val="0"/>
      </a:spcAft>
      <a:defRPr kumimoji="1" sz="800" kern="1200">
        <a:solidFill>
          <a:schemeClr val="accent2"/>
        </a:solidFill>
        <a:latin typeface="굴림" pitchFamily="50" charset="-127"/>
        <a:ea typeface="굴림" pitchFamily="50" charset="-127"/>
        <a:cs typeface="+mn-cs"/>
      </a:defRPr>
    </a:lvl1pPr>
    <a:lvl2pPr marL="457200" algn="ctr" rtl="0" fontAlgn="base">
      <a:lnSpc>
        <a:spcPct val="120000"/>
      </a:lnSpc>
      <a:spcBef>
        <a:spcPct val="0"/>
      </a:spcBef>
      <a:spcAft>
        <a:spcPct val="0"/>
      </a:spcAft>
      <a:defRPr kumimoji="1" sz="800" kern="1200">
        <a:solidFill>
          <a:schemeClr val="accent2"/>
        </a:solidFill>
        <a:latin typeface="굴림" pitchFamily="50" charset="-127"/>
        <a:ea typeface="굴림" pitchFamily="50" charset="-127"/>
        <a:cs typeface="+mn-cs"/>
      </a:defRPr>
    </a:lvl2pPr>
    <a:lvl3pPr marL="914400" algn="ctr" rtl="0" fontAlgn="base">
      <a:lnSpc>
        <a:spcPct val="120000"/>
      </a:lnSpc>
      <a:spcBef>
        <a:spcPct val="0"/>
      </a:spcBef>
      <a:spcAft>
        <a:spcPct val="0"/>
      </a:spcAft>
      <a:defRPr kumimoji="1" sz="800" kern="1200">
        <a:solidFill>
          <a:schemeClr val="accent2"/>
        </a:solidFill>
        <a:latin typeface="굴림" pitchFamily="50" charset="-127"/>
        <a:ea typeface="굴림" pitchFamily="50" charset="-127"/>
        <a:cs typeface="+mn-cs"/>
      </a:defRPr>
    </a:lvl3pPr>
    <a:lvl4pPr marL="1371600" algn="ctr" rtl="0" fontAlgn="base">
      <a:lnSpc>
        <a:spcPct val="120000"/>
      </a:lnSpc>
      <a:spcBef>
        <a:spcPct val="0"/>
      </a:spcBef>
      <a:spcAft>
        <a:spcPct val="0"/>
      </a:spcAft>
      <a:defRPr kumimoji="1" sz="800" kern="1200">
        <a:solidFill>
          <a:schemeClr val="accent2"/>
        </a:solidFill>
        <a:latin typeface="굴림" pitchFamily="50" charset="-127"/>
        <a:ea typeface="굴림" pitchFamily="50" charset="-127"/>
        <a:cs typeface="+mn-cs"/>
      </a:defRPr>
    </a:lvl4pPr>
    <a:lvl5pPr marL="1828800" algn="ctr" rtl="0" fontAlgn="base">
      <a:lnSpc>
        <a:spcPct val="120000"/>
      </a:lnSpc>
      <a:spcBef>
        <a:spcPct val="0"/>
      </a:spcBef>
      <a:spcAft>
        <a:spcPct val="0"/>
      </a:spcAft>
      <a:defRPr kumimoji="1" sz="800" kern="1200">
        <a:solidFill>
          <a:schemeClr val="accent2"/>
        </a:solidFill>
        <a:latin typeface="굴림" pitchFamily="50" charset="-127"/>
        <a:ea typeface="굴림" pitchFamily="50" charset="-127"/>
        <a:cs typeface="+mn-cs"/>
      </a:defRPr>
    </a:lvl5pPr>
    <a:lvl6pPr marL="2286000" algn="l" defTabSz="914400" rtl="0" eaLnBrk="1" latinLnBrk="1" hangingPunct="1">
      <a:defRPr kumimoji="1" sz="800" kern="1200">
        <a:solidFill>
          <a:schemeClr val="accent2"/>
        </a:solidFill>
        <a:latin typeface="굴림" pitchFamily="50" charset="-127"/>
        <a:ea typeface="굴림" pitchFamily="50" charset="-127"/>
        <a:cs typeface="+mn-cs"/>
      </a:defRPr>
    </a:lvl6pPr>
    <a:lvl7pPr marL="2743200" algn="l" defTabSz="914400" rtl="0" eaLnBrk="1" latinLnBrk="1" hangingPunct="1">
      <a:defRPr kumimoji="1" sz="800" kern="1200">
        <a:solidFill>
          <a:schemeClr val="accent2"/>
        </a:solidFill>
        <a:latin typeface="굴림" pitchFamily="50" charset="-127"/>
        <a:ea typeface="굴림" pitchFamily="50" charset="-127"/>
        <a:cs typeface="+mn-cs"/>
      </a:defRPr>
    </a:lvl7pPr>
    <a:lvl8pPr marL="3200400" algn="l" defTabSz="914400" rtl="0" eaLnBrk="1" latinLnBrk="1" hangingPunct="1">
      <a:defRPr kumimoji="1" sz="800" kern="1200">
        <a:solidFill>
          <a:schemeClr val="accent2"/>
        </a:solidFill>
        <a:latin typeface="굴림" pitchFamily="50" charset="-127"/>
        <a:ea typeface="굴림" pitchFamily="50" charset="-127"/>
        <a:cs typeface="+mn-cs"/>
      </a:defRPr>
    </a:lvl8pPr>
    <a:lvl9pPr marL="3657600" algn="l" defTabSz="914400" rtl="0" eaLnBrk="1" latinLnBrk="1" hangingPunct="1">
      <a:defRPr kumimoji="1" sz="800" kern="1200">
        <a:solidFill>
          <a:schemeClr val="accent2"/>
        </a:solidFill>
        <a:latin typeface="굴림" pitchFamily="50" charset="-127"/>
        <a:ea typeface="굴림" pitchFamily="50" charset="-127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00"/>
    <a:srgbClr val="66FF66"/>
    <a:srgbClr val="FFFF99"/>
    <a:srgbClr val="F8F8F8"/>
    <a:srgbClr val="DDDDDD"/>
    <a:srgbClr val="99FF3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8691" autoAdjust="0"/>
    <p:restoredTop sz="94636" autoAdjust="0"/>
  </p:normalViewPr>
  <p:slideViewPr>
    <p:cSldViewPr>
      <p:cViewPr>
        <p:scale>
          <a:sx n="120" d="100"/>
          <a:sy n="120" d="100"/>
        </p:scale>
        <p:origin x="-1746" y="-114"/>
      </p:cViewPr>
      <p:guideLst>
        <p:guide orient="horz" pos="4110"/>
        <p:guide pos="2880"/>
        <p:guide pos="5602"/>
        <p:guide pos="158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>
        <p:scale>
          <a:sx n="100" d="100"/>
          <a:sy n="100" d="100"/>
        </p:scale>
        <p:origin x="-1632" y="36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4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63" Type="http://schemas.openxmlformats.org/officeDocument/2006/relationships/slide" Target="slides/slide60.xml"/><Relationship Id="rId84" Type="http://schemas.openxmlformats.org/officeDocument/2006/relationships/slide" Target="slides/slide81.xml"/><Relationship Id="rId138" Type="http://schemas.openxmlformats.org/officeDocument/2006/relationships/slide" Target="slides/slide135.xml"/><Relationship Id="rId159" Type="http://schemas.openxmlformats.org/officeDocument/2006/relationships/slide" Target="slides/slide156.xml"/><Relationship Id="rId170" Type="http://schemas.openxmlformats.org/officeDocument/2006/relationships/slide" Target="slides/slide167.xml"/><Relationship Id="rId191" Type="http://schemas.openxmlformats.org/officeDocument/2006/relationships/slide" Target="slides/slide188.xml"/><Relationship Id="rId205" Type="http://schemas.openxmlformats.org/officeDocument/2006/relationships/slide" Target="slides/slide202.xml"/><Relationship Id="rId226" Type="http://schemas.openxmlformats.org/officeDocument/2006/relationships/viewProps" Target="viewProps.xml"/><Relationship Id="rId107" Type="http://schemas.openxmlformats.org/officeDocument/2006/relationships/slide" Target="slides/slide104.xml"/><Relationship Id="rId11" Type="http://schemas.openxmlformats.org/officeDocument/2006/relationships/slide" Target="slides/slide8.xml"/><Relationship Id="rId32" Type="http://schemas.openxmlformats.org/officeDocument/2006/relationships/slide" Target="slides/slide29.xml"/><Relationship Id="rId53" Type="http://schemas.openxmlformats.org/officeDocument/2006/relationships/slide" Target="slides/slide50.xml"/><Relationship Id="rId74" Type="http://schemas.openxmlformats.org/officeDocument/2006/relationships/slide" Target="slides/slide71.xml"/><Relationship Id="rId128" Type="http://schemas.openxmlformats.org/officeDocument/2006/relationships/slide" Target="slides/slide125.xml"/><Relationship Id="rId149" Type="http://schemas.openxmlformats.org/officeDocument/2006/relationships/slide" Target="slides/slide146.xml"/><Relationship Id="rId5" Type="http://schemas.openxmlformats.org/officeDocument/2006/relationships/slide" Target="slides/slide2.xml"/><Relationship Id="rId95" Type="http://schemas.openxmlformats.org/officeDocument/2006/relationships/slide" Target="slides/slide92.xml"/><Relationship Id="rId160" Type="http://schemas.openxmlformats.org/officeDocument/2006/relationships/slide" Target="slides/slide157.xml"/><Relationship Id="rId181" Type="http://schemas.openxmlformats.org/officeDocument/2006/relationships/slide" Target="slides/slide178.xml"/><Relationship Id="rId216" Type="http://schemas.openxmlformats.org/officeDocument/2006/relationships/slide" Target="slides/slide213.xml"/><Relationship Id="rId211" Type="http://schemas.openxmlformats.org/officeDocument/2006/relationships/slide" Target="slides/slide208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113" Type="http://schemas.openxmlformats.org/officeDocument/2006/relationships/slide" Target="slides/slide110.xml"/><Relationship Id="rId118" Type="http://schemas.openxmlformats.org/officeDocument/2006/relationships/slide" Target="slides/slide115.xml"/><Relationship Id="rId134" Type="http://schemas.openxmlformats.org/officeDocument/2006/relationships/slide" Target="slides/slide131.xml"/><Relationship Id="rId139" Type="http://schemas.openxmlformats.org/officeDocument/2006/relationships/slide" Target="slides/slide136.xml"/><Relationship Id="rId80" Type="http://schemas.openxmlformats.org/officeDocument/2006/relationships/slide" Target="slides/slide77.xml"/><Relationship Id="rId85" Type="http://schemas.openxmlformats.org/officeDocument/2006/relationships/slide" Target="slides/slide82.xml"/><Relationship Id="rId150" Type="http://schemas.openxmlformats.org/officeDocument/2006/relationships/slide" Target="slides/slide147.xml"/><Relationship Id="rId155" Type="http://schemas.openxmlformats.org/officeDocument/2006/relationships/slide" Target="slides/slide152.xml"/><Relationship Id="rId171" Type="http://schemas.openxmlformats.org/officeDocument/2006/relationships/slide" Target="slides/slide168.xml"/><Relationship Id="rId176" Type="http://schemas.openxmlformats.org/officeDocument/2006/relationships/slide" Target="slides/slide173.xml"/><Relationship Id="rId192" Type="http://schemas.openxmlformats.org/officeDocument/2006/relationships/slide" Target="slides/slide189.xml"/><Relationship Id="rId197" Type="http://schemas.openxmlformats.org/officeDocument/2006/relationships/slide" Target="slides/slide194.xml"/><Relationship Id="rId206" Type="http://schemas.openxmlformats.org/officeDocument/2006/relationships/slide" Target="slides/slide203.xml"/><Relationship Id="rId227" Type="http://schemas.openxmlformats.org/officeDocument/2006/relationships/theme" Target="theme/theme1.xml"/><Relationship Id="rId201" Type="http://schemas.openxmlformats.org/officeDocument/2006/relationships/slide" Target="slides/slide198.xml"/><Relationship Id="rId222" Type="http://schemas.openxmlformats.org/officeDocument/2006/relationships/slide" Target="slides/slide219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59" Type="http://schemas.openxmlformats.org/officeDocument/2006/relationships/slide" Target="slides/slide56.xml"/><Relationship Id="rId103" Type="http://schemas.openxmlformats.org/officeDocument/2006/relationships/slide" Target="slides/slide100.xml"/><Relationship Id="rId108" Type="http://schemas.openxmlformats.org/officeDocument/2006/relationships/slide" Target="slides/slide105.xml"/><Relationship Id="rId124" Type="http://schemas.openxmlformats.org/officeDocument/2006/relationships/slide" Target="slides/slide121.xml"/><Relationship Id="rId129" Type="http://schemas.openxmlformats.org/officeDocument/2006/relationships/slide" Target="slides/slide126.xml"/><Relationship Id="rId54" Type="http://schemas.openxmlformats.org/officeDocument/2006/relationships/slide" Target="slides/slide51.xml"/><Relationship Id="rId70" Type="http://schemas.openxmlformats.org/officeDocument/2006/relationships/slide" Target="slides/slide67.xml"/><Relationship Id="rId75" Type="http://schemas.openxmlformats.org/officeDocument/2006/relationships/slide" Target="slides/slide72.xml"/><Relationship Id="rId91" Type="http://schemas.openxmlformats.org/officeDocument/2006/relationships/slide" Target="slides/slide88.xml"/><Relationship Id="rId96" Type="http://schemas.openxmlformats.org/officeDocument/2006/relationships/slide" Target="slides/slide93.xml"/><Relationship Id="rId140" Type="http://schemas.openxmlformats.org/officeDocument/2006/relationships/slide" Target="slides/slide137.xml"/><Relationship Id="rId145" Type="http://schemas.openxmlformats.org/officeDocument/2006/relationships/slide" Target="slides/slide142.xml"/><Relationship Id="rId161" Type="http://schemas.openxmlformats.org/officeDocument/2006/relationships/slide" Target="slides/slide158.xml"/><Relationship Id="rId166" Type="http://schemas.openxmlformats.org/officeDocument/2006/relationships/slide" Target="slides/slide163.xml"/><Relationship Id="rId182" Type="http://schemas.openxmlformats.org/officeDocument/2006/relationships/slide" Target="slides/slide179.xml"/><Relationship Id="rId187" Type="http://schemas.openxmlformats.org/officeDocument/2006/relationships/slide" Target="slides/slide184.xml"/><Relationship Id="rId217" Type="http://schemas.openxmlformats.org/officeDocument/2006/relationships/slide" Target="slides/slide21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212" Type="http://schemas.openxmlformats.org/officeDocument/2006/relationships/slide" Target="slides/slide209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49" Type="http://schemas.openxmlformats.org/officeDocument/2006/relationships/slide" Target="slides/slide46.xml"/><Relationship Id="rId114" Type="http://schemas.openxmlformats.org/officeDocument/2006/relationships/slide" Target="slides/slide111.xml"/><Relationship Id="rId119" Type="http://schemas.openxmlformats.org/officeDocument/2006/relationships/slide" Target="slides/slide116.xml"/><Relationship Id="rId44" Type="http://schemas.openxmlformats.org/officeDocument/2006/relationships/slide" Target="slides/slide41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81" Type="http://schemas.openxmlformats.org/officeDocument/2006/relationships/slide" Target="slides/slide78.xml"/><Relationship Id="rId86" Type="http://schemas.openxmlformats.org/officeDocument/2006/relationships/slide" Target="slides/slide83.xml"/><Relationship Id="rId130" Type="http://schemas.openxmlformats.org/officeDocument/2006/relationships/slide" Target="slides/slide127.xml"/><Relationship Id="rId135" Type="http://schemas.openxmlformats.org/officeDocument/2006/relationships/slide" Target="slides/slide132.xml"/><Relationship Id="rId151" Type="http://schemas.openxmlformats.org/officeDocument/2006/relationships/slide" Target="slides/slide148.xml"/><Relationship Id="rId156" Type="http://schemas.openxmlformats.org/officeDocument/2006/relationships/slide" Target="slides/slide153.xml"/><Relationship Id="rId177" Type="http://schemas.openxmlformats.org/officeDocument/2006/relationships/slide" Target="slides/slide174.xml"/><Relationship Id="rId198" Type="http://schemas.openxmlformats.org/officeDocument/2006/relationships/slide" Target="slides/slide195.xml"/><Relationship Id="rId172" Type="http://schemas.openxmlformats.org/officeDocument/2006/relationships/slide" Target="slides/slide169.xml"/><Relationship Id="rId193" Type="http://schemas.openxmlformats.org/officeDocument/2006/relationships/slide" Target="slides/slide190.xml"/><Relationship Id="rId202" Type="http://schemas.openxmlformats.org/officeDocument/2006/relationships/slide" Target="slides/slide199.xml"/><Relationship Id="rId207" Type="http://schemas.openxmlformats.org/officeDocument/2006/relationships/slide" Target="slides/slide204.xml"/><Relationship Id="rId223" Type="http://schemas.openxmlformats.org/officeDocument/2006/relationships/notesMaster" Target="notesMasters/notesMaster1.xml"/><Relationship Id="rId228" Type="http://schemas.openxmlformats.org/officeDocument/2006/relationships/tableStyles" Target="tableStyles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109" Type="http://schemas.openxmlformats.org/officeDocument/2006/relationships/slide" Target="slides/slide10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slide" Target="slides/slide73.xml"/><Relationship Id="rId97" Type="http://schemas.openxmlformats.org/officeDocument/2006/relationships/slide" Target="slides/slide94.xml"/><Relationship Id="rId104" Type="http://schemas.openxmlformats.org/officeDocument/2006/relationships/slide" Target="slides/slide101.xml"/><Relationship Id="rId120" Type="http://schemas.openxmlformats.org/officeDocument/2006/relationships/slide" Target="slides/slide117.xml"/><Relationship Id="rId125" Type="http://schemas.openxmlformats.org/officeDocument/2006/relationships/slide" Target="slides/slide122.xml"/><Relationship Id="rId141" Type="http://schemas.openxmlformats.org/officeDocument/2006/relationships/slide" Target="slides/slide138.xml"/><Relationship Id="rId146" Type="http://schemas.openxmlformats.org/officeDocument/2006/relationships/slide" Target="slides/slide143.xml"/><Relationship Id="rId167" Type="http://schemas.openxmlformats.org/officeDocument/2006/relationships/slide" Target="slides/slide164.xml"/><Relationship Id="rId188" Type="http://schemas.openxmlformats.org/officeDocument/2006/relationships/slide" Target="slides/slide185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92" Type="http://schemas.openxmlformats.org/officeDocument/2006/relationships/slide" Target="slides/slide89.xml"/><Relationship Id="rId162" Type="http://schemas.openxmlformats.org/officeDocument/2006/relationships/slide" Target="slides/slide159.xml"/><Relationship Id="rId183" Type="http://schemas.openxmlformats.org/officeDocument/2006/relationships/slide" Target="slides/slide180.xml"/><Relationship Id="rId213" Type="http://schemas.openxmlformats.org/officeDocument/2006/relationships/slide" Target="slides/slide210.xml"/><Relationship Id="rId218" Type="http://schemas.openxmlformats.org/officeDocument/2006/relationships/slide" Target="slides/slide215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4" Type="http://schemas.openxmlformats.org/officeDocument/2006/relationships/slide" Target="slides/slide21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66" Type="http://schemas.openxmlformats.org/officeDocument/2006/relationships/slide" Target="slides/slide63.xml"/><Relationship Id="rId87" Type="http://schemas.openxmlformats.org/officeDocument/2006/relationships/slide" Target="slides/slide84.xml"/><Relationship Id="rId110" Type="http://schemas.openxmlformats.org/officeDocument/2006/relationships/slide" Target="slides/slide107.xml"/><Relationship Id="rId115" Type="http://schemas.openxmlformats.org/officeDocument/2006/relationships/slide" Target="slides/slide112.xml"/><Relationship Id="rId131" Type="http://schemas.openxmlformats.org/officeDocument/2006/relationships/slide" Target="slides/slide128.xml"/><Relationship Id="rId136" Type="http://schemas.openxmlformats.org/officeDocument/2006/relationships/slide" Target="slides/slide133.xml"/><Relationship Id="rId157" Type="http://schemas.openxmlformats.org/officeDocument/2006/relationships/slide" Target="slides/slide154.xml"/><Relationship Id="rId178" Type="http://schemas.openxmlformats.org/officeDocument/2006/relationships/slide" Target="slides/slide175.xml"/><Relationship Id="rId61" Type="http://schemas.openxmlformats.org/officeDocument/2006/relationships/slide" Target="slides/slide58.xml"/><Relationship Id="rId82" Type="http://schemas.openxmlformats.org/officeDocument/2006/relationships/slide" Target="slides/slide79.xml"/><Relationship Id="rId152" Type="http://schemas.openxmlformats.org/officeDocument/2006/relationships/slide" Target="slides/slide149.xml"/><Relationship Id="rId173" Type="http://schemas.openxmlformats.org/officeDocument/2006/relationships/slide" Target="slides/slide170.xml"/><Relationship Id="rId194" Type="http://schemas.openxmlformats.org/officeDocument/2006/relationships/slide" Target="slides/slide191.xml"/><Relationship Id="rId199" Type="http://schemas.openxmlformats.org/officeDocument/2006/relationships/slide" Target="slides/slide196.xml"/><Relationship Id="rId203" Type="http://schemas.openxmlformats.org/officeDocument/2006/relationships/slide" Target="slides/slide200.xml"/><Relationship Id="rId208" Type="http://schemas.openxmlformats.org/officeDocument/2006/relationships/slide" Target="slides/slide205.xml"/><Relationship Id="rId19" Type="http://schemas.openxmlformats.org/officeDocument/2006/relationships/slide" Target="slides/slide16.xml"/><Relationship Id="rId224" Type="http://schemas.openxmlformats.org/officeDocument/2006/relationships/handoutMaster" Target="handoutMasters/handoutMaster1.xml"/><Relationship Id="rId14" Type="http://schemas.openxmlformats.org/officeDocument/2006/relationships/slide" Target="slides/slide11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56" Type="http://schemas.openxmlformats.org/officeDocument/2006/relationships/slide" Target="slides/slide53.xml"/><Relationship Id="rId77" Type="http://schemas.openxmlformats.org/officeDocument/2006/relationships/slide" Target="slides/slide74.xml"/><Relationship Id="rId100" Type="http://schemas.openxmlformats.org/officeDocument/2006/relationships/slide" Target="slides/slide97.xml"/><Relationship Id="rId105" Type="http://schemas.openxmlformats.org/officeDocument/2006/relationships/slide" Target="slides/slide102.xml"/><Relationship Id="rId126" Type="http://schemas.openxmlformats.org/officeDocument/2006/relationships/slide" Target="slides/slide123.xml"/><Relationship Id="rId147" Type="http://schemas.openxmlformats.org/officeDocument/2006/relationships/slide" Target="slides/slide144.xml"/><Relationship Id="rId168" Type="http://schemas.openxmlformats.org/officeDocument/2006/relationships/slide" Target="slides/slide165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93" Type="http://schemas.openxmlformats.org/officeDocument/2006/relationships/slide" Target="slides/slide90.xml"/><Relationship Id="rId98" Type="http://schemas.openxmlformats.org/officeDocument/2006/relationships/slide" Target="slides/slide95.xml"/><Relationship Id="rId121" Type="http://schemas.openxmlformats.org/officeDocument/2006/relationships/slide" Target="slides/slide118.xml"/><Relationship Id="rId142" Type="http://schemas.openxmlformats.org/officeDocument/2006/relationships/slide" Target="slides/slide139.xml"/><Relationship Id="rId163" Type="http://schemas.openxmlformats.org/officeDocument/2006/relationships/slide" Target="slides/slide160.xml"/><Relationship Id="rId184" Type="http://schemas.openxmlformats.org/officeDocument/2006/relationships/slide" Target="slides/slide181.xml"/><Relationship Id="rId189" Type="http://schemas.openxmlformats.org/officeDocument/2006/relationships/slide" Target="slides/slide186.xml"/><Relationship Id="rId219" Type="http://schemas.openxmlformats.org/officeDocument/2006/relationships/slide" Target="slides/slide216.xml"/><Relationship Id="rId3" Type="http://schemas.openxmlformats.org/officeDocument/2006/relationships/slideMaster" Target="slideMasters/slideMaster3.xml"/><Relationship Id="rId214" Type="http://schemas.openxmlformats.org/officeDocument/2006/relationships/slide" Target="slides/slide211.xml"/><Relationship Id="rId25" Type="http://schemas.openxmlformats.org/officeDocument/2006/relationships/slide" Target="slides/slide22.xml"/><Relationship Id="rId46" Type="http://schemas.openxmlformats.org/officeDocument/2006/relationships/slide" Target="slides/slide43.xml"/><Relationship Id="rId67" Type="http://schemas.openxmlformats.org/officeDocument/2006/relationships/slide" Target="slides/slide64.xml"/><Relationship Id="rId116" Type="http://schemas.openxmlformats.org/officeDocument/2006/relationships/slide" Target="slides/slide113.xml"/><Relationship Id="rId137" Type="http://schemas.openxmlformats.org/officeDocument/2006/relationships/slide" Target="slides/slide134.xml"/><Relationship Id="rId158" Type="http://schemas.openxmlformats.org/officeDocument/2006/relationships/slide" Target="slides/slide155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62" Type="http://schemas.openxmlformats.org/officeDocument/2006/relationships/slide" Target="slides/slide59.xml"/><Relationship Id="rId83" Type="http://schemas.openxmlformats.org/officeDocument/2006/relationships/slide" Target="slides/slide80.xml"/><Relationship Id="rId88" Type="http://schemas.openxmlformats.org/officeDocument/2006/relationships/slide" Target="slides/slide85.xml"/><Relationship Id="rId111" Type="http://schemas.openxmlformats.org/officeDocument/2006/relationships/slide" Target="slides/slide108.xml"/><Relationship Id="rId132" Type="http://schemas.openxmlformats.org/officeDocument/2006/relationships/slide" Target="slides/slide129.xml"/><Relationship Id="rId153" Type="http://schemas.openxmlformats.org/officeDocument/2006/relationships/slide" Target="slides/slide150.xml"/><Relationship Id="rId174" Type="http://schemas.openxmlformats.org/officeDocument/2006/relationships/slide" Target="slides/slide171.xml"/><Relationship Id="rId179" Type="http://schemas.openxmlformats.org/officeDocument/2006/relationships/slide" Target="slides/slide176.xml"/><Relationship Id="rId195" Type="http://schemas.openxmlformats.org/officeDocument/2006/relationships/slide" Target="slides/slide192.xml"/><Relationship Id="rId209" Type="http://schemas.openxmlformats.org/officeDocument/2006/relationships/slide" Target="slides/slide206.xml"/><Relationship Id="rId190" Type="http://schemas.openxmlformats.org/officeDocument/2006/relationships/slide" Target="slides/slide187.xml"/><Relationship Id="rId204" Type="http://schemas.openxmlformats.org/officeDocument/2006/relationships/slide" Target="slides/slide201.xml"/><Relationship Id="rId220" Type="http://schemas.openxmlformats.org/officeDocument/2006/relationships/slide" Target="slides/slide217.xml"/><Relationship Id="rId225" Type="http://schemas.openxmlformats.org/officeDocument/2006/relationships/presProps" Target="presProps.xml"/><Relationship Id="rId15" Type="http://schemas.openxmlformats.org/officeDocument/2006/relationships/slide" Target="slides/slide12.xml"/><Relationship Id="rId36" Type="http://schemas.openxmlformats.org/officeDocument/2006/relationships/slide" Target="slides/slide33.xml"/><Relationship Id="rId57" Type="http://schemas.openxmlformats.org/officeDocument/2006/relationships/slide" Target="slides/slide54.xml"/><Relationship Id="rId106" Type="http://schemas.openxmlformats.org/officeDocument/2006/relationships/slide" Target="slides/slide103.xml"/><Relationship Id="rId127" Type="http://schemas.openxmlformats.org/officeDocument/2006/relationships/slide" Target="slides/slide12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52" Type="http://schemas.openxmlformats.org/officeDocument/2006/relationships/slide" Target="slides/slide49.xml"/><Relationship Id="rId73" Type="http://schemas.openxmlformats.org/officeDocument/2006/relationships/slide" Target="slides/slide70.xml"/><Relationship Id="rId78" Type="http://schemas.openxmlformats.org/officeDocument/2006/relationships/slide" Target="slides/slide75.xml"/><Relationship Id="rId94" Type="http://schemas.openxmlformats.org/officeDocument/2006/relationships/slide" Target="slides/slide91.xml"/><Relationship Id="rId99" Type="http://schemas.openxmlformats.org/officeDocument/2006/relationships/slide" Target="slides/slide96.xml"/><Relationship Id="rId101" Type="http://schemas.openxmlformats.org/officeDocument/2006/relationships/slide" Target="slides/slide98.xml"/><Relationship Id="rId122" Type="http://schemas.openxmlformats.org/officeDocument/2006/relationships/slide" Target="slides/slide119.xml"/><Relationship Id="rId143" Type="http://schemas.openxmlformats.org/officeDocument/2006/relationships/slide" Target="slides/slide140.xml"/><Relationship Id="rId148" Type="http://schemas.openxmlformats.org/officeDocument/2006/relationships/slide" Target="slides/slide145.xml"/><Relationship Id="rId164" Type="http://schemas.openxmlformats.org/officeDocument/2006/relationships/slide" Target="slides/slide161.xml"/><Relationship Id="rId169" Type="http://schemas.openxmlformats.org/officeDocument/2006/relationships/slide" Target="slides/slide166.xml"/><Relationship Id="rId185" Type="http://schemas.openxmlformats.org/officeDocument/2006/relationships/slide" Target="slides/slide182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80" Type="http://schemas.openxmlformats.org/officeDocument/2006/relationships/slide" Target="slides/slide177.xml"/><Relationship Id="rId210" Type="http://schemas.openxmlformats.org/officeDocument/2006/relationships/slide" Target="slides/slide207.xml"/><Relationship Id="rId215" Type="http://schemas.openxmlformats.org/officeDocument/2006/relationships/slide" Target="slides/slide212.xml"/><Relationship Id="rId26" Type="http://schemas.openxmlformats.org/officeDocument/2006/relationships/slide" Target="slides/slide23.xml"/><Relationship Id="rId47" Type="http://schemas.openxmlformats.org/officeDocument/2006/relationships/slide" Target="slides/slide44.xml"/><Relationship Id="rId68" Type="http://schemas.openxmlformats.org/officeDocument/2006/relationships/slide" Target="slides/slide65.xml"/><Relationship Id="rId89" Type="http://schemas.openxmlformats.org/officeDocument/2006/relationships/slide" Target="slides/slide86.xml"/><Relationship Id="rId112" Type="http://schemas.openxmlformats.org/officeDocument/2006/relationships/slide" Target="slides/slide109.xml"/><Relationship Id="rId133" Type="http://schemas.openxmlformats.org/officeDocument/2006/relationships/slide" Target="slides/slide130.xml"/><Relationship Id="rId154" Type="http://schemas.openxmlformats.org/officeDocument/2006/relationships/slide" Target="slides/slide151.xml"/><Relationship Id="rId175" Type="http://schemas.openxmlformats.org/officeDocument/2006/relationships/slide" Target="slides/slide172.xml"/><Relationship Id="rId196" Type="http://schemas.openxmlformats.org/officeDocument/2006/relationships/slide" Target="slides/slide193.xml"/><Relationship Id="rId200" Type="http://schemas.openxmlformats.org/officeDocument/2006/relationships/slide" Target="slides/slide197.xml"/><Relationship Id="rId16" Type="http://schemas.openxmlformats.org/officeDocument/2006/relationships/slide" Target="slides/slide13.xml"/><Relationship Id="rId221" Type="http://schemas.openxmlformats.org/officeDocument/2006/relationships/slide" Target="slides/slide218.xml"/><Relationship Id="rId37" Type="http://schemas.openxmlformats.org/officeDocument/2006/relationships/slide" Target="slides/slide34.xml"/><Relationship Id="rId58" Type="http://schemas.openxmlformats.org/officeDocument/2006/relationships/slide" Target="slides/slide55.xml"/><Relationship Id="rId79" Type="http://schemas.openxmlformats.org/officeDocument/2006/relationships/slide" Target="slides/slide76.xml"/><Relationship Id="rId102" Type="http://schemas.openxmlformats.org/officeDocument/2006/relationships/slide" Target="slides/slide99.xml"/><Relationship Id="rId123" Type="http://schemas.openxmlformats.org/officeDocument/2006/relationships/slide" Target="slides/slide120.xml"/><Relationship Id="rId144" Type="http://schemas.openxmlformats.org/officeDocument/2006/relationships/slide" Target="slides/slide141.xml"/><Relationship Id="rId90" Type="http://schemas.openxmlformats.org/officeDocument/2006/relationships/slide" Target="slides/slide87.xml"/><Relationship Id="rId165" Type="http://schemas.openxmlformats.org/officeDocument/2006/relationships/slide" Target="slides/slide162.xml"/><Relationship Id="rId186" Type="http://schemas.openxmlformats.org/officeDocument/2006/relationships/slide" Target="slides/slide183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latinLnBrk="1">
              <a:lnSpc>
                <a:spcPct val="100000"/>
              </a:lnSpc>
              <a:defRPr sz="120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12291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latinLnBrk="1">
              <a:lnSpc>
                <a:spcPct val="100000"/>
              </a:lnSpc>
              <a:defRPr sz="120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12292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 latinLnBrk="1">
              <a:lnSpc>
                <a:spcPct val="100000"/>
              </a:lnSpc>
              <a:defRPr sz="120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12293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latinLnBrk="1">
              <a:lnSpc>
                <a:spcPct val="100000"/>
              </a:lnSpc>
              <a:defRPr sz="120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fld id="{F498BCA1-B886-41C3-912B-AD7AB40E599F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30571972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Rectangle 1026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lnSpc>
                <a:spcPct val="110000"/>
              </a:lnSpc>
              <a:defRPr sz="1200" b="1"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96259" name="Rectangle 1027"/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lnSpc>
                <a:spcPct val="110000"/>
              </a:lnSpc>
              <a:defRPr sz="1200" b="1"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245764" name="Rectangle 1028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96261" name="Rectangle 1029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 noProof="0" smtClean="0"/>
              <a:t>마스터 텍스트 스타일을 편집합니다</a:t>
            </a:r>
          </a:p>
          <a:p>
            <a:pPr lvl="1"/>
            <a:r>
              <a:rPr lang="ko-KR" altLang="en-US" noProof="0" smtClean="0"/>
              <a:t>둘째 수준</a:t>
            </a:r>
          </a:p>
          <a:p>
            <a:pPr lvl="2"/>
            <a:r>
              <a:rPr lang="ko-KR" altLang="en-US" noProof="0" smtClean="0"/>
              <a:t>셋째 수준</a:t>
            </a:r>
          </a:p>
          <a:p>
            <a:pPr lvl="3"/>
            <a:r>
              <a:rPr lang="ko-KR" altLang="en-US" noProof="0" smtClean="0"/>
              <a:t>넷째 수준</a:t>
            </a:r>
          </a:p>
          <a:p>
            <a:pPr lvl="4"/>
            <a:r>
              <a:rPr lang="ko-KR" altLang="en-US" noProof="0" smtClean="0"/>
              <a:t>다섯째 수준</a:t>
            </a:r>
          </a:p>
        </p:txBody>
      </p:sp>
      <p:sp>
        <p:nvSpPr>
          <p:cNvPr id="96262" name="Rectangle 1030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lnSpc>
                <a:spcPct val="110000"/>
              </a:lnSpc>
              <a:defRPr sz="1200" b="1"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96263" name="Rectangle 1031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lnSpc>
                <a:spcPct val="110000"/>
              </a:lnSpc>
              <a:defRPr sz="1200" b="1"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fld id="{5587B252-7EAB-448F-A521-7423F22A9A4B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891545765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1pPr>
    <a:lvl2pPr marL="4572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2pPr>
    <a:lvl3pPr marL="9144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3pPr>
    <a:lvl4pPr marL="13716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4pPr>
    <a:lvl5pPr marL="18288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8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46853BA0-CBE7-4927-80AA-A0C00A700543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5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46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67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1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F914D968-0A94-43DB-A94A-802E8AD7A5F4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6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478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78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ko-KR" altLang="en-US" smtClean="0"/>
              <a:t>표준 규격에는 국제적인 단체나 기관에서 정한 것과 세계 각국에서 정한 것이 있습니다</a:t>
            </a:r>
            <a:r>
              <a:rPr lang="en-US" altLang="ko-KR" smtClean="0"/>
              <a:t>. </a:t>
            </a:r>
            <a:r>
              <a:rPr lang="ko-KR" altLang="en-US" smtClean="0"/>
              <a:t>세계 각국의 표준 규격 대부분은 국제적인 단체나 기관에서 정한 것을 그대로 적용하는 경우가 많습니다</a:t>
            </a:r>
            <a:endParaRPr lang="en-US" altLang="ko-KR" smtClean="0"/>
          </a:p>
          <a:p>
            <a:pPr eaLnBrk="1" hangingPunct="1"/>
            <a:r>
              <a:rPr lang="en-US" altLang="ko-KR" smtClean="0"/>
              <a:t>http://www.chip1stop.com/web/KOR/ko/tutorialContents.do?page=091</a:t>
            </a:r>
          </a:p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248835" name="슬라이드 노트 개체 틀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ko-KR" smtClean="0"/>
              <a:t>http://www.standard.go.kr(KS:</a:t>
            </a:r>
            <a:r>
              <a:rPr lang="ko-KR" altLang="en-US" smtClean="0"/>
              <a:t>국가표준인증종합센터</a:t>
            </a:r>
            <a:r>
              <a:rPr lang="en-US" altLang="ko-KR" smtClean="0"/>
              <a:t>) </a:t>
            </a:r>
            <a:r>
              <a:rPr lang="ko-KR" altLang="en-US" smtClean="0"/>
              <a:t>→국가표준 →</a:t>
            </a:r>
            <a:r>
              <a:rPr lang="en-US" altLang="ko-KR" smtClean="0"/>
              <a:t>KS </a:t>
            </a:r>
            <a:r>
              <a:rPr lang="ko-KR" altLang="en-US" smtClean="0"/>
              <a:t>검색 →표준번호 검색입력</a:t>
            </a:r>
            <a:r>
              <a:rPr lang="en-US" altLang="ko-KR" smtClean="0"/>
              <a:t>(ex:KSB0401 </a:t>
            </a:r>
            <a:r>
              <a:rPr lang="ko-KR" altLang="en-US" smtClean="0"/>
              <a:t>→</a:t>
            </a:r>
            <a:r>
              <a:rPr lang="en-US" altLang="ko-KR" smtClean="0"/>
              <a:t> </a:t>
            </a:r>
            <a:r>
              <a:rPr lang="ko-KR" altLang="en-US" u="sng" smtClean="0"/>
              <a:t>치수 공차 및 끼워 맞춤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48836" name="슬라이드 번호 개체 틀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E850CDFB-204E-47F5-8E97-E4499FFFE5F9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7</a:t>
            </a:fld>
            <a:endParaRPr lang="en-US" altLang="ko-KR" smtClean="0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CF308D8C-5314-490F-87DA-5C096182B56F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8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49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9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BF481E26-23F6-4DDD-B9D3-877718AFDCC9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10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50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0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251907" name="슬라이드 노트 개체 틀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  <p:sp>
        <p:nvSpPr>
          <p:cNvPr id="251908" name="슬라이드 번호 개체 틀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2ADB43C2-8A21-4F21-8BDA-1C5C95B79F15}" type="slidenum">
              <a:rPr lang="en-US" altLang="ko-KR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rPr>
              <a:pPr algn="r" eaLnBrk="1" latinLnBrk="0" hangingPunct="1">
                <a:spcBef>
                  <a:spcPct val="0"/>
                </a:spcBef>
              </a:pPr>
              <a:t>11</a:t>
            </a:fld>
            <a:endParaRPr lang="en-US" altLang="ko-KR" smtClean="0">
              <a:solidFill>
                <a:srgbClr val="000000"/>
              </a:solidFill>
              <a:latin typeface="바탕체" pitchFamily="17" charset="-127"/>
              <a:ea typeface="바탕체" pitchFamily="17" charset="-127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3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20B01812-2598-4082-ACA1-C2481F8CE1DC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12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529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29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A5AFB8DA-4B88-4A97-BCE3-199E79D322EE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13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53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39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7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DCBA2283-7C32-4A99-BAFC-91EF06C0CF9A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15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549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49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0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A0D99B0B-DBD8-439F-A1FC-20E213C5A54B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16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56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4FA2C55D-3CAD-4D9D-BB9A-5222A8315E08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17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57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7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5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B9CF580F-47E4-445D-8B02-E8310E6E2EC1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18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580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80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7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BF1CC6D2-9E50-4880-ADCB-1EEE575DC7A5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19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590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90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3A963DEF-C645-4EB6-9835-4A89E011CA67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20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600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01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2A8B8EB9-C286-4C67-A109-8CB936B6F76F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21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611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11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14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E60F0D93-43D1-451A-BE8A-F2E319AB3566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22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621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21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7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32BC002C-4EBB-4654-80F9-E586C403CDBC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24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63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3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0129F7F9-97A4-4908-80D7-9788FCAF26AE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25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641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41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21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A3FB3F91-BDB3-4540-A725-893B14577409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27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652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52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7DE6862B-1D10-4D3F-8085-BC0B07BDF1E7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28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66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9A52F2EB-3CC7-464D-88F4-5F302DEA469C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29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672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72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9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B6C9BE9A-9B97-4CCF-BE06-ADEBAF21ADF7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30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682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82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31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7D3B2733-03E2-427B-B2B2-88462338BA2F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32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693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93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24B5404B-A203-4E22-852A-829C8913C890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33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70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0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36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F78D8A62-8D89-4B50-9DAA-C95743C3957E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35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71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13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E87EC162-C58B-42DD-8D51-D33A1E43864E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36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723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23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41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6CD334D0-F183-45BB-BE9C-FE72095C0C6C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37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734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34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6F90B884-B1AF-4CD7-B630-87BE49984637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38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74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44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87C93E91-FA05-42F9-8BD3-A20E2B7526A7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39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26D0D45B-3DE4-49B7-BEE4-5FFA3D156084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40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764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64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0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2887653C-41CF-4307-9E9F-EAEA6343C6FE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41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77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7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53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C009A637-01D7-47A4-8BF4-41E410D70933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42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785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85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55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456B6334-B2C0-47B5-92F2-6967E50AC8A2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43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79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9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57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5FC16873-01F7-4DB5-ACAE-5D9CEE3754F0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44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80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0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60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EC14E613-81A3-4AA9-9DC8-7872A8E13677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45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81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1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62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616F3084-54FD-49DC-AB0C-EE1E8E32F6E7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46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82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2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5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592B5478-96A8-4C56-BFB9-8561CE025868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48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83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3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7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8F8A2BD1-7EC5-4D56-8D4D-8EB10DCC5FF4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49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846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46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69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B9108FF7-8887-491E-A00D-16D0127EF47F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51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85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57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2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67ADAFEB-0A7B-4D84-8450-B7ECC16A449C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52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867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67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74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3CD68A9C-3120-4560-AD21-ADE18D3470B3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53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877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77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77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88FFAE15-D5E7-41B1-A99C-5857CE8CA365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57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88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87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79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10E4B9F4-C1AE-46A6-9FD6-653F4E02F3FE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58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897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97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8" name="Rectangle 1031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lnSpc>
                <a:spcPct val="110000"/>
              </a:lnSpc>
              <a:spcBef>
                <a:spcPct val="0"/>
              </a:spcBef>
            </a:pPr>
            <a:fld id="{65CED3F4-5C86-4F74-B990-DFF72F977342}" type="slidenum">
              <a:rPr lang="en-US" altLang="ko-KR" b="1">
                <a:solidFill>
                  <a:srgbClr val="000000"/>
                </a:solidFill>
              </a:rPr>
              <a:pPr algn="r" eaLnBrk="1" latinLnBrk="0" hangingPunct="1">
                <a:lnSpc>
                  <a:spcPct val="110000"/>
                </a:lnSpc>
                <a:spcBef>
                  <a:spcPct val="0"/>
                </a:spcBef>
              </a:pPr>
              <a:t>61</a:t>
            </a:fld>
            <a:endParaRPr lang="en-US" altLang="ko-KR" b="1">
              <a:solidFill>
                <a:srgbClr val="000000"/>
              </a:solidFill>
            </a:endParaRPr>
          </a:p>
        </p:txBody>
      </p:sp>
      <p:sp>
        <p:nvSpPr>
          <p:cNvPr id="290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08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4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C88963CC-5C03-4C28-AE93-5E468AAE50AD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68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918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18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86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3757296D-CA81-453E-8A72-122C1CFD764E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85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928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28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9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AD839FA2-B91F-4D2C-97F1-D8D414FEFD01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86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93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3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170E916D-CA6F-4B2E-9FAD-F030002D01BB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87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949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49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C04B89DF-3B3E-4179-9F54-7FDB3E5327A9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88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95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5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6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782E1362-D617-47F5-949C-C2D95F09AABA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89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969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69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8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C519FBA6-2843-459B-9362-91ABE940BCD5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90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97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7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01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142F8839-4E55-46B5-A2E4-6C7AFA73597D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91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2990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90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3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09CB7332-3FBF-488D-B18F-64AD0C48A189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92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300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0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058" name="Rectangle 1031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lnSpc>
                <a:spcPct val="110000"/>
              </a:lnSpc>
              <a:spcBef>
                <a:spcPct val="0"/>
              </a:spcBef>
            </a:pPr>
            <a:fld id="{7721FE4D-EFA8-4B1F-9635-FF63FA3BA0C5}" type="slidenum">
              <a:rPr lang="en-US" altLang="ko-KR" b="1">
                <a:solidFill>
                  <a:srgbClr val="000000"/>
                </a:solidFill>
              </a:rPr>
              <a:pPr algn="r" eaLnBrk="1" latinLnBrk="0" hangingPunct="1">
                <a:lnSpc>
                  <a:spcPct val="110000"/>
                </a:lnSpc>
                <a:spcBef>
                  <a:spcPct val="0"/>
                </a:spcBef>
              </a:pPr>
              <a:t>93</a:t>
            </a:fld>
            <a:endParaRPr lang="en-US" altLang="ko-KR" b="1">
              <a:solidFill>
                <a:srgbClr val="000000"/>
              </a:solidFill>
            </a:endParaRPr>
          </a:p>
        </p:txBody>
      </p:sp>
      <p:sp>
        <p:nvSpPr>
          <p:cNvPr id="301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1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082" name="Rectangle 1031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lnSpc>
                <a:spcPct val="110000"/>
              </a:lnSpc>
              <a:spcBef>
                <a:spcPct val="0"/>
              </a:spcBef>
            </a:pPr>
            <a:fld id="{CC8E71E9-4CEA-41DB-A3F2-732AC726CE48}" type="slidenum">
              <a:rPr lang="en-US" altLang="ko-KR" b="1">
                <a:solidFill>
                  <a:srgbClr val="000000"/>
                </a:solidFill>
              </a:rPr>
              <a:pPr algn="r" eaLnBrk="1" latinLnBrk="0" hangingPunct="1">
                <a:lnSpc>
                  <a:spcPct val="110000"/>
                </a:lnSpc>
                <a:spcBef>
                  <a:spcPct val="0"/>
                </a:spcBef>
              </a:pPr>
              <a:t>94</a:t>
            </a:fld>
            <a:endParaRPr lang="en-US" altLang="ko-KR" b="1">
              <a:solidFill>
                <a:srgbClr val="000000"/>
              </a:solidFill>
            </a:endParaRPr>
          </a:p>
        </p:txBody>
      </p:sp>
      <p:sp>
        <p:nvSpPr>
          <p:cNvPr id="302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2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10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5F00F522-67D9-4838-9B6B-132D2D7ABF30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95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3031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31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13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5648E02F-E148-4DC3-B267-5E40D22145C3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115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304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41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5F6E1AC6-D86F-4314-90E3-1EB30687D2D4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117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305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5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17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98419F29-F8A6-4A30-825A-15F72DBF1B74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147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306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6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0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B5FE2A64-1134-49DF-850E-F2AEDD7FDB6D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148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3072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72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22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70EA33FF-B5A8-43B6-87B8-BE297772C9D5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149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3082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82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5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E8275D78-83B2-43A9-8D8D-92CA56EC5B3E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162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309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9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7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806FF57D-4A6F-4BBB-B697-53A75E3BCDA1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163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3102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02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29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B34F3490-A35A-470C-8E6B-389BA9C39364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164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3112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13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7993FD2A-8903-46FE-9C10-1E4FD6479E56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165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312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2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34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0BC300ED-C1F9-4AFF-A238-07A48722F79E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166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3133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33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37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EAEF0B08-1A3A-47BF-B93F-EE264350D09F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167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3143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43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latinLnBrk="1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0"/>
              </a:spcBef>
            </a:pPr>
            <a:fld id="{EA04B1CF-EE7D-4356-8FB8-53358CE416FB}" type="slidenum">
              <a:rPr lang="en-US" altLang="ko-KR" smtClean="0">
                <a:solidFill>
                  <a:srgbClr val="000000"/>
                </a:solidFill>
              </a:rPr>
              <a:pPr algn="r" eaLnBrk="1" latinLnBrk="0" hangingPunct="1">
                <a:spcBef>
                  <a:spcPct val="0"/>
                </a:spcBef>
              </a:pPr>
              <a:t>176</a:t>
            </a:fld>
            <a:endParaRPr lang="en-US" altLang="ko-KR" smtClean="0">
              <a:solidFill>
                <a:srgbClr val="000000"/>
              </a:solidFill>
            </a:endParaRPr>
          </a:p>
        </p:txBody>
      </p:sp>
      <p:sp>
        <p:nvSpPr>
          <p:cNvPr id="3153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53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EA82724-E3D4-49D1-8ECA-9B3DB3FF1128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948856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33950" y="44450"/>
            <a:ext cx="4102100" cy="336550"/>
          </a:xfrm>
          <a:prstGeom prst="rect">
            <a:avLst/>
          </a:prstGeo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57200" y="1600202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61F195D-836C-46E4-9539-0475ADBAC6EF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99379036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1"/>
            <a:ext cx="7772400" cy="707886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6299226-8F34-402B-A5AC-9CC27FA4D214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12664197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33950" y="44450"/>
            <a:ext cx="4102100" cy="336550"/>
          </a:xfrm>
          <a:prstGeom prst="rect">
            <a:avLst/>
          </a:prstGeo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57201" y="1600202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648200" y="1600202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5F9ABE2-F3F6-45AD-AC09-E9CD32DDBB25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05481060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676861"/>
            <a:ext cx="8229600" cy="338554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535ACDA-3ACE-4A57-BE90-0C73CD8C6380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55338944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33950" y="44450"/>
            <a:ext cx="4102100" cy="336550"/>
          </a:xfrm>
          <a:prstGeom prst="rect">
            <a:avLst/>
          </a:prstGeo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9DEFCF1-8B1E-40C8-B0D4-D6D1D5AD7351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61509190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9E4E349-305C-4947-B1BB-C875FFDF0801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84836579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1" y="1034990"/>
            <a:ext cx="3008313" cy="40011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575050" y="273052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57201" y="1435102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DF647E0-8C41-42DF-A906-7FB5C86D62E1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6205409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792289" y="4967228"/>
            <a:ext cx="5486400" cy="40011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792289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ko-KR" altLang="en-US" noProof="0" smtClean="0"/>
              <a:t>그림을 추가하려면 아이콘을 클릭하십시오</a:t>
            </a:r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792289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39447AD-BB04-4284-8AC6-BEE5B0C07FD6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97914718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33950" y="44450"/>
            <a:ext cx="4102100" cy="336550"/>
          </a:xfrm>
          <a:prstGeom prst="rect">
            <a:avLst/>
          </a:prstGeo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57200" y="1600202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93F3985-F0F9-4FAF-B86D-0529D4D912A4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65490207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48250" y="44452"/>
            <a:ext cx="430887" cy="6081713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57201" y="44452"/>
            <a:ext cx="6281738" cy="608171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AA52E90-A457-4ED4-BF7A-E9C16EBD75A2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82089924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85800" y="2696161"/>
            <a:ext cx="7772400" cy="338554"/>
          </a:xfr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371601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DE67961-BBD6-4F82-8113-0904D14BC986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83325590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57200" y="1600202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316BE54-2B3F-415C-99DA-32B0FA412987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13405481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1"/>
            <a:ext cx="7772400" cy="70788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F65A08D-A7E8-4E88-AA9F-9E07A9EE6903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23540615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57201" y="1600202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648200" y="1600202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32BB48E-20BD-497D-93C1-17358BF1050D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13687065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676861"/>
            <a:ext cx="8229600" cy="338554"/>
          </a:xfrm>
        </p:spPr>
        <p:txBody>
          <a:bodyPr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C6A7E04-6CA8-4A32-837A-BEF227B164B1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19079035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5F9D1C6-AB74-4BCC-8EF9-DBB2BA70F1EA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14307703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C7A455B-9D82-45CC-BC51-B2F86533AE0D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6191971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1" y="1034990"/>
            <a:ext cx="3008313" cy="40011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575050" y="273052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57201" y="1435102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799A2BF-4B7D-4880-8A72-C04F10EA4B56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87674074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792289" y="4967228"/>
            <a:ext cx="5486400" cy="40011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792289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ko-KR" altLang="en-US" noProof="0" smtClean="0"/>
              <a:t>그림을 추가하려면 아이콘을 클릭하십시오</a:t>
            </a:r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792289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75A2E49-96F4-4306-BEBD-BBD401EE7D1C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98031412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57200" y="1600202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477E0EA-96D2-424A-B579-5D294E40F98A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83773513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48250" y="44452"/>
            <a:ext cx="430887" cy="6081713"/>
          </a:xfrm>
        </p:spPr>
        <p:txBody>
          <a:bodyPr vert="eaVert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57201" y="44452"/>
            <a:ext cx="6281738" cy="608171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1D556AB-1E87-473A-8AB2-31FA0D14BCAA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01186068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85800" y="2696161"/>
            <a:ext cx="7772400" cy="338554"/>
          </a:xfr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371601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F2302FF-4277-417C-BE19-2397B271D76F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66708905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57200" y="1600202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9DB259D-2549-41D2-927F-24F4DEDFD5C9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63818615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1"/>
            <a:ext cx="7772400" cy="70788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090C351-2FF0-4DFE-BB37-F41E4DC2EF49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29209602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57201" y="1600202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648200" y="1600202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1A1A25A-E5FB-46CA-AAFA-31B1A3DE7BBD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3885562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676861"/>
            <a:ext cx="8229600" cy="338554"/>
          </a:xfrm>
        </p:spPr>
        <p:txBody>
          <a:bodyPr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1A0CE63-1294-4316-84BF-579B319EC26C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65515040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B8A22D4-59BB-4AD0-AF6E-C065CF8D0D79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72243515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FC722A7-1754-4B1B-BE66-0D0A1BD4FED5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4978418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1" y="1034990"/>
            <a:ext cx="3008313" cy="40011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575050" y="273052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57201" y="1435102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BF38390-ABFE-4CEE-A085-458C6DE02708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476488178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792289" y="4967228"/>
            <a:ext cx="5486400" cy="40011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792289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ko-KR" altLang="en-US" noProof="0" smtClean="0"/>
              <a:t>그림을 추가하려면 아이콘을 클릭하십시오</a:t>
            </a:r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792289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D005AA1-F089-47BB-9691-32164EDC54CA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36106731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57200" y="1600202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BCF674F-5846-46CB-BB16-4B4292099ECD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5861877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48250" y="44452"/>
            <a:ext cx="430887" cy="6081713"/>
          </a:xfrm>
        </p:spPr>
        <p:txBody>
          <a:bodyPr vert="eaVert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57201" y="44452"/>
            <a:ext cx="6281738" cy="608171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2DAF45C-1A57-45EB-BBF9-020AEAF96736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73400868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583" name="Rectangle 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527425" y="6567488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latinLnBrk="1">
              <a:lnSpc>
                <a:spcPct val="100000"/>
              </a:lnSpc>
              <a:defRPr sz="140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fld id="{F7027DEF-6196-486E-BD40-CD749AB49DC1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17" r:id="rId1"/>
    <p:sldLayoutId id="2147484218" r:id="rId2"/>
    <p:sldLayoutId id="2147484219" r:id="rId3"/>
    <p:sldLayoutId id="2147484220" r:id="rId4"/>
    <p:sldLayoutId id="2147484221" r:id="rId5"/>
    <p:sldLayoutId id="2147484222" r:id="rId6"/>
    <p:sldLayoutId id="2147484223" r:id="rId7"/>
    <p:sldLayoutId id="2147484224" r:id="rId8"/>
    <p:sldLayoutId id="2147484225" r:id="rId9"/>
    <p:sldLayoutId id="2147484226" r:id="rId10"/>
    <p:sldLayoutId id="2147484227" r:id="rId11"/>
  </p:sldLayoutIdLst>
  <p:timing>
    <p:tnLst>
      <p:par>
        <p:cTn id="1" dur="indefinite" restart="never" nodeType="tmRoot"/>
      </p:par>
    </p:tnLst>
  </p:timing>
  <p:hf hdr="0" ftr="0" dt="0"/>
  <p:txStyles>
    <p:titleStyle>
      <a:lvl1pPr algn="r" rtl="0" eaLnBrk="0" fontAlgn="base" latinLnBrk="1" hangingPunct="0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+mj-lt"/>
          <a:ea typeface="+mj-ea"/>
          <a:cs typeface="+mj-cs"/>
        </a:defRPr>
      </a:lvl1pPr>
      <a:lvl2pPr algn="r" rtl="0" eaLnBrk="0" fontAlgn="base" latinLnBrk="1" hangingPunct="0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r" rtl="0" eaLnBrk="0" fontAlgn="base" latinLnBrk="1" hangingPunct="0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r" rtl="0" eaLnBrk="0" fontAlgn="base" latinLnBrk="1" hangingPunct="0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r" rtl="0" eaLnBrk="0" fontAlgn="base" latinLnBrk="1" hangingPunct="0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7200" algn="r" rtl="0" eaLnBrk="1" fontAlgn="base" latinLnBrk="1" hangingPunct="1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14400" algn="r" rtl="0" eaLnBrk="1" fontAlgn="base" latinLnBrk="1" hangingPunct="1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71600" algn="r" rtl="0" eaLnBrk="1" fontAlgn="base" latinLnBrk="1" hangingPunct="1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28800" algn="r" rtl="0" eaLnBrk="1" fontAlgn="base" latinLnBrk="1" hangingPunct="1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42900" indent="-3429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eaLnBrk="1" fontAlgn="base" latinLnBrk="1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eaLnBrk="1" fontAlgn="base" latinLnBrk="1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eaLnBrk="1" fontAlgn="base" latinLnBrk="1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eaLnBrk="1" fontAlgn="base" latinLnBrk="1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583" name="Rectangle 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527425" y="6567488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latinLnBrk="1">
              <a:lnSpc>
                <a:spcPct val="100000"/>
              </a:lnSpc>
              <a:defRPr sz="1400"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fld id="{A24FAF6A-94A2-406E-95AE-F431146E4631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  <p:sp>
        <p:nvSpPr>
          <p:cNvPr id="1027" name="Text Box 15"/>
          <p:cNvSpPr txBox="1">
            <a:spLocks noChangeArrowheads="1"/>
          </p:cNvSpPr>
          <p:nvPr/>
        </p:nvSpPr>
        <p:spPr bwMode="auto">
          <a:xfrm>
            <a:off x="-53975" y="6554788"/>
            <a:ext cx="3051175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>
              <a:defRPr/>
            </a:pPr>
            <a:r>
              <a:rPr lang="en-US" altLang="ko-KR" sz="1100" dirty="0" smtClean="0">
                <a:solidFill>
                  <a:srgbClr val="333333"/>
                </a:solidFill>
                <a:latin typeface="Arial" charset="0"/>
              </a:rPr>
              <a:t>CONFIDENTIAL ⓒ</a:t>
            </a:r>
            <a:r>
              <a:rPr lang="en-US" altLang="ko-KR" sz="1100" dirty="0" smtClean="0">
                <a:solidFill>
                  <a:srgbClr val="333333"/>
                </a:solidFill>
                <a:latin typeface="Arial" charset="0"/>
                <a:ea typeface="돋움" pitchFamily="50" charset="-127"/>
              </a:rPr>
              <a:t> LG Display Co., Ltd. 2015</a:t>
            </a:r>
            <a:endParaRPr lang="en-US" altLang="ko-KR" sz="1100" dirty="0">
              <a:solidFill>
                <a:srgbClr val="333333"/>
              </a:solidFill>
              <a:latin typeface="Arial" charset="0"/>
              <a:ea typeface="돋움" pitchFamily="50" charset="-127"/>
            </a:endParaRPr>
          </a:p>
        </p:txBody>
      </p:sp>
      <p:pic>
        <p:nvPicPr>
          <p:cNvPr id="2052" name="Picture 16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51725" y="6524625"/>
            <a:ext cx="1677988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3" name="Line 19"/>
          <p:cNvSpPr>
            <a:spLocks noChangeShapeType="1"/>
          </p:cNvSpPr>
          <p:nvPr/>
        </p:nvSpPr>
        <p:spPr bwMode="auto">
          <a:xfrm>
            <a:off x="34925" y="6524625"/>
            <a:ext cx="914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2054" name="Line 20"/>
          <p:cNvSpPr>
            <a:spLocks noChangeShapeType="1"/>
          </p:cNvSpPr>
          <p:nvPr/>
        </p:nvSpPr>
        <p:spPr bwMode="auto">
          <a:xfrm>
            <a:off x="1588" y="420688"/>
            <a:ext cx="9142412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2055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933950" y="44450"/>
            <a:ext cx="41021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ko-KR" altLang="en-US" smtClean="0"/>
              <a:t>마스터 제목 스타일 편집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28" r:id="rId1"/>
    <p:sldLayoutId id="2147484229" r:id="rId2"/>
    <p:sldLayoutId id="2147484230" r:id="rId3"/>
    <p:sldLayoutId id="2147484231" r:id="rId4"/>
    <p:sldLayoutId id="2147484232" r:id="rId5"/>
    <p:sldLayoutId id="2147484233" r:id="rId6"/>
    <p:sldLayoutId id="2147484234" r:id="rId7"/>
    <p:sldLayoutId id="2147484235" r:id="rId8"/>
    <p:sldLayoutId id="2147484236" r:id="rId9"/>
    <p:sldLayoutId id="2147484237" r:id="rId10"/>
    <p:sldLayoutId id="2147484238" r:id="rId11"/>
  </p:sldLayoutIdLst>
  <p:hf hdr="0" ftr="0" dt="0"/>
  <p:txStyles>
    <p:titleStyle>
      <a:lvl1pPr algn="r" rtl="0" eaLnBrk="0" fontAlgn="base" latinLnBrk="1" hangingPunct="0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+mj-lt"/>
          <a:ea typeface="+mj-ea"/>
          <a:cs typeface="+mj-cs"/>
        </a:defRPr>
      </a:lvl1pPr>
      <a:lvl2pPr algn="r" rtl="0" eaLnBrk="0" fontAlgn="base" latinLnBrk="1" hangingPunct="0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r" rtl="0" eaLnBrk="0" fontAlgn="base" latinLnBrk="1" hangingPunct="0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r" rtl="0" eaLnBrk="0" fontAlgn="base" latinLnBrk="1" hangingPunct="0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r" rtl="0" eaLnBrk="0" fontAlgn="base" latinLnBrk="1" hangingPunct="0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7200" algn="r" rtl="0" eaLnBrk="1" fontAlgn="base" latinLnBrk="1" hangingPunct="1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14400" algn="r" rtl="0" eaLnBrk="1" fontAlgn="base" latinLnBrk="1" hangingPunct="1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71600" algn="r" rtl="0" eaLnBrk="1" fontAlgn="base" latinLnBrk="1" hangingPunct="1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28800" algn="r" rtl="0" eaLnBrk="1" fontAlgn="base" latinLnBrk="1" hangingPunct="1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42900" indent="-3429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eaLnBrk="1" fontAlgn="base" latinLnBrk="1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eaLnBrk="1" fontAlgn="base" latinLnBrk="1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eaLnBrk="1" fontAlgn="base" latinLnBrk="1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eaLnBrk="1" fontAlgn="base" latinLnBrk="1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583" name="Rectangle 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527425" y="6567488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latinLnBrk="1">
              <a:lnSpc>
                <a:spcPct val="100000"/>
              </a:lnSpc>
              <a:defRPr sz="1400"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fld id="{AEAA002A-D106-46B7-94D3-F8DEF306B1F0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  <p:sp>
        <p:nvSpPr>
          <p:cNvPr id="1027" name="Text Box 15"/>
          <p:cNvSpPr txBox="1">
            <a:spLocks noChangeArrowheads="1"/>
          </p:cNvSpPr>
          <p:nvPr/>
        </p:nvSpPr>
        <p:spPr bwMode="auto">
          <a:xfrm>
            <a:off x="-53975" y="6553200"/>
            <a:ext cx="305117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>
              <a:defRPr/>
            </a:pPr>
            <a:r>
              <a:rPr lang="en-US" altLang="ko-KR" sz="1100" dirty="0" smtClean="0">
                <a:solidFill>
                  <a:srgbClr val="333333"/>
                </a:solidFill>
                <a:latin typeface="Arial" charset="0"/>
              </a:rPr>
              <a:t>CONFIDENTIAL ⓒ</a:t>
            </a:r>
            <a:r>
              <a:rPr lang="en-US" altLang="ko-KR" sz="1100" dirty="0" smtClean="0">
                <a:solidFill>
                  <a:srgbClr val="333333"/>
                </a:solidFill>
                <a:latin typeface="Arial" charset="0"/>
                <a:ea typeface="돋움" pitchFamily="50" charset="-127"/>
              </a:rPr>
              <a:t> LG Display Co., Ltd. 2015</a:t>
            </a:r>
            <a:endParaRPr lang="en-US" altLang="ko-KR" sz="1100" dirty="0">
              <a:solidFill>
                <a:srgbClr val="333333"/>
              </a:solidFill>
              <a:latin typeface="Arial" charset="0"/>
              <a:ea typeface="돋움" pitchFamily="50" charset="-127"/>
            </a:endParaRPr>
          </a:p>
        </p:txBody>
      </p:sp>
      <p:pic>
        <p:nvPicPr>
          <p:cNvPr id="3076" name="Picture 16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51725" y="6524625"/>
            <a:ext cx="1677988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7" name="Line 19"/>
          <p:cNvSpPr>
            <a:spLocks noChangeShapeType="1"/>
          </p:cNvSpPr>
          <p:nvPr/>
        </p:nvSpPr>
        <p:spPr bwMode="auto">
          <a:xfrm>
            <a:off x="34925" y="6524625"/>
            <a:ext cx="914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078" name="Line 20"/>
          <p:cNvSpPr>
            <a:spLocks noChangeShapeType="1"/>
          </p:cNvSpPr>
          <p:nvPr/>
        </p:nvSpPr>
        <p:spPr bwMode="auto">
          <a:xfrm>
            <a:off x="1588" y="420688"/>
            <a:ext cx="9142412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079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933950" y="44450"/>
            <a:ext cx="41021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ko-KR" altLang="en-US" smtClean="0"/>
              <a:t>마스터 제목 스타일 편집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39" r:id="rId1"/>
    <p:sldLayoutId id="2147484240" r:id="rId2"/>
    <p:sldLayoutId id="2147484241" r:id="rId3"/>
    <p:sldLayoutId id="2147484242" r:id="rId4"/>
    <p:sldLayoutId id="2147484243" r:id="rId5"/>
    <p:sldLayoutId id="2147484244" r:id="rId6"/>
    <p:sldLayoutId id="2147484245" r:id="rId7"/>
    <p:sldLayoutId id="2147484246" r:id="rId8"/>
    <p:sldLayoutId id="2147484247" r:id="rId9"/>
    <p:sldLayoutId id="2147484248" r:id="rId10"/>
    <p:sldLayoutId id="2147484249" r:id="rId11"/>
  </p:sldLayoutIdLst>
  <p:hf hdr="0" ftr="0" dt="0"/>
  <p:txStyles>
    <p:titleStyle>
      <a:lvl1pPr algn="r" rtl="0" eaLnBrk="0" fontAlgn="base" latinLnBrk="1" hangingPunct="0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+mj-lt"/>
          <a:ea typeface="+mj-ea"/>
          <a:cs typeface="+mj-cs"/>
        </a:defRPr>
      </a:lvl1pPr>
      <a:lvl2pPr algn="r" rtl="0" eaLnBrk="0" fontAlgn="base" latinLnBrk="1" hangingPunct="0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r" rtl="0" eaLnBrk="0" fontAlgn="base" latinLnBrk="1" hangingPunct="0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r" rtl="0" eaLnBrk="0" fontAlgn="base" latinLnBrk="1" hangingPunct="0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r" rtl="0" eaLnBrk="0" fontAlgn="base" latinLnBrk="1" hangingPunct="0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7200" algn="r" rtl="0" eaLnBrk="1" fontAlgn="base" latinLnBrk="1" hangingPunct="1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14400" algn="r" rtl="0" eaLnBrk="1" fontAlgn="base" latinLnBrk="1" hangingPunct="1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71600" algn="r" rtl="0" eaLnBrk="1" fontAlgn="base" latinLnBrk="1" hangingPunct="1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28800" algn="r" rtl="0" eaLnBrk="1" fontAlgn="base" latinLnBrk="1" hangingPunct="1">
        <a:spcBef>
          <a:spcPct val="0"/>
        </a:spcBef>
        <a:spcAft>
          <a:spcPct val="0"/>
        </a:spcAft>
        <a:defRPr kumimoji="1" sz="1600" b="1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42900" indent="-3429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eaLnBrk="1" fontAlgn="base" latinLnBrk="1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eaLnBrk="1" fontAlgn="base" latinLnBrk="1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eaLnBrk="1" fontAlgn="base" latinLnBrk="1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eaLnBrk="1" fontAlgn="base" latinLnBrk="1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6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8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8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8.jpe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8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jpeg"/><Relationship Id="rId3" Type="http://schemas.openxmlformats.org/officeDocument/2006/relationships/image" Target="../media/image10.jpeg"/><Relationship Id="rId7" Type="http://schemas.openxmlformats.org/officeDocument/2006/relationships/image" Target="../media/image14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3.jpeg"/><Relationship Id="rId5" Type="http://schemas.openxmlformats.org/officeDocument/2006/relationships/image" Target="../media/image12.jpeg"/><Relationship Id="rId4" Type="http://schemas.openxmlformats.org/officeDocument/2006/relationships/image" Target="../media/image11.jpe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16.jpe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9.png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24.jpeg"/><Relationship Id="rId4" Type="http://schemas.openxmlformats.org/officeDocument/2006/relationships/image" Target="../media/image23.jpe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8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8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8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9.png"/><Relationship Id="rId5" Type="http://schemas.openxmlformats.org/officeDocument/2006/relationships/image" Target="../media/image28.png"/><Relationship Id="rId4" Type="http://schemas.openxmlformats.org/officeDocument/2006/relationships/image" Target="../media/image27.jpe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31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34.png"/><Relationship Id="rId4" Type="http://schemas.openxmlformats.org/officeDocument/2006/relationships/image" Target="../media/image33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image" Target="../media/image35.jpeg"/><Relationship Id="rId7" Type="http://schemas.openxmlformats.org/officeDocument/2006/relationships/image" Target="../media/image39.emf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8.jpeg"/><Relationship Id="rId5" Type="http://schemas.openxmlformats.org/officeDocument/2006/relationships/image" Target="../media/image37.jpeg"/><Relationship Id="rId4" Type="http://schemas.openxmlformats.org/officeDocument/2006/relationships/image" Target="../media/image36.jpe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4.jpeg"/><Relationship Id="rId5" Type="http://schemas.openxmlformats.org/officeDocument/2006/relationships/image" Target="../media/image43.jpeg"/><Relationship Id="rId4" Type="http://schemas.openxmlformats.org/officeDocument/2006/relationships/image" Target="../media/image42.jpe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8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18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48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8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18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3.png"/><Relationship Id="rId5" Type="http://schemas.openxmlformats.org/officeDocument/2006/relationships/image" Target="../media/image52.jpeg"/><Relationship Id="rId4" Type="http://schemas.openxmlformats.org/officeDocument/2006/relationships/image" Target="../media/image51.jpe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7.png"/><Relationship Id="rId5" Type="http://schemas.openxmlformats.org/officeDocument/2006/relationships/image" Target="../media/image56.png"/><Relationship Id="rId4" Type="http://schemas.openxmlformats.org/officeDocument/2006/relationships/image" Target="../media/image55.jpe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59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.png"/><Relationship Id="rId3" Type="http://schemas.openxmlformats.org/officeDocument/2006/relationships/image" Target="../media/image60.jpeg"/><Relationship Id="rId7" Type="http://schemas.openxmlformats.org/officeDocument/2006/relationships/image" Target="../media/image64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3.png"/><Relationship Id="rId5" Type="http://schemas.openxmlformats.org/officeDocument/2006/relationships/image" Target="../media/image62.jpeg"/><Relationship Id="rId4" Type="http://schemas.openxmlformats.org/officeDocument/2006/relationships/image" Target="../media/image61.jpeg"/><Relationship Id="rId9" Type="http://schemas.openxmlformats.org/officeDocument/2006/relationships/image" Target="../media/image66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3" Type="http://schemas.openxmlformats.org/officeDocument/2006/relationships/image" Target="../media/image68.png"/><Relationship Id="rId7" Type="http://schemas.openxmlformats.org/officeDocument/2006/relationships/image" Target="../media/image72.png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71.jpeg"/><Relationship Id="rId5" Type="http://schemas.openxmlformats.org/officeDocument/2006/relationships/image" Target="../media/image70.jpeg"/><Relationship Id="rId4" Type="http://schemas.openxmlformats.org/officeDocument/2006/relationships/image" Target="../media/image69.jpe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75.jpeg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9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78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3" Type="http://schemas.openxmlformats.org/officeDocument/2006/relationships/image" Target="../media/image79.png"/><Relationship Id="rId7" Type="http://schemas.openxmlformats.org/officeDocument/2006/relationships/image" Target="../media/image83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82.png"/><Relationship Id="rId5" Type="http://schemas.openxmlformats.org/officeDocument/2006/relationships/image" Target="../media/image81.png"/><Relationship Id="rId4" Type="http://schemas.openxmlformats.org/officeDocument/2006/relationships/image" Target="../media/image80.png"/><Relationship Id="rId9" Type="http://schemas.openxmlformats.org/officeDocument/2006/relationships/image" Target="../media/image85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9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png"/><Relationship Id="rId3" Type="http://schemas.openxmlformats.org/officeDocument/2006/relationships/image" Target="../media/image86.png"/><Relationship Id="rId7" Type="http://schemas.openxmlformats.org/officeDocument/2006/relationships/image" Target="../media/image90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89.png"/><Relationship Id="rId11" Type="http://schemas.openxmlformats.org/officeDocument/2006/relationships/image" Target="../media/image94.png"/><Relationship Id="rId5" Type="http://schemas.openxmlformats.org/officeDocument/2006/relationships/image" Target="../media/image88.png"/><Relationship Id="rId10" Type="http://schemas.openxmlformats.org/officeDocument/2006/relationships/image" Target="../media/image93.png"/><Relationship Id="rId4" Type="http://schemas.openxmlformats.org/officeDocument/2006/relationships/image" Target="../media/image87.png"/><Relationship Id="rId9" Type="http://schemas.openxmlformats.org/officeDocument/2006/relationships/image" Target="../media/image92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jpe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98.png"/><Relationship Id="rId5" Type="http://schemas.openxmlformats.org/officeDocument/2006/relationships/image" Target="../media/image97.png"/><Relationship Id="rId4" Type="http://schemas.openxmlformats.org/officeDocument/2006/relationships/image" Target="../media/image96.jpe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102.png"/><Relationship Id="rId5" Type="http://schemas.openxmlformats.org/officeDocument/2006/relationships/image" Target="../media/image101.png"/><Relationship Id="rId4" Type="http://schemas.openxmlformats.org/officeDocument/2006/relationships/image" Target="../media/image100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wmf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106.png"/><Relationship Id="rId5" Type="http://schemas.openxmlformats.org/officeDocument/2006/relationships/image" Target="../media/image105.png"/><Relationship Id="rId4" Type="http://schemas.openxmlformats.org/officeDocument/2006/relationships/image" Target="../media/image104.wmf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wmf"/><Relationship Id="rId7" Type="http://schemas.openxmlformats.org/officeDocument/2006/relationships/image" Target="../media/image111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110.png"/><Relationship Id="rId5" Type="http://schemas.openxmlformats.org/officeDocument/2006/relationships/image" Target="../media/image109.png"/><Relationship Id="rId4" Type="http://schemas.openxmlformats.org/officeDocument/2006/relationships/image" Target="../media/image108.wmf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jpe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115.png"/><Relationship Id="rId5" Type="http://schemas.openxmlformats.org/officeDocument/2006/relationships/image" Target="../media/image114.png"/><Relationship Id="rId4" Type="http://schemas.openxmlformats.org/officeDocument/2006/relationships/image" Target="../media/image113.wmf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1.png"/><Relationship Id="rId3" Type="http://schemas.openxmlformats.org/officeDocument/2006/relationships/image" Target="../media/image116.wmf"/><Relationship Id="rId7" Type="http://schemas.openxmlformats.org/officeDocument/2006/relationships/image" Target="../media/image120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119.png"/><Relationship Id="rId5" Type="http://schemas.openxmlformats.org/officeDocument/2006/relationships/image" Target="../media/image118.png"/><Relationship Id="rId4" Type="http://schemas.openxmlformats.org/officeDocument/2006/relationships/image" Target="../media/image117.jpeg"/><Relationship Id="rId9" Type="http://schemas.openxmlformats.org/officeDocument/2006/relationships/image" Target="../media/image122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8.png"/><Relationship Id="rId3" Type="http://schemas.openxmlformats.org/officeDocument/2006/relationships/image" Target="../media/image123.wmf"/><Relationship Id="rId7" Type="http://schemas.openxmlformats.org/officeDocument/2006/relationships/image" Target="../media/image127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126.png"/><Relationship Id="rId5" Type="http://schemas.openxmlformats.org/officeDocument/2006/relationships/image" Target="../media/image125.jpeg"/><Relationship Id="rId10" Type="http://schemas.openxmlformats.org/officeDocument/2006/relationships/image" Target="../media/image130.png"/><Relationship Id="rId4" Type="http://schemas.openxmlformats.org/officeDocument/2006/relationships/image" Target="../media/image124.png"/><Relationship Id="rId9" Type="http://schemas.openxmlformats.org/officeDocument/2006/relationships/image" Target="../media/image129.png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9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6.pn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1.jpeg"/><Relationship Id="rId1" Type="http://schemas.openxmlformats.org/officeDocument/2006/relationships/slideLayout" Target="../slideLayouts/slideLayout29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jpe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133.jpe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jpe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136.jpeg"/><Relationship Id="rId4" Type="http://schemas.openxmlformats.org/officeDocument/2006/relationships/image" Target="../media/image135.jpeg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7.jpeg"/><Relationship Id="rId1" Type="http://schemas.openxmlformats.org/officeDocument/2006/relationships/slideLayout" Target="../slideLayouts/slideLayout29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9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9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2.png"/><Relationship Id="rId13" Type="http://schemas.openxmlformats.org/officeDocument/2006/relationships/image" Target="../media/image147.png"/><Relationship Id="rId18" Type="http://schemas.openxmlformats.org/officeDocument/2006/relationships/image" Target="../media/image151.png"/><Relationship Id="rId3" Type="http://schemas.openxmlformats.org/officeDocument/2006/relationships/hyperlink" Target="http://www.boltmall.co.kr/products/?category=27" TargetMode="External"/><Relationship Id="rId21" Type="http://schemas.openxmlformats.org/officeDocument/2006/relationships/image" Target="../media/image154.png"/><Relationship Id="rId7" Type="http://schemas.openxmlformats.org/officeDocument/2006/relationships/image" Target="../media/image141.png"/><Relationship Id="rId12" Type="http://schemas.openxmlformats.org/officeDocument/2006/relationships/image" Target="../media/image146.png"/><Relationship Id="rId17" Type="http://schemas.openxmlformats.org/officeDocument/2006/relationships/image" Target="../media/image150.png"/><Relationship Id="rId2" Type="http://schemas.openxmlformats.org/officeDocument/2006/relationships/notesSlide" Target="../notesSlides/notesSlide41.xml"/><Relationship Id="rId16" Type="http://schemas.openxmlformats.org/officeDocument/2006/relationships/hyperlink" Target="http://www.boltmall.co.kr/products/?category=28" TargetMode="External"/><Relationship Id="rId20" Type="http://schemas.openxmlformats.org/officeDocument/2006/relationships/image" Target="../media/image153.pn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140.png"/><Relationship Id="rId11" Type="http://schemas.openxmlformats.org/officeDocument/2006/relationships/image" Target="../media/image145.png"/><Relationship Id="rId5" Type="http://schemas.openxmlformats.org/officeDocument/2006/relationships/image" Target="../media/image139.png"/><Relationship Id="rId15" Type="http://schemas.openxmlformats.org/officeDocument/2006/relationships/image" Target="../media/image149.png"/><Relationship Id="rId23" Type="http://schemas.openxmlformats.org/officeDocument/2006/relationships/image" Target="../media/image155.png"/><Relationship Id="rId10" Type="http://schemas.openxmlformats.org/officeDocument/2006/relationships/image" Target="../media/image144.png"/><Relationship Id="rId19" Type="http://schemas.openxmlformats.org/officeDocument/2006/relationships/image" Target="../media/image152.png"/><Relationship Id="rId4" Type="http://schemas.openxmlformats.org/officeDocument/2006/relationships/image" Target="../media/image138.png"/><Relationship Id="rId9" Type="http://schemas.openxmlformats.org/officeDocument/2006/relationships/image" Target="../media/image143.png"/><Relationship Id="rId14" Type="http://schemas.openxmlformats.org/officeDocument/2006/relationships/image" Target="../media/image148.png"/><Relationship Id="rId22" Type="http://schemas.openxmlformats.org/officeDocument/2006/relationships/hyperlink" Target="http://www.boltmall.co.kr/products/?category=29" TargetMode="Externa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6.png"/><Relationship Id="rId1" Type="http://schemas.openxmlformats.org/officeDocument/2006/relationships/slideLayout" Target="../slideLayouts/slideLayout29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9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160.png"/><Relationship Id="rId5" Type="http://schemas.openxmlformats.org/officeDocument/2006/relationships/hyperlink" Target="http://www.boltmall.co.kr/products/?category=17" TargetMode="External"/><Relationship Id="rId4" Type="http://schemas.openxmlformats.org/officeDocument/2006/relationships/image" Target="../media/image159.jpeg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1.jpeg"/><Relationship Id="rId1" Type="http://schemas.openxmlformats.org/officeDocument/2006/relationships/slideLayout" Target="../slideLayouts/slideLayout29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2.jpeg"/><Relationship Id="rId1" Type="http://schemas.openxmlformats.org/officeDocument/2006/relationships/slideLayout" Target="../slideLayouts/slideLayout29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8.png"/><Relationship Id="rId13" Type="http://schemas.openxmlformats.org/officeDocument/2006/relationships/image" Target="../media/image173.png"/><Relationship Id="rId3" Type="http://schemas.openxmlformats.org/officeDocument/2006/relationships/image" Target="../media/image163.png"/><Relationship Id="rId7" Type="http://schemas.openxmlformats.org/officeDocument/2006/relationships/image" Target="../media/image167.png"/><Relationship Id="rId12" Type="http://schemas.openxmlformats.org/officeDocument/2006/relationships/image" Target="../media/image172.png"/><Relationship Id="rId2" Type="http://schemas.openxmlformats.org/officeDocument/2006/relationships/notesSlide" Target="../notesSlides/notesSlide44.xml"/><Relationship Id="rId16" Type="http://schemas.openxmlformats.org/officeDocument/2006/relationships/image" Target="../media/image176.pn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166.png"/><Relationship Id="rId11" Type="http://schemas.openxmlformats.org/officeDocument/2006/relationships/image" Target="../media/image171.png"/><Relationship Id="rId5" Type="http://schemas.openxmlformats.org/officeDocument/2006/relationships/image" Target="../media/image165.png"/><Relationship Id="rId15" Type="http://schemas.openxmlformats.org/officeDocument/2006/relationships/image" Target="../media/image175.png"/><Relationship Id="rId10" Type="http://schemas.openxmlformats.org/officeDocument/2006/relationships/image" Target="../media/image170.png"/><Relationship Id="rId4" Type="http://schemas.openxmlformats.org/officeDocument/2006/relationships/image" Target="../media/image164.png"/><Relationship Id="rId9" Type="http://schemas.openxmlformats.org/officeDocument/2006/relationships/image" Target="../media/image169.png"/><Relationship Id="rId14" Type="http://schemas.openxmlformats.org/officeDocument/2006/relationships/image" Target="../media/image174.png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7.jpeg"/><Relationship Id="rId1" Type="http://schemas.openxmlformats.org/officeDocument/2006/relationships/slideLayout" Target="../slideLayouts/slideLayout29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jpeg"/><Relationship Id="rId2" Type="http://schemas.openxmlformats.org/officeDocument/2006/relationships/image" Target="../media/image178.jpeg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181.jpeg"/><Relationship Id="rId4" Type="http://schemas.openxmlformats.org/officeDocument/2006/relationships/image" Target="../media/image180.jpe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.jpeg"/><Relationship Id="rId2" Type="http://schemas.openxmlformats.org/officeDocument/2006/relationships/image" Target="../media/image182.jpeg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184.jpe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.jpeg"/><Relationship Id="rId2" Type="http://schemas.openxmlformats.org/officeDocument/2006/relationships/image" Target="../media/image185.jpeg"/><Relationship Id="rId1" Type="http://schemas.openxmlformats.org/officeDocument/2006/relationships/slideLayout" Target="../slideLayouts/slideLayout29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jpeg"/><Relationship Id="rId2" Type="http://schemas.openxmlformats.org/officeDocument/2006/relationships/image" Target="../media/image187.jpeg"/><Relationship Id="rId1" Type="http://schemas.openxmlformats.org/officeDocument/2006/relationships/slideLayout" Target="../slideLayouts/slideLayout29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0.jpeg"/><Relationship Id="rId2" Type="http://schemas.openxmlformats.org/officeDocument/2006/relationships/image" Target="../media/image189.jpeg"/><Relationship Id="rId1" Type="http://schemas.openxmlformats.org/officeDocument/2006/relationships/slideLayout" Target="../slideLayouts/slideLayout29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6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1.png"/><Relationship Id="rId2" Type="http://schemas.openxmlformats.org/officeDocument/2006/relationships/hyperlink" Target="http://www.standard.go.kr/CODE02/USER/0B/03/SerKS_View.asp" TargetMode="External"/><Relationship Id="rId1" Type="http://schemas.openxmlformats.org/officeDocument/2006/relationships/slideLayout" Target="../slideLayouts/slideLayout29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2.png"/><Relationship Id="rId1" Type="http://schemas.openxmlformats.org/officeDocument/2006/relationships/slideLayout" Target="../slideLayouts/slideLayout29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wmf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191.png"/><Relationship Id="rId4" Type="http://schemas.openxmlformats.org/officeDocument/2006/relationships/hyperlink" Target="http://www.standard.go.kr/CODE02/USER/0B/03/SerKS_View.asp" TargetMode="Externa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1.jpeg"/><Relationship Id="rId3" Type="http://schemas.openxmlformats.org/officeDocument/2006/relationships/image" Target="../media/image196.png"/><Relationship Id="rId7" Type="http://schemas.openxmlformats.org/officeDocument/2006/relationships/image" Target="../media/image200.png"/><Relationship Id="rId2" Type="http://schemas.openxmlformats.org/officeDocument/2006/relationships/image" Target="../media/image195.pn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199.png"/><Relationship Id="rId11" Type="http://schemas.openxmlformats.org/officeDocument/2006/relationships/image" Target="../media/image204.png"/><Relationship Id="rId5" Type="http://schemas.openxmlformats.org/officeDocument/2006/relationships/image" Target="../media/image198.png"/><Relationship Id="rId10" Type="http://schemas.openxmlformats.org/officeDocument/2006/relationships/image" Target="../media/image203.png"/><Relationship Id="rId4" Type="http://schemas.openxmlformats.org/officeDocument/2006/relationships/image" Target="../media/image197.png"/><Relationship Id="rId9" Type="http://schemas.openxmlformats.org/officeDocument/2006/relationships/image" Target="../media/image202.pn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hyperlink" Target="http://www.boltmall.co.kr/products/?category=13" TargetMode="External"/><Relationship Id="rId2" Type="http://schemas.openxmlformats.org/officeDocument/2006/relationships/image" Target="../media/image205.jpeg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206.jpe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jpeg"/><Relationship Id="rId2" Type="http://schemas.openxmlformats.org/officeDocument/2006/relationships/image" Target="../media/image207.jpeg"/><Relationship Id="rId1" Type="http://schemas.openxmlformats.org/officeDocument/2006/relationships/slideLayout" Target="../slideLayouts/slideLayout23.xml"/><Relationship Id="rId5" Type="http://schemas.openxmlformats.org/officeDocument/2006/relationships/image" Target="../media/image210.jpeg"/><Relationship Id="rId4" Type="http://schemas.openxmlformats.org/officeDocument/2006/relationships/image" Target="../media/image209.jpe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.jpeg"/><Relationship Id="rId2" Type="http://schemas.openxmlformats.org/officeDocument/2006/relationships/image" Target="../media/image211.jpeg"/><Relationship Id="rId1" Type="http://schemas.openxmlformats.org/officeDocument/2006/relationships/slideLayout" Target="../slideLayouts/slideLayout23.xml"/><Relationship Id="rId5" Type="http://schemas.openxmlformats.org/officeDocument/2006/relationships/image" Target="../media/image214.jpeg"/><Relationship Id="rId4" Type="http://schemas.openxmlformats.org/officeDocument/2006/relationships/image" Target="../media/image213.jpe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jpeg"/><Relationship Id="rId2" Type="http://schemas.openxmlformats.org/officeDocument/2006/relationships/image" Target="../media/image215.jpeg"/><Relationship Id="rId1" Type="http://schemas.openxmlformats.org/officeDocument/2006/relationships/slideLayout" Target="../slideLayouts/slideLayout2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jpeg"/><Relationship Id="rId2" Type="http://schemas.openxmlformats.org/officeDocument/2006/relationships/image" Target="../media/image217.png"/><Relationship Id="rId1" Type="http://schemas.openxmlformats.org/officeDocument/2006/relationships/slideLayout" Target="../slideLayouts/slideLayout23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9.png"/><Relationship Id="rId1" Type="http://schemas.openxmlformats.org/officeDocument/2006/relationships/slideLayout" Target="../slideLayouts/slideLayout29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wmf"/><Relationship Id="rId2" Type="http://schemas.openxmlformats.org/officeDocument/2006/relationships/image" Target="../media/image220.wmf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191.png"/><Relationship Id="rId4" Type="http://schemas.openxmlformats.org/officeDocument/2006/relationships/hyperlink" Target="http://www.standard.go.kr/CODE02/USER/0B/03/SerKS_View.asp" TargetMode="Externa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3.png"/><Relationship Id="rId2" Type="http://schemas.openxmlformats.org/officeDocument/2006/relationships/image" Target="../media/image222.jpeg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224.png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2.jpeg"/><Relationship Id="rId1" Type="http://schemas.openxmlformats.org/officeDocument/2006/relationships/slideLayout" Target="../slideLayouts/slideLayout29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1.jpeg"/><Relationship Id="rId3" Type="http://schemas.openxmlformats.org/officeDocument/2006/relationships/image" Target="../media/image226.jpeg"/><Relationship Id="rId7" Type="http://schemas.openxmlformats.org/officeDocument/2006/relationships/image" Target="../media/image230.jpeg"/><Relationship Id="rId2" Type="http://schemas.openxmlformats.org/officeDocument/2006/relationships/image" Target="../media/image225.jpe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229.jpeg"/><Relationship Id="rId5" Type="http://schemas.openxmlformats.org/officeDocument/2006/relationships/image" Target="../media/image228.jpeg"/><Relationship Id="rId4" Type="http://schemas.openxmlformats.org/officeDocument/2006/relationships/image" Target="../media/image227.jpeg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9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9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jpeg"/><Relationship Id="rId7" Type="http://schemas.openxmlformats.org/officeDocument/2006/relationships/image" Target="../media/image236.jpe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235.jpeg"/><Relationship Id="rId5" Type="http://schemas.openxmlformats.org/officeDocument/2006/relationships/image" Target="../media/image234.jpeg"/><Relationship Id="rId4" Type="http://schemas.openxmlformats.org/officeDocument/2006/relationships/image" Target="../media/image233.jpe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jpe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9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jpe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9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8.jpe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239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0.jpe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222.jpeg"/><Relationship Id="rId4" Type="http://schemas.openxmlformats.org/officeDocument/2006/relationships/hyperlink" Target="http://www.youtube.com/watch?v=bzRh672peNk&amp;feature=player_detailpage" TargetMode="Externa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1.jpe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222.jpeg"/><Relationship Id="rId4" Type="http://schemas.openxmlformats.org/officeDocument/2006/relationships/hyperlink" Target="http://www.youtube.com/watch?feature=player_detailpage&amp;v=EFni742pEXI" TargetMode="Externa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2.png"/><Relationship Id="rId7" Type="http://schemas.openxmlformats.org/officeDocument/2006/relationships/image" Target="../media/image222.jpe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9.xml"/><Relationship Id="rId6" Type="http://schemas.openxmlformats.org/officeDocument/2006/relationships/hyperlink" Target="http://precision.nabtesco.com/kr/documents/catalog.html" TargetMode="External"/><Relationship Id="rId5" Type="http://schemas.openxmlformats.org/officeDocument/2006/relationships/image" Target="../media/image244.png"/><Relationship Id="rId4" Type="http://schemas.openxmlformats.org/officeDocument/2006/relationships/image" Target="../media/image243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5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248.png"/><Relationship Id="rId5" Type="http://schemas.openxmlformats.org/officeDocument/2006/relationships/image" Target="../media/image247.png"/><Relationship Id="rId4" Type="http://schemas.openxmlformats.org/officeDocument/2006/relationships/image" Target="../media/image246.png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9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0.jpeg"/><Relationship Id="rId2" Type="http://schemas.openxmlformats.org/officeDocument/2006/relationships/image" Target="../media/image249.jpeg"/><Relationship Id="rId1" Type="http://schemas.openxmlformats.org/officeDocument/2006/relationships/slideLayout" Target="../slideLayouts/slideLayout29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1.jpeg"/><Relationship Id="rId1" Type="http://schemas.openxmlformats.org/officeDocument/2006/relationships/slideLayout" Target="../slideLayouts/slideLayout29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3.jpeg"/><Relationship Id="rId2" Type="http://schemas.openxmlformats.org/officeDocument/2006/relationships/image" Target="../media/image252.jpeg"/><Relationship Id="rId1" Type="http://schemas.openxmlformats.org/officeDocument/2006/relationships/slideLayout" Target="../slideLayouts/slideLayout29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4.jpeg"/><Relationship Id="rId1" Type="http://schemas.openxmlformats.org/officeDocument/2006/relationships/slideLayout" Target="../slideLayouts/slideLayout29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6.jpe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259.jpeg"/><Relationship Id="rId5" Type="http://schemas.openxmlformats.org/officeDocument/2006/relationships/image" Target="../media/image258.png"/><Relationship Id="rId4" Type="http://schemas.openxmlformats.org/officeDocument/2006/relationships/image" Target="../media/image257.jpeg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.png"/><Relationship Id="rId2" Type="http://schemas.openxmlformats.org/officeDocument/2006/relationships/image" Target="../media/image260.png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262.jpe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jpeg"/><Relationship Id="rId2" Type="http://schemas.openxmlformats.org/officeDocument/2006/relationships/image" Target="../media/image263.jpeg"/><Relationship Id="rId1" Type="http://schemas.openxmlformats.org/officeDocument/2006/relationships/slideLayout" Target="../slideLayouts/slideLayout29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6.jpeg"/><Relationship Id="rId2" Type="http://schemas.openxmlformats.org/officeDocument/2006/relationships/image" Target="../media/image265.jpeg"/><Relationship Id="rId1" Type="http://schemas.openxmlformats.org/officeDocument/2006/relationships/slideLayout" Target="../slideLayouts/slideLayout23.xml"/><Relationship Id="rId5" Type="http://schemas.openxmlformats.org/officeDocument/2006/relationships/image" Target="../media/image268.jpeg"/><Relationship Id="rId4" Type="http://schemas.openxmlformats.org/officeDocument/2006/relationships/image" Target="../media/image267.jpe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0.jpeg"/><Relationship Id="rId7" Type="http://schemas.openxmlformats.org/officeDocument/2006/relationships/image" Target="../media/image274.jpeg"/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23.xml"/><Relationship Id="rId6" Type="http://schemas.openxmlformats.org/officeDocument/2006/relationships/image" Target="../media/image273.png"/><Relationship Id="rId5" Type="http://schemas.openxmlformats.org/officeDocument/2006/relationships/image" Target="../media/image272.jpeg"/><Relationship Id="rId4" Type="http://schemas.openxmlformats.org/officeDocument/2006/relationships/image" Target="../media/image271.jpeg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1.jpeg"/><Relationship Id="rId3" Type="http://schemas.openxmlformats.org/officeDocument/2006/relationships/image" Target="../media/image276.jpeg"/><Relationship Id="rId7" Type="http://schemas.openxmlformats.org/officeDocument/2006/relationships/image" Target="../media/image280.jpeg"/><Relationship Id="rId2" Type="http://schemas.openxmlformats.org/officeDocument/2006/relationships/image" Target="../media/image275.jpeg"/><Relationship Id="rId1" Type="http://schemas.openxmlformats.org/officeDocument/2006/relationships/slideLayout" Target="../slideLayouts/slideLayout23.xml"/><Relationship Id="rId6" Type="http://schemas.openxmlformats.org/officeDocument/2006/relationships/image" Target="../media/image279.jpeg"/><Relationship Id="rId5" Type="http://schemas.openxmlformats.org/officeDocument/2006/relationships/image" Target="../media/image278.jpeg"/><Relationship Id="rId4" Type="http://schemas.openxmlformats.org/officeDocument/2006/relationships/image" Target="../media/image277.pn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3.jpeg"/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23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4.png"/><Relationship Id="rId1" Type="http://schemas.openxmlformats.org/officeDocument/2006/relationships/slideLayout" Target="../slideLayouts/slideLayout23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5.jpeg"/><Relationship Id="rId1" Type="http://schemas.openxmlformats.org/officeDocument/2006/relationships/slideLayout" Target="../slideLayouts/slideLayout29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7.jpeg"/><Relationship Id="rId2" Type="http://schemas.openxmlformats.org/officeDocument/2006/relationships/image" Target="../media/image286.jpeg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288.jpe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0.jpeg"/><Relationship Id="rId2" Type="http://schemas.openxmlformats.org/officeDocument/2006/relationships/image" Target="../media/image289.jpeg"/><Relationship Id="rId1" Type="http://schemas.openxmlformats.org/officeDocument/2006/relationships/slideLayout" Target="../slideLayouts/slideLayout29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6.pn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2.jpeg"/><Relationship Id="rId2" Type="http://schemas.openxmlformats.org/officeDocument/2006/relationships/image" Target="../media/image291.jpeg"/><Relationship Id="rId1" Type="http://schemas.openxmlformats.org/officeDocument/2006/relationships/slideLayout" Target="../slideLayouts/slideLayout29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3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9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4.png"/><Relationship Id="rId1" Type="http://schemas.openxmlformats.org/officeDocument/2006/relationships/slideLayout" Target="../slideLayouts/slideLayout24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6.jpeg"/><Relationship Id="rId2" Type="http://schemas.openxmlformats.org/officeDocument/2006/relationships/image" Target="../media/image295.jpeg"/><Relationship Id="rId1" Type="http://schemas.openxmlformats.org/officeDocument/2006/relationships/slideLayout" Target="../slideLayouts/slideLayout29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7.jpeg"/><Relationship Id="rId1" Type="http://schemas.openxmlformats.org/officeDocument/2006/relationships/slideLayout" Target="../slideLayouts/slideLayout29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9.jpeg"/><Relationship Id="rId2" Type="http://schemas.openxmlformats.org/officeDocument/2006/relationships/image" Target="../media/image298.jpeg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296.jpeg"/><Relationship Id="rId4" Type="http://schemas.openxmlformats.org/officeDocument/2006/relationships/image" Target="../media/image300.jpeg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23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3.jpeg"/><Relationship Id="rId2" Type="http://schemas.openxmlformats.org/officeDocument/2006/relationships/image" Target="../media/image302.jpeg"/><Relationship Id="rId1" Type="http://schemas.openxmlformats.org/officeDocument/2006/relationships/slideLayout" Target="../slideLayouts/slideLayout23.xml"/><Relationship Id="rId5" Type="http://schemas.openxmlformats.org/officeDocument/2006/relationships/image" Target="../media/image305.jpeg"/><Relationship Id="rId4" Type="http://schemas.openxmlformats.org/officeDocument/2006/relationships/image" Target="../media/image304.jpeg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2.jpeg"/><Relationship Id="rId13" Type="http://schemas.openxmlformats.org/officeDocument/2006/relationships/image" Target="../media/image317.jpeg"/><Relationship Id="rId18" Type="http://schemas.openxmlformats.org/officeDocument/2006/relationships/image" Target="../media/image322.jpeg"/><Relationship Id="rId3" Type="http://schemas.openxmlformats.org/officeDocument/2006/relationships/image" Target="../media/image307.jpeg"/><Relationship Id="rId21" Type="http://schemas.openxmlformats.org/officeDocument/2006/relationships/image" Target="../media/image325.jpeg"/><Relationship Id="rId7" Type="http://schemas.openxmlformats.org/officeDocument/2006/relationships/image" Target="../media/image311.jpeg"/><Relationship Id="rId12" Type="http://schemas.openxmlformats.org/officeDocument/2006/relationships/image" Target="../media/image316.jpeg"/><Relationship Id="rId17" Type="http://schemas.openxmlformats.org/officeDocument/2006/relationships/image" Target="../media/image321.jpeg"/><Relationship Id="rId2" Type="http://schemas.openxmlformats.org/officeDocument/2006/relationships/image" Target="../media/image306.jpeg"/><Relationship Id="rId16" Type="http://schemas.openxmlformats.org/officeDocument/2006/relationships/image" Target="../media/image320.jpeg"/><Relationship Id="rId20" Type="http://schemas.openxmlformats.org/officeDocument/2006/relationships/image" Target="../media/image324.jpeg"/><Relationship Id="rId1" Type="http://schemas.openxmlformats.org/officeDocument/2006/relationships/slideLayout" Target="../slideLayouts/slideLayout23.xml"/><Relationship Id="rId6" Type="http://schemas.openxmlformats.org/officeDocument/2006/relationships/image" Target="../media/image310.jpeg"/><Relationship Id="rId11" Type="http://schemas.openxmlformats.org/officeDocument/2006/relationships/image" Target="../media/image315.jpeg"/><Relationship Id="rId5" Type="http://schemas.openxmlformats.org/officeDocument/2006/relationships/image" Target="../media/image309.jpeg"/><Relationship Id="rId15" Type="http://schemas.openxmlformats.org/officeDocument/2006/relationships/image" Target="../media/image319.jpeg"/><Relationship Id="rId23" Type="http://schemas.openxmlformats.org/officeDocument/2006/relationships/image" Target="../media/image327.jpeg"/><Relationship Id="rId10" Type="http://schemas.openxmlformats.org/officeDocument/2006/relationships/image" Target="../media/image314.jpeg"/><Relationship Id="rId19" Type="http://schemas.openxmlformats.org/officeDocument/2006/relationships/image" Target="../media/image323.jpeg"/><Relationship Id="rId4" Type="http://schemas.openxmlformats.org/officeDocument/2006/relationships/image" Target="../media/image308.jpeg"/><Relationship Id="rId9" Type="http://schemas.openxmlformats.org/officeDocument/2006/relationships/image" Target="../media/image313.jpeg"/><Relationship Id="rId14" Type="http://schemas.openxmlformats.org/officeDocument/2006/relationships/image" Target="../media/image318.jpeg"/><Relationship Id="rId22" Type="http://schemas.openxmlformats.org/officeDocument/2006/relationships/image" Target="../media/image326.jpe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9.png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3.xml"/><Relationship Id="rId5" Type="http://schemas.openxmlformats.org/officeDocument/2006/relationships/image" Target="../media/image331.png"/><Relationship Id="rId4" Type="http://schemas.openxmlformats.org/officeDocument/2006/relationships/image" Target="../media/image330.png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1.png"/><Relationship Id="rId2" Type="http://schemas.openxmlformats.org/officeDocument/2006/relationships/image" Target="../media/image332.png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333.png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4.png"/><Relationship Id="rId1" Type="http://schemas.openxmlformats.org/officeDocument/2006/relationships/slideLayout" Target="../slideLayouts/slideLayout23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5.png"/><Relationship Id="rId1" Type="http://schemas.openxmlformats.org/officeDocument/2006/relationships/slideLayout" Target="../slideLayouts/slideLayout23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7.png"/><Relationship Id="rId2" Type="http://schemas.openxmlformats.org/officeDocument/2006/relationships/image" Target="../media/image336.png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338.jpeg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0.jpeg"/><Relationship Id="rId2" Type="http://schemas.openxmlformats.org/officeDocument/2006/relationships/image" Target="../media/image339.jpeg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341.jpeg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3.jpeg"/><Relationship Id="rId2" Type="http://schemas.openxmlformats.org/officeDocument/2006/relationships/image" Target="../media/image342.jpeg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344.jpeg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6.png"/><Relationship Id="rId2" Type="http://schemas.openxmlformats.org/officeDocument/2006/relationships/image" Target="../media/image345.jpeg"/><Relationship Id="rId1" Type="http://schemas.openxmlformats.org/officeDocument/2006/relationships/slideLayout" Target="../slideLayouts/slideLayout29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7.jpeg"/><Relationship Id="rId2" Type="http://schemas.openxmlformats.org/officeDocument/2006/relationships/image" Target="../media/image345.jpeg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349.jpeg"/><Relationship Id="rId4" Type="http://schemas.openxmlformats.org/officeDocument/2006/relationships/image" Target="../media/image348.jpeg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1.png"/><Relationship Id="rId2" Type="http://schemas.openxmlformats.org/officeDocument/2006/relationships/image" Target="../media/image350.png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352.png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4.jpeg"/><Relationship Id="rId2" Type="http://schemas.openxmlformats.org/officeDocument/2006/relationships/image" Target="../media/image353.jpe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357.jpeg"/><Relationship Id="rId5" Type="http://schemas.openxmlformats.org/officeDocument/2006/relationships/image" Target="../media/image356.jpeg"/><Relationship Id="rId4" Type="http://schemas.openxmlformats.org/officeDocument/2006/relationships/image" Target="../media/image355.jpeg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8.jpeg"/><Relationship Id="rId1" Type="http://schemas.openxmlformats.org/officeDocument/2006/relationships/slideLayout" Target="../slideLayouts/slideLayout29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9.png"/><Relationship Id="rId1" Type="http://schemas.openxmlformats.org/officeDocument/2006/relationships/slideLayout" Target="../slideLayouts/slideLayout29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1.png"/><Relationship Id="rId2" Type="http://schemas.openxmlformats.org/officeDocument/2006/relationships/image" Target="../media/image360.jpeg"/><Relationship Id="rId1" Type="http://schemas.openxmlformats.org/officeDocument/2006/relationships/slideLayout" Target="../slideLayouts/slideLayout29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2.jpeg"/><Relationship Id="rId1" Type="http://schemas.openxmlformats.org/officeDocument/2006/relationships/slideLayout" Target="../slideLayouts/slideLayout29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jpeg"/><Relationship Id="rId2" Type="http://schemas.openxmlformats.org/officeDocument/2006/relationships/image" Target="../media/image363.png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365.jpeg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7.jpeg"/><Relationship Id="rId2" Type="http://schemas.openxmlformats.org/officeDocument/2006/relationships/image" Target="../media/image366.jpeg"/><Relationship Id="rId1" Type="http://schemas.openxmlformats.org/officeDocument/2006/relationships/slideLayout" Target="../slideLayouts/slideLayout23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6.png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9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9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9.emf"/><Relationship Id="rId1" Type="http://schemas.openxmlformats.org/officeDocument/2006/relationships/slideLayout" Target="../slideLayouts/slideLayout29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0.jpeg"/><Relationship Id="rId1" Type="http://schemas.openxmlformats.org/officeDocument/2006/relationships/slideLayout" Target="../slideLayouts/slideLayout29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1.png"/><Relationship Id="rId1" Type="http://schemas.openxmlformats.org/officeDocument/2006/relationships/slideLayout" Target="../slideLayouts/slideLayout29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9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9.xml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2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9.xml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3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9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9.xml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6.png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29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hyperlink" Target="http://cafe.naver.com/techmecha/539" TargetMode="External"/><Relationship Id="rId2" Type="http://schemas.openxmlformats.org/officeDocument/2006/relationships/image" Target="../media/image376.png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377.png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hyperlink" Target="http://choisclass.com/" TargetMode="Externa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379.png"/><Relationship Id="rId4" Type="http://schemas.openxmlformats.org/officeDocument/2006/relationships/image" Target="../media/image378.png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1.jpeg"/><Relationship Id="rId2" Type="http://schemas.openxmlformats.org/officeDocument/2006/relationships/image" Target="../media/image380.jpeg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383.jpeg"/><Relationship Id="rId4" Type="http://schemas.openxmlformats.org/officeDocument/2006/relationships/image" Target="../media/image382.jpeg"/></Relationships>
</file>

<file path=ppt/slides/_rels/slide1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0.jpeg"/><Relationship Id="rId3" Type="http://schemas.openxmlformats.org/officeDocument/2006/relationships/image" Target="../media/image385.png"/><Relationship Id="rId7" Type="http://schemas.openxmlformats.org/officeDocument/2006/relationships/image" Target="../media/image389.jpeg"/><Relationship Id="rId2" Type="http://schemas.openxmlformats.org/officeDocument/2006/relationships/image" Target="../media/image384.jpe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388.jpeg"/><Relationship Id="rId5" Type="http://schemas.openxmlformats.org/officeDocument/2006/relationships/image" Target="../media/image387.jpeg"/><Relationship Id="rId4" Type="http://schemas.openxmlformats.org/officeDocument/2006/relationships/image" Target="../media/image386.jpeg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6.png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1.jpeg"/><Relationship Id="rId1" Type="http://schemas.openxmlformats.org/officeDocument/2006/relationships/slideLayout" Target="../slideLayouts/slideLayout29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3.jpeg"/><Relationship Id="rId2" Type="http://schemas.openxmlformats.org/officeDocument/2006/relationships/image" Target="../media/image392.jpe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396.jpeg"/><Relationship Id="rId5" Type="http://schemas.openxmlformats.org/officeDocument/2006/relationships/image" Target="../media/image395.jpeg"/><Relationship Id="rId4" Type="http://schemas.openxmlformats.org/officeDocument/2006/relationships/image" Target="../media/image394.jpeg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8.jpeg"/><Relationship Id="rId2" Type="http://schemas.openxmlformats.org/officeDocument/2006/relationships/image" Target="../media/image397.jpeg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400.jpeg"/><Relationship Id="rId4" Type="http://schemas.openxmlformats.org/officeDocument/2006/relationships/image" Target="../media/image399.jpeg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7.jpeg"/><Relationship Id="rId3" Type="http://schemas.openxmlformats.org/officeDocument/2006/relationships/image" Target="../media/image402.jpeg"/><Relationship Id="rId7" Type="http://schemas.openxmlformats.org/officeDocument/2006/relationships/image" Target="../media/image406.jpeg"/><Relationship Id="rId2" Type="http://schemas.openxmlformats.org/officeDocument/2006/relationships/image" Target="../media/image401.jpe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405.jpeg"/><Relationship Id="rId5" Type="http://schemas.openxmlformats.org/officeDocument/2006/relationships/image" Target="../media/image404.jpeg"/><Relationship Id="rId4" Type="http://schemas.openxmlformats.org/officeDocument/2006/relationships/image" Target="../media/image403.jpeg"/><Relationship Id="rId9" Type="http://schemas.openxmlformats.org/officeDocument/2006/relationships/image" Target="../media/image408.jpeg"/></Relationships>
</file>

<file path=ppt/slides/_rels/slide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9.jpeg"/><Relationship Id="rId1" Type="http://schemas.openxmlformats.org/officeDocument/2006/relationships/slideLayout" Target="../slideLayouts/slideLayout29.xml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0.jpeg"/><Relationship Id="rId1" Type="http://schemas.openxmlformats.org/officeDocument/2006/relationships/slideLayout" Target="../slideLayouts/slideLayout29.xml"/></Relationships>
</file>

<file path=ppt/slides/_rels/slide1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7.jpeg"/><Relationship Id="rId3" Type="http://schemas.openxmlformats.org/officeDocument/2006/relationships/image" Target="../media/image412.jpeg"/><Relationship Id="rId7" Type="http://schemas.openxmlformats.org/officeDocument/2006/relationships/image" Target="../media/image416.jpeg"/><Relationship Id="rId2" Type="http://schemas.openxmlformats.org/officeDocument/2006/relationships/image" Target="../media/image411.jpe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415.jpeg"/><Relationship Id="rId5" Type="http://schemas.openxmlformats.org/officeDocument/2006/relationships/image" Target="../media/image414.jpeg"/><Relationship Id="rId4" Type="http://schemas.openxmlformats.org/officeDocument/2006/relationships/image" Target="../media/image413.jpeg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9.jpeg"/><Relationship Id="rId2" Type="http://schemas.openxmlformats.org/officeDocument/2006/relationships/image" Target="../media/image418.jpe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422.jpeg"/><Relationship Id="rId5" Type="http://schemas.openxmlformats.org/officeDocument/2006/relationships/image" Target="../media/image421.jpeg"/><Relationship Id="rId4" Type="http://schemas.openxmlformats.org/officeDocument/2006/relationships/image" Target="../media/image420.jpeg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4.jpeg"/><Relationship Id="rId2" Type="http://schemas.openxmlformats.org/officeDocument/2006/relationships/image" Target="../media/image423.jpeg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426.jpeg"/><Relationship Id="rId4" Type="http://schemas.openxmlformats.org/officeDocument/2006/relationships/image" Target="../media/image425.jpeg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8.jpeg"/><Relationship Id="rId7" Type="http://schemas.openxmlformats.org/officeDocument/2006/relationships/image" Target="../media/image431.jpeg"/><Relationship Id="rId2" Type="http://schemas.openxmlformats.org/officeDocument/2006/relationships/image" Target="../media/image427.jpeg"/><Relationship Id="rId1" Type="http://schemas.openxmlformats.org/officeDocument/2006/relationships/slideLayout" Target="../slideLayouts/slideLayout29.xml"/><Relationship Id="rId6" Type="http://schemas.openxmlformats.org/officeDocument/2006/relationships/hyperlink" Target="http://100.naver.com/100.nhn?type=image&amp;media_id=5500&amp;docid=62819&amp;dir_id=05020802" TargetMode="External"/><Relationship Id="rId5" Type="http://schemas.openxmlformats.org/officeDocument/2006/relationships/image" Target="../media/image430.jpeg"/><Relationship Id="rId4" Type="http://schemas.openxmlformats.org/officeDocument/2006/relationships/image" Target="../media/image429.jpeg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3.jpeg"/><Relationship Id="rId2" Type="http://schemas.openxmlformats.org/officeDocument/2006/relationships/image" Target="../media/image432.jpeg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434.jpeg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6.jpeg"/><Relationship Id="rId7" Type="http://schemas.openxmlformats.org/officeDocument/2006/relationships/image" Target="../media/image440.jpeg"/><Relationship Id="rId2" Type="http://schemas.openxmlformats.org/officeDocument/2006/relationships/image" Target="../media/image435.jpe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439.jpeg"/><Relationship Id="rId5" Type="http://schemas.openxmlformats.org/officeDocument/2006/relationships/image" Target="../media/image438.jpeg"/><Relationship Id="rId4" Type="http://schemas.openxmlformats.org/officeDocument/2006/relationships/image" Target="../media/image437.jpeg"/></Relationships>
</file>

<file path=ppt/slides/_rels/slide1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7.jpeg"/><Relationship Id="rId3" Type="http://schemas.openxmlformats.org/officeDocument/2006/relationships/image" Target="../media/image442.jpeg"/><Relationship Id="rId7" Type="http://schemas.openxmlformats.org/officeDocument/2006/relationships/image" Target="../media/image446.jpeg"/><Relationship Id="rId2" Type="http://schemas.openxmlformats.org/officeDocument/2006/relationships/image" Target="../media/image441.jpe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445.jpeg"/><Relationship Id="rId5" Type="http://schemas.openxmlformats.org/officeDocument/2006/relationships/image" Target="../media/image444.png"/><Relationship Id="rId4" Type="http://schemas.openxmlformats.org/officeDocument/2006/relationships/image" Target="../media/image443.jpeg"/><Relationship Id="rId9" Type="http://schemas.openxmlformats.org/officeDocument/2006/relationships/image" Target="../media/image448.jpeg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9.jpeg"/><Relationship Id="rId1" Type="http://schemas.openxmlformats.org/officeDocument/2006/relationships/slideLayout" Target="../slideLayouts/slideLayout29.xml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1.jpeg"/><Relationship Id="rId2" Type="http://schemas.openxmlformats.org/officeDocument/2006/relationships/image" Target="../media/image450.jpeg"/><Relationship Id="rId1" Type="http://schemas.openxmlformats.org/officeDocument/2006/relationships/slideLayout" Target="../slideLayouts/slideLayout29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2.png"/><Relationship Id="rId1" Type="http://schemas.openxmlformats.org/officeDocument/2006/relationships/slideLayout" Target="../slideLayouts/slideLayout29.xml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jpeg"/><Relationship Id="rId2" Type="http://schemas.openxmlformats.org/officeDocument/2006/relationships/image" Target="../media/image453.jpeg"/><Relationship Id="rId1" Type="http://schemas.openxmlformats.org/officeDocument/2006/relationships/slideLayout" Target="../slideLayouts/slideLayout29.xml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6.png"/><Relationship Id="rId2" Type="http://schemas.openxmlformats.org/officeDocument/2006/relationships/image" Target="../media/image455.png"/><Relationship Id="rId1" Type="http://schemas.openxmlformats.org/officeDocument/2006/relationships/slideLayout" Target="../slideLayouts/slideLayout29.xml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8.png"/><Relationship Id="rId2" Type="http://schemas.openxmlformats.org/officeDocument/2006/relationships/image" Target="../media/image457.png"/><Relationship Id="rId1" Type="http://schemas.openxmlformats.org/officeDocument/2006/relationships/slideLayout" Target="../slideLayouts/slideLayout29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0.jpeg"/><Relationship Id="rId2" Type="http://schemas.openxmlformats.org/officeDocument/2006/relationships/image" Target="../media/image459.png"/><Relationship Id="rId1" Type="http://schemas.openxmlformats.org/officeDocument/2006/relationships/slideLayout" Target="../slideLayouts/slideLayout29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5.jpeg"/><Relationship Id="rId3" Type="http://schemas.openxmlformats.org/officeDocument/2006/relationships/image" Target="../media/image461.jpeg"/><Relationship Id="rId7" Type="http://schemas.openxmlformats.org/officeDocument/2006/relationships/image" Target="../media/image464.jpeg"/><Relationship Id="rId2" Type="http://schemas.openxmlformats.org/officeDocument/2006/relationships/hyperlink" Target="http://www.ntk-toolmart.co.kr/shop/005002000001.gif','0" TargetMode="Externa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463.jpeg"/><Relationship Id="rId5" Type="http://schemas.openxmlformats.org/officeDocument/2006/relationships/image" Target="../media/image462.jpeg"/><Relationship Id="rId10" Type="http://schemas.openxmlformats.org/officeDocument/2006/relationships/image" Target="../media/image466.jpeg"/><Relationship Id="rId4" Type="http://schemas.openxmlformats.org/officeDocument/2006/relationships/hyperlink" Target="http://www.tjtools.net/shop/001006000007.jpg','0" TargetMode="External"/><Relationship Id="rId9" Type="http://schemas.openxmlformats.org/officeDocument/2006/relationships/hyperlink" Target="http://www.tjtools.net/shop/001006000002.jpg','0" TargetMode="External"/></Relationships>
</file>

<file path=ppt/slides/_rels/slide2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3.jpeg"/><Relationship Id="rId3" Type="http://schemas.openxmlformats.org/officeDocument/2006/relationships/image" Target="../media/image468.jpeg"/><Relationship Id="rId7" Type="http://schemas.openxmlformats.org/officeDocument/2006/relationships/image" Target="../media/image472.jpeg"/><Relationship Id="rId2" Type="http://schemas.openxmlformats.org/officeDocument/2006/relationships/image" Target="../media/image467.jpe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471.jpeg"/><Relationship Id="rId5" Type="http://schemas.openxmlformats.org/officeDocument/2006/relationships/image" Target="../media/image470.jpeg"/><Relationship Id="rId4" Type="http://schemas.openxmlformats.org/officeDocument/2006/relationships/image" Target="../media/image469.jpeg"/></Relationships>
</file>

<file path=ppt/slides/_rels/slide2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9.jpeg"/><Relationship Id="rId3" Type="http://schemas.openxmlformats.org/officeDocument/2006/relationships/image" Target="../media/image475.jpeg"/><Relationship Id="rId7" Type="http://schemas.openxmlformats.org/officeDocument/2006/relationships/image" Target="../media/image478.jpeg"/><Relationship Id="rId2" Type="http://schemas.openxmlformats.org/officeDocument/2006/relationships/image" Target="../media/image474.jpe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477.jpeg"/><Relationship Id="rId5" Type="http://schemas.openxmlformats.org/officeDocument/2006/relationships/image" Target="../media/image476.jpeg"/><Relationship Id="rId4" Type="http://schemas.openxmlformats.org/officeDocument/2006/relationships/hyperlink" Target="http://www.tjtools.net/shop/008008000001.jpg','0" TargetMode="External"/></Relationships>
</file>

<file path=ppt/slides/_rels/slide2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4.jpeg"/><Relationship Id="rId3" Type="http://schemas.openxmlformats.org/officeDocument/2006/relationships/image" Target="../media/image480.jpeg"/><Relationship Id="rId7" Type="http://schemas.openxmlformats.org/officeDocument/2006/relationships/image" Target="../media/image483.jpeg"/><Relationship Id="rId2" Type="http://schemas.openxmlformats.org/officeDocument/2006/relationships/hyperlink" Target="http://www.tjtools.net/shop/001012000012.jpg','0" TargetMode="External"/><Relationship Id="rId1" Type="http://schemas.openxmlformats.org/officeDocument/2006/relationships/slideLayout" Target="../slideLayouts/slideLayout29.xml"/><Relationship Id="rId6" Type="http://schemas.openxmlformats.org/officeDocument/2006/relationships/hyperlink" Target="http://www.ntk-toolmart.co.kr/shop/004001000001.gif','0" TargetMode="External"/><Relationship Id="rId5" Type="http://schemas.openxmlformats.org/officeDocument/2006/relationships/image" Target="../media/image482.jpeg"/><Relationship Id="rId4" Type="http://schemas.openxmlformats.org/officeDocument/2006/relationships/image" Target="../media/image481.jpeg"/><Relationship Id="rId9" Type="http://schemas.openxmlformats.org/officeDocument/2006/relationships/image" Target="../media/image485.jpeg"/></Relationships>
</file>

<file path=ppt/slides/_rels/slide2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2.jpeg"/><Relationship Id="rId3" Type="http://schemas.openxmlformats.org/officeDocument/2006/relationships/image" Target="../media/image487.jpeg"/><Relationship Id="rId7" Type="http://schemas.openxmlformats.org/officeDocument/2006/relationships/image" Target="../media/image491.jpeg"/><Relationship Id="rId2" Type="http://schemas.openxmlformats.org/officeDocument/2006/relationships/image" Target="../media/image486.jpe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490.jpeg"/><Relationship Id="rId5" Type="http://schemas.openxmlformats.org/officeDocument/2006/relationships/image" Target="../media/image489.jpeg"/><Relationship Id="rId4" Type="http://schemas.openxmlformats.org/officeDocument/2006/relationships/image" Target="../media/image488.jpeg"/></Relationships>
</file>

<file path=ppt/slides/_rels/slide212.xml.rels><?xml version="1.0" encoding="UTF-8" standalone="yes"?>
<Relationships xmlns="http://schemas.openxmlformats.org/package/2006/relationships"><Relationship Id="rId8" Type="http://schemas.openxmlformats.org/officeDocument/2006/relationships/hyperlink" Target="http://www.tjtools.net/shop/002012000001.jpg','0" TargetMode="External"/><Relationship Id="rId3" Type="http://schemas.openxmlformats.org/officeDocument/2006/relationships/image" Target="../media/image493.jpeg"/><Relationship Id="rId7" Type="http://schemas.openxmlformats.org/officeDocument/2006/relationships/image" Target="../media/image496.jpeg"/><Relationship Id="rId2" Type="http://schemas.openxmlformats.org/officeDocument/2006/relationships/hyperlink" Target="http://www.ntk-toolmart.co.kr/shop/001001000008.gif','0" TargetMode="Externa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495.jpeg"/><Relationship Id="rId11" Type="http://schemas.openxmlformats.org/officeDocument/2006/relationships/image" Target="../media/image498.jpeg"/><Relationship Id="rId5" Type="http://schemas.openxmlformats.org/officeDocument/2006/relationships/image" Target="../media/image494.png"/><Relationship Id="rId10" Type="http://schemas.openxmlformats.org/officeDocument/2006/relationships/hyperlink" Target="http://www.tjtools.net/shop/shopdetail.html?brandcode=001013000002&amp;search=&amp;sort=order" TargetMode="External"/><Relationship Id="rId4" Type="http://schemas.openxmlformats.org/officeDocument/2006/relationships/hyperlink" Target="http://www.tjtools.net/shop/003003000008.gif','0" TargetMode="External"/><Relationship Id="rId9" Type="http://schemas.openxmlformats.org/officeDocument/2006/relationships/image" Target="../media/image497.jpeg"/></Relationships>
</file>

<file path=ppt/slides/_rels/slide213.xml.rels><?xml version="1.0" encoding="UTF-8" standalone="yes"?>
<Relationships xmlns="http://schemas.openxmlformats.org/package/2006/relationships"><Relationship Id="rId8" Type="http://schemas.openxmlformats.org/officeDocument/2006/relationships/hyperlink" Target="http://www.tjtools.net/shop/shopdetail.html?brandcode=001011000004&amp;search=&amp;sort=order" TargetMode="External"/><Relationship Id="rId13" Type="http://schemas.openxmlformats.org/officeDocument/2006/relationships/image" Target="../media/image504.jpeg"/><Relationship Id="rId3" Type="http://schemas.openxmlformats.org/officeDocument/2006/relationships/image" Target="../media/image499.jpeg"/><Relationship Id="rId7" Type="http://schemas.openxmlformats.org/officeDocument/2006/relationships/image" Target="../media/image501.jpeg"/><Relationship Id="rId12" Type="http://schemas.openxmlformats.org/officeDocument/2006/relationships/hyperlink" Target="http://www.yes0909.com/&#45768;&#54140;.HTM" TargetMode="External"/><Relationship Id="rId2" Type="http://schemas.openxmlformats.org/officeDocument/2006/relationships/hyperlink" Target="http://www.tjtools.net/shop/001011000007.jpg','0" TargetMode="External"/><Relationship Id="rId1" Type="http://schemas.openxmlformats.org/officeDocument/2006/relationships/slideLayout" Target="../slideLayouts/slideLayout29.xml"/><Relationship Id="rId6" Type="http://schemas.openxmlformats.org/officeDocument/2006/relationships/hyperlink" Target="http://www.tjtools.net/shop/001011000003.jpg','0" TargetMode="External"/><Relationship Id="rId11" Type="http://schemas.openxmlformats.org/officeDocument/2006/relationships/image" Target="../media/image503.jpeg"/><Relationship Id="rId5" Type="http://schemas.openxmlformats.org/officeDocument/2006/relationships/image" Target="../media/image500.jpeg"/><Relationship Id="rId10" Type="http://schemas.openxmlformats.org/officeDocument/2006/relationships/hyperlink" Target="http://www.yes0909.com/&#46972;&#46356;&#50724;&#48768;&#52236;.HTM" TargetMode="External"/><Relationship Id="rId4" Type="http://schemas.openxmlformats.org/officeDocument/2006/relationships/hyperlink" Target="http://www.tjtools.net/shop/001011000005.jpg','0" TargetMode="External"/><Relationship Id="rId9" Type="http://schemas.openxmlformats.org/officeDocument/2006/relationships/image" Target="../media/image502.jpeg"/></Relationships>
</file>

<file path=ppt/slides/_rels/slide2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8.jpeg"/><Relationship Id="rId3" Type="http://schemas.openxmlformats.org/officeDocument/2006/relationships/image" Target="../media/image505.jpeg"/><Relationship Id="rId7" Type="http://schemas.openxmlformats.org/officeDocument/2006/relationships/image" Target="../media/image507.jpeg"/><Relationship Id="rId12" Type="http://schemas.openxmlformats.org/officeDocument/2006/relationships/image" Target="../media/image512.jpeg"/><Relationship Id="rId2" Type="http://schemas.openxmlformats.org/officeDocument/2006/relationships/hyperlink" Target="http://www.tjtools.net/shop/004002000006.jpg','0" TargetMode="External"/><Relationship Id="rId1" Type="http://schemas.openxmlformats.org/officeDocument/2006/relationships/slideLayout" Target="../slideLayouts/slideLayout29.xml"/><Relationship Id="rId6" Type="http://schemas.openxmlformats.org/officeDocument/2006/relationships/hyperlink" Target="http://www.tjtools.net/shop/shopdetail.html?brandcode=004002000004&amp;search=&amp;sort=order" TargetMode="External"/><Relationship Id="rId11" Type="http://schemas.openxmlformats.org/officeDocument/2006/relationships/image" Target="../media/image511.jpeg"/><Relationship Id="rId5" Type="http://schemas.openxmlformats.org/officeDocument/2006/relationships/image" Target="../media/image506.jpeg"/><Relationship Id="rId10" Type="http://schemas.openxmlformats.org/officeDocument/2006/relationships/image" Target="../media/image510.jpeg"/><Relationship Id="rId4" Type="http://schemas.openxmlformats.org/officeDocument/2006/relationships/hyperlink" Target="http://www.tjtools.net/shop/shopdetail.html?brandcode=004002000005&amp;search=&amp;sort=order" TargetMode="External"/><Relationship Id="rId9" Type="http://schemas.openxmlformats.org/officeDocument/2006/relationships/image" Target="../media/image509.jpeg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4.jpeg"/><Relationship Id="rId7" Type="http://schemas.openxmlformats.org/officeDocument/2006/relationships/image" Target="../media/image518.jpeg"/><Relationship Id="rId2" Type="http://schemas.openxmlformats.org/officeDocument/2006/relationships/image" Target="../media/image513.jpe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517.jpeg"/><Relationship Id="rId5" Type="http://schemas.openxmlformats.org/officeDocument/2006/relationships/image" Target="../media/image516.jpeg"/><Relationship Id="rId4" Type="http://schemas.openxmlformats.org/officeDocument/2006/relationships/image" Target="../media/image515.jpeg"/></Relationships>
</file>

<file path=ppt/slides/_rels/slide216.xml.rels><?xml version="1.0" encoding="UTF-8" standalone="yes"?>
<Relationships xmlns="http://schemas.openxmlformats.org/package/2006/relationships"><Relationship Id="rId8" Type="http://schemas.openxmlformats.org/officeDocument/2006/relationships/hyperlink" Target="http://www.tjtools.net/shop/012006000001.jpg','0" TargetMode="External"/><Relationship Id="rId13" Type="http://schemas.openxmlformats.org/officeDocument/2006/relationships/image" Target="../media/image524.png"/><Relationship Id="rId3" Type="http://schemas.openxmlformats.org/officeDocument/2006/relationships/image" Target="../media/image519.jpeg"/><Relationship Id="rId7" Type="http://schemas.openxmlformats.org/officeDocument/2006/relationships/image" Target="../media/image521.jpeg"/><Relationship Id="rId12" Type="http://schemas.openxmlformats.org/officeDocument/2006/relationships/hyperlink" Target="http://www.yes0909.com/&#52769;&#51221;&#44277;&#44396;.htm" TargetMode="External"/><Relationship Id="rId2" Type="http://schemas.openxmlformats.org/officeDocument/2006/relationships/hyperlink" Target="http://www.tjtools.net/shop/012005000003.jpg','0" TargetMode="External"/><Relationship Id="rId1" Type="http://schemas.openxmlformats.org/officeDocument/2006/relationships/slideLayout" Target="../slideLayouts/slideLayout29.xml"/><Relationship Id="rId6" Type="http://schemas.openxmlformats.org/officeDocument/2006/relationships/hyperlink" Target="http://www.tjtools.net/shop/012005000002.jpg','0" TargetMode="External"/><Relationship Id="rId11" Type="http://schemas.openxmlformats.org/officeDocument/2006/relationships/image" Target="../media/image523.jpeg"/><Relationship Id="rId5" Type="http://schemas.openxmlformats.org/officeDocument/2006/relationships/image" Target="../media/image520.jpeg"/><Relationship Id="rId10" Type="http://schemas.openxmlformats.org/officeDocument/2006/relationships/hyperlink" Target="http://www.oktools.co.kr/shop/007001000016.jpg','1" TargetMode="External"/><Relationship Id="rId4" Type="http://schemas.openxmlformats.org/officeDocument/2006/relationships/hyperlink" Target="http://www.tjtools.net/shop/012005000001.jpg','0" TargetMode="External"/><Relationship Id="rId9" Type="http://schemas.openxmlformats.org/officeDocument/2006/relationships/image" Target="../media/image522.jpeg"/></Relationships>
</file>

<file path=ppt/slides/_rels/slide2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1.jpeg"/><Relationship Id="rId3" Type="http://schemas.openxmlformats.org/officeDocument/2006/relationships/image" Target="../media/image526.jpeg"/><Relationship Id="rId7" Type="http://schemas.openxmlformats.org/officeDocument/2006/relationships/image" Target="../media/image530.jpeg"/><Relationship Id="rId2" Type="http://schemas.openxmlformats.org/officeDocument/2006/relationships/image" Target="../media/image525.jpe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529.jpeg"/><Relationship Id="rId5" Type="http://schemas.openxmlformats.org/officeDocument/2006/relationships/image" Target="../media/image528.jpeg"/><Relationship Id="rId4" Type="http://schemas.openxmlformats.org/officeDocument/2006/relationships/image" Target="../media/image527.jpeg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3.jpeg"/><Relationship Id="rId7" Type="http://schemas.openxmlformats.org/officeDocument/2006/relationships/image" Target="../media/image537.jpeg"/><Relationship Id="rId2" Type="http://schemas.openxmlformats.org/officeDocument/2006/relationships/image" Target="../media/image532.jpe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536.jpeg"/><Relationship Id="rId5" Type="http://schemas.openxmlformats.org/officeDocument/2006/relationships/image" Target="../media/image535.jpeg"/><Relationship Id="rId4" Type="http://schemas.openxmlformats.org/officeDocument/2006/relationships/image" Target="../media/image534.jpeg"/></Relationships>
</file>

<file path=ppt/slides/_rels/slide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3"/>
          <p:cNvSpPr>
            <a:spLocks noChangeArrowheads="1"/>
          </p:cNvSpPr>
          <p:nvPr/>
        </p:nvSpPr>
        <p:spPr bwMode="auto">
          <a:xfrm>
            <a:off x="0" y="1387475"/>
            <a:ext cx="9144000" cy="1363663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7411" name="Rectangle 4"/>
          <p:cNvSpPr>
            <a:spLocks noChangeArrowheads="1"/>
          </p:cNvSpPr>
          <p:nvPr/>
        </p:nvSpPr>
        <p:spPr bwMode="auto">
          <a:xfrm>
            <a:off x="0" y="1449388"/>
            <a:ext cx="9144000" cy="1222375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 dirty="0"/>
          </a:p>
        </p:txBody>
      </p:sp>
      <p:sp>
        <p:nvSpPr>
          <p:cNvPr id="17412" name="WordArt 6"/>
          <p:cNvSpPr>
            <a:spLocks noChangeArrowheads="1" noChangeShapeType="1" noTextEdit="1"/>
          </p:cNvSpPr>
          <p:nvPr/>
        </p:nvSpPr>
        <p:spPr bwMode="auto">
          <a:xfrm>
            <a:off x="2444750" y="1643063"/>
            <a:ext cx="4254500" cy="77787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r>
              <a:rPr lang="en-US" altLang="ko-KR" sz="2800" kern="10" dirty="0" err="1" smtClean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Quá</a:t>
            </a:r>
            <a:r>
              <a:rPr lang="en-US" altLang="ko-KR" sz="2800" kern="10" dirty="0" smtClean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 </a:t>
            </a:r>
            <a:r>
              <a:rPr lang="en-US" altLang="ko-KR" sz="2800" kern="10" dirty="0" err="1" smtClean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trình</a:t>
            </a:r>
            <a:r>
              <a:rPr lang="en-US" altLang="ko-KR" sz="2800" kern="10" dirty="0" smtClean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 </a:t>
            </a:r>
            <a:r>
              <a:rPr lang="en-US" altLang="ko-KR" sz="2800" kern="10" dirty="0" err="1" smtClean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cơ</a:t>
            </a:r>
            <a:r>
              <a:rPr lang="en-US" altLang="ko-KR" sz="2800" kern="10" dirty="0" smtClean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 </a:t>
            </a:r>
            <a:r>
              <a:rPr lang="en-US" altLang="ko-KR" sz="2800" kern="10" dirty="0" err="1" smtClean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bản</a:t>
            </a:r>
            <a:r>
              <a:rPr lang="en-US" altLang="ko-KR" sz="2800" kern="10" dirty="0" smtClean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 </a:t>
            </a:r>
            <a:r>
              <a:rPr lang="en-US" altLang="ko-KR" sz="2800" kern="10" dirty="0" err="1" smtClean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về</a:t>
            </a:r>
            <a:r>
              <a:rPr lang="en-US" altLang="ko-KR" sz="2800" kern="10" dirty="0" smtClean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 </a:t>
            </a:r>
            <a:r>
              <a:rPr lang="en-US" altLang="ko-KR" sz="2800" kern="10" dirty="0" err="1" smtClean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linh</a:t>
            </a:r>
            <a:r>
              <a:rPr lang="en-US" altLang="ko-KR" sz="2800" kern="10" dirty="0" smtClean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 </a:t>
            </a:r>
            <a:r>
              <a:rPr lang="en-US" altLang="ko-KR" sz="2800" kern="10" dirty="0" err="1" smtClean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kiện</a:t>
            </a:r>
            <a:r>
              <a:rPr lang="en-US" altLang="ko-KR" sz="2800" kern="10" dirty="0" smtClean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 </a:t>
            </a:r>
            <a:r>
              <a:rPr lang="en-US" altLang="ko-KR" sz="2800" kern="10" dirty="0" err="1" smtClean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máy</a:t>
            </a:r>
            <a:endParaRPr lang="ko-KR" altLang="en-US" sz="2800" kern="10" dirty="0">
              <a:ln w="9525">
                <a:solidFill>
                  <a:srgbClr val="000000"/>
                </a:solidFill>
                <a:round/>
                <a:headEnd/>
                <a:tailEnd/>
              </a:ln>
              <a:solidFill>
                <a:srgbClr val="FFFFFF"/>
              </a:solidFill>
              <a:latin typeface="Times New Roman" panose="02020603050405020304" pitchFamily="18" charset="0"/>
              <a:ea typeface="HY견고딕"/>
              <a:cs typeface="Times New Roman" panose="02020603050405020304" pitchFamily="18" charset="0"/>
            </a:endParaRPr>
          </a:p>
        </p:txBody>
      </p:sp>
      <p:pic>
        <p:nvPicPr>
          <p:cNvPr id="17413" name="Picture 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6550" y="5876925"/>
            <a:ext cx="3490913" cy="981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4" name="Rectangle 11"/>
          <p:cNvSpPr>
            <a:spLocks noChangeArrowheads="1"/>
          </p:cNvSpPr>
          <p:nvPr/>
        </p:nvSpPr>
        <p:spPr bwMode="auto">
          <a:xfrm>
            <a:off x="7596188" y="260350"/>
            <a:ext cx="1296292" cy="298450"/>
          </a:xfrm>
          <a:prstGeom prst="rect">
            <a:avLst/>
          </a:prstGeom>
          <a:noFill/>
          <a:ln w="9525">
            <a:solidFill>
              <a:srgbClr val="777777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72000" tIns="72000" rIns="72000" bIns="720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200" b="1" dirty="0" err="1" smtClean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Lưu</a:t>
            </a:r>
            <a:r>
              <a:rPr lang="en-US" altLang="ko-KR" sz="1200" b="1" dirty="0" smtClean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b="1" dirty="0" smtClean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nội</a:t>
            </a:r>
            <a:r>
              <a:rPr lang="en-US" altLang="ko-KR" sz="1200" b="1" dirty="0" smtClean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endParaRPr lang="ko-KR" altLang="en-US" sz="1200" b="1" dirty="0">
              <a:solidFill>
                <a:srgbClr val="5F5F5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415" name="Rectangle 12"/>
          <p:cNvSpPr>
            <a:spLocks noChangeArrowheads="1"/>
          </p:cNvSpPr>
          <p:nvPr/>
        </p:nvSpPr>
        <p:spPr bwMode="auto">
          <a:xfrm>
            <a:off x="219074" y="168275"/>
            <a:ext cx="2768749" cy="596900"/>
          </a:xfrm>
          <a:prstGeom prst="rect">
            <a:avLst/>
          </a:prstGeom>
          <a:noFill/>
          <a:ln w="9525">
            <a:solidFill>
              <a:srgbClr val="777777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72000" tIns="72000" rIns="72000" bIns="720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200" b="1" dirty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LG Display Co, . Ltd</a:t>
            </a:r>
          </a:p>
          <a:p>
            <a:pPr algn="l"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200" b="1" dirty="0" err="1" smtClean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altLang="ko-KR" sz="1200" b="1" dirty="0" smtClean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b="1" dirty="0" smtClean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b="1" dirty="0" smtClean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b="1" dirty="0" smtClean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b="1" dirty="0" smtClean="0">
                <a:solidFill>
                  <a:srgbClr val="5F5F5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xuất-2009-T000</a:t>
            </a:r>
            <a:endParaRPr lang="en-US" altLang="ko-KR" sz="1200" b="1" dirty="0">
              <a:solidFill>
                <a:srgbClr val="5F5F5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Text Box 2"/>
          <p:cNvSpPr txBox="1">
            <a:spLocks noChangeArrowheads="1"/>
          </p:cNvSpPr>
          <p:nvPr/>
        </p:nvSpPr>
        <p:spPr bwMode="auto">
          <a:xfrm>
            <a:off x="1714500" y="44450"/>
            <a:ext cx="5741377" cy="560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689" tIns="35844" rIns="71689" bIns="35844">
            <a:spAutoFit/>
          </a:bodyPr>
          <a:lstStyle>
            <a:lvl1pPr defTabSz="717550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defTabSz="7175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defTabSz="71755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defTabSz="71755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defTabSz="71755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defTabSz="71755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defTabSz="71755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defTabSz="71755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defTabSz="71755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en-US" altLang="ko-KR">
                <a:latin typeface="Times New Roman" pitchFamily="18" charset="0"/>
                <a:ea typeface="HY견고딕" pitchFamily="18" charset="-127"/>
                <a:cs typeface="Times New Roman" pitchFamily="18" charset="0"/>
              </a:rPr>
              <a:t>Nguyên tắc nhân sự LG</a:t>
            </a:r>
            <a:endParaRPr lang="ko-KR" altLang="en-US">
              <a:latin typeface="Times New Roman" pitchFamily="18" charset="0"/>
              <a:ea typeface="HY견고딕" pitchFamily="18" charset="-127"/>
              <a:cs typeface="Times New Roman" pitchFamily="18" charset="0"/>
            </a:endParaRPr>
          </a:p>
        </p:txBody>
      </p:sp>
      <p:sp>
        <p:nvSpPr>
          <p:cNvPr id="8195" name="AutoShape 3"/>
          <p:cNvSpPr>
            <a:spLocks noChangeArrowheads="1"/>
          </p:cNvSpPr>
          <p:nvPr/>
        </p:nvSpPr>
        <p:spPr bwMode="auto">
          <a:xfrm>
            <a:off x="1343758" y="1276350"/>
            <a:ext cx="6482862" cy="5233988"/>
          </a:xfrm>
          <a:prstGeom prst="roundRect">
            <a:avLst>
              <a:gd name="adj" fmla="val 2111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ko-KR" altLang="en-US" sz="2000">
              <a:latin typeface="Times New Roman" pitchFamily="18" charset="0"/>
              <a:ea typeface="HY견고딕" pitchFamily="18" charset="-127"/>
              <a:cs typeface="Times New Roman" pitchFamily="18" charset="0"/>
            </a:endParaRPr>
          </a:p>
        </p:txBody>
      </p:sp>
      <p:sp>
        <p:nvSpPr>
          <p:cNvPr id="8196" name="Rectangle 4"/>
          <p:cNvSpPr>
            <a:spLocks noChangeArrowheads="1"/>
          </p:cNvSpPr>
          <p:nvPr/>
        </p:nvSpPr>
        <p:spPr bwMode="auto">
          <a:xfrm>
            <a:off x="1543051" y="820738"/>
            <a:ext cx="6427177" cy="455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5337" tIns="42669" rIns="85337" bIns="42669">
            <a:spAutoFit/>
          </a:bodyPr>
          <a:lstStyle>
            <a:lvl1pPr defTabSz="854075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defTabSz="854075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defTabSz="854075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defTabSz="854075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defTabSz="854075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en-US" altLang="ko-KR" sz="1200" b="1">
                <a:latin typeface="Times New Roman" pitchFamily="18" charset="0"/>
                <a:ea typeface="Dotum" pitchFamily="50" charset="-127"/>
                <a:cs typeface="Times New Roman" pitchFamily="18" charset="0"/>
              </a:rPr>
              <a:t>Để  LG trở thành nơi làm việc có thể phát huy toàn bộ năng lực và kỹ thuật xuất sắc của nhân viên, yêu cầu thực hiện như dưới đây.</a:t>
            </a:r>
          </a:p>
        </p:txBody>
      </p:sp>
      <p:sp>
        <p:nvSpPr>
          <p:cNvPr id="8197" name="Text Box 5"/>
          <p:cNvSpPr txBox="1">
            <a:spLocks noChangeArrowheads="1"/>
          </p:cNvSpPr>
          <p:nvPr/>
        </p:nvSpPr>
        <p:spPr bwMode="auto">
          <a:xfrm>
            <a:off x="1601666" y="1416051"/>
            <a:ext cx="4996962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5337" tIns="42669" rIns="85337" bIns="42669">
            <a:spAutoFit/>
          </a:bodyPr>
          <a:lstStyle>
            <a:lvl1pPr defTabSz="854075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defTabSz="854075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defTabSz="854075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defTabSz="854075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defTabSz="854075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en-US" altLang="ko-KR" sz="1200" b="1">
                <a:latin typeface="Times New Roman" pitchFamily="18" charset="0"/>
                <a:ea typeface="Dotum" pitchFamily="50" charset="-127"/>
                <a:cs typeface="Times New Roman" pitchFamily="18" charset="0"/>
              </a:rPr>
              <a:t>1. Tôn trọng việc tự quản và sáng tạo của cá nhân</a:t>
            </a:r>
            <a:endParaRPr lang="ko-KR" altLang="en-US" sz="1200" b="1">
              <a:latin typeface="Times New Roman" pitchFamily="18" charset="0"/>
              <a:ea typeface="Dotum" pitchFamily="50" charset="-127"/>
              <a:cs typeface="Times New Roman" pitchFamily="18" charset="0"/>
            </a:endParaRPr>
          </a:p>
        </p:txBody>
      </p:sp>
      <p:sp>
        <p:nvSpPr>
          <p:cNvPr id="8198" name="Text Box 6"/>
          <p:cNvSpPr txBox="1">
            <a:spLocks noChangeArrowheads="1"/>
          </p:cNvSpPr>
          <p:nvPr/>
        </p:nvSpPr>
        <p:spPr bwMode="auto">
          <a:xfrm>
            <a:off x="1601666" y="2471738"/>
            <a:ext cx="2338754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5337" tIns="42669" rIns="85337" bIns="42669">
            <a:spAutoFit/>
          </a:bodyPr>
          <a:lstStyle>
            <a:lvl1pPr defTabSz="854075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defTabSz="854075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defTabSz="854075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defTabSz="854075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defTabSz="854075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en-US" altLang="ko-KR" sz="1200" b="1">
                <a:latin typeface="Times New Roman" pitchFamily="18" charset="0"/>
                <a:ea typeface="Dotum" pitchFamily="50" charset="-127"/>
                <a:cs typeface="Times New Roman" pitchFamily="18" charset="0"/>
              </a:rPr>
              <a:t>2. Xem trọng năng lực</a:t>
            </a:r>
            <a:endParaRPr lang="ko-KR" altLang="en-US" sz="1200" b="1">
              <a:latin typeface="Times New Roman" pitchFamily="18" charset="0"/>
              <a:ea typeface="Dotum" pitchFamily="50" charset="-127"/>
              <a:cs typeface="Times New Roman" pitchFamily="18" charset="0"/>
            </a:endParaRPr>
          </a:p>
        </p:txBody>
      </p:sp>
      <p:sp>
        <p:nvSpPr>
          <p:cNvPr id="8199" name="Text Box 7"/>
          <p:cNvSpPr txBox="1">
            <a:spLocks noChangeArrowheads="1"/>
          </p:cNvSpPr>
          <p:nvPr/>
        </p:nvSpPr>
        <p:spPr bwMode="auto">
          <a:xfrm>
            <a:off x="1601666" y="3525838"/>
            <a:ext cx="2237642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5337" tIns="42669" rIns="85337" bIns="42669">
            <a:spAutoFit/>
          </a:bodyPr>
          <a:lstStyle>
            <a:lvl1pPr defTabSz="854075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defTabSz="854075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defTabSz="854075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defTabSz="854075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defTabSz="854075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en-US" altLang="ko-KR" sz="1200" b="1">
                <a:latin typeface="Times New Roman" pitchFamily="18" charset="0"/>
                <a:ea typeface="Dotum" pitchFamily="50" charset="-127"/>
                <a:cs typeface="Times New Roman" pitchFamily="18" charset="0"/>
              </a:rPr>
              <a:t>3. Thưởng dựa trên hiệu suất</a:t>
            </a:r>
            <a:endParaRPr lang="ko-KR" altLang="en-US" sz="1200" b="1">
              <a:latin typeface="Times New Roman" pitchFamily="18" charset="0"/>
              <a:ea typeface="Dotum" pitchFamily="50" charset="-127"/>
              <a:cs typeface="Times New Roman" pitchFamily="18" charset="0"/>
            </a:endParaRPr>
          </a:p>
        </p:txBody>
      </p:sp>
      <p:sp>
        <p:nvSpPr>
          <p:cNvPr id="8200" name="Text Box 8"/>
          <p:cNvSpPr txBox="1">
            <a:spLocks noChangeArrowheads="1"/>
          </p:cNvSpPr>
          <p:nvPr/>
        </p:nvSpPr>
        <p:spPr bwMode="auto">
          <a:xfrm>
            <a:off x="1601666" y="4527551"/>
            <a:ext cx="214678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5337" tIns="42669" rIns="85337" bIns="42669">
            <a:spAutoFit/>
          </a:bodyPr>
          <a:lstStyle>
            <a:lvl1pPr defTabSz="854075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defTabSz="854075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defTabSz="854075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defTabSz="854075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defTabSz="854075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en-US" altLang="ko-KR" sz="1200" b="1" dirty="0">
                <a:latin typeface="Times New Roman" pitchFamily="18" charset="0"/>
                <a:ea typeface="Dotum" pitchFamily="50" charset="-127"/>
                <a:cs typeface="Times New Roman" pitchFamily="18" charset="0"/>
              </a:rPr>
              <a:t>4. </a:t>
            </a:r>
            <a:r>
              <a:rPr lang="en-US" altLang="ko-KR" sz="1200" b="1" dirty="0" err="1">
                <a:latin typeface="Times New Roman" pitchFamily="18" charset="0"/>
                <a:ea typeface="Dotum" pitchFamily="50" charset="-127"/>
                <a:cs typeface="Times New Roman" pitchFamily="18" charset="0"/>
              </a:rPr>
              <a:t>Tạo</a:t>
            </a:r>
            <a:r>
              <a:rPr lang="en-US" altLang="ko-KR" sz="1200" b="1" dirty="0">
                <a:latin typeface="Times New Roman" pitchFamily="18" charset="0"/>
                <a:ea typeface="Dotum" pitchFamily="50" charset="-127"/>
                <a:cs typeface="Times New Roman" pitchFamily="18" charset="0"/>
              </a:rPr>
              <a:t> </a:t>
            </a:r>
            <a:r>
              <a:rPr lang="en-US" altLang="ko-KR" sz="1200" b="1" dirty="0" err="1">
                <a:latin typeface="Times New Roman" pitchFamily="18" charset="0"/>
                <a:ea typeface="Dotum" pitchFamily="50" charset="-127"/>
                <a:cs typeface="Times New Roman" pitchFamily="18" charset="0"/>
              </a:rPr>
              <a:t>cơ</a:t>
            </a:r>
            <a:r>
              <a:rPr lang="en-US" altLang="ko-KR" sz="1200" b="1" dirty="0">
                <a:latin typeface="Times New Roman" pitchFamily="18" charset="0"/>
                <a:ea typeface="Dotum" pitchFamily="50" charset="-127"/>
                <a:cs typeface="Times New Roman" pitchFamily="18" charset="0"/>
              </a:rPr>
              <a:t> </a:t>
            </a:r>
            <a:r>
              <a:rPr lang="en-US" altLang="ko-KR" sz="1200" b="1" dirty="0" err="1">
                <a:latin typeface="Times New Roman" pitchFamily="18" charset="0"/>
                <a:ea typeface="Dotum" pitchFamily="50" charset="-127"/>
                <a:cs typeface="Times New Roman" pitchFamily="18" charset="0"/>
              </a:rPr>
              <a:t>hội</a:t>
            </a:r>
            <a:r>
              <a:rPr lang="en-US" altLang="ko-KR" sz="1200" b="1" dirty="0">
                <a:latin typeface="Times New Roman" pitchFamily="18" charset="0"/>
                <a:ea typeface="Dotum" pitchFamily="50" charset="-127"/>
                <a:cs typeface="Times New Roman" pitchFamily="18" charset="0"/>
              </a:rPr>
              <a:t> </a:t>
            </a:r>
            <a:r>
              <a:rPr lang="en-US" altLang="ko-KR" sz="1200" b="1" dirty="0" err="1">
                <a:latin typeface="Times New Roman" pitchFamily="18" charset="0"/>
                <a:ea typeface="Dotum" pitchFamily="50" charset="-127"/>
                <a:cs typeface="Times New Roman" pitchFamily="18" charset="0"/>
              </a:rPr>
              <a:t>công</a:t>
            </a:r>
            <a:r>
              <a:rPr lang="en-US" altLang="ko-KR" sz="1200" b="1" dirty="0">
                <a:latin typeface="Times New Roman" pitchFamily="18" charset="0"/>
                <a:ea typeface="Dotum" pitchFamily="50" charset="-127"/>
                <a:cs typeface="Times New Roman" pitchFamily="18" charset="0"/>
              </a:rPr>
              <a:t> </a:t>
            </a:r>
            <a:r>
              <a:rPr lang="en-US" altLang="ko-KR" sz="1200" b="1" dirty="0" err="1">
                <a:latin typeface="Times New Roman" pitchFamily="18" charset="0"/>
                <a:ea typeface="Dotum" pitchFamily="50" charset="-127"/>
                <a:cs typeface="Times New Roman" pitchFamily="18" charset="0"/>
              </a:rPr>
              <a:t>bằng</a:t>
            </a:r>
            <a:endParaRPr lang="ko-KR" altLang="en-US" sz="1200" b="1" dirty="0">
              <a:latin typeface="Times New Roman" pitchFamily="18" charset="0"/>
              <a:ea typeface="Dotum" pitchFamily="50" charset="-127"/>
              <a:cs typeface="Times New Roman" pitchFamily="18" charset="0"/>
            </a:endParaRPr>
          </a:p>
        </p:txBody>
      </p:sp>
      <p:sp>
        <p:nvSpPr>
          <p:cNvPr id="8201" name="Text Box 9"/>
          <p:cNvSpPr txBox="1">
            <a:spLocks noChangeArrowheads="1"/>
          </p:cNvSpPr>
          <p:nvPr/>
        </p:nvSpPr>
        <p:spPr bwMode="auto">
          <a:xfrm>
            <a:off x="1601666" y="5318126"/>
            <a:ext cx="1699846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5337" tIns="42669" rIns="85337" bIns="42669">
            <a:spAutoFit/>
          </a:bodyPr>
          <a:lstStyle>
            <a:lvl1pPr defTabSz="854075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defTabSz="854075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defTabSz="854075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defTabSz="854075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defTabSz="854075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en-US" altLang="ko-KR" sz="1200" b="1">
                <a:latin typeface="Times New Roman" pitchFamily="18" charset="0"/>
                <a:ea typeface="Dotum" pitchFamily="50" charset="-127"/>
                <a:cs typeface="Times New Roman" pitchFamily="18" charset="0"/>
              </a:rPr>
              <a:t>5. Lập trường</a:t>
            </a:r>
            <a:endParaRPr lang="ko-KR" altLang="en-US" sz="1200" b="1">
              <a:latin typeface="Times New Roman" pitchFamily="18" charset="0"/>
              <a:ea typeface="Dotum" pitchFamily="50" charset="-127"/>
              <a:cs typeface="Times New Roman" pitchFamily="18" charset="0"/>
            </a:endParaRPr>
          </a:p>
        </p:txBody>
      </p:sp>
      <p:sp>
        <p:nvSpPr>
          <p:cNvPr id="8202" name="Rectangle 10"/>
          <p:cNvSpPr>
            <a:spLocks noChangeArrowheads="1"/>
          </p:cNvSpPr>
          <p:nvPr/>
        </p:nvSpPr>
        <p:spPr bwMode="auto">
          <a:xfrm>
            <a:off x="1871296" y="1697039"/>
            <a:ext cx="5860073" cy="695325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5337" tIns="42669" rIns="85337" bIns="42669">
            <a:spAutoFit/>
          </a:bodyPr>
          <a:lstStyle>
            <a:lvl1pPr defTabSz="854075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defTabSz="854075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defTabSz="854075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defTabSz="854075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defTabSz="854075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Giá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trị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cá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nhân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là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khởi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nguồn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của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việc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sáng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tạo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giá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trị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.</a:t>
            </a:r>
            <a:endParaRPr lang="ko-KR" altLang="en-US" sz="1100" b="1" dirty="0">
              <a:latin typeface="Times New Roman" pitchFamily="18" charset="0"/>
              <a:cs typeface="Times New Roman" pitchFamily="18" charset="0"/>
            </a:endParaRPr>
          </a:p>
          <a:p>
            <a:pPr eaLnBrk="1" hangingPunct="1">
              <a:spcBef>
                <a:spcPct val="0"/>
              </a:spcBef>
            </a:pP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Tôn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trọng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việc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tự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 smtClean="0">
                <a:latin typeface="Times New Roman" pitchFamily="18" charset="0"/>
                <a:cs typeface="Times New Roman" pitchFamily="18" charset="0"/>
              </a:rPr>
              <a:t>quản</a:t>
            </a:r>
            <a:r>
              <a:rPr lang="en-US" altLang="ko-KR" sz="1100" b="1" dirty="0" smtClean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altLang="ko-KR" sz="1100" b="1" dirty="0" err="1" smtClean="0">
                <a:latin typeface="Times New Roman" pitchFamily="18" charset="0"/>
                <a:cs typeface="Times New Roman" pitchFamily="18" charset="0"/>
              </a:rPr>
              <a:t>xem</a:t>
            </a:r>
            <a:r>
              <a:rPr lang="en-US" altLang="ko-KR" sz="11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trọng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tính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đa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 smtClean="0">
                <a:latin typeface="Times New Roman" pitchFamily="18" charset="0"/>
                <a:cs typeface="Times New Roman" pitchFamily="18" charset="0"/>
              </a:rPr>
              <a:t>dạng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 smtClean="0"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altLang="ko-KR" sz="11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 smtClean="0">
                <a:latin typeface="Times New Roman" pitchFamily="18" charset="0"/>
                <a:cs typeface="Times New Roman" pitchFamily="18" charset="0"/>
              </a:rPr>
              <a:t>cá</a:t>
            </a:r>
            <a:r>
              <a:rPr lang="en-US" altLang="ko-KR" sz="11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tính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để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mỗi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cá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nhân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có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thể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phát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huy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toàn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diện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khả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năng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sáng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tạo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8203" name="Rectangle 11"/>
          <p:cNvSpPr>
            <a:spLocks noChangeArrowheads="1"/>
          </p:cNvSpPr>
          <p:nvPr/>
        </p:nvSpPr>
        <p:spPr bwMode="auto">
          <a:xfrm>
            <a:off x="1871296" y="2752726"/>
            <a:ext cx="5860073" cy="695325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5337" tIns="42669" rIns="85337" bIns="42669">
            <a:spAutoFit/>
          </a:bodyPr>
          <a:lstStyle>
            <a:lvl1pPr defTabSz="854075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defTabSz="854075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defTabSz="854075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defTabSz="854075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defTabSz="854075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ko-KR" sz="1100" b="1">
                <a:latin typeface="Times New Roman" pitchFamily="18" charset="0"/>
                <a:cs typeface="Times New Roman" pitchFamily="18" charset="0"/>
              </a:rPr>
              <a:t>Năng lực là nguồn gốc tạo nên thành  quả.</a:t>
            </a:r>
          </a:p>
          <a:p>
            <a:pPr eaLnBrk="1" hangingPunct="1">
              <a:spcBef>
                <a:spcPct val="0"/>
              </a:spcBef>
            </a:pPr>
            <a:r>
              <a:rPr lang="en-US" altLang="ko-KR" sz="1100" b="1">
                <a:latin typeface="Times New Roman" pitchFamily="18" charset="0"/>
                <a:cs typeface="Times New Roman" pitchFamily="18" charset="0"/>
              </a:rPr>
              <a:t>Triển khai hoạt động bồi dưỡng.mở rộng theo tiêu chuẩn năng lực  cá nhân và thiết lập trình tự và điều kiện cần thiết để vận hành.</a:t>
            </a:r>
          </a:p>
        </p:txBody>
      </p:sp>
      <p:sp>
        <p:nvSpPr>
          <p:cNvPr id="8204" name="Rectangle 12"/>
          <p:cNvSpPr>
            <a:spLocks noChangeArrowheads="1"/>
          </p:cNvSpPr>
          <p:nvPr/>
        </p:nvSpPr>
        <p:spPr bwMode="auto">
          <a:xfrm>
            <a:off x="1896208" y="3819526"/>
            <a:ext cx="5838092" cy="695569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5337" tIns="42669" rIns="85337" bIns="42669">
            <a:spAutoFit/>
          </a:bodyPr>
          <a:lstStyle>
            <a:lvl1pPr defTabSz="854075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defTabSz="854075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defTabSz="854075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defTabSz="854075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defTabSz="854075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Thưởng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dựa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trên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hiệu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suất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là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trọng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tâm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tạo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động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lực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eaLnBrk="1" hangingPunct="1">
              <a:spcBef>
                <a:spcPct val="0"/>
              </a:spcBef>
            </a:pP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Đánh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giá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công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bằng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hiệu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suất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thực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tế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thưởng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theo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mức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độ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đóng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góp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từng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tổ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 smtClean="0">
                <a:latin typeface="Times New Roman" pitchFamily="18" charset="0"/>
                <a:cs typeface="Times New Roman" pitchFamily="18" charset="0"/>
              </a:rPr>
              <a:t>chức</a:t>
            </a:r>
            <a:r>
              <a:rPr lang="en-US" altLang="ko-KR" sz="1100" b="1" dirty="0" smtClean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altLang="ko-KR" sz="1100" b="1" dirty="0" err="1" smtClean="0">
                <a:latin typeface="Times New Roman" pitchFamily="18" charset="0"/>
                <a:cs typeface="Times New Roman" pitchFamily="18" charset="0"/>
              </a:rPr>
              <a:t>từng</a:t>
            </a:r>
            <a:r>
              <a:rPr lang="en-US" altLang="ko-KR" sz="11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cá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nhân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8205" name="Rectangle 13"/>
          <p:cNvSpPr>
            <a:spLocks noChangeArrowheads="1"/>
          </p:cNvSpPr>
          <p:nvPr/>
        </p:nvSpPr>
        <p:spPr bwMode="auto">
          <a:xfrm>
            <a:off x="1890347" y="4808539"/>
            <a:ext cx="5842489" cy="492125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5337" tIns="42669" rIns="85337" bIns="42669">
            <a:spAutoFit/>
          </a:bodyPr>
          <a:lstStyle>
            <a:lvl1pPr defTabSz="854075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defTabSz="854075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defTabSz="854075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defTabSz="854075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defTabSz="854075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Tạo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cơ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hội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công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bằng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là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nền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tảng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của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sự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tin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tưởng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eaLnBrk="1" hangingPunct="1">
              <a:spcBef>
                <a:spcPct val="0"/>
              </a:spcBef>
            </a:pP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Tạo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cơ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hội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công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bằng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tùy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theo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tư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chất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năng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lực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của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thành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viên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8206" name="Rectangle 14"/>
          <p:cNvSpPr>
            <a:spLocks noChangeArrowheads="1"/>
          </p:cNvSpPr>
          <p:nvPr/>
        </p:nvSpPr>
        <p:spPr bwMode="auto">
          <a:xfrm>
            <a:off x="1919654" y="5737226"/>
            <a:ext cx="5816112" cy="695569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5337" tIns="42669" rIns="85337" bIns="42669">
            <a:spAutoFit/>
          </a:bodyPr>
          <a:lstStyle>
            <a:lvl1pPr defTabSz="854075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defTabSz="854075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defTabSz="854075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defTabSz="854075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defTabSz="854075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defTabSz="8540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Lập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trường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là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suy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nghĩ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cơ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bản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của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việc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vận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hành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tổ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chức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nhân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sự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eaLnBrk="1" hangingPunct="1">
              <a:spcBef>
                <a:spcPct val="0"/>
              </a:spcBef>
            </a:pP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Xúc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tiến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nhất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quán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quyết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định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 smtClean="0"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altLang="ko-KR" sz="11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hoạt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 smtClean="0">
                <a:latin typeface="Times New Roman" pitchFamily="18" charset="0"/>
                <a:cs typeface="Times New Roman" pitchFamily="18" charset="0"/>
              </a:rPr>
              <a:t>động</a:t>
            </a:r>
            <a:r>
              <a:rPr lang="en-US" altLang="ko-KR" sz="11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 smtClean="0">
                <a:latin typeface="Times New Roman" pitchFamily="18" charset="0"/>
                <a:cs typeface="Times New Roman" pitchFamily="18" charset="0"/>
              </a:rPr>
              <a:t>quan</a:t>
            </a:r>
            <a:r>
              <a:rPr lang="en-US" altLang="ko-KR" sz="11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 smtClean="0">
                <a:latin typeface="Times New Roman" pitchFamily="18" charset="0"/>
                <a:cs typeface="Times New Roman" pitchFamily="18" charset="0"/>
              </a:rPr>
              <a:t>trọng</a:t>
            </a:r>
            <a:r>
              <a:rPr lang="en-US" altLang="ko-KR" sz="11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liên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quan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đến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nhân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sự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dựa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trên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lập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ko-KR" sz="1100" b="1" dirty="0" err="1">
                <a:latin typeface="Times New Roman" pitchFamily="18" charset="0"/>
                <a:cs typeface="Times New Roman" pitchFamily="18" charset="0"/>
              </a:rPr>
              <a:t>trường</a:t>
            </a:r>
            <a:r>
              <a:rPr lang="en-US" altLang="ko-KR" sz="1100" b="1" dirty="0"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081789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Text Box 2"/>
          <p:cNvSpPr txBox="1">
            <a:spLocks noChangeArrowheads="1"/>
          </p:cNvSpPr>
          <p:nvPr/>
        </p:nvSpPr>
        <p:spPr bwMode="auto">
          <a:xfrm>
            <a:off x="2054469" y="100013"/>
            <a:ext cx="5300297" cy="565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1689" tIns="35844" rIns="71689" bIns="35844">
            <a:spAutoFit/>
          </a:bodyPr>
          <a:lstStyle>
            <a:lvl1pPr defTabSz="717550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defTabSz="7175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defTabSz="71755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defTabSz="71755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defTabSz="71755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defTabSz="71755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defTabSz="71755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defTabSz="71755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defTabSz="71755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en-US" altLang="ko-KR">
                <a:latin typeface="Times New Roman" pitchFamily="18" charset="0"/>
                <a:ea typeface="HY견고딕" pitchFamily="18" charset="-127"/>
                <a:cs typeface="Times New Roman" pitchFamily="18" charset="0"/>
              </a:rPr>
              <a:t>Hệ thống nhân sự LG Display</a:t>
            </a:r>
            <a:endParaRPr lang="ko-KR" altLang="en-US">
              <a:latin typeface="Times New Roman" pitchFamily="18" charset="0"/>
              <a:ea typeface="HY견고딕" pitchFamily="18" charset="-127"/>
              <a:cs typeface="Times New Roman" pitchFamily="18" charset="0"/>
            </a:endParaRPr>
          </a:p>
        </p:txBody>
      </p:sp>
      <p:grpSp>
        <p:nvGrpSpPr>
          <p:cNvPr id="9219" name="그룹 1"/>
          <p:cNvGrpSpPr>
            <a:grpSpLocks/>
          </p:cNvGrpSpPr>
          <p:nvPr/>
        </p:nvGrpSpPr>
        <p:grpSpPr bwMode="auto">
          <a:xfrm>
            <a:off x="208084" y="1052736"/>
            <a:ext cx="8869974" cy="5557838"/>
            <a:chOff x="207963" y="1184275"/>
            <a:chExt cx="8869362" cy="5557838"/>
          </a:xfrm>
        </p:grpSpPr>
        <p:pic>
          <p:nvPicPr>
            <p:cNvPr id="9220" name="Picture 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1213" y="1184275"/>
              <a:ext cx="8188325" cy="5521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1" name="Rectangle 4"/>
            <p:cNvSpPr>
              <a:spLocks noChangeArrowheads="1"/>
            </p:cNvSpPr>
            <p:nvPr/>
          </p:nvSpPr>
          <p:spPr bwMode="auto">
            <a:xfrm>
              <a:off x="3706813" y="6273800"/>
              <a:ext cx="1908175" cy="4683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ko-KR" altLang="en-US" sz="1200"/>
            </a:p>
          </p:txBody>
        </p:sp>
        <p:pic>
          <p:nvPicPr>
            <p:cNvPr id="9222" name="Picture 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7963" y="1184275"/>
              <a:ext cx="8869362" cy="5521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" name="직사각형 5"/>
            <p:cNvSpPr/>
            <p:nvPr/>
          </p:nvSpPr>
          <p:spPr bwMode="auto">
            <a:xfrm>
              <a:off x="1747070" y="2503290"/>
              <a:ext cx="864096" cy="677102"/>
            </a:xfrm>
            <a:prstGeom prst="rect">
              <a:avLst/>
            </a:prstGeom>
            <a:solidFill>
              <a:srgbClr val="FFA3A3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scene3d>
              <a:camera prst="isometricRightUp"/>
              <a:lightRig rig="threePt" dir="t"/>
            </a:scene3d>
          </p:spPr>
          <p:txBody>
            <a:bodyPr lIns="85337" tIns="42669" rIns="85337" bIns="42669" anchor="ctr">
              <a:spAutoFit/>
            </a:bodyPr>
            <a:lstStyle/>
            <a:p>
              <a:pPr marL="342900" indent="-342900" defTabSz="854075">
                <a:defRPr/>
              </a:pPr>
              <a:r>
                <a:rPr lang="en-US" altLang="ko-KR" sz="1600" b="1" dirty="0" err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Nhiệt</a:t>
              </a:r>
              <a:endParaRPr lang="en-US" altLang="ko-KR" sz="16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marL="342900" indent="-342900" defTabSz="854075">
                <a:defRPr/>
              </a:pPr>
              <a:r>
                <a:rPr lang="en-US" altLang="ko-KR" sz="1600" b="1" dirty="0" err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huyết</a:t>
              </a:r>
              <a:endParaRPr lang="ko-KR" altLang="en-US" sz="16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" name="직사각형 6"/>
            <p:cNvSpPr/>
            <p:nvPr/>
          </p:nvSpPr>
          <p:spPr bwMode="auto">
            <a:xfrm>
              <a:off x="2699793" y="2490402"/>
              <a:ext cx="1152128" cy="677102"/>
            </a:xfrm>
            <a:prstGeom prst="rect">
              <a:avLst/>
            </a:prstGeom>
            <a:solidFill>
              <a:srgbClr val="69B4F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scene3d>
              <a:camera prst="isometricLeftDown"/>
              <a:lightRig rig="threePt" dir="t"/>
            </a:scene3d>
          </p:spPr>
          <p:txBody>
            <a:bodyPr lIns="85337" tIns="42669" rIns="85337" bIns="42669" anchor="ctr">
              <a:spAutoFit/>
            </a:bodyPr>
            <a:lstStyle/>
            <a:p>
              <a:pPr marL="342900" indent="-342900" defTabSz="854075">
                <a:defRPr/>
              </a:pPr>
              <a:r>
                <a:rPr lang="en-US" altLang="ko-KR" sz="1600" b="1" dirty="0" err="1">
                  <a:solidFill>
                    <a:srgbClr val="00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Chuyên</a:t>
              </a:r>
              <a:r>
                <a:rPr lang="en-US" altLang="ko-KR" sz="1600" b="1" dirty="0">
                  <a:solidFill>
                    <a:srgbClr val="00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600" b="1" dirty="0" err="1">
                  <a:solidFill>
                    <a:srgbClr val="00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nghiệp</a:t>
              </a:r>
              <a:endParaRPr lang="ko-KR" altLang="en-US" sz="1600" b="1" dirty="0">
                <a:solidFill>
                  <a:srgbClr val="00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" name="직사각형 7"/>
            <p:cNvSpPr/>
            <p:nvPr/>
          </p:nvSpPr>
          <p:spPr bwMode="auto">
            <a:xfrm>
              <a:off x="2345291" y="3363036"/>
              <a:ext cx="830862" cy="714036"/>
            </a:xfrm>
            <a:prstGeom prst="rect">
              <a:avLst/>
            </a:prstGeom>
            <a:solidFill>
              <a:srgbClr val="00C06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scene3d>
              <a:camera prst="isometricTopUp"/>
              <a:lightRig rig="threePt" dir="t"/>
            </a:scene3d>
          </p:spPr>
          <p:txBody>
            <a:bodyPr lIns="85337" tIns="42669" rIns="85337" bIns="42669" anchor="ctr">
              <a:spAutoFit/>
            </a:bodyPr>
            <a:lstStyle/>
            <a:p>
              <a:pPr marL="342900" indent="-342900" defTabSz="854075">
                <a:defRPr/>
              </a:pPr>
              <a:r>
                <a:rPr lang="en-US" altLang="ko-KR" sz="1700" b="1" dirty="0">
                  <a:solidFill>
                    <a:srgbClr val="008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Team</a:t>
              </a:r>
            </a:p>
            <a:p>
              <a:pPr marL="342900" indent="-342900" defTabSz="854075">
                <a:defRPr/>
              </a:pPr>
              <a:r>
                <a:rPr lang="en-US" altLang="ko-KR" sz="1700" b="1" dirty="0">
                  <a:solidFill>
                    <a:srgbClr val="008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work</a:t>
              </a:r>
              <a:endParaRPr lang="ko-KR" altLang="en-US" sz="1700" b="1" dirty="0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226" name="직사각형 8"/>
            <p:cNvSpPr>
              <a:spLocks noChangeArrowheads="1"/>
            </p:cNvSpPr>
            <p:nvPr/>
          </p:nvSpPr>
          <p:spPr bwMode="auto">
            <a:xfrm>
              <a:off x="3995738" y="2708275"/>
              <a:ext cx="5081587" cy="9175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85337" tIns="42669" rIns="85337" bIns="42669" anchor="ctr">
              <a:spAutoFit/>
            </a:bodyPr>
            <a:lstStyle>
              <a:lvl1pPr marL="342900" indent="-342900" defTabSz="854075"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defTabSz="854075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defTabSz="854075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defTabSz="854075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defTabSz="854075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defTabSz="85407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defTabSz="85407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defTabSz="85407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defTabSz="85407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     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Người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LGD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xây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dựng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teamwork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dựa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trên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nền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tảng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quan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tâm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lẫn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nhau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và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hướng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tới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trở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thành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chuyên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>
                  <a:latin typeface="Times New Roman" pitchFamily="18" charset="0"/>
                  <a:cs typeface="Times New Roman" pitchFamily="18" charset="0"/>
                </a:rPr>
                <a:t>gia</a:t>
              </a:r>
              <a:r>
                <a:rPr lang="en-US" altLang="ko-KR" sz="15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 smtClean="0">
                  <a:latin typeface="Times New Roman" pitchFamily="18" charset="0"/>
                  <a:cs typeface="Times New Roman" pitchFamily="18" charset="0"/>
                </a:rPr>
                <a:t>tràn</a:t>
              </a:r>
              <a:r>
                <a:rPr lang="en-US" altLang="ko-KR" sz="1500" b="1" dirty="0" smtClean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 smtClean="0">
                  <a:latin typeface="Times New Roman" pitchFamily="18" charset="0"/>
                  <a:cs typeface="Times New Roman" pitchFamily="18" charset="0"/>
                </a:rPr>
                <a:t>đầy</a:t>
              </a:r>
              <a:r>
                <a:rPr lang="en-US" altLang="ko-KR" sz="1500" b="1" dirty="0" smtClean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 smtClean="0">
                  <a:latin typeface="Times New Roman" pitchFamily="18" charset="0"/>
                  <a:cs typeface="Times New Roman" pitchFamily="18" charset="0"/>
                </a:rPr>
                <a:t>nhiệt</a:t>
              </a:r>
              <a:r>
                <a:rPr lang="en-US" altLang="ko-KR" sz="1500" b="1" dirty="0" smtClean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1500" b="1" dirty="0" err="1" smtClean="0">
                  <a:latin typeface="Times New Roman" pitchFamily="18" charset="0"/>
                  <a:cs typeface="Times New Roman" pitchFamily="18" charset="0"/>
                </a:rPr>
                <a:t>huyết</a:t>
              </a:r>
              <a:r>
                <a:rPr lang="en-US" altLang="ko-KR" sz="1500" b="1" dirty="0" smtClean="0">
                  <a:latin typeface="Times New Roman" pitchFamily="18" charset="0"/>
                  <a:cs typeface="Times New Roman" pitchFamily="18" charset="0"/>
                </a:rPr>
                <a:t>. </a:t>
              </a:r>
              <a:endParaRPr lang="ko-KR" altLang="en-US" sz="1500" b="1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227" name="직사각형 8"/>
            <p:cNvSpPr>
              <a:spLocks noChangeArrowheads="1"/>
            </p:cNvSpPr>
            <p:nvPr/>
          </p:nvSpPr>
          <p:spPr bwMode="auto">
            <a:xfrm>
              <a:off x="1042988" y="1773238"/>
              <a:ext cx="2233612" cy="4175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85337" tIns="42669" rIns="85337" bIns="42669" anchor="ctr">
              <a:spAutoFit/>
            </a:bodyPr>
            <a:lstStyle>
              <a:lvl1pPr marL="342900" indent="-342900" defTabSz="854075"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defTabSz="854075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defTabSz="854075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defTabSz="854075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defTabSz="854075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defTabSz="85407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defTabSz="85407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defTabSz="85407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defTabSz="85407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Tinh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thần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chiến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thắng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thử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 smtClean="0">
                  <a:latin typeface="Times New Roman" pitchFamily="18" charset="0"/>
                  <a:cs typeface="Times New Roman" pitchFamily="18" charset="0"/>
                </a:rPr>
                <a:t>thách</a:t>
              </a:r>
              <a:endParaRPr lang="en-US" altLang="ko-KR" sz="900" b="1" dirty="0" smtClean="0">
                <a:latin typeface="Times New Roman" pitchFamily="18" charset="0"/>
                <a:cs typeface="Times New Roman" pitchFamily="18" charset="0"/>
              </a:endParaRP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b="1" dirty="0" err="1" smtClean="0">
                  <a:latin typeface="Times New Roman" pitchFamily="18" charset="0"/>
                  <a:cs typeface="Times New Roman" pitchFamily="18" charset="0"/>
                </a:rPr>
                <a:t>Nhiệt</a:t>
              </a:r>
              <a:r>
                <a:rPr lang="en-US" altLang="ko-KR" sz="900" b="1" dirty="0" smtClean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huyết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với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công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việc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và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công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ty</a:t>
              </a:r>
              <a:endParaRPr lang="ko-KR" altLang="en-US" sz="900" b="1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228" name="직사각형 8"/>
            <p:cNvSpPr>
              <a:spLocks noChangeArrowheads="1"/>
            </p:cNvSpPr>
            <p:nvPr/>
          </p:nvSpPr>
          <p:spPr bwMode="auto">
            <a:xfrm>
              <a:off x="5435600" y="1762125"/>
              <a:ext cx="2157413" cy="4175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85337" tIns="42669" rIns="85337" bIns="42669" anchor="ctr">
              <a:spAutoFit/>
            </a:bodyPr>
            <a:lstStyle>
              <a:lvl1pPr marL="342900" indent="-342900" defTabSz="854075"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defTabSz="854075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defTabSz="854075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defTabSz="854075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defTabSz="854075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defTabSz="85407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defTabSz="85407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defTabSz="85407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defTabSz="85407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Tiến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tới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tính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chuyên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nghiệp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cao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nhất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,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Sáng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tạo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,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tạo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nên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thành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quả</a:t>
              </a:r>
              <a:endParaRPr lang="ko-KR" altLang="en-US" sz="900" b="1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229" name="직사각형 8"/>
            <p:cNvSpPr>
              <a:spLocks noChangeArrowheads="1"/>
            </p:cNvSpPr>
            <p:nvPr/>
          </p:nvSpPr>
          <p:spPr bwMode="auto">
            <a:xfrm>
              <a:off x="5197475" y="4221163"/>
              <a:ext cx="2157413" cy="4191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85337" tIns="42669" rIns="85337" bIns="42669" anchor="ctr">
              <a:spAutoFit/>
            </a:bodyPr>
            <a:lstStyle>
              <a:lvl1pPr marL="342900" indent="-342900" defTabSz="854075"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defTabSz="854075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defTabSz="854075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defTabSz="854075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defTabSz="854075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defTabSz="85407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defTabSz="85407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defTabSz="85407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defTabSz="85407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b="1" dirty="0" err="1" smtClean="0">
                  <a:latin typeface="Times New Roman" pitchFamily="18" charset="0"/>
                  <a:cs typeface="Times New Roman" pitchFamily="18" charset="0"/>
                </a:rPr>
                <a:t>Thực</a:t>
              </a:r>
              <a:r>
                <a:rPr lang="en-US" altLang="ko-KR" sz="900" b="1" dirty="0" smtClean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hiện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teamwork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trên</a:t>
              </a:r>
              <a:endParaRPr lang="en-US" altLang="ko-KR" sz="900" b="1" dirty="0">
                <a:latin typeface="Times New Roman" pitchFamily="18" charset="0"/>
                <a:cs typeface="Times New Roman" pitchFamily="18" charset="0"/>
              </a:endParaRP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tinh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thần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quan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tâm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lẫn</a:t>
              </a:r>
              <a:r>
                <a:rPr lang="en-US" altLang="ko-KR" sz="9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altLang="ko-KR" sz="900" b="1" dirty="0" err="1">
                  <a:latin typeface="Times New Roman" pitchFamily="18" charset="0"/>
                  <a:cs typeface="Times New Roman" pitchFamily="18" charset="0"/>
                </a:rPr>
                <a:t>nhau</a:t>
              </a:r>
              <a:endParaRPr lang="ko-KR" altLang="en-US" sz="900" b="1" dirty="0"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15" name="직사각형 14"/>
          <p:cNvSpPr/>
          <p:nvPr/>
        </p:nvSpPr>
        <p:spPr bwMode="auto">
          <a:xfrm>
            <a:off x="85348" y="4725144"/>
            <a:ext cx="8574491" cy="1417117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85337" tIns="42669" rIns="85337" bIns="42669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342900" marR="0" indent="-342900" algn="l" defTabSz="854075" rtl="0" eaLnBrk="1" fontAlgn="base" latinLnBrk="1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20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HY견고딕" pitchFamily="18" charset="-127"/>
              <a:ea typeface="HY견고딕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656599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Text Box 2"/>
          <p:cNvSpPr txBox="1">
            <a:spLocks noChangeArrowheads="1"/>
          </p:cNvSpPr>
          <p:nvPr/>
        </p:nvSpPr>
        <p:spPr bwMode="auto">
          <a:xfrm>
            <a:off x="2343150" y="512763"/>
            <a:ext cx="4892675" cy="560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689" tIns="35844" rIns="71689" bIns="35844">
            <a:spAutoFit/>
          </a:bodyPr>
          <a:lstStyle>
            <a:lvl1pPr defTabSz="7175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defTabSz="7175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defTabSz="7175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defTabSz="7175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defTabSz="7175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defTabSz="71755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defTabSz="71755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defTabSz="71755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defTabSz="71755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3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견고딕" pitchFamily="18" charset="-127"/>
                <a:cs typeface="Times New Roman" panose="02020603050405020304" pitchFamily="18" charset="0"/>
              </a:rPr>
              <a:t>Mục</a:t>
            </a:r>
            <a:r>
              <a:rPr lang="en-US" altLang="ko-KR" sz="3200" dirty="0" smtClean="0">
                <a:solidFill>
                  <a:schemeClr val="tx1"/>
                </a:solidFill>
                <a:latin typeface="Times New Roman" panose="02020603050405020304" pitchFamily="18" charset="0"/>
                <a:ea typeface="HY견고딕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3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견고딕" pitchFamily="18" charset="-127"/>
                <a:cs typeface="Times New Roman" panose="02020603050405020304" pitchFamily="18" charset="0"/>
              </a:rPr>
              <a:t>lục</a:t>
            </a:r>
            <a:endParaRPr lang="ko-KR" altLang="en-US" sz="3200" dirty="0">
              <a:solidFill>
                <a:schemeClr val="tx1"/>
              </a:solidFill>
              <a:latin typeface="Times New Roman" panose="02020603050405020304" pitchFamily="18" charset="0"/>
              <a:ea typeface="HY견고딕" pitchFamily="18" charset="-127"/>
              <a:cs typeface="Times New Roman" panose="02020603050405020304" pitchFamily="18" charset="0"/>
            </a:endParaRPr>
          </a:p>
        </p:txBody>
      </p:sp>
      <p:sp>
        <p:nvSpPr>
          <p:cNvPr id="826371" name="Arc 3"/>
          <p:cNvSpPr>
            <a:spLocks/>
          </p:cNvSpPr>
          <p:nvPr/>
        </p:nvSpPr>
        <p:spPr bwMode="auto">
          <a:xfrm>
            <a:off x="0" y="839788"/>
            <a:ext cx="3398838" cy="6018212"/>
          </a:xfrm>
          <a:custGeom>
            <a:avLst/>
            <a:gdLst>
              <a:gd name="G0" fmla="+- 0 0 0"/>
              <a:gd name="G1" fmla="+- 21600 0 0"/>
              <a:gd name="G2" fmla="+- 21600 0 0"/>
              <a:gd name="T0" fmla="*/ 0 w 21600"/>
              <a:gd name="T1" fmla="*/ 0 h 21600"/>
              <a:gd name="T2" fmla="*/ 21600 w 21600"/>
              <a:gd name="T3" fmla="*/ 21600 h 21600"/>
              <a:gd name="T4" fmla="*/ 0 w 21600"/>
              <a:gd name="T5" fmla="*/ 216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gradFill rotWithShape="0">
            <a:gsLst>
              <a:gs pos="0">
                <a:schemeClr val="accent2">
                  <a:gamma/>
                  <a:tint val="0"/>
                  <a:invGamma/>
                </a:schemeClr>
              </a:gs>
              <a:gs pos="100000">
                <a:schemeClr val="accent2"/>
              </a:gs>
            </a:gsLst>
            <a:lin ang="5400000" scaled="1"/>
          </a:gradFill>
          <a:ln w="9525">
            <a:noFill/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pPr algn="l" latinLnBrk="1">
              <a:lnSpc>
                <a:spcPct val="100000"/>
              </a:lnSpc>
              <a:defRPr/>
            </a:pPr>
            <a:endParaRPr lang="ko-KR" altLang="ko-KR" sz="24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6" name="Line 5"/>
          <p:cNvSpPr>
            <a:spLocks noChangeShapeType="1"/>
          </p:cNvSpPr>
          <p:nvPr/>
        </p:nvSpPr>
        <p:spPr bwMode="auto">
          <a:xfrm>
            <a:off x="2836863" y="1125538"/>
            <a:ext cx="3903662" cy="0"/>
          </a:xfrm>
          <a:prstGeom prst="line">
            <a:avLst/>
          </a:prstGeom>
          <a:noFill/>
          <a:ln w="12700" cap="sq">
            <a:solidFill>
              <a:schemeClr val="bg2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7" name="Text Box 388"/>
          <p:cNvSpPr txBox="1">
            <a:spLocks noChangeArrowheads="1"/>
          </p:cNvSpPr>
          <p:nvPr/>
        </p:nvSpPr>
        <p:spPr bwMode="auto">
          <a:xfrm>
            <a:off x="3670300" y="1454150"/>
            <a:ext cx="2701381" cy="3293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6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endParaRPr lang="ko-KR" altLang="en-US" sz="16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6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6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6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6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6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6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6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6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6.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endParaRPr lang="ko-KR" altLang="en-US" sz="16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6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6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84" name="Rectangle 21"/>
          <p:cNvSpPr>
            <a:spLocks noGrp="1" noChangeArrowheads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▶▶1. </a:t>
            </a:r>
            <a:r>
              <a:rPr lang="ko-KR" altLang="en-US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기계 및 축계요소</a:t>
            </a:r>
          </a:p>
        </p:txBody>
      </p:sp>
      <p:sp>
        <p:nvSpPr>
          <p:cNvPr id="2457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EB065E67-9A5D-4B98-9D8C-8C3C5BAD5A35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5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4579" name="Picture 7" descr="MCj04369170000[1]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003675"/>
            <a:ext cx="2484438" cy="2484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0" name="Picture 10" descr="MCj04414580000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2420938"/>
            <a:ext cx="2743200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581" name="Rectangle 3"/>
          <p:cNvSpPr>
            <a:spLocks noChangeArrowheads="1"/>
          </p:cNvSpPr>
          <p:nvPr/>
        </p:nvSpPr>
        <p:spPr bwMode="auto">
          <a:xfrm>
            <a:off x="2484438" y="1219200"/>
            <a:ext cx="4175125" cy="91440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2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582" name="Text Box 4"/>
          <p:cNvSpPr txBox="1">
            <a:spLocks noChangeArrowheads="1"/>
          </p:cNvSpPr>
          <p:nvPr/>
        </p:nvSpPr>
        <p:spPr bwMode="auto">
          <a:xfrm>
            <a:off x="2098675" y="2781300"/>
            <a:ext cx="2978701" cy="29608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1-3.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1-4.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1-5.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ko-KR" altLang="en-US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(Shaft)</a:t>
            </a: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2-3.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2-4.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2-5.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583" name="Text Box 6"/>
          <p:cNvSpPr txBox="1">
            <a:spLocks noChangeArrowheads="1"/>
          </p:cNvSpPr>
          <p:nvPr/>
        </p:nvSpPr>
        <p:spPr bwMode="auto">
          <a:xfrm>
            <a:off x="4962525" y="2781300"/>
            <a:ext cx="2951449" cy="21605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Coupling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Bearing</a:t>
            </a: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4-1.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Tóm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4-3.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4-4.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슬라이드 번호 개체 틀 1"/>
          <p:cNvSpPr>
            <a:spLocks noGrp="1"/>
          </p:cNvSpPr>
          <p:nvPr>
            <p:ph type="sldNum" sz="quarter" idx="10"/>
          </p:nvPr>
        </p:nvSpPr>
        <p:spPr>
          <a:xfrm>
            <a:off x="3527425" y="6524625"/>
            <a:ext cx="2133600" cy="29051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BC1520A3-D755-474C-8A75-411201371D1E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6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03" name="Text Box 2"/>
          <p:cNvSpPr txBox="1">
            <a:spLocks noChangeArrowheads="1"/>
          </p:cNvSpPr>
          <p:nvPr/>
        </p:nvSpPr>
        <p:spPr bwMode="auto">
          <a:xfrm>
            <a:off x="684213" y="892175"/>
            <a:ext cx="23357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1-1.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04" name="Text Box 3"/>
          <p:cNvSpPr txBox="1">
            <a:spLocks noChangeArrowheads="1"/>
          </p:cNvSpPr>
          <p:nvPr/>
        </p:nvSpPr>
        <p:spPr bwMode="auto">
          <a:xfrm>
            <a:off x="352425" y="501650"/>
            <a:ext cx="1205779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endParaRPr lang="ko-KR" altLang="en-US" sz="16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05" name="Rectangle 7"/>
          <p:cNvSpPr>
            <a:spLocks noChangeArrowheads="1"/>
          </p:cNvSpPr>
          <p:nvPr/>
        </p:nvSpPr>
        <p:spPr bwMode="auto">
          <a:xfrm>
            <a:off x="827088" y="1268413"/>
            <a:ext cx="7489825" cy="4897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Whitworth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1841)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Theo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vững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vv..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mỗi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triển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06" name="Rectangle 110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07" name="Rectangle 111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08" name="Rectangle 148"/>
          <p:cNvSpPr>
            <a:spLocks noChangeArrowheads="1"/>
          </p:cNvSpPr>
          <p:nvPr/>
        </p:nvSpPr>
        <p:spPr bwMode="auto">
          <a:xfrm>
            <a:off x="992188" y="3484563"/>
            <a:ext cx="7324725" cy="241300"/>
          </a:xfrm>
          <a:prstGeom prst="rect">
            <a:avLst/>
          </a:prstGeom>
          <a:solidFill>
            <a:srgbClr val="DDDDDD"/>
          </a:solidFill>
          <a:ln w="9525" algn="ctr">
            <a:solidFill>
              <a:srgbClr val="DDDDDD"/>
            </a:solidFill>
            <a:miter lim="800000"/>
            <a:headEnd/>
            <a:tailEnd/>
          </a:ln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09" name="Rectangle 112"/>
          <p:cNvSpPr>
            <a:spLocks noChangeArrowheads="1"/>
          </p:cNvSpPr>
          <p:nvPr/>
        </p:nvSpPr>
        <p:spPr bwMode="auto">
          <a:xfrm>
            <a:off x="989013" y="3459163"/>
            <a:ext cx="7327900" cy="26336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10" name="Line 113"/>
          <p:cNvSpPr>
            <a:spLocks noChangeShapeType="1"/>
          </p:cNvSpPr>
          <p:nvPr/>
        </p:nvSpPr>
        <p:spPr bwMode="auto">
          <a:xfrm>
            <a:off x="989013" y="3748088"/>
            <a:ext cx="7327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11" name="Line 114"/>
          <p:cNvSpPr>
            <a:spLocks noChangeShapeType="1"/>
          </p:cNvSpPr>
          <p:nvPr/>
        </p:nvSpPr>
        <p:spPr bwMode="auto">
          <a:xfrm>
            <a:off x="989013" y="4065588"/>
            <a:ext cx="7327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12" name="Text Box 115"/>
          <p:cNvSpPr txBox="1">
            <a:spLocks noChangeArrowheads="1"/>
          </p:cNvSpPr>
          <p:nvPr/>
        </p:nvSpPr>
        <p:spPr bwMode="auto">
          <a:xfrm>
            <a:off x="990600" y="3789363"/>
            <a:ext cx="1841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12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13" name="Text Box 116"/>
          <p:cNvSpPr txBox="1">
            <a:spLocks noChangeArrowheads="1"/>
          </p:cNvSpPr>
          <p:nvPr/>
        </p:nvSpPr>
        <p:spPr bwMode="auto">
          <a:xfrm>
            <a:off x="990600" y="3787775"/>
            <a:ext cx="199984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Anh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14" name="Line 117"/>
          <p:cNvSpPr>
            <a:spLocks noChangeShapeType="1"/>
          </p:cNvSpPr>
          <p:nvPr/>
        </p:nvSpPr>
        <p:spPr bwMode="auto">
          <a:xfrm>
            <a:off x="3287713" y="3459163"/>
            <a:ext cx="0" cy="2636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15" name="Text Box 118"/>
          <p:cNvSpPr txBox="1">
            <a:spLocks noChangeArrowheads="1"/>
          </p:cNvSpPr>
          <p:nvPr/>
        </p:nvSpPr>
        <p:spPr bwMode="auto">
          <a:xfrm>
            <a:off x="3364213" y="3787774"/>
            <a:ext cx="151996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BS (British Standard)</a:t>
            </a:r>
          </a:p>
        </p:txBody>
      </p:sp>
      <p:sp>
        <p:nvSpPr>
          <p:cNvPr id="25616" name="Text Box 119"/>
          <p:cNvSpPr txBox="1">
            <a:spLocks noChangeArrowheads="1"/>
          </p:cNvSpPr>
          <p:nvPr/>
        </p:nvSpPr>
        <p:spPr bwMode="auto">
          <a:xfrm>
            <a:off x="990600" y="4092575"/>
            <a:ext cx="196823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Đức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17" name="Text Box 120"/>
          <p:cNvSpPr txBox="1">
            <a:spLocks noChangeArrowheads="1"/>
          </p:cNvSpPr>
          <p:nvPr/>
        </p:nvSpPr>
        <p:spPr bwMode="auto">
          <a:xfrm>
            <a:off x="3364213" y="4092574"/>
            <a:ext cx="230223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DIN (Deutsche Industrie Normen)</a:t>
            </a:r>
          </a:p>
        </p:txBody>
      </p:sp>
      <p:sp>
        <p:nvSpPr>
          <p:cNvPr id="25618" name="Line 121"/>
          <p:cNvSpPr>
            <a:spLocks noChangeShapeType="1"/>
          </p:cNvSpPr>
          <p:nvPr/>
        </p:nvSpPr>
        <p:spPr bwMode="auto">
          <a:xfrm>
            <a:off x="989013" y="4370388"/>
            <a:ext cx="7327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19" name="Text Box 122"/>
          <p:cNvSpPr txBox="1">
            <a:spLocks noChangeArrowheads="1"/>
          </p:cNvSpPr>
          <p:nvPr/>
        </p:nvSpPr>
        <p:spPr bwMode="auto">
          <a:xfrm>
            <a:off x="990600" y="4397375"/>
            <a:ext cx="236622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Thụy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Điển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20" name="Text Box 123"/>
          <p:cNvSpPr txBox="1">
            <a:spLocks noChangeArrowheads="1"/>
          </p:cNvSpPr>
          <p:nvPr/>
        </p:nvSpPr>
        <p:spPr bwMode="auto">
          <a:xfrm>
            <a:off x="3364213" y="4397374"/>
            <a:ext cx="50641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VSM (Normen des Vereins Schweizerischer Machinenindustrieller)</a:t>
            </a:r>
          </a:p>
        </p:txBody>
      </p:sp>
      <p:sp>
        <p:nvSpPr>
          <p:cNvPr id="25621" name="Line 124"/>
          <p:cNvSpPr>
            <a:spLocks noChangeShapeType="1"/>
          </p:cNvSpPr>
          <p:nvPr/>
        </p:nvSpPr>
        <p:spPr bwMode="auto">
          <a:xfrm>
            <a:off x="989013" y="4694238"/>
            <a:ext cx="7327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22" name="Text Box 125"/>
          <p:cNvSpPr txBox="1">
            <a:spLocks noChangeArrowheads="1"/>
          </p:cNvSpPr>
          <p:nvPr/>
        </p:nvSpPr>
        <p:spPr bwMode="auto">
          <a:xfrm>
            <a:off x="990600" y="4743450"/>
            <a:ext cx="191853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Mỹ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23" name="Text Box 126"/>
          <p:cNvSpPr txBox="1">
            <a:spLocks noChangeArrowheads="1"/>
          </p:cNvSpPr>
          <p:nvPr/>
        </p:nvSpPr>
        <p:spPr bwMode="auto">
          <a:xfrm>
            <a:off x="3364213" y="4743449"/>
            <a:ext cx="305404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ANSI (American National Standards Institute)</a:t>
            </a:r>
          </a:p>
        </p:txBody>
      </p:sp>
      <p:sp>
        <p:nvSpPr>
          <p:cNvPr id="25624" name="Line 127"/>
          <p:cNvSpPr>
            <a:spLocks noChangeShapeType="1"/>
          </p:cNvSpPr>
          <p:nvPr/>
        </p:nvSpPr>
        <p:spPr bwMode="auto">
          <a:xfrm>
            <a:off x="989013" y="5054600"/>
            <a:ext cx="7327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25" name="Text Box 128"/>
          <p:cNvSpPr txBox="1">
            <a:spLocks noChangeArrowheads="1"/>
          </p:cNvSpPr>
          <p:nvPr/>
        </p:nvSpPr>
        <p:spPr bwMode="auto">
          <a:xfrm>
            <a:off x="990600" y="5105400"/>
            <a:ext cx="200510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Nhật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26" name="Text Box 129"/>
          <p:cNvSpPr txBox="1">
            <a:spLocks noChangeArrowheads="1"/>
          </p:cNvSpPr>
          <p:nvPr/>
        </p:nvSpPr>
        <p:spPr bwMode="auto">
          <a:xfrm>
            <a:off x="3364213" y="5105399"/>
            <a:ext cx="234551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JIS (Japanese Industrial Standards)</a:t>
            </a:r>
          </a:p>
        </p:txBody>
      </p:sp>
      <p:sp>
        <p:nvSpPr>
          <p:cNvPr id="25627" name="Line 130"/>
          <p:cNvSpPr>
            <a:spLocks noChangeShapeType="1"/>
          </p:cNvSpPr>
          <p:nvPr/>
        </p:nvSpPr>
        <p:spPr bwMode="auto">
          <a:xfrm>
            <a:off x="989013" y="5407025"/>
            <a:ext cx="7327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28" name="Text Box 131"/>
          <p:cNvSpPr txBox="1">
            <a:spLocks noChangeArrowheads="1"/>
          </p:cNvSpPr>
          <p:nvPr/>
        </p:nvSpPr>
        <p:spPr bwMode="auto">
          <a:xfrm>
            <a:off x="990600" y="5454650"/>
            <a:ext cx="135909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29" name="Text Box 132"/>
          <p:cNvSpPr txBox="1">
            <a:spLocks noChangeArrowheads="1"/>
          </p:cNvSpPr>
          <p:nvPr/>
        </p:nvSpPr>
        <p:spPr bwMode="auto">
          <a:xfrm>
            <a:off x="3364213" y="5456237"/>
            <a:ext cx="5064125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ISO (International Organization for Standardization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)_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30" name="Line 133"/>
          <p:cNvSpPr>
            <a:spLocks noChangeShapeType="1"/>
          </p:cNvSpPr>
          <p:nvPr/>
        </p:nvSpPr>
        <p:spPr bwMode="auto">
          <a:xfrm>
            <a:off x="989013" y="5748338"/>
            <a:ext cx="7327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31" name="Text Box 134"/>
          <p:cNvSpPr txBox="1">
            <a:spLocks noChangeArrowheads="1"/>
          </p:cNvSpPr>
          <p:nvPr/>
        </p:nvSpPr>
        <p:spPr bwMode="auto">
          <a:xfrm>
            <a:off x="990600" y="5791200"/>
            <a:ext cx="233371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32" name="Text Box 135"/>
          <p:cNvSpPr txBox="1">
            <a:spLocks noChangeArrowheads="1"/>
          </p:cNvSpPr>
          <p:nvPr/>
        </p:nvSpPr>
        <p:spPr bwMode="auto">
          <a:xfrm>
            <a:off x="3364213" y="5807074"/>
            <a:ext cx="220765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KS (Korea Indusyrial Standards)</a:t>
            </a:r>
          </a:p>
        </p:txBody>
      </p:sp>
      <p:sp>
        <p:nvSpPr>
          <p:cNvPr id="25633" name="Text Box 137"/>
          <p:cNvSpPr txBox="1">
            <a:spLocks noChangeArrowheads="1"/>
          </p:cNvSpPr>
          <p:nvPr/>
        </p:nvSpPr>
        <p:spPr bwMode="auto">
          <a:xfrm>
            <a:off x="1149350" y="3470275"/>
            <a:ext cx="99097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34" name="Text Box 138"/>
          <p:cNvSpPr txBox="1">
            <a:spLocks noChangeArrowheads="1"/>
          </p:cNvSpPr>
          <p:nvPr/>
        </p:nvSpPr>
        <p:spPr bwMode="auto">
          <a:xfrm>
            <a:off x="3770313" y="3470275"/>
            <a:ext cx="135485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35" name="Text Box 147"/>
          <p:cNvSpPr txBox="1">
            <a:spLocks noChangeArrowheads="1"/>
          </p:cNvSpPr>
          <p:nvPr/>
        </p:nvSpPr>
        <p:spPr bwMode="auto">
          <a:xfrm>
            <a:off x="900113" y="3086100"/>
            <a:ext cx="347973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&gt;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/>
          <p:cNvSpPr>
            <a:spLocks noChangeArrowheads="1"/>
          </p:cNvSpPr>
          <p:nvPr/>
        </p:nvSpPr>
        <p:spPr bwMode="auto">
          <a:xfrm>
            <a:off x="832252" y="604838"/>
            <a:ext cx="7489825" cy="568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en-US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</a:t>
            </a:r>
            <a:r>
              <a:rPr lang="en-US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ko-KR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(KS : Korean Industrial standards)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627" name="슬라이드 번호 개체 틀 1"/>
          <p:cNvSpPr>
            <a:spLocks noGrp="1"/>
          </p:cNvSpPr>
          <p:nvPr>
            <p:ph type="sldNum" sz="quarter" idx="10"/>
          </p:nvPr>
        </p:nvSpPr>
        <p:spPr>
          <a:xfrm>
            <a:off x="3527425" y="6529388"/>
            <a:ext cx="2133600" cy="290512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C8C73417-2A10-4B3A-AE0A-2C8F799C2BF5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7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8988622"/>
              </p:ext>
            </p:extLst>
          </p:nvPr>
        </p:nvGraphicFramePr>
        <p:xfrm>
          <a:off x="935831" y="1556792"/>
          <a:ext cx="7740625" cy="5017145"/>
        </p:xfrm>
        <a:graphic>
          <a:graphicData uri="http://schemas.openxmlformats.org/drawingml/2006/table">
            <a:tbl>
              <a:tblPr/>
              <a:tblGrid>
                <a:gridCol w="1152178"/>
                <a:gridCol w="6588447"/>
              </a:tblGrid>
              <a:tr h="27654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Lĩnh</a:t>
                      </a:r>
                      <a:r>
                        <a:rPr lang="en-US" altLang="ko-KR" sz="11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vực</a:t>
                      </a:r>
                      <a:endParaRPr lang="ko-KR" altLang="en-US" sz="1100" b="1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Phân</a:t>
                      </a:r>
                      <a:r>
                        <a:rPr lang="en-US" altLang="ko-KR" sz="11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lang="en-US" altLang="ko-KR" sz="11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trung</a:t>
                      </a:r>
                      <a:endParaRPr lang="ko-KR" altLang="en-US" sz="1100" b="1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</a:tr>
              <a:tr h="180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Cơ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</a:t>
                      </a:r>
                      <a:r>
                        <a:rPr lang="en-US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Cơ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Quản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lý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chất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phóng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xạ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Hướng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dẫn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viên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du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lịch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Khoa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nhân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Quản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lý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an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toàn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hóa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Hệ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thống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xã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hội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móc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1000" b="1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</a:t>
                      </a:r>
                      <a:r>
                        <a:rPr lang="en-US" sz="1000" b="1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móc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thường</a:t>
                      </a:r>
                      <a:r>
                        <a:rPr lang="en-US" altLang="ko-KR" sz="1000" b="1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Linh</a:t>
                      </a:r>
                      <a:r>
                        <a:rPr lang="en-US" altLang="ko-KR" sz="1000" b="1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kiện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1000" b="1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Công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cụ</a:t>
                      </a:r>
                      <a:r>
                        <a:rPr lang="en-US" altLang="ko-KR" sz="1000" b="1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công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cụ</a:t>
                      </a:r>
                      <a:r>
                        <a:rPr lang="en-US" altLang="ko-KR" sz="1000" b="1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móc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cụ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đo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lường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kiểm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toán</a:t>
                      </a:r>
                      <a:r>
                        <a:rPr lang="ko-KR" altLang="en-US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móc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lý</a:t>
                      </a:r>
                      <a:r>
                        <a:rPr lang="en-US" altLang="ko-KR" sz="1000" b="1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móc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cơ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altLang="ko-KR" sz="1000" b="1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móc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công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nghiệp</a:t>
                      </a:r>
                      <a:r>
                        <a:rPr lang="en-US" altLang="ko-KR" sz="1000" b="1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móc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nông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nghiệp</a:t>
                      </a:r>
                      <a:r>
                        <a:rPr lang="en-US" altLang="ko-KR" sz="1000" b="1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/</a:t>
                      </a:r>
                      <a:r>
                        <a:rPr lang="en-US" altLang="ko-KR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nhiệt</a:t>
                      </a:r>
                      <a:r>
                        <a:rPr lang="ko-KR" altLang="en-US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ga</a:t>
                      </a:r>
                      <a:r>
                        <a:rPr lang="en-US" altLang="ko-KR" sz="1000" b="1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/</a:t>
                      </a:r>
                      <a:r>
                        <a:rPr lang="en-US" altLang="ko-KR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Thống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kê</a:t>
                      </a:r>
                      <a:r>
                        <a:rPr lang="ko-KR" altLang="en-US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Đo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lường</a:t>
                      </a:r>
                      <a:r>
                        <a:rPr lang="en-US" altLang="ko-KR" sz="1000" b="1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1000" b="1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Công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nghiệp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tự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000" b="1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hóa</a:t>
                      </a:r>
                      <a:r>
                        <a:rPr lang="en-US" altLang="ko-KR" sz="1000" b="1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1000" b="1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805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en-US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</a:t>
                      </a:r>
                      <a:r>
                        <a:rPr lang="en-US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tử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lạnh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cơ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Linh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dùng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Đo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lường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Thí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nghiệm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Nguyên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liệu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tử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lạnh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Dây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Cáp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dẫn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Linh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tử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Linh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ứng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tử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tử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lạnh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Linh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viễn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Bóng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Thiết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chiếu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sáng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Thiết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Mạch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Màn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Kim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</a:t>
                      </a:r>
                      <a:r>
                        <a:rPr lang="en-US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Mạ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thường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Nguyên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liệu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gốc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Thép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Tôi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thép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sắt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sản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làm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từ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đồng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thép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nóng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chảy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Chế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2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Phương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thức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gia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công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Phân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tích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Khoán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sản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E</a:t>
                      </a:r>
                      <a:r>
                        <a:rPr lang="en-US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Khoáng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sản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thường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Khai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thác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Bảo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vệ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Khoáng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Vận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chuyển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Xây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dựng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F</a:t>
                      </a:r>
                      <a:r>
                        <a:rPr lang="en-US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Xây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dựng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thường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Thực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nghiệm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Kiểm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tra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Đo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lường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liệu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Sản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thường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</a:t>
                      </a:r>
                      <a:r>
                        <a:rPr lang="en-US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thường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dùng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Đồ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gia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Đồ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trang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trí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thất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Đồ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dùng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phòng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Đồ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dùng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gia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đình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/Laser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cụ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thao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Nhạc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cụ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Thực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</a:t>
                      </a:r>
                      <a:r>
                        <a:rPr lang="en-US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Thực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thường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Thực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chế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biến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từ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sản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chế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biến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từ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gia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súc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chế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biến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từ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thủy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sản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Môi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trường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</a:t>
                      </a:r>
                      <a:r>
                        <a:rPr lang="en-US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Môi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trường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thường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Đánh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giá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môi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trường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khí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Nước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Thổ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nhưỡng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Nước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thải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Tiếng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ồn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Mùi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hôi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thối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Môi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trường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nước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biển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Sinh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en-US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</a:t>
                      </a:r>
                      <a:r>
                        <a:rPr lang="en-US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Sinh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họ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cơ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Quá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trình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sinh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Nhiên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liệu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Hóa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sinh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Nhiên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liệu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sinh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nghệ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vi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sinh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Kiểm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định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sinh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tin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Dệt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may 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</a:t>
                      </a:r>
                      <a:r>
                        <a:rPr lang="en-US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Dệt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may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thường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Quần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áo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Chỉ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Sản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đan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dệt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đan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dệt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Chế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dùng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nghiệp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dệt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may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703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Gốm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sứ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en-US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</a:t>
                      </a:r>
                      <a:r>
                        <a:rPr lang="en-US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Gốm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Kính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Đồ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nung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Gốm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làm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từ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đất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sét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/Xi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măng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Chất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bào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mòn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Gốm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làm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bằng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Gốm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làm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bằng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Nguồn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nguyên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liệu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49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Hóa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</a:t>
                      </a:r>
                      <a:r>
                        <a:rPr lang="en-US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Hóa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cơ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nghẹ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dược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/Cao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su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Da/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Dầu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mỡ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Dầu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mỏ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/Plastic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Nguyên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liệu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ảnh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Thuốc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nhuộm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Thuốc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nổ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Màu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vẽ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Mực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vẽ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Giấy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Bột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giấy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Thuốc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thử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Mỹ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0086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 </a:t>
                      </a:r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tế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</a:t>
                      </a:r>
                      <a:r>
                        <a:rPr lang="en-US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tế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cơ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cụ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y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tế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cơ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Trang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thiết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y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tế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liệu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y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tế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cụ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y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tế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toàn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vệ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sinh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Thiết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tái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Thiết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liên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quan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Sản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dành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người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cao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tuổi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Thiết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y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tế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tử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Quản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lý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chất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lượng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(Q</a:t>
                      </a:r>
                      <a:r>
                        <a:rPr lang="en-US" altLang="ko-KR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Quản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lý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chất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lượng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cơ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Quản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lý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xưởng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Chức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năng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kiểm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tra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Chứng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nhận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hệ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thống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Đánh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giá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hơp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lý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Thống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kê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ứng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540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Vận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tải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móc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(R</a:t>
                      </a:r>
                      <a:r>
                        <a:rPr lang="en-US" altLang="ko-KR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móc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vận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tải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thường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Phương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thức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kiểm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tra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thí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nghiệm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Phụ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chung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Xe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đạp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cơ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Linh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kiện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Khung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xe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toàn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Lắp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đặt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đo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lường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tử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lạnh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sửa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chữa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sắt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xe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hai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bánh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Dịch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vụ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</a:t>
                      </a:r>
                      <a:r>
                        <a:rPr lang="en-US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Dịch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vụ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cơ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nghiệp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dịch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vụ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Tư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vấn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tiêu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dùng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Lưu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hàng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hóa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</a:t>
                      </a:r>
                      <a:r>
                        <a:rPr lang="en-US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Lưu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cơ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Đóng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gói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Bảo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quản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Bốc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dỡ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Vận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chuyển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tin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về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lưu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Hàng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hải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</a:t>
                      </a:r>
                      <a:r>
                        <a:rPr lang="en-US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Hàng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hải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Thân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tàu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Thiết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Thiết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tử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Thiết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cơ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hàng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hải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Vũ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trụ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hàng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(W</a:t>
                      </a:r>
                      <a:r>
                        <a:rPr lang="en-US" altLang="ko-KR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Vũ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trụ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hàng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Linh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tiêu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chuẩn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Thân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bay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Nhiên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liệu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Cơ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quan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phát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triển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hàng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Thiết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tử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hàng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Thiết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hỗ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trợ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đất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12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lang="en-US" altLang="ko-KR" sz="9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tin</a:t>
                      </a:r>
                      <a:r>
                        <a:rPr lang="en-US" altLang="ko-KR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9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r>
                        <a:rPr lang="en-US" sz="9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tin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cơ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Ứng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tin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kỹ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thuật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(IT)/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Tệp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Bảo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hộ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hóa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Nhận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biết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tự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/Software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Computer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Graphic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/Networking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Tiếp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cận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tín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hiệu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IT  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tín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hiệu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tin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Thiết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lưu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data</a:t>
                      </a:r>
                      <a:r>
                        <a:rPr lang="en-US" altLang="ko-KR" sz="8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tử</a:t>
                      </a:r>
                      <a:r>
                        <a:rPr lang="ko-KR" altLang="en-US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ㆍ</a:t>
                      </a:r>
                      <a:r>
                        <a:rPr lang="en-US" altLang="ko-KR" sz="8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Giao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dịch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8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tử</a:t>
                      </a:r>
                      <a:r>
                        <a:rPr lang="en-US" altLang="ko-KR" sz="8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vv..</a:t>
                      </a:r>
                      <a:endParaRPr lang="ko-KR" altLang="en-US" sz="8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73" marR="8873" marT="8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6699" name="직사각형 11"/>
          <p:cNvSpPr>
            <a:spLocks noChangeArrowheads="1"/>
          </p:cNvSpPr>
          <p:nvPr/>
        </p:nvSpPr>
        <p:spPr bwMode="auto">
          <a:xfrm>
            <a:off x="971600" y="836712"/>
            <a:ext cx="7776864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thẩm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KS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chia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21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tin(X).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700" name="Rectangle 110"/>
          <p:cNvSpPr txBox="1">
            <a:spLocks noChangeArrowheads="1"/>
          </p:cNvSpPr>
          <p:nvPr/>
        </p:nvSpPr>
        <p:spPr bwMode="auto">
          <a:xfrm>
            <a:off x="4933950" y="18826"/>
            <a:ext cx="4102100" cy="387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/>
            <a:r>
              <a:rPr lang="en-US" altLang="ko-KR" sz="16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endParaRPr lang="ko-KR" altLang="en-US" sz="16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701" name="Rectangle 111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ko-KR" sz="18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702" name="직사각형 1"/>
          <p:cNvSpPr>
            <a:spLocks noChangeArrowheads="1"/>
          </p:cNvSpPr>
          <p:nvPr/>
        </p:nvSpPr>
        <p:spPr bwMode="auto">
          <a:xfrm>
            <a:off x="5716139" y="604838"/>
            <a:ext cx="341987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http://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www.standard.go.kr (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KS:Trung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tâm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kiểm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định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quốc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gia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) 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ea typeface="돋움" pitchFamily="50" charset="-127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슬라이드 번호 개체 틀 1"/>
          <p:cNvSpPr>
            <a:spLocks noGrp="1"/>
          </p:cNvSpPr>
          <p:nvPr>
            <p:ph type="sldNum" sz="quarter" idx="10"/>
          </p:nvPr>
        </p:nvSpPr>
        <p:spPr>
          <a:xfrm>
            <a:off x="3527425" y="6543675"/>
            <a:ext cx="2133600" cy="29051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FE381840-1A63-4C39-8B96-F796CEF1D1DC}" type="slidenum">
              <a:rPr lang="en-US" altLang="ko-KR" sz="1400" smtClean="0">
                <a:solidFill>
                  <a:srgbClr val="000000"/>
                </a:solidFill>
              </a:rPr>
              <a:pPr eaLnBrk="1" hangingPunct="1"/>
              <a:t>8</a:t>
            </a:fld>
            <a:endParaRPr lang="en-US" altLang="ko-KR" sz="1400" smtClean="0">
              <a:solidFill>
                <a:srgbClr val="000000"/>
              </a:solidFill>
            </a:endParaRPr>
          </a:p>
        </p:txBody>
      </p:sp>
      <p:sp>
        <p:nvSpPr>
          <p:cNvPr id="27651" name="Rectangle 4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(machine)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ko-KR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</a:p>
          <a:p>
            <a:pPr algn="l" eaLnBrk="1" hangingPunct="1"/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tăng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/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F.Rup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Đức,năm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1875)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sẵn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hữu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(mechanism)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ko-KR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gồm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(kinematics of machine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CAM, Crank,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vv..),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(machine-element).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652" name="Rectangle 5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653" name="Rectangle 6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654" name="Text Box 82"/>
          <p:cNvSpPr txBox="1">
            <a:spLocks noChangeArrowheads="1"/>
          </p:cNvSpPr>
          <p:nvPr/>
        </p:nvSpPr>
        <p:spPr bwMode="auto">
          <a:xfrm>
            <a:off x="652463" y="549275"/>
            <a:ext cx="173797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1-2.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7655" name="Picture 83" descr="2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9538" y="3457575"/>
            <a:ext cx="1884362" cy="1873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656" name="Picture 84" descr="2-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83350" y="765175"/>
            <a:ext cx="1739900" cy="1873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7" name="Text Box 85"/>
          <p:cNvSpPr txBox="1">
            <a:spLocks noChangeArrowheads="1"/>
          </p:cNvSpPr>
          <p:nvPr/>
        </p:nvSpPr>
        <p:spPr bwMode="auto">
          <a:xfrm>
            <a:off x="6443663" y="2686050"/>
            <a:ext cx="206819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a)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658" name="Text Box 86"/>
          <p:cNvSpPr txBox="1">
            <a:spLocks noChangeArrowheads="1"/>
          </p:cNvSpPr>
          <p:nvPr/>
        </p:nvSpPr>
        <p:spPr bwMode="auto">
          <a:xfrm>
            <a:off x="6615113" y="5233988"/>
            <a:ext cx="130516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b)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bẩy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Crank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659" name="Text Box 87"/>
          <p:cNvSpPr txBox="1">
            <a:spLocks noChangeArrowheads="1"/>
          </p:cNvSpPr>
          <p:nvPr/>
        </p:nvSpPr>
        <p:spPr bwMode="auto">
          <a:xfrm>
            <a:off x="6597650" y="5738813"/>
            <a:ext cx="249940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7645BBE7-AA53-4758-A8B1-6AB9F48DE36C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9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8675" name="Picture 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8" y="1806575"/>
            <a:ext cx="7948612" cy="4321175"/>
          </a:xfrm>
          <a:prstGeom prst="rect">
            <a:avLst/>
          </a:prstGeom>
          <a:noFill/>
          <a:ln w="1905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8676" name="Rectangle 6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77" name="Rectangle 4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thống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78" name="Text Box 82"/>
          <p:cNvSpPr txBox="1">
            <a:spLocks noChangeArrowheads="1"/>
          </p:cNvSpPr>
          <p:nvPr/>
        </p:nvSpPr>
        <p:spPr bwMode="auto">
          <a:xfrm>
            <a:off x="652463" y="549275"/>
            <a:ext cx="173797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1-2.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79" name="Rectangle 19"/>
          <p:cNvSpPr>
            <a:spLocks noChangeArrowheads="1"/>
          </p:cNvSpPr>
          <p:nvPr/>
        </p:nvSpPr>
        <p:spPr bwMode="auto">
          <a:xfrm>
            <a:off x="611188" y="6165850"/>
            <a:ext cx="2598737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thống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xưởng</a:t>
            </a:r>
            <a:endParaRPr lang="ko-KR" altLang="en-US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직사각형 2"/>
          <p:cNvSpPr/>
          <p:nvPr/>
        </p:nvSpPr>
        <p:spPr bwMode="auto">
          <a:xfrm>
            <a:off x="2267744" y="1806575"/>
            <a:ext cx="1440160" cy="326281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smtClean="0">
              <a:ln>
                <a:noFill/>
              </a:ln>
              <a:solidFill>
                <a:schemeClr val="accent2"/>
              </a:solidFill>
              <a:effectLst/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4" name="직사각형 3"/>
          <p:cNvSpPr/>
          <p:nvPr/>
        </p:nvSpPr>
        <p:spPr bwMode="auto">
          <a:xfrm>
            <a:off x="611188" y="1806575"/>
            <a:ext cx="4631027" cy="326281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1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altLang="ko-KR" sz="11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thống</a:t>
            </a:r>
            <a:r>
              <a:rPr lang="en-US" altLang="ko-KR" sz="11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1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trang</a:t>
            </a:r>
            <a:r>
              <a:rPr lang="en-US" altLang="ko-KR" sz="11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1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endParaRPr kumimoji="1" lang="ko-KR" altLang="en-US" sz="11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직사각형 4"/>
          <p:cNvSpPr/>
          <p:nvPr/>
        </p:nvSpPr>
        <p:spPr bwMode="auto">
          <a:xfrm>
            <a:off x="5242215" y="1806575"/>
            <a:ext cx="2930185" cy="326281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1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Nội</a:t>
            </a:r>
            <a:r>
              <a:rPr lang="en-US" altLang="ko-KR" sz="11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US" altLang="ko-KR" sz="11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1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1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trang</a:t>
            </a:r>
            <a:r>
              <a:rPr lang="en-US" altLang="ko-KR" sz="11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1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endParaRPr kumimoji="1" lang="ko-KR" altLang="en-US" sz="11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슬라이드 번호 개체 틀 1"/>
          <p:cNvSpPr>
            <a:spLocks noGrp="1"/>
          </p:cNvSpPr>
          <p:nvPr>
            <p:ph type="sldNum" sz="quarter" idx="10"/>
          </p:nvPr>
        </p:nvSpPr>
        <p:spPr>
          <a:xfrm>
            <a:off x="3527425" y="6543675"/>
            <a:ext cx="2133600" cy="29051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DE1F758E-C893-4F77-8534-E12D301E83BC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10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699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en-US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chi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ko-KR" sz="1200" b="1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: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xi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lanh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xoay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chi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: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hậu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Đường·Điểm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700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701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702" name="Text Box 5"/>
          <p:cNvSpPr txBox="1">
            <a:spLocks noChangeArrowheads="1"/>
          </p:cNvSpPr>
          <p:nvPr/>
        </p:nvSpPr>
        <p:spPr bwMode="auto">
          <a:xfrm>
            <a:off x="652463" y="549275"/>
            <a:ext cx="242553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1-3.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9703" name="Picture 11" descr="2-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2938" y="2989263"/>
            <a:ext cx="14414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04" name="Text Box 12"/>
          <p:cNvSpPr txBox="1">
            <a:spLocks noChangeArrowheads="1"/>
          </p:cNvSpPr>
          <p:nvPr/>
        </p:nvSpPr>
        <p:spPr bwMode="auto">
          <a:xfrm>
            <a:off x="1755775" y="3776663"/>
            <a:ext cx="103265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705" name="Text Box 14"/>
          <p:cNvSpPr txBox="1">
            <a:spLocks noChangeArrowheads="1"/>
          </p:cNvSpPr>
          <p:nvPr/>
        </p:nvSpPr>
        <p:spPr bwMode="auto">
          <a:xfrm>
            <a:off x="4508500" y="3765550"/>
            <a:ext cx="103906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(b)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xoay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706" name="Text Box 15"/>
          <p:cNvSpPr txBox="1">
            <a:spLocks noChangeArrowheads="1"/>
          </p:cNvSpPr>
          <p:nvPr/>
        </p:nvSpPr>
        <p:spPr bwMode="auto">
          <a:xfrm>
            <a:off x="5978525" y="3765550"/>
            <a:ext cx="118654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(c)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Măt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707" name="Text Box 16"/>
          <p:cNvSpPr txBox="1">
            <a:spLocks noChangeArrowheads="1"/>
          </p:cNvSpPr>
          <p:nvPr/>
        </p:nvSpPr>
        <p:spPr bwMode="auto">
          <a:xfrm>
            <a:off x="7451725" y="3765550"/>
            <a:ext cx="99578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(d)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9708" name="Picture 1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650" y="3097213"/>
            <a:ext cx="1368425" cy="684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09" name="Picture 18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288" b="-339"/>
          <a:stretch>
            <a:fillRect/>
          </a:stretch>
        </p:blipFill>
        <p:spPr bwMode="auto">
          <a:xfrm>
            <a:off x="2268538" y="2967038"/>
            <a:ext cx="1438275" cy="814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10" name="Picture 19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200"/>
          <a:stretch>
            <a:fillRect/>
          </a:stretch>
        </p:blipFill>
        <p:spPr bwMode="auto">
          <a:xfrm>
            <a:off x="4211638" y="2981325"/>
            <a:ext cx="1511300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11" name="Picture 20" descr="2-6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14"/>
          <a:stretch>
            <a:fillRect/>
          </a:stretch>
        </p:blipFill>
        <p:spPr bwMode="auto">
          <a:xfrm>
            <a:off x="7272338" y="2636838"/>
            <a:ext cx="1187450" cy="1217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12" name="Picture 21" descr="2-7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19250" y="4652963"/>
            <a:ext cx="5976938" cy="161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13" name="Text Box 22"/>
          <p:cNvSpPr txBox="1">
            <a:spLocks noChangeArrowheads="1"/>
          </p:cNvSpPr>
          <p:nvPr/>
        </p:nvSpPr>
        <p:spPr bwMode="auto">
          <a:xfrm>
            <a:off x="2760662" y="6148388"/>
            <a:ext cx="145097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714" name="Text Box 23"/>
          <p:cNvSpPr txBox="1">
            <a:spLocks noChangeArrowheads="1"/>
          </p:cNvSpPr>
          <p:nvPr/>
        </p:nvSpPr>
        <p:spPr bwMode="auto">
          <a:xfrm>
            <a:off x="5594350" y="6148388"/>
            <a:ext cx="113823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(b)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TextBox 111"/>
          <p:cNvSpPr txBox="1">
            <a:spLocks noChangeArrowheads="1"/>
          </p:cNvSpPr>
          <p:nvPr/>
        </p:nvSpPr>
        <p:spPr bwMode="auto">
          <a:xfrm>
            <a:off x="5770563" y="2770188"/>
            <a:ext cx="3133725" cy="9787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>
              <a:buFont typeface="Arial" pitchFamily="34" charset="0"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Pump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chân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môi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chân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đoạn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Pump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đoạn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ea typeface="맑은 고딕" pitchFamily="50" charset="-127"/>
              <a:cs typeface="Times New Roman" panose="02020603050405020304" pitchFamily="18" charset="0"/>
            </a:endParaRPr>
          </a:p>
        </p:txBody>
      </p:sp>
      <p:sp>
        <p:nvSpPr>
          <p:cNvPr id="12292" name="TextBox 111"/>
          <p:cNvSpPr txBox="1">
            <a:spLocks noChangeArrowheads="1"/>
          </p:cNvSpPr>
          <p:nvPr/>
        </p:nvSpPr>
        <p:spPr bwMode="auto">
          <a:xfrm>
            <a:off x="5811838" y="5227638"/>
            <a:ext cx="3129383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171450" indent="-171450" algn="l" eaLnBrk="1" hangingPunct="1">
              <a:buFont typeface="Arial" panose="020B0604020202020204" pitchFamily="34" charset="0"/>
              <a:buChar char="•"/>
              <a:defRPr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Hút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chân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Pin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phía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</a:p>
          <a:p>
            <a:pPr algn="l" eaLnBrk="1" hangingPunct="1">
              <a:defRPr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dưới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ea typeface="맑은 고딕" pitchFamily="50" charset="-127"/>
              <a:cs typeface="Times New Roman" panose="02020603050405020304" pitchFamily="18" charset="0"/>
            </a:endParaRPr>
          </a:p>
        </p:txBody>
      </p:sp>
      <p:sp>
        <p:nvSpPr>
          <p:cNvPr id="30724" name="TextBox 111"/>
          <p:cNvSpPr txBox="1">
            <a:spLocks noChangeArrowheads="1"/>
          </p:cNvSpPr>
          <p:nvPr/>
        </p:nvSpPr>
        <p:spPr bwMode="auto">
          <a:xfrm>
            <a:off x="5730875" y="1337585"/>
            <a:ext cx="3080139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>
              <a:buFont typeface="Arial" pitchFamily="34" charset="0"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Tìm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hiểu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định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Mark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nghiệm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Glass Align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ea typeface="맑은 고딕" pitchFamily="50" charset="-127"/>
              <a:cs typeface="Times New Roman" panose="02020603050405020304" pitchFamily="18" charset="0"/>
            </a:endParaRPr>
          </a:p>
        </p:txBody>
      </p:sp>
      <p:pic>
        <p:nvPicPr>
          <p:cNvPr id="30725" name="Picture 128" descr="C:\Documents and Settings\e0155\바탕 화면\D_Review\Aligner_01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088" y="1052513"/>
            <a:ext cx="4125912" cy="3673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26" name="Picture 2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001031"/>
              </a:clrFrom>
              <a:clrTo>
                <a:srgbClr val="001031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59338" y="4089400"/>
            <a:ext cx="876300" cy="636588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27" name="Picture 2"/>
          <p:cNvPicPr>
            <a:picLocks noChangeAspect="1" noChangeArrowheads="1"/>
          </p:cNvPicPr>
          <p:nvPr/>
        </p:nvPicPr>
        <p:blipFill>
          <a:blip r:embed="rId5" cstate="print">
            <a:clrChange>
              <a:clrFrom>
                <a:srgbClr val="001031"/>
              </a:clrFrom>
              <a:clrTo>
                <a:srgbClr val="001031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0925" y="5197475"/>
            <a:ext cx="841375" cy="769938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28" name="Picture 3"/>
          <p:cNvPicPr>
            <a:picLocks noChangeAspect="1" noChangeArrowheads="1"/>
          </p:cNvPicPr>
          <p:nvPr/>
        </p:nvPicPr>
        <p:blipFill>
          <a:blip r:embed="rId6">
            <a:clrChange>
              <a:clrFrom>
                <a:srgbClr val="001031"/>
              </a:clrFrom>
              <a:clrTo>
                <a:srgbClr val="001031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94263" y="1381125"/>
            <a:ext cx="708025" cy="935038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29" name="Picture 4"/>
          <p:cNvPicPr>
            <a:picLocks noChangeAspect="1" noChangeArrowheads="1"/>
          </p:cNvPicPr>
          <p:nvPr/>
        </p:nvPicPr>
        <p:blipFill>
          <a:blip r:embed="rId7">
            <a:clrChange>
              <a:clrFrom>
                <a:srgbClr val="001031"/>
              </a:clrFrom>
              <a:clrTo>
                <a:srgbClr val="001031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388" y="5257800"/>
            <a:ext cx="844550" cy="766763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TextBox 15"/>
          <p:cNvSpPr txBox="1"/>
          <p:nvPr/>
        </p:nvSpPr>
        <p:spPr>
          <a:xfrm>
            <a:off x="4860032" y="1053084"/>
            <a:ext cx="750501" cy="295466"/>
          </a:xfrm>
          <a:prstGeom prst="rect">
            <a:avLst/>
          </a:prstGeom>
          <a:gradFill flip="none" rotWithShape="1">
            <a:gsLst>
              <a:gs pos="0">
                <a:schemeClr val="accent2">
                  <a:lumMod val="60000"/>
                  <a:lumOff val="40000"/>
                  <a:tint val="66000"/>
                  <a:satMod val="160000"/>
                </a:schemeClr>
              </a:gs>
              <a:gs pos="50000">
                <a:schemeClr val="accent2">
                  <a:lumMod val="60000"/>
                  <a:lumOff val="40000"/>
                  <a:tint val="44500"/>
                  <a:satMod val="160000"/>
                </a:schemeClr>
              </a:gs>
              <a:gs pos="100000">
                <a:schemeClr val="accent2">
                  <a:lumMod val="60000"/>
                  <a:lumOff val="40000"/>
                  <a:tint val="23500"/>
                  <a:satMod val="16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solidFill>
              <a:srgbClr val="0070C0"/>
            </a:solidFill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ko-KR" sz="1100" b="1" dirty="0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Camera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75474" y="4901302"/>
            <a:ext cx="1033738" cy="295466"/>
          </a:xfrm>
          <a:prstGeom prst="rect">
            <a:avLst/>
          </a:prstGeom>
          <a:gradFill flip="none" rotWithShape="1">
            <a:gsLst>
              <a:gs pos="0">
                <a:schemeClr val="accent2">
                  <a:lumMod val="60000"/>
                  <a:lumOff val="40000"/>
                  <a:tint val="66000"/>
                  <a:satMod val="160000"/>
                </a:schemeClr>
              </a:gs>
              <a:gs pos="50000">
                <a:schemeClr val="accent2">
                  <a:lumMod val="60000"/>
                  <a:lumOff val="40000"/>
                  <a:tint val="44500"/>
                  <a:satMod val="160000"/>
                </a:schemeClr>
              </a:gs>
              <a:gs pos="100000">
                <a:schemeClr val="accent2">
                  <a:lumMod val="60000"/>
                  <a:lumOff val="40000"/>
                  <a:tint val="23500"/>
                  <a:satMod val="16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solidFill>
              <a:srgbClr val="0070C0"/>
            </a:solidFill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ko-KR" sz="1100" b="1" dirty="0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UVW_ Stage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860529" y="3760535"/>
            <a:ext cx="876313" cy="295466"/>
          </a:xfrm>
          <a:prstGeom prst="rect">
            <a:avLst/>
          </a:prstGeom>
          <a:gradFill flip="none" rotWithShape="1">
            <a:gsLst>
              <a:gs pos="0">
                <a:schemeClr val="accent2">
                  <a:lumMod val="60000"/>
                  <a:lumOff val="40000"/>
                  <a:tint val="66000"/>
                  <a:satMod val="160000"/>
                </a:schemeClr>
              </a:gs>
              <a:gs pos="50000">
                <a:schemeClr val="accent2">
                  <a:lumMod val="60000"/>
                  <a:lumOff val="40000"/>
                  <a:tint val="44500"/>
                  <a:satMod val="160000"/>
                </a:schemeClr>
              </a:gs>
              <a:gs pos="100000">
                <a:schemeClr val="accent2">
                  <a:lumMod val="60000"/>
                  <a:lumOff val="40000"/>
                  <a:tint val="23500"/>
                  <a:satMod val="16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solidFill>
              <a:srgbClr val="0070C0"/>
            </a:solidFill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ko-KR" sz="1100" b="1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Chamber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4860032" y="4869508"/>
            <a:ext cx="842608" cy="295466"/>
          </a:xfrm>
          <a:prstGeom prst="rect">
            <a:avLst/>
          </a:prstGeom>
          <a:gradFill flip="none" rotWithShape="1">
            <a:gsLst>
              <a:gs pos="0">
                <a:schemeClr val="accent2">
                  <a:lumMod val="60000"/>
                  <a:lumOff val="40000"/>
                  <a:tint val="66000"/>
                  <a:satMod val="160000"/>
                </a:schemeClr>
              </a:gs>
              <a:gs pos="50000">
                <a:schemeClr val="accent2">
                  <a:lumMod val="60000"/>
                  <a:lumOff val="40000"/>
                  <a:tint val="44500"/>
                  <a:satMod val="160000"/>
                </a:schemeClr>
              </a:gs>
              <a:gs pos="100000">
                <a:schemeClr val="accent2">
                  <a:lumMod val="60000"/>
                  <a:lumOff val="40000"/>
                  <a:tint val="23500"/>
                  <a:satMod val="16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solidFill>
              <a:srgbClr val="0070C0"/>
            </a:solidFill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ko-KR" sz="1100" b="1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Pin</a:t>
            </a:r>
          </a:p>
        </p:txBody>
      </p:sp>
      <p:pic>
        <p:nvPicPr>
          <p:cNvPr id="30742" name="Picture 3"/>
          <p:cNvPicPr>
            <a:picLocks noChangeAspect="1" noChangeArrowheads="1"/>
          </p:cNvPicPr>
          <p:nvPr/>
        </p:nvPicPr>
        <p:blipFill>
          <a:blip r:embed="rId8">
            <a:clrChange>
              <a:clrFrom>
                <a:srgbClr val="001031"/>
              </a:clrFrom>
              <a:clrTo>
                <a:srgbClr val="001031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59338" y="2806700"/>
            <a:ext cx="839787" cy="766763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" name="TextBox 21"/>
          <p:cNvSpPr txBox="1"/>
          <p:nvPr/>
        </p:nvSpPr>
        <p:spPr>
          <a:xfrm>
            <a:off x="4860528" y="2478212"/>
            <a:ext cx="842607" cy="295466"/>
          </a:xfrm>
          <a:prstGeom prst="rect">
            <a:avLst/>
          </a:prstGeom>
          <a:gradFill flip="none" rotWithShape="1">
            <a:gsLst>
              <a:gs pos="0">
                <a:schemeClr val="accent2">
                  <a:lumMod val="60000"/>
                  <a:lumOff val="40000"/>
                  <a:tint val="66000"/>
                  <a:satMod val="160000"/>
                </a:schemeClr>
              </a:gs>
              <a:gs pos="50000">
                <a:schemeClr val="accent2">
                  <a:lumMod val="60000"/>
                  <a:lumOff val="40000"/>
                  <a:tint val="44500"/>
                  <a:satMod val="160000"/>
                </a:schemeClr>
              </a:gs>
              <a:gs pos="100000">
                <a:schemeClr val="accent2">
                  <a:lumMod val="60000"/>
                  <a:lumOff val="40000"/>
                  <a:tint val="23500"/>
                  <a:satMod val="16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solidFill>
              <a:srgbClr val="0070C0"/>
            </a:solidFill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ko-KR" sz="1100" b="1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Vacuum</a:t>
            </a:r>
          </a:p>
        </p:txBody>
      </p:sp>
      <p:sp>
        <p:nvSpPr>
          <p:cNvPr id="30746" name="TextBox 111"/>
          <p:cNvSpPr txBox="1">
            <a:spLocks noChangeArrowheads="1"/>
          </p:cNvSpPr>
          <p:nvPr/>
        </p:nvSpPr>
        <p:spPr bwMode="auto">
          <a:xfrm>
            <a:off x="5730875" y="4089400"/>
            <a:ext cx="2892138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>
              <a:buFont typeface="Arial" pitchFamily="34" charset="0"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môi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chân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Chamber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hút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GLS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tiến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công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ea typeface="맑은 고딕" pitchFamily="50" charset="-127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đoạn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Process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ea typeface="맑은 고딕" pitchFamily="50" charset="-127"/>
              <a:cs typeface="Times New Roman" panose="02020603050405020304" pitchFamily="18" charset="0"/>
            </a:endParaRPr>
          </a:p>
        </p:txBody>
      </p:sp>
      <p:sp>
        <p:nvSpPr>
          <p:cNvPr id="12320" name="TextBox 106"/>
          <p:cNvSpPr txBox="1">
            <a:spLocks noChangeArrowheads="1"/>
          </p:cNvSpPr>
          <p:nvPr/>
        </p:nvSpPr>
        <p:spPr bwMode="auto">
          <a:xfrm>
            <a:off x="1404938" y="5186363"/>
            <a:ext cx="3311525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171450" indent="-171450" algn="l" eaLnBrk="1" hangingPunct="1">
              <a:buFont typeface="Arial" panose="020B0604020202020204" pitchFamily="34" charset="0"/>
              <a:buChar char="•"/>
              <a:defRPr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Glass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sẵn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ở Camera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nghiệm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맑은 고딕" pitchFamily="50" charset="-127"/>
                <a:cs typeface="Times New Roman" panose="02020603050405020304" pitchFamily="18" charset="0"/>
              </a:rPr>
              <a:t> Align.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ea typeface="맑은 고딕" pitchFamily="50" charset="-127"/>
              <a:cs typeface="Times New Roman" panose="02020603050405020304" pitchFamily="18" charset="0"/>
            </a:endParaRPr>
          </a:p>
        </p:txBody>
      </p:sp>
      <p:sp>
        <p:nvSpPr>
          <p:cNvPr id="30748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749" name="Text Box 5"/>
          <p:cNvSpPr txBox="1">
            <a:spLocks noChangeArrowheads="1"/>
          </p:cNvSpPr>
          <p:nvPr/>
        </p:nvSpPr>
        <p:spPr bwMode="auto">
          <a:xfrm>
            <a:off x="652463" y="549275"/>
            <a:ext cx="170271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1-4.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75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210DADFD-660E-436F-AC4C-0D793B8FEBF1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11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751" name="Text Box 446"/>
          <p:cNvSpPr txBox="1">
            <a:spLocks noChangeArrowheads="1"/>
          </p:cNvSpPr>
          <p:nvPr/>
        </p:nvSpPr>
        <p:spPr bwMode="auto">
          <a:xfrm>
            <a:off x="3672083" y="6115050"/>
            <a:ext cx="189667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Chamber]</a:t>
            </a:r>
            <a:endParaRPr lang="en-US" altLang="ko-KR" sz="16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752" name="Rectangle 19"/>
          <p:cNvSpPr>
            <a:spLocks noChangeArrowheads="1"/>
          </p:cNvSpPr>
          <p:nvPr/>
        </p:nvSpPr>
        <p:spPr bwMode="auto">
          <a:xfrm>
            <a:off x="539750" y="6165850"/>
            <a:ext cx="2598738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tồn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bẩn</a:t>
            </a:r>
            <a:endParaRPr lang="ko-KR" altLang="en-US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슬라이드 번호 개체 틀 1"/>
          <p:cNvSpPr>
            <a:spLocks noGrp="1"/>
          </p:cNvSpPr>
          <p:nvPr>
            <p:ph type="sldNum" sz="quarter" idx="10"/>
          </p:nvPr>
        </p:nvSpPr>
        <p:spPr>
          <a:xfrm>
            <a:off x="3527425" y="6567488"/>
            <a:ext cx="2133600" cy="290512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39404ADD-D8E3-49CD-9545-1321D51A700C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12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47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endParaRPr lang="ko-KR" altLang="ko-KR" sz="12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48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49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1750" name="Group 19"/>
          <p:cNvGrpSpPr>
            <a:grpSpLocks/>
          </p:cNvGrpSpPr>
          <p:nvPr/>
        </p:nvGrpSpPr>
        <p:grpSpPr bwMode="auto">
          <a:xfrm>
            <a:off x="2693990" y="1141413"/>
            <a:ext cx="1981201" cy="1457325"/>
            <a:chOff x="1572" y="480"/>
            <a:chExt cx="1248" cy="959"/>
          </a:xfrm>
        </p:grpSpPr>
        <p:grpSp>
          <p:nvGrpSpPr>
            <p:cNvPr id="32146" name="Group 20"/>
            <p:cNvGrpSpPr>
              <a:grpSpLocks/>
            </p:cNvGrpSpPr>
            <p:nvPr/>
          </p:nvGrpSpPr>
          <p:grpSpPr bwMode="auto">
            <a:xfrm>
              <a:off x="1572" y="642"/>
              <a:ext cx="1248" cy="480"/>
              <a:chOff x="1572" y="642"/>
              <a:chExt cx="1248" cy="480"/>
            </a:xfrm>
          </p:grpSpPr>
          <p:sp>
            <p:nvSpPr>
              <p:cNvPr id="32176" name="AutoShape 21"/>
              <p:cNvSpPr>
                <a:spLocks noChangeArrowheads="1"/>
              </p:cNvSpPr>
              <p:nvPr/>
            </p:nvSpPr>
            <p:spPr bwMode="auto">
              <a:xfrm>
                <a:off x="1572" y="642"/>
                <a:ext cx="1248" cy="480"/>
              </a:xfrm>
              <a:prstGeom prst="cube">
                <a:avLst>
                  <a:gd name="adj" fmla="val 6458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77" name="AutoShape 22"/>
              <p:cNvSpPr>
                <a:spLocks noChangeArrowheads="1"/>
              </p:cNvSpPr>
              <p:nvPr/>
            </p:nvSpPr>
            <p:spPr bwMode="auto">
              <a:xfrm>
                <a:off x="1590" y="792"/>
                <a:ext cx="48" cy="192"/>
              </a:xfrm>
              <a:prstGeom prst="cube">
                <a:avLst>
                  <a:gd name="adj" fmla="val 25000"/>
                </a:avLst>
              </a:prstGeom>
              <a:solidFill>
                <a:srgbClr val="66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78" name="AutoShape 23"/>
              <p:cNvSpPr>
                <a:spLocks noChangeArrowheads="1"/>
              </p:cNvSpPr>
              <p:nvPr/>
            </p:nvSpPr>
            <p:spPr bwMode="auto">
              <a:xfrm>
                <a:off x="2724" y="810"/>
                <a:ext cx="48" cy="192"/>
              </a:xfrm>
              <a:prstGeom prst="cube">
                <a:avLst>
                  <a:gd name="adj" fmla="val 25000"/>
                </a:avLst>
              </a:prstGeom>
              <a:solidFill>
                <a:srgbClr val="66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32147" name="Group 24"/>
            <p:cNvGrpSpPr>
              <a:grpSpLocks/>
            </p:cNvGrpSpPr>
            <p:nvPr/>
          </p:nvGrpSpPr>
          <p:grpSpPr bwMode="auto">
            <a:xfrm>
              <a:off x="1600" y="692"/>
              <a:ext cx="1104" cy="747"/>
              <a:chOff x="1272" y="2592"/>
              <a:chExt cx="1320" cy="1145"/>
            </a:xfrm>
          </p:grpSpPr>
          <p:sp>
            <p:nvSpPr>
              <p:cNvPr id="32149" name="AutoShape 25"/>
              <p:cNvSpPr>
                <a:spLocks noChangeArrowheads="1"/>
              </p:cNvSpPr>
              <p:nvPr/>
            </p:nvSpPr>
            <p:spPr bwMode="auto">
              <a:xfrm>
                <a:off x="1344" y="2622"/>
                <a:ext cx="323" cy="769"/>
              </a:xfrm>
              <a:prstGeom prst="cube">
                <a:avLst>
                  <a:gd name="adj" fmla="val 34634"/>
                </a:avLst>
              </a:prstGeom>
              <a:solidFill>
                <a:srgbClr val="FF66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latinLnBrk="1" hangingPunct="1">
                  <a:lnSpc>
                    <a:spcPct val="100000"/>
                  </a:lnSpc>
                </a:pPr>
                <a:endParaRPr lang="ko-KR" altLang="ko-KR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50" name="AutoShape 26"/>
              <p:cNvSpPr>
                <a:spLocks noChangeArrowheads="1"/>
              </p:cNvSpPr>
              <p:nvPr/>
            </p:nvSpPr>
            <p:spPr bwMode="auto">
              <a:xfrm>
                <a:off x="1560" y="2593"/>
                <a:ext cx="288" cy="791"/>
              </a:xfrm>
              <a:prstGeom prst="cube">
                <a:avLst>
                  <a:gd name="adj" fmla="val 48440"/>
                </a:avLst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51" name="AutoShape 27"/>
              <p:cNvSpPr>
                <a:spLocks noChangeArrowheads="1"/>
              </p:cNvSpPr>
              <p:nvPr/>
            </p:nvSpPr>
            <p:spPr bwMode="auto">
              <a:xfrm>
                <a:off x="1716" y="2592"/>
                <a:ext cx="288" cy="791"/>
              </a:xfrm>
              <a:prstGeom prst="cube">
                <a:avLst>
                  <a:gd name="adj" fmla="val 48440"/>
                </a:avLst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52" name="Rectangle 28"/>
              <p:cNvSpPr>
                <a:spLocks noChangeArrowheads="1"/>
              </p:cNvSpPr>
              <p:nvPr/>
            </p:nvSpPr>
            <p:spPr bwMode="auto">
              <a:xfrm>
                <a:off x="1344" y="3054"/>
                <a:ext cx="192" cy="336"/>
              </a:xfrm>
              <a:prstGeom prst="rect">
                <a:avLst/>
              </a:prstGeom>
              <a:solidFill>
                <a:srgbClr val="FF66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53" name="Rectangle 29"/>
              <p:cNvSpPr>
                <a:spLocks noChangeArrowheads="1"/>
              </p:cNvSpPr>
              <p:nvPr/>
            </p:nvSpPr>
            <p:spPr bwMode="auto">
              <a:xfrm>
                <a:off x="1566" y="3090"/>
                <a:ext cx="144" cy="96"/>
              </a:xfrm>
              <a:prstGeom prst="rect">
                <a:avLst/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54" name="Rectangle 30"/>
              <p:cNvSpPr>
                <a:spLocks noChangeArrowheads="1"/>
              </p:cNvSpPr>
              <p:nvPr/>
            </p:nvSpPr>
            <p:spPr bwMode="auto">
              <a:xfrm>
                <a:off x="1566" y="3198"/>
                <a:ext cx="144" cy="96"/>
              </a:xfrm>
              <a:prstGeom prst="rect">
                <a:avLst/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55" name="Oval 31"/>
              <p:cNvSpPr>
                <a:spLocks noChangeArrowheads="1"/>
              </p:cNvSpPr>
              <p:nvPr/>
            </p:nvSpPr>
            <p:spPr bwMode="auto">
              <a:xfrm>
                <a:off x="1584" y="2766"/>
                <a:ext cx="47" cy="47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56" name="Oval 32"/>
              <p:cNvSpPr>
                <a:spLocks noChangeArrowheads="1"/>
              </p:cNvSpPr>
              <p:nvPr/>
            </p:nvSpPr>
            <p:spPr bwMode="auto">
              <a:xfrm>
                <a:off x="1632" y="2748"/>
                <a:ext cx="47" cy="47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57" name="AutoShape 33"/>
              <p:cNvSpPr>
                <a:spLocks noChangeArrowheads="1"/>
              </p:cNvSpPr>
              <p:nvPr/>
            </p:nvSpPr>
            <p:spPr bwMode="auto">
              <a:xfrm>
                <a:off x="1866" y="2592"/>
                <a:ext cx="288" cy="791"/>
              </a:xfrm>
              <a:prstGeom prst="cube">
                <a:avLst>
                  <a:gd name="adj" fmla="val 48440"/>
                </a:avLst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58" name="AutoShape 34"/>
              <p:cNvSpPr>
                <a:spLocks noChangeArrowheads="1"/>
              </p:cNvSpPr>
              <p:nvPr/>
            </p:nvSpPr>
            <p:spPr bwMode="auto">
              <a:xfrm>
                <a:off x="2016" y="2592"/>
                <a:ext cx="288" cy="791"/>
              </a:xfrm>
              <a:prstGeom prst="cube">
                <a:avLst>
                  <a:gd name="adj" fmla="val 48440"/>
                </a:avLst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59" name="AutoShape 35"/>
              <p:cNvSpPr>
                <a:spLocks noChangeArrowheads="1"/>
              </p:cNvSpPr>
              <p:nvPr/>
            </p:nvSpPr>
            <p:spPr bwMode="auto">
              <a:xfrm>
                <a:off x="2160" y="2592"/>
                <a:ext cx="288" cy="791"/>
              </a:xfrm>
              <a:prstGeom prst="cube">
                <a:avLst>
                  <a:gd name="adj" fmla="val 48440"/>
                </a:avLst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60" name="Rectangle 36"/>
              <p:cNvSpPr>
                <a:spLocks noChangeArrowheads="1"/>
              </p:cNvSpPr>
              <p:nvPr/>
            </p:nvSpPr>
            <p:spPr bwMode="auto">
              <a:xfrm>
                <a:off x="1734" y="2856"/>
                <a:ext cx="47" cy="48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61" name="Rectangle 37"/>
              <p:cNvSpPr>
                <a:spLocks noChangeArrowheads="1"/>
              </p:cNvSpPr>
              <p:nvPr/>
            </p:nvSpPr>
            <p:spPr bwMode="auto">
              <a:xfrm>
                <a:off x="1800" y="2856"/>
                <a:ext cx="47" cy="48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62" name="Text Box 38"/>
              <p:cNvSpPr txBox="1">
                <a:spLocks noChangeArrowheads="1"/>
              </p:cNvSpPr>
              <p:nvPr/>
            </p:nvSpPr>
            <p:spPr bwMode="auto">
              <a:xfrm>
                <a:off x="1320" y="3436"/>
                <a:ext cx="139" cy="2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endParaRPr lang="ko-KR" altLang="ko-KR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63" name="Text Box 39"/>
              <p:cNvSpPr txBox="1">
                <a:spLocks noChangeArrowheads="1"/>
              </p:cNvSpPr>
              <p:nvPr/>
            </p:nvSpPr>
            <p:spPr bwMode="auto">
              <a:xfrm>
                <a:off x="1272" y="3402"/>
                <a:ext cx="657" cy="2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[P/S] CPU  X  Y</a:t>
                </a:r>
              </a:p>
            </p:txBody>
          </p:sp>
          <p:sp>
            <p:nvSpPr>
              <p:cNvPr id="32164" name="AutoShape 40"/>
              <p:cNvSpPr>
                <a:spLocks noChangeArrowheads="1"/>
              </p:cNvSpPr>
              <p:nvPr/>
            </p:nvSpPr>
            <p:spPr bwMode="auto">
              <a:xfrm>
                <a:off x="2304" y="2592"/>
                <a:ext cx="288" cy="791"/>
              </a:xfrm>
              <a:prstGeom prst="cube">
                <a:avLst>
                  <a:gd name="adj" fmla="val 48440"/>
                </a:avLst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65" name="Rectangle 41"/>
              <p:cNvSpPr>
                <a:spLocks noChangeArrowheads="1"/>
              </p:cNvSpPr>
              <p:nvPr/>
            </p:nvSpPr>
            <p:spPr bwMode="auto">
              <a:xfrm>
                <a:off x="1885" y="2856"/>
                <a:ext cx="47" cy="48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66" name="Rectangle 42"/>
              <p:cNvSpPr>
                <a:spLocks noChangeArrowheads="1"/>
              </p:cNvSpPr>
              <p:nvPr/>
            </p:nvSpPr>
            <p:spPr bwMode="auto">
              <a:xfrm>
                <a:off x="1951" y="2856"/>
                <a:ext cx="47" cy="48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67" name="Rectangle 43"/>
              <p:cNvSpPr>
                <a:spLocks noChangeArrowheads="1"/>
              </p:cNvSpPr>
              <p:nvPr/>
            </p:nvSpPr>
            <p:spPr bwMode="auto">
              <a:xfrm>
                <a:off x="1770" y="2784"/>
                <a:ext cx="48" cy="48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68" name="Rectangle 44"/>
              <p:cNvSpPr>
                <a:spLocks noChangeArrowheads="1"/>
              </p:cNvSpPr>
              <p:nvPr/>
            </p:nvSpPr>
            <p:spPr bwMode="auto">
              <a:xfrm>
                <a:off x="1908" y="2784"/>
                <a:ext cx="48" cy="48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69" name="Rectangle 45"/>
              <p:cNvSpPr>
                <a:spLocks noChangeArrowheads="1"/>
              </p:cNvSpPr>
              <p:nvPr/>
            </p:nvSpPr>
            <p:spPr bwMode="auto">
              <a:xfrm>
                <a:off x="2178" y="2880"/>
                <a:ext cx="51" cy="15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70" name="Rectangle 46"/>
              <p:cNvSpPr>
                <a:spLocks noChangeArrowheads="1"/>
              </p:cNvSpPr>
              <p:nvPr/>
            </p:nvSpPr>
            <p:spPr bwMode="auto">
              <a:xfrm>
                <a:off x="2034" y="3132"/>
                <a:ext cx="48" cy="9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71" name="Rectangle 47"/>
              <p:cNvSpPr>
                <a:spLocks noChangeArrowheads="1"/>
              </p:cNvSpPr>
              <p:nvPr/>
            </p:nvSpPr>
            <p:spPr bwMode="auto">
              <a:xfrm>
                <a:off x="2244" y="3168"/>
                <a:ext cx="51" cy="15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72" name="Rectangle 48"/>
              <p:cNvSpPr>
                <a:spLocks noChangeArrowheads="1"/>
              </p:cNvSpPr>
              <p:nvPr/>
            </p:nvSpPr>
            <p:spPr bwMode="auto">
              <a:xfrm>
                <a:off x="2178" y="3168"/>
                <a:ext cx="51" cy="15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73" name="Rectangle 49"/>
              <p:cNvSpPr>
                <a:spLocks noChangeArrowheads="1"/>
              </p:cNvSpPr>
              <p:nvPr/>
            </p:nvSpPr>
            <p:spPr bwMode="auto">
              <a:xfrm>
                <a:off x="2256" y="2880"/>
                <a:ext cx="25" cy="102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74" name="Text Box 50"/>
              <p:cNvSpPr txBox="1">
                <a:spLocks noChangeArrowheads="1"/>
              </p:cNvSpPr>
              <p:nvPr/>
            </p:nvSpPr>
            <p:spPr bwMode="auto">
              <a:xfrm>
                <a:off x="1926" y="3390"/>
                <a:ext cx="286" cy="3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NET</a:t>
                </a:r>
              </a:p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/10</a:t>
                </a:r>
              </a:p>
            </p:txBody>
          </p:sp>
          <p:sp>
            <p:nvSpPr>
              <p:cNvPr id="32175" name="Text Box 51"/>
              <p:cNvSpPr txBox="1">
                <a:spLocks noChangeArrowheads="1"/>
              </p:cNvSpPr>
              <p:nvPr/>
            </p:nvSpPr>
            <p:spPr bwMode="auto">
              <a:xfrm>
                <a:off x="2113" y="3396"/>
                <a:ext cx="438" cy="3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Xác</a:t>
                </a:r>
                <a:r>
                  <a:rPr lang="en-US" altLang="ko-KR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định</a:t>
                </a:r>
                <a:r>
                  <a:rPr lang="en-US" altLang="ko-KR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</a:p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vị</a:t>
                </a:r>
                <a:r>
                  <a:rPr lang="en-US" altLang="ko-KR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trí</a:t>
                </a:r>
                <a:endParaRPr lang="ko-KR" altLang="en-US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2148" name="Text Box 52"/>
            <p:cNvSpPr txBox="1">
              <a:spLocks noChangeArrowheads="1"/>
            </p:cNvSpPr>
            <p:nvPr/>
          </p:nvSpPr>
          <p:spPr bwMode="auto">
            <a:xfrm>
              <a:off x="1623" y="480"/>
              <a:ext cx="421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[MASTER]</a:t>
              </a:r>
              <a:endPara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1751" name="Group 53"/>
          <p:cNvGrpSpPr>
            <a:grpSpLocks/>
          </p:cNvGrpSpPr>
          <p:nvPr/>
        </p:nvGrpSpPr>
        <p:grpSpPr bwMode="auto">
          <a:xfrm>
            <a:off x="2084388" y="3095625"/>
            <a:ext cx="382587" cy="758825"/>
            <a:chOff x="3120" y="672"/>
            <a:chExt cx="240" cy="499"/>
          </a:xfrm>
        </p:grpSpPr>
        <p:sp>
          <p:nvSpPr>
            <p:cNvPr id="32133" name="AutoShape 54"/>
            <p:cNvSpPr>
              <a:spLocks noChangeArrowheads="1"/>
            </p:cNvSpPr>
            <p:nvPr/>
          </p:nvSpPr>
          <p:spPr bwMode="auto">
            <a:xfrm>
              <a:off x="3120" y="672"/>
              <a:ext cx="240" cy="432"/>
            </a:xfrm>
            <a:prstGeom prst="cube">
              <a:avLst>
                <a:gd name="adj" fmla="val 40106"/>
              </a:avLst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34" name="Rectangle 55"/>
            <p:cNvSpPr>
              <a:spLocks noChangeArrowheads="1"/>
            </p:cNvSpPr>
            <p:nvPr/>
          </p:nvSpPr>
          <p:spPr bwMode="auto">
            <a:xfrm>
              <a:off x="3138" y="816"/>
              <a:ext cx="102" cy="7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35" name="Oval 56"/>
            <p:cNvSpPr>
              <a:spLocks noChangeArrowheads="1"/>
            </p:cNvSpPr>
            <p:nvPr/>
          </p:nvSpPr>
          <p:spPr bwMode="auto">
            <a:xfrm>
              <a:off x="3168" y="954"/>
              <a:ext cx="25" cy="2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36" name="Oval 57"/>
            <p:cNvSpPr>
              <a:spLocks noChangeArrowheads="1"/>
            </p:cNvSpPr>
            <p:nvPr/>
          </p:nvSpPr>
          <p:spPr bwMode="auto">
            <a:xfrm>
              <a:off x="3173" y="990"/>
              <a:ext cx="25" cy="2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37" name="Oval 58"/>
            <p:cNvSpPr>
              <a:spLocks noChangeArrowheads="1"/>
            </p:cNvSpPr>
            <p:nvPr/>
          </p:nvSpPr>
          <p:spPr bwMode="auto">
            <a:xfrm>
              <a:off x="3173" y="1031"/>
              <a:ext cx="25" cy="2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38" name="Oval 59"/>
            <p:cNvSpPr>
              <a:spLocks noChangeArrowheads="1"/>
            </p:cNvSpPr>
            <p:nvPr/>
          </p:nvSpPr>
          <p:spPr bwMode="auto">
            <a:xfrm>
              <a:off x="3173" y="1074"/>
              <a:ext cx="25" cy="2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39" name="Rectangle 60"/>
            <p:cNvSpPr>
              <a:spLocks noChangeArrowheads="1"/>
            </p:cNvSpPr>
            <p:nvPr/>
          </p:nvSpPr>
          <p:spPr bwMode="auto">
            <a:xfrm>
              <a:off x="3204" y="948"/>
              <a:ext cx="25" cy="10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40" name="Rectangle 61"/>
            <p:cNvSpPr>
              <a:spLocks noChangeArrowheads="1"/>
            </p:cNvSpPr>
            <p:nvPr/>
          </p:nvSpPr>
          <p:spPr bwMode="auto">
            <a:xfrm>
              <a:off x="3174" y="1104"/>
              <a:ext cx="47" cy="6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41" name="Oval 62"/>
            <p:cNvSpPr>
              <a:spLocks noChangeArrowheads="1"/>
            </p:cNvSpPr>
            <p:nvPr/>
          </p:nvSpPr>
          <p:spPr bwMode="auto">
            <a:xfrm>
              <a:off x="3132" y="894"/>
              <a:ext cx="25" cy="2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42" name="Oval 63"/>
            <p:cNvSpPr>
              <a:spLocks noChangeArrowheads="1"/>
            </p:cNvSpPr>
            <p:nvPr/>
          </p:nvSpPr>
          <p:spPr bwMode="auto">
            <a:xfrm>
              <a:off x="3137" y="930"/>
              <a:ext cx="25" cy="2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43" name="Oval 64"/>
            <p:cNvSpPr>
              <a:spLocks noChangeArrowheads="1"/>
            </p:cNvSpPr>
            <p:nvPr/>
          </p:nvSpPr>
          <p:spPr bwMode="auto">
            <a:xfrm>
              <a:off x="3137" y="971"/>
              <a:ext cx="25" cy="2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44" name="Oval 65"/>
            <p:cNvSpPr>
              <a:spLocks noChangeArrowheads="1"/>
            </p:cNvSpPr>
            <p:nvPr/>
          </p:nvSpPr>
          <p:spPr bwMode="auto">
            <a:xfrm>
              <a:off x="3137" y="1014"/>
              <a:ext cx="25" cy="2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45" name="Oval 66"/>
            <p:cNvSpPr>
              <a:spLocks noChangeArrowheads="1"/>
            </p:cNvSpPr>
            <p:nvPr/>
          </p:nvSpPr>
          <p:spPr bwMode="auto">
            <a:xfrm>
              <a:off x="3138" y="1056"/>
              <a:ext cx="25" cy="2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cxnSp>
        <p:nvCxnSpPr>
          <p:cNvPr id="31752" name="AutoShape 67"/>
          <p:cNvCxnSpPr>
            <a:cxnSpLocks noChangeShapeType="1"/>
            <a:endCxn id="31798" idx="0"/>
          </p:cNvCxnSpPr>
          <p:nvPr/>
        </p:nvCxnSpPr>
        <p:spPr bwMode="auto">
          <a:xfrm rot="5400000">
            <a:off x="4326731" y="2307432"/>
            <a:ext cx="1254125" cy="176212"/>
          </a:xfrm>
          <a:prstGeom prst="bentConnector3">
            <a:avLst>
              <a:gd name="adj1" fmla="val 67847"/>
            </a:avLst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1753" name="Group 68"/>
          <p:cNvGrpSpPr>
            <a:grpSpLocks/>
          </p:cNvGrpSpPr>
          <p:nvPr/>
        </p:nvGrpSpPr>
        <p:grpSpPr bwMode="auto">
          <a:xfrm>
            <a:off x="1246188" y="981075"/>
            <a:ext cx="1220787" cy="801688"/>
            <a:chOff x="288" y="3120"/>
            <a:chExt cx="768" cy="528"/>
          </a:xfrm>
        </p:grpSpPr>
        <p:sp>
          <p:nvSpPr>
            <p:cNvPr id="32125" name="AutoShape 69"/>
            <p:cNvSpPr>
              <a:spLocks noChangeArrowheads="1"/>
            </p:cNvSpPr>
            <p:nvPr/>
          </p:nvSpPr>
          <p:spPr bwMode="auto">
            <a:xfrm>
              <a:off x="288" y="3120"/>
              <a:ext cx="768" cy="528"/>
            </a:xfrm>
            <a:prstGeom prst="cube">
              <a:avLst>
                <a:gd name="adj" fmla="val 5301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26" name="Rectangle 70"/>
            <p:cNvSpPr>
              <a:spLocks noChangeArrowheads="1"/>
            </p:cNvSpPr>
            <p:nvPr/>
          </p:nvSpPr>
          <p:spPr bwMode="auto">
            <a:xfrm>
              <a:off x="336" y="3216"/>
              <a:ext cx="624" cy="384"/>
            </a:xfrm>
            <a:prstGeom prst="rect">
              <a:avLst/>
            </a:prstGeom>
            <a:solidFill>
              <a:srgbClr val="66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27" name="Rectangle 71"/>
            <p:cNvSpPr>
              <a:spLocks noChangeArrowheads="1"/>
            </p:cNvSpPr>
            <p:nvPr/>
          </p:nvSpPr>
          <p:spPr bwMode="auto">
            <a:xfrm>
              <a:off x="846" y="3534"/>
              <a:ext cx="96" cy="4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28" name="Text Box 72"/>
            <p:cNvSpPr txBox="1">
              <a:spLocks noChangeArrowheads="1"/>
            </p:cNvSpPr>
            <p:nvPr/>
          </p:nvSpPr>
          <p:spPr bwMode="auto">
            <a:xfrm>
              <a:off x="344" y="3216"/>
              <a:ext cx="568" cy="3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=OPERATION=</a:t>
              </a:r>
            </a:p>
            <a:p>
              <a:pPr eaLnBrk="1" latinLnBrk="1" hangingPunct="1">
                <a:lnSpc>
                  <a:spcPct val="100000"/>
                </a:lnSpc>
              </a:pPr>
              <a:endParaRPr lang="en-US" altLang="ko-KR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TOUCH PANEL</a:t>
              </a:r>
            </a:p>
          </p:txBody>
        </p:sp>
        <p:sp>
          <p:nvSpPr>
            <p:cNvPr id="32129" name="Rectangle 73"/>
            <p:cNvSpPr>
              <a:spLocks noChangeArrowheads="1"/>
            </p:cNvSpPr>
            <p:nvPr/>
          </p:nvSpPr>
          <p:spPr bwMode="auto">
            <a:xfrm>
              <a:off x="474" y="3534"/>
              <a:ext cx="96" cy="4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30" name="Rectangle 74"/>
            <p:cNvSpPr>
              <a:spLocks noChangeArrowheads="1"/>
            </p:cNvSpPr>
            <p:nvPr/>
          </p:nvSpPr>
          <p:spPr bwMode="auto">
            <a:xfrm>
              <a:off x="354" y="3534"/>
              <a:ext cx="96" cy="4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31" name="Rectangle 75"/>
            <p:cNvSpPr>
              <a:spLocks noChangeArrowheads="1"/>
            </p:cNvSpPr>
            <p:nvPr/>
          </p:nvSpPr>
          <p:spPr bwMode="auto">
            <a:xfrm>
              <a:off x="714" y="3534"/>
              <a:ext cx="96" cy="4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32" name="Rectangle 76"/>
            <p:cNvSpPr>
              <a:spLocks noChangeArrowheads="1"/>
            </p:cNvSpPr>
            <p:nvPr/>
          </p:nvSpPr>
          <p:spPr bwMode="auto">
            <a:xfrm>
              <a:off x="594" y="3534"/>
              <a:ext cx="96" cy="4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cxnSp>
        <p:nvCxnSpPr>
          <p:cNvPr id="31754" name="AutoShape 77"/>
          <p:cNvCxnSpPr>
            <a:cxnSpLocks noChangeShapeType="1"/>
            <a:stCxn id="32125" idx="4"/>
            <a:endCxn id="32177" idx="2"/>
          </p:cNvCxnSpPr>
          <p:nvPr/>
        </p:nvCxnSpPr>
        <p:spPr bwMode="auto">
          <a:xfrm>
            <a:off x="2424113" y="1403350"/>
            <a:ext cx="298450" cy="368300"/>
          </a:xfrm>
          <a:prstGeom prst="bentConnector3">
            <a:avLst>
              <a:gd name="adj1" fmla="val 56917"/>
            </a:avLst>
          </a:prstGeom>
          <a:noFill/>
          <a:ln w="19050">
            <a:solidFill>
              <a:srgbClr val="008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1755" name="Group 78"/>
          <p:cNvGrpSpPr>
            <a:grpSpLocks/>
          </p:cNvGrpSpPr>
          <p:nvPr/>
        </p:nvGrpSpPr>
        <p:grpSpPr bwMode="auto">
          <a:xfrm>
            <a:off x="331788" y="3022600"/>
            <a:ext cx="1100137" cy="771525"/>
            <a:chOff x="260" y="1962"/>
            <a:chExt cx="700" cy="476"/>
          </a:xfrm>
        </p:grpSpPr>
        <p:grpSp>
          <p:nvGrpSpPr>
            <p:cNvPr id="32099" name="Group 79"/>
            <p:cNvGrpSpPr>
              <a:grpSpLocks/>
            </p:cNvGrpSpPr>
            <p:nvPr/>
          </p:nvGrpSpPr>
          <p:grpSpPr bwMode="auto">
            <a:xfrm>
              <a:off x="260" y="1962"/>
              <a:ext cx="700" cy="342"/>
              <a:chOff x="192" y="1824"/>
              <a:chExt cx="700" cy="342"/>
            </a:xfrm>
          </p:grpSpPr>
          <p:grpSp>
            <p:nvGrpSpPr>
              <p:cNvPr id="32101" name="Group 80"/>
              <p:cNvGrpSpPr>
                <a:grpSpLocks/>
              </p:cNvGrpSpPr>
              <p:nvPr/>
            </p:nvGrpSpPr>
            <p:grpSpPr bwMode="auto">
              <a:xfrm>
                <a:off x="192" y="1824"/>
                <a:ext cx="700" cy="274"/>
                <a:chOff x="1572" y="642"/>
                <a:chExt cx="1248" cy="480"/>
              </a:xfrm>
            </p:grpSpPr>
            <p:sp>
              <p:nvSpPr>
                <p:cNvPr id="32122" name="AutoShape 81"/>
                <p:cNvSpPr>
                  <a:spLocks noChangeArrowheads="1"/>
                </p:cNvSpPr>
                <p:nvPr/>
              </p:nvSpPr>
              <p:spPr bwMode="auto">
                <a:xfrm>
                  <a:off x="1572" y="642"/>
                  <a:ext cx="1248" cy="480"/>
                </a:xfrm>
                <a:prstGeom prst="cube">
                  <a:avLst>
                    <a:gd name="adj" fmla="val 6458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123" name="AutoShape 82"/>
                <p:cNvSpPr>
                  <a:spLocks noChangeArrowheads="1"/>
                </p:cNvSpPr>
                <p:nvPr/>
              </p:nvSpPr>
              <p:spPr bwMode="auto">
                <a:xfrm>
                  <a:off x="1590" y="792"/>
                  <a:ext cx="48" cy="192"/>
                </a:xfrm>
                <a:prstGeom prst="cube">
                  <a:avLst>
                    <a:gd name="adj" fmla="val 25000"/>
                  </a:avLst>
                </a:prstGeom>
                <a:solidFill>
                  <a:srgbClr val="66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124" name="AutoShape 83"/>
                <p:cNvSpPr>
                  <a:spLocks noChangeArrowheads="1"/>
                </p:cNvSpPr>
                <p:nvPr/>
              </p:nvSpPr>
              <p:spPr bwMode="auto">
                <a:xfrm>
                  <a:off x="2724" y="810"/>
                  <a:ext cx="48" cy="192"/>
                </a:xfrm>
                <a:prstGeom prst="cube">
                  <a:avLst>
                    <a:gd name="adj" fmla="val 25000"/>
                  </a:avLst>
                </a:prstGeom>
                <a:solidFill>
                  <a:srgbClr val="66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32102" name="AutoShape 84"/>
              <p:cNvSpPr>
                <a:spLocks noChangeArrowheads="1"/>
              </p:cNvSpPr>
              <p:nvPr/>
            </p:nvSpPr>
            <p:spPr bwMode="auto">
              <a:xfrm>
                <a:off x="248" y="1877"/>
                <a:ext cx="151" cy="286"/>
              </a:xfrm>
              <a:prstGeom prst="cube">
                <a:avLst>
                  <a:gd name="adj" fmla="val 34634"/>
                </a:avLst>
              </a:prstGeom>
              <a:solidFill>
                <a:srgbClr val="FF66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latinLnBrk="1" hangingPunct="1">
                  <a:lnSpc>
                    <a:spcPct val="100000"/>
                  </a:lnSpc>
                </a:pPr>
                <a:endParaRPr lang="ko-KR" altLang="ko-KR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03" name="AutoShape 85"/>
              <p:cNvSpPr>
                <a:spLocks noChangeArrowheads="1"/>
              </p:cNvSpPr>
              <p:nvPr/>
            </p:nvSpPr>
            <p:spPr bwMode="auto">
              <a:xfrm>
                <a:off x="350" y="1871"/>
                <a:ext cx="136" cy="295"/>
              </a:xfrm>
              <a:prstGeom prst="cube">
                <a:avLst>
                  <a:gd name="adj" fmla="val 48440"/>
                </a:avLst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04" name="Rectangle 86"/>
              <p:cNvSpPr>
                <a:spLocks noChangeArrowheads="1"/>
              </p:cNvSpPr>
              <p:nvPr/>
            </p:nvSpPr>
            <p:spPr bwMode="auto">
              <a:xfrm>
                <a:off x="248" y="2038"/>
                <a:ext cx="90" cy="125"/>
              </a:xfrm>
              <a:prstGeom prst="rect">
                <a:avLst/>
              </a:prstGeom>
              <a:solidFill>
                <a:srgbClr val="FF66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05" name="Oval 87"/>
              <p:cNvSpPr>
                <a:spLocks noChangeArrowheads="1"/>
              </p:cNvSpPr>
              <p:nvPr/>
            </p:nvSpPr>
            <p:spPr bwMode="auto">
              <a:xfrm>
                <a:off x="354" y="1936"/>
                <a:ext cx="23" cy="18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06" name="Oval 88"/>
              <p:cNvSpPr>
                <a:spLocks noChangeArrowheads="1"/>
              </p:cNvSpPr>
              <p:nvPr/>
            </p:nvSpPr>
            <p:spPr bwMode="auto">
              <a:xfrm>
                <a:off x="311" y="1930"/>
                <a:ext cx="22" cy="17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07" name="AutoShape 89"/>
              <p:cNvSpPr>
                <a:spLocks noChangeArrowheads="1"/>
              </p:cNvSpPr>
              <p:nvPr/>
            </p:nvSpPr>
            <p:spPr bwMode="auto">
              <a:xfrm>
                <a:off x="421" y="1871"/>
                <a:ext cx="135" cy="295"/>
              </a:xfrm>
              <a:prstGeom prst="cube">
                <a:avLst>
                  <a:gd name="adj" fmla="val 48440"/>
                </a:avLst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08" name="AutoShape 90"/>
              <p:cNvSpPr>
                <a:spLocks noChangeArrowheads="1"/>
              </p:cNvSpPr>
              <p:nvPr/>
            </p:nvSpPr>
            <p:spPr bwMode="auto">
              <a:xfrm>
                <a:off x="491" y="1871"/>
                <a:ext cx="135" cy="295"/>
              </a:xfrm>
              <a:prstGeom prst="cube">
                <a:avLst>
                  <a:gd name="adj" fmla="val 48440"/>
                </a:avLst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09" name="AutoShape 91"/>
              <p:cNvSpPr>
                <a:spLocks noChangeArrowheads="1"/>
              </p:cNvSpPr>
              <p:nvPr/>
            </p:nvSpPr>
            <p:spPr bwMode="auto">
              <a:xfrm>
                <a:off x="559" y="1871"/>
                <a:ext cx="135" cy="295"/>
              </a:xfrm>
              <a:prstGeom prst="cube">
                <a:avLst>
                  <a:gd name="adj" fmla="val 48440"/>
                </a:avLst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10" name="Rectangle 92"/>
              <p:cNvSpPr>
                <a:spLocks noChangeArrowheads="1"/>
              </p:cNvSpPr>
              <p:nvPr/>
            </p:nvSpPr>
            <p:spPr bwMode="auto">
              <a:xfrm>
                <a:off x="359" y="1970"/>
                <a:ext cx="22" cy="179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11" name="Rectangle 93"/>
              <p:cNvSpPr>
                <a:spLocks noChangeArrowheads="1"/>
              </p:cNvSpPr>
              <p:nvPr/>
            </p:nvSpPr>
            <p:spPr bwMode="auto">
              <a:xfrm>
                <a:off x="390" y="1970"/>
                <a:ext cx="22" cy="179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12" name="AutoShape 94"/>
              <p:cNvSpPr>
                <a:spLocks noChangeArrowheads="1"/>
              </p:cNvSpPr>
              <p:nvPr/>
            </p:nvSpPr>
            <p:spPr bwMode="auto">
              <a:xfrm>
                <a:off x="626" y="1871"/>
                <a:ext cx="135" cy="295"/>
              </a:xfrm>
              <a:prstGeom prst="cube">
                <a:avLst>
                  <a:gd name="adj" fmla="val 48440"/>
                </a:avLst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13" name="Rectangle 95"/>
              <p:cNvSpPr>
                <a:spLocks noChangeArrowheads="1"/>
              </p:cNvSpPr>
              <p:nvPr/>
            </p:nvSpPr>
            <p:spPr bwMode="auto">
              <a:xfrm>
                <a:off x="429" y="1970"/>
                <a:ext cx="23" cy="179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14" name="Rectangle 96"/>
              <p:cNvSpPr>
                <a:spLocks noChangeArrowheads="1"/>
              </p:cNvSpPr>
              <p:nvPr/>
            </p:nvSpPr>
            <p:spPr bwMode="auto">
              <a:xfrm>
                <a:off x="461" y="1970"/>
                <a:ext cx="22" cy="179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15" name="Rectangle 97"/>
              <p:cNvSpPr>
                <a:spLocks noChangeArrowheads="1"/>
              </p:cNvSpPr>
              <p:nvPr/>
            </p:nvSpPr>
            <p:spPr bwMode="auto">
              <a:xfrm>
                <a:off x="376" y="1942"/>
                <a:ext cx="22" cy="19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16" name="Rectangle 98"/>
              <p:cNvSpPr>
                <a:spLocks noChangeArrowheads="1"/>
              </p:cNvSpPr>
              <p:nvPr/>
            </p:nvSpPr>
            <p:spPr bwMode="auto">
              <a:xfrm>
                <a:off x="440" y="1942"/>
                <a:ext cx="23" cy="19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17" name="Rectangle 99"/>
              <p:cNvSpPr>
                <a:spLocks noChangeArrowheads="1"/>
              </p:cNvSpPr>
              <p:nvPr/>
            </p:nvSpPr>
            <p:spPr bwMode="auto">
              <a:xfrm>
                <a:off x="567" y="1979"/>
                <a:ext cx="24" cy="5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18" name="Rectangle 100"/>
              <p:cNvSpPr>
                <a:spLocks noChangeArrowheads="1"/>
              </p:cNvSpPr>
              <p:nvPr/>
            </p:nvSpPr>
            <p:spPr bwMode="auto">
              <a:xfrm>
                <a:off x="499" y="2073"/>
                <a:ext cx="23" cy="3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19" name="Rectangle 101"/>
              <p:cNvSpPr>
                <a:spLocks noChangeArrowheads="1"/>
              </p:cNvSpPr>
              <p:nvPr/>
            </p:nvSpPr>
            <p:spPr bwMode="auto">
              <a:xfrm>
                <a:off x="598" y="2086"/>
                <a:ext cx="23" cy="5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20" name="Rectangle 102"/>
              <p:cNvSpPr>
                <a:spLocks noChangeArrowheads="1"/>
              </p:cNvSpPr>
              <p:nvPr/>
            </p:nvSpPr>
            <p:spPr bwMode="auto">
              <a:xfrm>
                <a:off x="567" y="2086"/>
                <a:ext cx="24" cy="5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21" name="Rectangle 103"/>
              <p:cNvSpPr>
                <a:spLocks noChangeArrowheads="1"/>
              </p:cNvSpPr>
              <p:nvPr/>
            </p:nvSpPr>
            <p:spPr bwMode="auto">
              <a:xfrm>
                <a:off x="603" y="1979"/>
                <a:ext cx="12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2100" name="Text Box 104"/>
            <p:cNvSpPr txBox="1">
              <a:spLocks noChangeArrowheads="1"/>
            </p:cNvSpPr>
            <p:nvPr/>
          </p:nvSpPr>
          <p:spPr bwMode="auto">
            <a:xfrm>
              <a:off x="364" y="2305"/>
              <a:ext cx="308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[Local]</a:t>
              </a:r>
              <a:endPara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cxnSp>
        <p:nvCxnSpPr>
          <p:cNvPr id="31756" name="AutoShape 105"/>
          <p:cNvCxnSpPr>
            <a:cxnSpLocks noChangeShapeType="1"/>
            <a:stCxn id="32123" idx="1"/>
            <a:endCxn id="32178" idx="4"/>
          </p:cNvCxnSpPr>
          <p:nvPr/>
        </p:nvCxnSpPr>
        <p:spPr bwMode="auto">
          <a:xfrm rot="-5400000">
            <a:off x="1784350" y="377826"/>
            <a:ext cx="1374775" cy="4216400"/>
          </a:xfrm>
          <a:prstGeom prst="bentConnector4">
            <a:avLst>
              <a:gd name="adj1" fmla="val 45380"/>
              <a:gd name="adj2" fmla="val 105875"/>
            </a:avLst>
          </a:prstGeom>
          <a:noFill/>
          <a:ln w="19050">
            <a:solidFill>
              <a:srgbClr val="008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1757" name="Text Box 106"/>
          <p:cNvSpPr txBox="1">
            <a:spLocks noChangeArrowheads="1"/>
          </p:cNvSpPr>
          <p:nvPr/>
        </p:nvSpPr>
        <p:spPr bwMode="auto">
          <a:xfrm>
            <a:off x="4859338" y="2609850"/>
            <a:ext cx="123623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endParaRPr lang="ko-KR" altLang="en-US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SOL V/V , LAMP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RELAY,TIMER,MC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vv..</a:t>
            </a:r>
            <a:endParaRPr lang="ko-KR" altLang="en-US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58" name="Text Box 107"/>
          <p:cNvSpPr txBox="1">
            <a:spLocks noChangeArrowheads="1"/>
          </p:cNvSpPr>
          <p:nvPr/>
        </p:nvSpPr>
        <p:spPr bwMode="auto">
          <a:xfrm>
            <a:off x="5202238" y="1782763"/>
            <a:ext cx="73129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1759" name="Group 108"/>
          <p:cNvGrpSpPr>
            <a:grpSpLocks/>
          </p:cNvGrpSpPr>
          <p:nvPr/>
        </p:nvGrpSpPr>
        <p:grpSpPr bwMode="auto">
          <a:xfrm>
            <a:off x="4748213" y="1549400"/>
            <a:ext cx="685800" cy="219075"/>
            <a:chOff x="3696" y="1152"/>
            <a:chExt cx="1584" cy="528"/>
          </a:xfrm>
        </p:grpSpPr>
        <p:sp>
          <p:nvSpPr>
            <p:cNvPr id="32081" name="AutoShape 109"/>
            <p:cNvSpPr>
              <a:spLocks noChangeArrowheads="1"/>
            </p:cNvSpPr>
            <p:nvPr/>
          </p:nvSpPr>
          <p:spPr bwMode="auto">
            <a:xfrm>
              <a:off x="3696" y="1152"/>
              <a:ext cx="1584" cy="528"/>
            </a:xfrm>
            <a:prstGeom prst="cube">
              <a:avLst>
                <a:gd name="adj" fmla="val 4375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82" name="Oval 110"/>
            <p:cNvSpPr>
              <a:spLocks noChangeArrowheads="1"/>
            </p:cNvSpPr>
            <p:nvPr/>
          </p:nvSpPr>
          <p:spPr bwMode="auto">
            <a:xfrm>
              <a:off x="3840" y="1296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83" name="Oval 111"/>
            <p:cNvSpPr>
              <a:spLocks noChangeArrowheads="1"/>
            </p:cNvSpPr>
            <p:nvPr/>
          </p:nvSpPr>
          <p:spPr bwMode="auto">
            <a:xfrm>
              <a:off x="3984" y="1296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84" name="Oval 112"/>
            <p:cNvSpPr>
              <a:spLocks noChangeArrowheads="1"/>
            </p:cNvSpPr>
            <p:nvPr/>
          </p:nvSpPr>
          <p:spPr bwMode="auto">
            <a:xfrm>
              <a:off x="4128" y="1296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85" name="Oval 113"/>
            <p:cNvSpPr>
              <a:spLocks noChangeArrowheads="1"/>
            </p:cNvSpPr>
            <p:nvPr/>
          </p:nvSpPr>
          <p:spPr bwMode="auto">
            <a:xfrm>
              <a:off x="4272" y="1296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86" name="Oval 114"/>
            <p:cNvSpPr>
              <a:spLocks noChangeArrowheads="1"/>
            </p:cNvSpPr>
            <p:nvPr/>
          </p:nvSpPr>
          <p:spPr bwMode="auto">
            <a:xfrm>
              <a:off x="4416" y="1296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87" name="Oval 115"/>
            <p:cNvSpPr>
              <a:spLocks noChangeArrowheads="1"/>
            </p:cNvSpPr>
            <p:nvPr/>
          </p:nvSpPr>
          <p:spPr bwMode="auto">
            <a:xfrm>
              <a:off x="4560" y="1296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88" name="Oval 116"/>
            <p:cNvSpPr>
              <a:spLocks noChangeArrowheads="1"/>
            </p:cNvSpPr>
            <p:nvPr/>
          </p:nvSpPr>
          <p:spPr bwMode="auto">
            <a:xfrm>
              <a:off x="4704" y="1296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89" name="Oval 117"/>
            <p:cNvSpPr>
              <a:spLocks noChangeArrowheads="1"/>
            </p:cNvSpPr>
            <p:nvPr/>
          </p:nvSpPr>
          <p:spPr bwMode="auto">
            <a:xfrm>
              <a:off x="4848" y="1296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90" name="Oval 118"/>
            <p:cNvSpPr>
              <a:spLocks noChangeArrowheads="1"/>
            </p:cNvSpPr>
            <p:nvPr/>
          </p:nvSpPr>
          <p:spPr bwMode="auto">
            <a:xfrm>
              <a:off x="3996" y="1170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91" name="Oval 119"/>
            <p:cNvSpPr>
              <a:spLocks noChangeArrowheads="1"/>
            </p:cNvSpPr>
            <p:nvPr/>
          </p:nvSpPr>
          <p:spPr bwMode="auto">
            <a:xfrm>
              <a:off x="4140" y="1170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92" name="Oval 120"/>
            <p:cNvSpPr>
              <a:spLocks noChangeArrowheads="1"/>
            </p:cNvSpPr>
            <p:nvPr/>
          </p:nvSpPr>
          <p:spPr bwMode="auto">
            <a:xfrm>
              <a:off x="4284" y="1170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93" name="Oval 121"/>
            <p:cNvSpPr>
              <a:spLocks noChangeArrowheads="1"/>
            </p:cNvSpPr>
            <p:nvPr/>
          </p:nvSpPr>
          <p:spPr bwMode="auto">
            <a:xfrm>
              <a:off x="4428" y="1170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94" name="Oval 122"/>
            <p:cNvSpPr>
              <a:spLocks noChangeArrowheads="1"/>
            </p:cNvSpPr>
            <p:nvPr/>
          </p:nvSpPr>
          <p:spPr bwMode="auto">
            <a:xfrm>
              <a:off x="4572" y="1170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95" name="Oval 123"/>
            <p:cNvSpPr>
              <a:spLocks noChangeArrowheads="1"/>
            </p:cNvSpPr>
            <p:nvPr/>
          </p:nvSpPr>
          <p:spPr bwMode="auto">
            <a:xfrm>
              <a:off x="4716" y="1170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96" name="Oval 124"/>
            <p:cNvSpPr>
              <a:spLocks noChangeArrowheads="1"/>
            </p:cNvSpPr>
            <p:nvPr/>
          </p:nvSpPr>
          <p:spPr bwMode="auto">
            <a:xfrm>
              <a:off x="4860" y="1170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97" name="Oval 125"/>
            <p:cNvSpPr>
              <a:spLocks noChangeArrowheads="1"/>
            </p:cNvSpPr>
            <p:nvPr/>
          </p:nvSpPr>
          <p:spPr bwMode="auto">
            <a:xfrm>
              <a:off x="5004" y="1170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98" name="AutoShape 126"/>
            <p:cNvSpPr>
              <a:spLocks noChangeArrowheads="1"/>
            </p:cNvSpPr>
            <p:nvPr/>
          </p:nvSpPr>
          <p:spPr bwMode="auto">
            <a:xfrm>
              <a:off x="3822" y="1212"/>
              <a:ext cx="1344" cy="66"/>
            </a:xfrm>
            <a:prstGeom prst="cube">
              <a:avLst>
                <a:gd name="adj" fmla="val 3125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1760" name="Group 127"/>
          <p:cNvGrpSpPr>
            <a:grpSpLocks/>
          </p:cNvGrpSpPr>
          <p:nvPr/>
        </p:nvGrpSpPr>
        <p:grpSpPr bwMode="auto">
          <a:xfrm>
            <a:off x="5707063" y="1563688"/>
            <a:ext cx="684212" cy="219075"/>
            <a:chOff x="3696" y="1152"/>
            <a:chExt cx="1584" cy="528"/>
          </a:xfrm>
        </p:grpSpPr>
        <p:sp>
          <p:nvSpPr>
            <p:cNvPr id="32063" name="AutoShape 128"/>
            <p:cNvSpPr>
              <a:spLocks noChangeArrowheads="1"/>
            </p:cNvSpPr>
            <p:nvPr/>
          </p:nvSpPr>
          <p:spPr bwMode="auto">
            <a:xfrm>
              <a:off x="3696" y="1152"/>
              <a:ext cx="1584" cy="528"/>
            </a:xfrm>
            <a:prstGeom prst="cube">
              <a:avLst>
                <a:gd name="adj" fmla="val 4375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64" name="Oval 129"/>
            <p:cNvSpPr>
              <a:spLocks noChangeArrowheads="1"/>
            </p:cNvSpPr>
            <p:nvPr/>
          </p:nvSpPr>
          <p:spPr bwMode="auto">
            <a:xfrm>
              <a:off x="3840" y="1296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65" name="Oval 130"/>
            <p:cNvSpPr>
              <a:spLocks noChangeArrowheads="1"/>
            </p:cNvSpPr>
            <p:nvPr/>
          </p:nvSpPr>
          <p:spPr bwMode="auto">
            <a:xfrm>
              <a:off x="3984" y="1296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66" name="Oval 131"/>
            <p:cNvSpPr>
              <a:spLocks noChangeArrowheads="1"/>
            </p:cNvSpPr>
            <p:nvPr/>
          </p:nvSpPr>
          <p:spPr bwMode="auto">
            <a:xfrm>
              <a:off x="4128" y="1296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67" name="Oval 132"/>
            <p:cNvSpPr>
              <a:spLocks noChangeArrowheads="1"/>
            </p:cNvSpPr>
            <p:nvPr/>
          </p:nvSpPr>
          <p:spPr bwMode="auto">
            <a:xfrm>
              <a:off x="4272" y="1296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68" name="Oval 133"/>
            <p:cNvSpPr>
              <a:spLocks noChangeArrowheads="1"/>
            </p:cNvSpPr>
            <p:nvPr/>
          </p:nvSpPr>
          <p:spPr bwMode="auto">
            <a:xfrm>
              <a:off x="4416" y="1296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69" name="Oval 134"/>
            <p:cNvSpPr>
              <a:spLocks noChangeArrowheads="1"/>
            </p:cNvSpPr>
            <p:nvPr/>
          </p:nvSpPr>
          <p:spPr bwMode="auto">
            <a:xfrm>
              <a:off x="4560" y="1296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70" name="Oval 135"/>
            <p:cNvSpPr>
              <a:spLocks noChangeArrowheads="1"/>
            </p:cNvSpPr>
            <p:nvPr/>
          </p:nvSpPr>
          <p:spPr bwMode="auto">
            <a:xfrm>
              <a:off x="4704" y="1296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71" name="Oval 136"/>
            <p:cNvSpPr>
              <a:spLocks noChangeArrowheads="1"/>
            </p:cNvSpPr>
            <p:nvPr/>
          </p:nvSpPr>
          <p:spPr bwMode="auto">
            <a:xfrm>
              <a:off x="4848" y="1296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72" name="Oval 137"/>
            <p:cNvSpPr>
              <a:spLocks noChangeArrowheads="1"/>
            </p:cNvSpPr>
            <p:nvPr/>
          </p:nvSpPr>
          <p:spPr bwMode="auto">
            <a:xfrm>
              <a:off x="3996" y="1170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73" name="Oval 138"/>
            <p:cNvSpPr>
              <a:spLocks noChangeArrowheads="1"/>
            </p:cNvSpPr>
            <p:nvPr/>
          </p:nvSpPr>
          <p:spPr bwMode="auto">
            <a:xfrm>
              <a:off x="4140" y="1170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74" name="Oval 139"/>
            <p:cNvSpPr>
              <a:spLocks noChangeArrowheads="1"/>
            </p:cNvSpPr>
            <p:nvPr/>
          </p:nvSpPr>
          <p:spPr bwMode="auto">
            <a:xfrm>
              <a:off x="4284" y="1170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75" name="Oval 140"/>
            <p:cNvSpPr>
              <a:spLocks noChangeArrowheads="1"/>
            </p:cNvSpPr>
            <p:nvPr/>
          </p:nvSpPr>
          <p:spPr bwMode="auto">
            <a:xfrm>
              <a:off x="4428" y="1170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76" name="Oval 141"/>
            <p:cNvSpPr>
              <a:spLocks noChangeArrowheads="1"/>
            </p:cNvSpPr>
            <p:nvPr/>
          </p:nvSpPr>
          <p:spPr bwMode="auto">
            <a:xfrm>
              <a:off x="4572" y="1170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77" name="Oval 142"/>
            <p:cNvSpPr>
              <a:spLocks noChangeArrowheads="1"/>
            </p:cNvSpPr>
            <p:nvPr/>
          </p:nvSpPr>
          <p:spPr bwMode="auto">
            <a:xfrm>
              <a:off x="4716" y="1170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78" name="Oval 143"/>
            <p:cNvSpPr>
              <a:spLocks noChangeArrowheads="1"/>
            </p:cNvSpPr>
            <p:nvPr/>
          </p:nvSpPr>
          <p:spPr bwMode="auto">
            <a:xfrm>
              <a:off x="4860" y="1170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79" name="Oval 144"/>
            <p:cNvSpPr>
              <a:spLocks noChangeArrowheads="1"/>
            </p:cNvSpPr>
            <p:nvPr/>
          </p:nvSpPr>
          <p:spPr bwMode="auto">
            <a:xfrm>
              <a:off x="5004" y="1170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80" name="AutoShape 145"/>
            <p:cNvSpPr>
              <a:spLocks noChangeArrowheads="1"/>
            </p:cNvSpPr>
            <p:nvPr/>
          </p:nvSpPr>
          <p:spPr bwMode="auto">
            <a:xfrm>
              <a:off x="3822" y="1212"/>
              <a:ext cx="1344" cy="66"/>
            </a:xfrm>
            <a:prstGeom prst="cube">
              <a:avLst>
                <a:gd name="adj" fmla="val 3125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1761" name="Line 146"/>
          <p:cNvSpPr>
            <a:spLocks noChangeShapeType="1"/>
          </p:cNvSpPr>
          <p:nvPr/>
        </p:nvSpPr>
        <p:spPr bwMode="auto">
          <a:xfrm flipV="1">
            <a:off x="6046788" y="1782763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62" name="Text Box 147"/>
          <p:cNvSpPr txBox="1">
            <a:spLocks noChangeArrowheads="1"/>
          </p:cNvSpPr>
          <p:nvPr/>
        </p:nvSpPr>
        <p:spPr bwMode="auto">
          <a:xfrm>
            <a:off x="7037388" y="2035175"/>
            <a:ext cx="1765227" cy="338554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endParaRPr lang="ko-KR" altLang="en-US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SENSOR,S/W,TOUCH SCREEN 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vv..</a:t>
            </a:r>
            <a:endParaRPr lang="ko-KR" altLang="en-US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63" name="Line 148"/>
          <p:cNvSpPr>
            <a:spLocks noChangeShapeType="1"/>
          </p:cNvSpPr>
          <p:nvPr/>
        </p:nvSpPr>
        <p:spPr bwMode="auto">
          <a:xfrm>
            <a:off x="6046788" y="2220913"/>
            <a:ext cx="9906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1764" name="Group 149"/>
          <p:cNvGrpSpPr>
            <a:grpSpLocks/>
          </p:cNvGrpSpPr>
          <p:nvPr/>
        </p:nvGrpSpPr>
        <p:grpSpPr bwMode="auto">
          <a:xfrm>
            <a:off x="6808791" y="1127125"/>
            <a:ext cx="1166813" cy="798513"/>
            <a:chOff x="4800" y="480"/>
            <a:chExt cx="735" cy="526"/>
          </a:xfrm>
        </p:grpSpPr>
        <p:grpSp>
          <p:nvGrpSpPr>
            <p:cNvPr id="32034" name="Group 150"/>
            <p:cNvGrpSpPr>
              <a:grpSpLocks/>
            </p:cNvGrpSpPr>
            <p:nvPr/>
          </p:nvGrpSpPr>
          <p:grpSpPr bwMode="auto">
            <a:xfrm>
              <a:off x="4800" y="480"/>
              <a:ext cx="700" cy="339"/>
              <a:chOff x="4436" y="429"/>
              <a:chExt cx="892" cy="419"/>
            </a:xfrm>
          </p:grpSpPr>
          <p:grpSp>
            <p:nvGrpSpPr>
              <p:cNvPr id="32036" name="Group 151"/>
              <p:cNvGrpSpPr>
                <a:grpSpLocks/>
              </p:cNvGrpSpPr>
              <p:nvPr/>
            </p:nvGrpSpPr>
            <p:grpSpPr bwMode="auto">
              <a:xfrm>
                <a:off x="4436" y="429"/>
                <a:ext cx="892" cy="339"/>
                <a:chOff x="1572" y="642"/>
                <a:chExt cx="1248" cy="480"/>
              </a:xfrm>
            </p:grpSpPr>
            <p:sp>
              <p:nvSpPr>
                <p:cNvPr id="32060" name="AutoShape 152"/>
                <p:cNvSpPr>
                  <a:spLocks noChangeArrowheads="1"/>
                </p:cNvSpPr>
                <p:nvPr/>
              </p:nvSpPr>
              <p:spPr bwMode="auto">
                <a:xfrm>
                  <a:off x="1572" y="642"/>
                  <a:ext cx="1248" cy="480"/>
                </a:xfrm>
                <a:prstGeom prst="cube">
                  <a:avLst>
                    <a:gd name="adj" fmla="val 6458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061" name="AutoShape 153"/>
                <p:cNvSpPr>
                  <a:spLocks noChangeArrowheads="1"/>
                </p:cNvSpPr>
                <p:nvPr/>
              </p:nvSpPr>
              <p:spPr bwMode="auto">
                <a:xfrm>
                  <a:off x="1590" y="792"/>
                  <a:ext cx="48" cy="192"/>
                </a:xfrm>
                <a:prstGeom prst="cube">
                  <a:avLst>
                    <a:gd name="adj" fmla="val 25000"/>
                  </a:avLst>
                </a:prstGeom>
                <a:solidFill>
                  <a:srgbClr val="66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062" name="AutoShape 154"/>
                <p:cNvSpPr>
                  <a:spLocks noChangeArrowheads="1"/>
                </p:cNvSpPr>
                <p:nvPr/>
              </p:nvSpPr>
              <p:spPr bwMode="auto">
                <a:xfrm>
                  <a:off x="2724" y="810"/>
                  <a:ext cx="48" cy="192"/>
                </a:xfrm>
                <a:prstGeom prst="cube">
                  <a:avLst>
                    <a:gd name="adj" fmla="val 25000"/>
                  </a:avLst>
                </a:prstGeom>
                <a:solidFill>
                  <a:srgbClr val="66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32037" name="AutoShape 155"/>
              <p:cNvSpPr>
                <a:spLocks noChangeArrowheads="1"/>
              </p:cNvSpPr>
              <p:nvPr/>
            </p:nvSpPr>
            <p:spPr bwMode="auto">
              <a:xfrm>
                <a:off x="4507" y="494"/>
                <a:ext cx="193" cy="354"/>
              </a:xfrm>
              <a:prstGeom prst="cube">
                <a:avLst>
                  <a:gd name="adj" fmla="val 34634"/>
                </a:avLst>
              </a:prstGeom>
              <a:solidFill>
                <a:srgbClr val="FF66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latinLnBrk="1" hangingPunct="1">
                  <a:lnSpc>
                    <a:spcPct val="100000"/>
                  </a:lnSpc>
                </a:pPr>
                <a:endParaRPr lang="ko-KR" altLang="ko-KR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38" name="AutoShape 156"/>
              <p:cNvSpPr>
                <a:spLocks noChangeArrowheads="1"/>
              </p:cNvSpPr>
              <p:nvPr/>
            </p:nvSpPr>
            <p:spPr bwMode="auto">
              <a:xfrm>
                <a:off x="4636" y="480"/>
                <a:ext cx="172" cy="365"/>
              </a:xfrm>
              <a:prstGeom prst="cube">
                <a:avLst>
                  <a:gd name="adj" fmla="val 48440"/>
                </a:avLst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39" name="AutoShape 157"/>
              <p:cNvSpPr>
                <a:spLocks noChangeArrowheads="1"/>
              </p:cNvSpPr>
              <p:nvPr/>
            </p:nvSpPr>
            <p:spPr bwMode="auto">
              <a:xfrm>
                <a:off x="4729" y="480"/>
                <a:ext cx="173" cy="364"/>
              </a:xfrm>
              <a:prstGeom prst="cube">
                <a:avLst>
                  <a:gd name="adj" fmla="val 48440"/>
                </a:avLst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40" name="Rectangle 158"/>
              <p:cNvSpPr>
                <a:spLocks noChangeArrowheads="1"/>
              </p:cNvSpPr>
              <p:nvPr/>
            </p:nvSpPr>
            <p:spPr bwMode="auto">
              <a:xfrm>
                <a:off x="4507" y="693"/>
                <a:ext cx="115" cy="155"/>
              </a:xfrm>
              <a:prstGeom prst="rect">
                <a:avLst/>
              </a:prstGeom>
              <a:solidFill>
                <a:srgbClr val="FF66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41" name="Rectangle 159"/>
              <p:cNvSpPr>
                <a:spLocks noChangeArrowheads="1"/>
              </p:cNvSpPr>
              <p:nvPr/>
            </p:nvSpPr>
            <p:spPr bwMode="auto">
              <a:xfrm>
                <a:off x="4640" y="709"/>
                <a:ext cx="86" cy="45"/>
              </a:xfrm>
              <a:prstGeom prst="rect">
                <a:avLst/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42" name="Rectangle 160"/>
              <p:cNvSpPr>
                <a:spLocks noChangeArrowheads="1"/>
              </p:cNvSpPr>
              <p:nvPr/>
            </p:nvSpPr>
            <p:spPr bwMode="auto">
              <a:xfrm>
                <a:off x="4640" y="759"/>
                <a:ext cx="86" cy="44"/>
              </a:xfrm>
              <a:prstGeom prst="rect">
                <a:avLst/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43" name="Oval 161"/>
              <p:cNvSpPr>
                <a:spLocks noChangeArrowheads="1"/>
              </p:cNvSpPr>
              <p:nvPr/>
            </p:nvSpPr>
            <p:spPr bwMode="auto">
              <a:xfrm>
                <a:off x="4650" y="560"/>
                <a:ext cx="29" cy="22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44" name="Oval 162"/>
              <p:cNvSpPr>
                <a:spLocks noChangeArrowheads="1"/>
              </p:cNvSpPr>
              <p:nvPr/>
            </p:nvSpPr>
            <p:spPr bwMode="auto">
              <a:xfrm>
                <a:off x="4679" y="552"/>
                <a:ext cx="28" cy="22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45" name="AutoShape 163"/>
              <p:cNvSpPr>
                <a:spLocks noChangeArrowheads="1"/>
              </p:cNvSpPr>
              <p:nvPr/>
            </p:nvSpPr>
            <p:spPr bwMode="auto">
              <a:xfrm>
                <a:off x="4819" y="480"/>
                <a:ext cx="172" cy="364"/>
              </a:xfrm>
              <a:prstGeom prst="cube">
                <a:avLst>
                  <a:gd name="adj" fmla="val 48440"/>
                </a:avLst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46" name="AutoShape 164"/>
              <p:cNvSpPr>
                <a:spLocks noChangeArrowheads="1"/>
              </p:cNvSpPr>
              <p:nvPr/>
            </p:nvSpPr>
            <p:spPr bwMode="auto">
              <a:xfrm>
                <a:off x="4909" y="480"/>
                <a:ext cx="172" cy="364"/>
              </a:xfrm>
              <a:prstGeom prst="cube">
                <a:avLst>
                  <a:gd name="adj" fmla="val 48440"/>
                </a:avLst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47" name="AutoShape 165"/>
              <p:cNvSpPr>
                <a:spLocks noChangeArrowheads="1"/>
              </p:cNvSpPr>
              <p:nvPr/>
            </p:nvSpPr>
            <p:spPr bwMode="auto">
              <a:xfrm>
                <a:off x="4995" y="480"/>
                <a:ext cx="172" cy="364"/>
              </a:xfrm>
              <a:prstGeom prst="cube">
                <a:avLst>
                  <a:gd name="adj" fmla="val 48440"/>
                </a:avLst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48" name="Rectangle 166"/>
              <p:cNvSpPr>
                <a:spLocks noChangeArrowheads="1"/>
              </p:cNvSpPr>
              <p:nvPr/>
            </p:nvSpPr>
            <p:spPr bwMode="auto">
              <a:xfrm>
                <a:off x="4740" y="602"/>
                <a:ext cx="28" cy="22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49" name="Rectangle 167"/>
              <p:cNvSpPr>
                <a:spLocks noChangeArrowheads="1"/>
              </p:cNvSpPr>
              <p:nvPr/>
            </p:nvSpPr>
            <p:spPr bwMode="auto">
              <a:xfrm>
                <a:off x="4780" y="602"/>
                <a:ext cx="28" cy="22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50" name="AutoShape 168"/>
              <p:cNvSpPr>
                <a:spLocks noChangeArrowheads="1"/>
              </p:cNvSpPr>
              <p:nvPr/>
            </p:nvSpPr>
            <p:spPr bwMode="auto">
              <a:xfrm>
                <a:off x="5081" y="480"/>
                <a:ext cx="172" cy="364"/>
              </a:xfrm>
              <a:prstGeom prst="cube">
                <a:avLst>
                  <a:gd name="adj" fmla="val 48440"/>
                </a:avLst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51" name="Rectangle 169"/>
              <p:cNvSpPr>
                <a:spLocks noChangeArrowheads="1"/>
              </p:cNvSpPr>
              <p:nvPr/>
            </p:nvSpPr>
            <p:spPr bwMode="auto">
              <a:xfrm>
                <a:off x="4830" y="602"/>
                <a:ext cx="29" cy="22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52" name="Rectangle 170"/>
              <p:cNvSpPr>
                <a:spLocks noChangeArrowheads="1"/>
              </p:cNvSpPr>
              <p:nvPr/>
            </p:nvSpPr>
            <p:spPr bwMode="auto">
              <a:xfrm>
                <a:off x="4870" y="602"/>
                <a:ext cx="28" cy="22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53" name="Rectangle 171"/>
              <p:cNvSpPr>
                <a:spLocks noChangeArrowheads="1"/>
              </p:cNvSpPr>
              <p:nvPr/>
            </p:nvSpPr>
            <p:spPr bwMode="auto">
              <a:xfrm>
                <a:off x="4762" y="568"/>
                <a:ext cx="28" cy="23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54" name="Rectangle 172"/>
              <p:cNvSpPr>
                <a:spLocks noChangeArrowheads="1"/>
              </p:cNvSpPr>
              <p:nvPr/>
            </p:nvSpPr>
            <p:spPr bwMode="auto">
              <a:xfrm>
                <a:off x="4844" y="568"/>
                <a:ext cx="29" cy="23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55" name="Rectangle 173"/>
              <p:cNvSpPr>
                <a:spLocks noChangeArrowheads="1"/>
              </p:cNvSpPr>
              <p:nvPr/>
            </p:nvSpPr>
            <p:spPr bwMode="auto">
              <a:xfrm>
                <a:off x="5006" y="613"/>
                <a:ext cx="30" cy="7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56" name="Rectangle 174"/>
              <p:cNvSpPr>
                <a:spLocks noChangeArrowheads="1"/>
              </p:cNvSpPr>
              <p:nvPr/>
            </p:nvSpPr>
            <p:spPr bwMode="auto">
              <a:xfrm>
                <a:off x="4919" y="729"/>
                <a:ext cx="29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57" name="Rectangle 175"/>
              <p:cNvSpPr>
                <a:spLocks noChangeArrowheads="1"/>
              </p:cNvSpPr>
              <p:nvPr/>
            </p:nvSpPr>
            <p:spPr bwMode="auto">
              <a:xfrm>
                <a:off x="5045" y="745"/>
                <a:ext cx="30" cy="7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58" name="Rectangle 176"/>
              <p:cNvSpPr>
                <a:spLocks noChangeArrowheads="1"/>
              </p:cNvSpPr>
              <p:nvPr/>
            </p:nvSpPr>
            <p:spPr bwMode="auto">
              <a:xfrm>
                <a:off x="5006" y="745"/>
                <a:ext cx="30" cy="7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59" name="Rectangle 177"/>
              <p:cNvSpPr>
                <a:spLocks noChangeArrowheads="1"/>
              </p:cNvSpPr>
              <p:nvPr/>
            </p:nvSpPr>
            <p:spPr bwMode="auto">
              <a:xfrm>
                <a:off x="5052" y="613"/>
                <a:ext cx="15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2035" name="Text Box 178"/>
            <p:cNvSpPr txBox="1">
              <a:spLocks noChangeArrowheads="1"/>
            </p:cNvSpPr>
            <p:nvPr/>
          </p:nvSpPr>
          <p:spPr bwMode="auto">
            <a:xfrm>
              <a:off x="5036" y="864"/>
              <a:ext cx="499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[</a:t>
              </a:r>
              <a:r>
                <a:rPr lang="en-US" altLang="ko-KR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Thiết</a:t>
              </a:r>
              <a:r>
                <a:rPr lang="en-US" altLang="ko-KR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bị</a:t>
              </a:r>
              <a:r>
                <a:rPr lang="en-US" altLang="ko-KR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khác</a:t>
              </a:r>
              <a:r>
                <a:rPr lang="en-US" altLang="ko-KR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]</a:t>
              </a:r>
              <a:endPara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cxnSp>
        <p:nvCxnSpPr>
          <p:cNvPr id="31765" name="AutoShape 179"/>
          <p:cNvCxnSpPr>
            <a:cxnSpLocks noChangeShapeType="1"/>
            <a:stCxn id="32061" idx="2"/>
            <a:endCxn id="32158" idx="1"/>
          </p:cNvCxnSpPr>
          <p:nvPr/>
        </p:nvCxnSpPr>
        <p:spPr bwMode="auto">
          <a:xfrm rot="10800000" flipV="1">
            <a:off x="3824288" y="1346200"/>
            <a:ext cx="3000375" cy="304800"/>
          </a:xfrm>
          <a:prstGeom prst="bentConnector2">
            <a:avLst/>
          </a:prstGeom>
          <a:noFill/>
          <a:ln w="19050">
            <a:solidFill>
              <a:srgbClr val="008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1766" name="Group 180"/>
          <p:cNvGrpSpPr>
            <a:grpSpLocks/>
          </p:cNvGrpSpPr>
          <p:nvPr/>
        </p:nvGrpSpPr>
        <p:grpSpPr bwMode="auto">
          <a:xfrm>
            <a:off x="331788" y="981075"/>
            <a:ext cx="793750" cy="1573213"/>
            <a:chOff x="8" y="548"/>
            <a:chExt cx="500" cy="1036"/>
          </a:xfrm>
        </p:grpSpPr>
        <p:sp>
          <p:nvSpPr>
            <p:cNvPr id="32010" name="Text Box 181"/>
            <p:cNvSpPr txBox="1">
              <a:spLocks noChangeArrowheads="1"/>
            </p:cNvSpPr>
            <p:nvPr/>
          </p:nvSpPr>
          <p:spPr bwMode="auto">
            <a:xfrm>
              <a:off x="8" y="548"/>
              <a:ext cx="434" cy="1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  S  T  E</a:t>
              </a:r>
            </a:p>
          </p:txBody>
        </p:sp>
        <p:grpSp>
          <p:nvGrpSpPr>
            <p:cNvPr id="32011" name="Group 182"/>
            <p:cNvGrpSpPr>
              <a:grpSpLocks/>
            </p:cNvGrpSpPr>
            <p:nvPr/>
          </p:nvGrpSpPr>
          <p:grpSpPr bwMode="auto">
            <a:xfrm>
              <a:off x="54" y="688"/>
              <a:ext cx="388" cy="896"/>
              <a:chOff x="54" y="688"/>
              <a:chExt cx="388" cy="896"/>
            </a:xfrm>
          </p:grpSpPr>
          <p:grpSp>
            <p:nvGrpSpPr>
              <p:cNvPr id="32013" name="Group 183"/>
              <p:cNvGrpSpPr>
                <a:grpSpLocks/>
              </p:cNvGrpSpPr>
              <p:nvPr/>
            </p:nvGrpSpPr>
            <p:grpSpPr bwMode="auto">
              <a:xfrm>
                <a:off x="54" y="690"/>
                <a:ext cx="114" cy="846"/>
                <a:chOff x="94" y="690"/>
                <a:chExt cx="114" cy="846"/>
              </a:xfrm>
            </p:grpSpPr>
            <p:sp>
              <p:nvSpPr>
                <p:cNvPr id="32029" name="Line 184"/>
                <p:cNvSpPr>
                  <a:spLocks noChangeShapeType="1"/>
                </p:cNvSpPr>
                <p:nvPr/>
              </p:nvSpPr>
              <p:spPr bwMode="auto">
                <a:xfrm>
                  <a:off x="112" y="690"/>
                  <a:ext cx="0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030" name="Line 185"/>
                <p:cNvSpPr>
                  <a:spLocks noChangeShapeType="1"/>
                </p:cNvSpPr>
                <p:nvPr/>
              </p:nvSpPr>
              <p:spPr bwMode="auto">
                <a:xfrm>
                  <a:off x="118" y="1200"/>
                  <a:ext cx="0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031" name="Oval 186"/>
                <p:cNvSpPr>
                  <a:spLocks noChangeArrowheads="1"/>
                </p:cNvSpPr>
                <p:nvPr/>
              </p:nvSpPr>
              <p:spPr bwMode="auto">
                <a:xfrm>
                  <a:off x="94" y="1026"/>
                  <a:ext cx="48" cy="48"/>
                </a:xfrm>
                <a:prstGeom prst="ellipse">
                  <a:avLst/>
                </a:prstGeom>
                <a:solidFill>
                  <a:schemeClr val="accent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032" name="Oval 187"/>
                <p:cNvSpPr>
                  <a:spLocks noChangeArrowheads="1"/>
                </p:cNvSpPr>
                <p:nvPr/>
              </p:nvSpPr>
              <p:spPr bwMode="auto">
                <a:xfrm>
                  <a:off x="94" y="1170"/>
                  <a:ext cx="48" cy="48"/>
                </a:xfrm>
                <a:prstGeom prst="ellipse">
                  <a:avLst/>
                </a:prstGeom>
                <a:solidFill>
                  <a:schemeClr val="accent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033" name="Freeform 188"/>
                <p:cNvSpPr>
                  <a:spLocks/>
                </p:cNvSpPr>
                <p:nvPr/>
              </p:nvSpPr>
              <p:spPr bwMode="auto">
                <a:xfrm>
                  <a:off x="160" y="1074"/>
                  <a:ext cx="48" cy="96"/>
                </a:xfrm>
                <a:custGeom>
                  <a:avLst/>
                  <a:gdLst>
                    <a:gd name="T0" fmla="*/ 0 w 48"/>
                    <a:gd name="T1" fmla="*/ 0 h 96"/>
                    <a:gd name="T2" fmla="*/ 48 w 48"/>
                    <a:gd name="T3" fmla="*/ 48 h 96"/>
                    <a:gd name="T4" fmla="*/ 0 w 48"/>
                    <a:gd name="T5" fmla="*/ 96 h 96"/>
                    <a:gd name="T6" fmla="*/ 0 60000 65536"/>
                    <a:gd name="T7" fmla="*/ 0 60000 65536"/>
                    <a:gd name="T8" fmla="*/ 0 60000 65536"/>
                    <a:gd name="T9" fmla="*/ 0 w 48"/>
                    <a:gd name="T10" fmla="*/ 0 h 96"/>
                    <a:gd name="T11" fmla="*/ 48 w 48"/>
                    <a:gd name="T12" fmla="*/ 96 h 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8" h="96">
                      <a:moveTo>
                        <a:pt x="0" y="0"/>
                      </a:moveTo>
                      <a:cubicBezTo>
                        <a:pt x="24" y="16"/>
                        <a:pt x="48" y="32"/>
                        <a:pt x="48" y="48"/>
                      </a:cubicBezTo>
                      <a:cubicBezTo>
                        <a:pt x="48" y="64"/>
                        <a:pt x="24" y="80"/>
                        <a:pt x="0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32014" name="Line 189"/>
              <p:cNvSpPr>
                <a:spLocks noChangeShapeType="1"/>
              </p:cNvSpPr>
              <p:nvPr/>
            </p:nvSpPr>
            <p:spPr bwMode="auto">
              <a:xfrm>
                <a:off x="198" y="690"/>
                <a:ext cx="0" cy="33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15" name="Line 190"/>
              <p:cNvSpPr>
                <a:spLocks noChangeShapeType="1"/>
              </p:cNvSpPr>
              <p:nvPr/>
            </p:nvSpPr>
            <p:spPr bwMode="auto">
              <a:xfrm>
                <a:off x="204" y="1200"/>
                <a:ext cx="0" cy="33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16" name="Oval 191"/>
              <p:cNvSpPr>
                <a:spLocks noChangeArrowheads="1"/>
              </p:cNvSpPr>
              <p:nvPr/>
            </p:nvSpPr>
            <p:spPr bwMode="auto">
              <a:xfrm>
                <a:off x="180" y="1026"/>
                <a:ext cx="48" cy="48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17" name="Oval 192"/>
              <p:cNvSpPr>
                <a:spLocks noChangeArrowheads="1"/>
              </p:cNvSpPr>
              <p:nvPr/>
            </p:nvSpPr>
            <p:spPr bwMode="auto">
              <a:xfrm>
                <a:off x="180" y="1170"/>
                <a:ext cx="48" cy="48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18" name="Freeform 193"/>
              <p:cNvSpPr>
                <a:spLocks/>
              </p:cNvSpPr>
              <p:nvPr/>
            </p:nvSpPr>
            <p:spPr bwMode="auto">
              <a:xfrm>
                <a:off x="246" y="1074"/>
                <a:ext cx="48" cy="96"/>
              </a:xfrm>
              <a:custGeom>
                <a:avLst/>
                <a:gdLst>
                  <a:gd name="T0" fmla="*/ 0 w 48"/>
                  <a:gd name="T1" fmla="*/ 0 h 96"/>
                  <a:gd name="T2" fmla="*/ 48 w 48"/>
                  <a:gd name="T3" fmla="*/ 48 h 96"/>
                  <a:gd name="T4" fmla="*/ 0 w 48"/>
                  <a:gd name="T5" fmla="*/ 96 h 96"/>
                  <a:gd name="T6" fmla="*/ 0 60000 65536"/>
                  <a:gd name="T7" fmla="*/ 0 60000 65536"/>
                  <a:gd name="T8" fmla="*/ 0 60000 65536"/>
                  <a:gd name="T9" fmla="*/ 0 w 48"/>
                  <a:gd name="T10" fmla="*/ 0 h 96"/>
                  <a:gd name="T11" fmla="*/ 48 w 48"/>
                  <a:gd name="T12" fmla="*/ 96 h 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8" h="96">
                    <a:moveTo>
                      <a:pt x="0" y="0"/>
                    </a:moveTo>
                    <a:cubicBezTo>
                      <a:pt x="24" y="16"/>
                      <a:pt x="48" y="32"/>
                      <a:pt x="48" y="48"/>
                    </a:cubicBezTo>
                    <a:cubicBezTo>
                      <a:pt x="48" y="64"/>
                      <a:pt x="24" y="80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19" name="Line 194"/>
              <p:cNvSpPr>
                <a:spLocks noChangeShapeType="1"/>
              </p:cNvSpPr>
              <p:nvPr/>
            </p:nvSpPr>
            <p:spPr bwMode="auto">
              <a:xfrm>
                <a:off x="324" y="690"/>
                <a:ext cx="0" cy="33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20" name="Line 195"/>
              <p:cNvSpPr>
                <a:spLocks noChangeShapeType="1"/>
              </p:cNvSpPr>
              <p:nvPr/>
            </p:nvSpPr>
            <p:spPr bwMode="auto">
              <a:xfrm>
                <a:off x="330" y="1200"/>
                <a:ext cx="0" cy="33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21" name="Oval 196"/>
              <p:cNvSpPr>
                <a:spLocks noChangeArrowheads="1"/>
              </p:cNvSpPr>
              <p:nvPr/>
            </p:nvSpPr>
            <p:spPr bwMode="auto">
              <a:xfrm>
                <a:off x="306" y="1026"/>
                <a:ext cx="48" cy="48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22" name="Oval 197"/>
              <p:cNvSpPr>
                <a:spLocks noChangeArrowheads="1"/>
              </p:cNvSpPr>
              <p:nvPr/>
            </p:nvSpPr>
            <p:spPr bwMode="auto">
              <a:xfrm>
                <a:off x="306" y="1170"/>
                <a:ext cx="48" cy="48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23" name="Rectangle 198"/>
              <p:cNvSpPr>
                <a:spLocks noChangeArrowheads="1"/>
              </p:cNvSpPr>
              <p:nvPr/>
            </p:nvSpPr>
            <p:spPr bwMode="auto">
              <a:xfrm>
                <a:off x="56" y="1536"/>
                <a:ext cx="384" cy="48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24" name="Freeform 199"/>
              <p:cNvSpPr>
                <a:spLocks/>
              </p:cNvSpPr>
              <p:nvPr/>
            </p:nvSpPr>
            <p:spPr bwMode="auto">
              <a:xfrm>
                <a:off x="334" y="1064"/>
                <a:ext cx="48" cy="96"/>
              </a:xfrm>
              <a:custGeom>
                <a:avLst/>
                <a:gdLst>
                  <a:gd name="T0" fmla="*/ 0 w 48"/>
                  <a:gd name="T1" fmla="*/ 0 h 96"/>
                  <a:gd name="T2" fmla="*/ 48 w 48"/>
                  <a:gd name="T3" fmla="*/ 48 h 96"/>
                  <a:gd name="T4" fmla="*/ 0 w 48"/>
                  <a:gd name="T5" fmla="*/ 96 h 96"/>
                  <a:gd name="T6" fmla="*/ 0 60000 65536"/>
                  <a:gd name="T7" fmla="*/ 0 60000 65536"/>
                  <a:gd name="T8" fmla="*/ 0 60000 65536"/>
                  <a:gd name="T9" fmla="*/ 0 w 48"/>
                  <a:gd name="T10" fmla="*/ 0 h 96"/>
                  <a:gd name="T11" fmla="*/ 48 w 48"/>
                  <a:gd name="T12" fmla="*/ 96 h 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8" h="96">
                    <a:moveTo>
                      <a:pt x="0" y="0"/>
                    </a:moveTo>
                    <a:cubicBezTo>
                      <a:pt x="24" y="16"/>
                      <a:pt x="48" y="32"/>
                      <a:pt x="48" y="48"/>
                    </a:cubicBezTo>
                    <a:cubicBezTo>
                      <a:pt x="48" y="64"/>
                      <a:pt x="24" y="80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25" name="Line 200"/>
              <p:cNvSpPr>
                <a:spLocks noChangeShapeType="1"/>
              </p:cNvSpPr>
              <p:nvPr/>
            </p:nvSpPr>
            <p:spPr bwMode="auto">
              <a:xfrm>
                <a:off x="412" y="688"/>
                <a:ext cx="0" cy="33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26" name="Line 201"/>
              <p:cNvSpPr>
                <a:spLocks noChangeShapeType="1"/>
              </p:cNvSpPr>
              <p:nvPr/>
            </p:nvSpPr>
            <p:spPr bwMode="auto">
              <a:xfrm>
                <a:off x="418" y="1198"/>
                <a:ext cx="0" cy="33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27" name="Oval 202"/>
              <p:cNvSpPr>
                <a:spLocks noChangeArrowheads="1"/>
              </p:cNvSpPr>
              <p:nvPr/>
            </p:nvSpPr>
            <p:spPr bwMode="auto">
              <a:xfrm>
                <a:off x="394" y="1024"/>
                <a:ext cx="48" cy="48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28" name="Oval 203"/>
              <p:cNvSpPr>
                <a:spLocks noChangeArrowheads="1"/>
              </p:cNvSpPr>
              <p:nvPr/>
            </p:nvSpPr>
            <p:spPr bwMode="auto">
              <a:xfrm>
                <a:off x="394" y="1168"/>
                <a:ext cx="48" cy="48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2012" name="Freeform 204"/>
            <p:cNvSpPr>
              <a:spLocks/>
            </p:cNvSpPr>
            <p:nvPr/>
          </p:nvSpPr>
          <p:spPr bwMode="auto">
            <a:xfrm>
              <a:off x="460" y="1072"/>
              <a:ext cx="48" cy="96"/>
            </a:xfrm>
            <a:custGeom>
              <a:avLst/>
              <a:gdLst>
                <a:gd name="T0" fmla="*/ 0 w 48"/>
                <a:gd name="T1" fmla="*/ 0 h 96"/>
                <a:gd name="T2" fmla="*/ 48 w 48"/>
                <a:gd name="T3" fmla="*/ 48 h 96"/>
                <a:gd name="T4" fmla="*/ 0 w 48"/>
                <a:gd name="T5" fmla="*/ 96 h 96"/>
                <a:gd name="T6" fmla="*/ 0 60000 65536"/>
                <a:gd name="T7" fmla="*/ 0 60000 65536"/>
                <a:gd name="T8" fmla="*/ 0 60000 65536"/>
                <a:gd name="T9" fmla="*/ 0 w 48"/>
                <a:gd name="T10" fmla="*/ 0 h 96"/>
                <a:gd name="T11" fmla="*/ 48 w 48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8" h="96">
                  <a:moveTo>
                    <a:pt x="0" y="0"/>
                  </a:moveTo>
                  <a:cubicBezTo>
                    <a:pt x="24" y="16"/>
                    <a:pt x="48" y="32"/>
                    <a:pt x="48" y="48"/>
                  </a:cubicBezTo>
                  <a:cubicBezTo>
                    <a:pt x="48" y="64"/>
                    <a:pt x="24" y="80"/>
                    <a:pt x="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cxnSp>
        <p:nvCxnSpPr>
          <p:cNvPr id="31767" name="AutoShape 205"/>
          <p:cNvCxnSpPr>
            <a:cxnSpLocks noChangeShapeType="1"/>
            <a:stCxn id="32167" idx="0"/>
            <a:endCxn id="32080" idx="0"/>
          </p:cNvCxnSpPr>
          <p:nvPr/>
        </p:nvCxnSpPr>
        <p:spPr bwMode="auto">
          <a:xfrm rot="-5400000">
            <a:off x="4710906" y="310357"/>
            <a:ext cx="66675" cy="2624138"/>
          </a:xfrm>
          <a:prstGeom prst="bentConnector3">
            <a:avLst>
              <a:gd name="adj1" fmla="val 442856"/>
            </a:avLst>
          </a:prstGeom>
          <a:noFill/>
          <a:ln w="19050">
            <a:solidFill>
              <a:srgbClr val="008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1768" name="Line 206"/>
          <p:cNvSpPr>
            <a:spLocks noChangeShapeType="1"/>
          </p:cNvSpPr>
          <p:nvPr/>
        </p:nvSpPr>
        <p:spPr bwMode="auto">
          <a:xfrm flipV="1">
            <a:off x="6046788" y="1127125"/>
            <a:ext cx="0" cy="2190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31769" name="AutoShape 207"/>
          <p:cNvCxnSpPr>
            <a:cxnSpLocks noChangeShapeType="1"/>
            <a:stCxn id="32168" idx="0"/>
            <a:endCxn id="32098" idx="1"/>
          </p:cNvCxnSpPr>
          <p:nvPr/>
        </p:nvCxnSpPr>
        <p:spPr bwMode="auto">
          <a:xfrm rot="-5400000">
            <a:off x="4315619" y="881857"/>
            <a:ext cx="73025" cy="1474787"/>
          </a:xfrm>
          <a:prstGeom prst="bentConnector3">
            <a:avLst>
              <a:gd name="adj1" fmla="val 423912"/>
            </a:avLst>
          </a:prstGeom>
          <a:noFill/>
          <a:ln w="19050">
            <a:solidFill>
              <a:srgbClr val="008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1770" name="Line 208"/>
          <p:cNvSpPr>
            <a:spLocks noChangeShapeType="1"/>
          </p:cNvSpPr>
          <p:nvPr/>
        </p:nvSpPr>
        <p:spPr bwMode="auto">
          <a:xfrm>
            <a:off x="7874000" y="1419225"/>
            <a:ext cx="0" cy="2174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31771" name="AutoShape 209"/>
          <p:cNvCxnSpPr>
            <a:cxnSpLocks noChangeShapeType="1"/>
            <a:stCxn id="32152" idx="1"/>
            <a:endCxn id="32023" idx="2"/>
          </p:cNvCxnSpPr>
          <p:nvPr/>
        </p:nvCxnSpPr>
        <p:spPr bwMode="auto">
          <a:xfrm rot="10800000" flipV="1">
            <a:off x="712788" y="2090738"/>
            <a:ext cx="2120900" cy="463550"/>
          </a:xfrm>
          <a:prstGeom prst="bentConnector4">
            <a:avLst>
              <a:gd name="adj1" fmla="val 42815"/>
              <a:gd name="adj2" fmla="val 149315"/>
            </a:avLst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1772" name="AutoShape 210"/>
          <p:cNvCxnSpPr>
            <a:cxnSpLocks noChangeShapeType="1"/>
            <a:stCxn id="32152" idx="1"/>
            <a:endCxn id="32125" idx="3"/>
          </p:cNvCxnSpPr>
          <p:nvPr/>
        </p:nvCxnSpPr>
        <p:spPr bwMode="auto">
          <a:xfrm rot="10800000">
            <a:off x="1835150" y="1782763"/>
            <a:ext cx="998538" cy="307975"/>
          </a:xfrm>
          <a:prstGeom prst="bentConnector2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1773" name="AutoShape 211"/>
          <p:cNvCxnSpPr>
            <a:cxnSpLocks noChangeShapeType="1"/>
            <a:stCxn id="32152" idx="1"/>
          </p:cNvCxnSpPr>
          <p:nvPr/>
        </p:nvCxnSpPr>
        <p:spPr bwMode="auto">
          <a:xfrm rot="10800000" flipV="1">
            <a:off x="2236788" y="2090738"/>
            <a:ext cx="596900" cy="1450975"/>
          </a:xfrm>
          <a:prstGeom prst="bentConnector2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1774" name="AutoShape 212"/>
          <p:cNvCxnSpPr>
            <a:cxnSpLocks noChangeShapeType="1"/>
            <a:stCxn id="32175" idx="0"/>
            <a:endCxn id="32138" idx="6"/>
          </p:cNvCxnSpPr>
          <p:nvPr/>
        </p:nvCxnSpPr>
        <p:spPr bwMode="auto">
          <a:xfrm rot="16200000" flipH="1" flipV="1">
            <a:off x="2444639" y="2024758"/>
            <a:ext cx="1465284" cy="1937103"/>
          </a:xfrm>
          <a:prstGeom prst="bentConnector4">
            <a:avLst>
              <a:gd name="adj1" fmla="val -15601"/>
              <a:gd name="adj2" fmla="val 57505"/>
            </a:avLst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1775" name="AutoShape 213"/>
          <p:cNvCxnSpPr>
            <a:cxnSpLocks noChangeShapeType="1"/>
            <a:stCxn id="32145" idx="2"/>
            <a:endCxn id="31973" idx="0"/>
          </p:cNvCxnSpPr>
          <p:nvPr/>
        </p:nvCxnSpPr>
        <p:spPr bwMode="auto">
          <a:xfrm rot="10800000" flipV="1">
            <a:off x="1425575" y="3698875"/>
            <a:ext cx="687388" cy="1454150"/>
          </a:xfrm>
          <a:prstGeom prst="bentConnector2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1776" name="AutoShape 214"/>
          <p:cNvCxnSpPr>
            <a:cxnSpLocks noChangeShapeType="1"/>
            <a:stCxn id="32144" idx="2"/>
            <a:endCxn id="31972" idx="0"/>
          </p:cNvCxnSpPr>
          <p:nvPr/>
        </p:nvCxnSpPr>
        <p:spPr bwMode="auto">
          <a:xfrm rot="10800000" flipV="1">
            <a:off x="1273175" y="3635375"/>
            <a:ext cx="838200" cy="1517650"/>
          </a:xfrm>
          <a:prstGeom prst="bentConnector2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1777" name="Group 215"/>
          <p:cNvGrpSpPr>
            <a:grpSpLocks/>
          </p:cNvGrpSpPr>
          <p:nvPr/>
        </p:nvGrpSpPr>
        <p:grpSpPr bwMode="auto">
          <a:xfrm>
            <a:off x="2578100" y="5016500"/>
            <a:ext cx="6210300" cy="127000"/>
            <a:chOff x="1512" y="1884"/>
            <a:chExt cx="3912" cy="84"/>
          </a:xfrm>
        </p:grpSpPr>
        <p:sp>
          <p:nvSpPr>
            <p:cNvPr id="32007" name="AutoShape 216"/>
            <p:cNvSpPr>
              <a:spLocks noChangeArrowheads="1"/>
            </p:cNvSpPr>
            <p:nvPr/>
          </p:nvSpPr>
          <p:spPr bwMode="auto">
            <a:xfrm>
              <a:off x="1536" y="1896"/>
              <a:ext cx="3888" cy="48"/>
            </a:xfrm>
            <a:prstGeom prst="cube">
              <a:avLst>
                <a:gd name="adj" fmla="val 59375"/>
              </a:avLst>
            </a:prstGeom>
            <a:solidFill>
              <a:schemeClr val="fol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08" name="AutoShape 217"/>
            <p:cNvSpPr>
              <a:spLocks noChangeArrowheads="1"/>
            </p:cNvSpPr>
            <p:nvPr/>
          </p:nvSpPr>
          <p:spPr bwMode="auto">
            <a:xfrm>
              <a:off x="1512" y="1920"/>
              <a:ext cx="3888" cy="48"/>
            </a:xfrm>
            <a:prstGeom prst="cube">
              <a:avLst>
                <a:gd name="adj" fmla="val 59375"/>
              </a:avLst>
            </a:prstGeom>
            <a:solidFill>
              <a:schemeClr val="fol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09" name="AutoShape 218"/>
            <p:cNvSpPr>
              <a:spLocks noChangeArrowheads="1"/>
            </p:cNvSpPr>
            <p:nvPr/>
          </p:nvSpPr>
          <p:spPr bwMode="auto">
            <a:xfrm>
              <a:off x="1518" y="1884"/>
              <a:ext cx="3888" cy="48"/>
            </a:xfrm>
            <a:prstGeom prst="cube">
              <a:avLst>
                <a:gd name="adj" fmla="val 59375"/>
              </a:avLst>
            </a:prstGeom>
            <a:solidFill>
              <a:schemeClr val="fol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1778" name="Group 219"/>
          <p:cNvGrpSpPr>
            <a:grpSpLocks/>
          </p:cNvGrpSpPr>
          <p:nvPr/>
        </p:nvGrpSpPr>
        <p:grpSpPr bwMode="auto">
          <a:xfrm>
            <a:off x="1892300" y="5672138"/>
            <a:ext cx="6210300" cy="128587"/>
            <a:chOff x="1080" y="2508"/>
            <a:chExt cx="3912" cy="84"/>
          </a:xfrm>
        </p:grpSpPr>
        <p:sp>
          <p:nvSpPr>
            <p:cNvPr id="32004" name="AutoShape 220"/>
            <p:cNvSpPr>
              <a:spLocks noChangeArrowheads="1"/>
            </p:cNvSpPr>
            <p:nvPr/>
          </p:nvSpPr>
          <p:spPr bwMode="auto">
            <a:xfrm>
              <a:off x="1104" y="2520"/>
              <a:ext cx="3888" cy="48"/>
            </a:xfrm>
            <a:prstGeom prst="cube">
              <a:avLst>
                <a:gd name="adj" fmla="val 59375"/>
              </a:avLst>
            </a:prstGeom>
            <a:solidFill>
              <a:schemeClr val="fol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05" name="AutoShape 221"/>
            <p:cNvSpPr>
              <a:spLocks noChangeArrowheads="1"/>
            </p:cNvSpPr>
            <p:nvPr/>
          </p:nvSpPr>
          <p:spPr bwMode="auto">
            <a:xfrm>
              <a:off x="1080" y="2544"/>
              <a:ext cx="3888" cy="48"/>
            </a:xfrm>
            <a:prstGeom prst="cube">
              <a:avLst>
                <a:gd name="adj" fmla="val 59375"/>
              </a:avLst>
            </a:prstGeom>
            <a:solidFill>
              <a:schemeClr val="fol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06" name="AutoShape 222"/>
            <p:cNvSpPr>
              <a:spLocks noChangeArrowheads="1"/>
            </p:cNvSpPr>
            <p:nvPr/>
          </p:nvSpPr>
          <p:spPr bwMode="auto">
            <a:xfrm>
              <a:off x="1086" y="2508"/>
              <a:ext cx="3888" cy="48"/>
            </a:xfrm>
            <a:prstGeom prst="cube">
              <a:avLst>
                <a:gd name="adj" fmla="val 59375"/>
              </a:avLst>
            </a:prstGeom>
            <a:solidFill>
              <a:schemeClr val="fol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1779" name="Group 223"/>
          <p:cNvGrpSpPr>
            <a:grpSpLocks/>
          </p:cNvGrpSpPr>
          <p:nvPr/>
        </p:nvGrpSpPr>
        <p:grpSpPr bwMode="auto">
          <a:xfrm>
            <a:off x="1054100" y="5153025"/>
            <a:ext cx="7239000" cy="509588"/>
            <a:chOff x="576" y="2766"/>
            <a:chExt cx="4560" cy="336"/>
          </a:xfrm>
        </p:grpSpPr>
        <p:sp>
          <p:nvSpPr>
            <p:cNvPr id="31972" name="AutoShape 224"/>
            <p:cNvSpPr>
              <a:spLocks noChangeArrowheads="1"/>
            </p:cNvSpPr>
            <p:nvPr/>
          </p:nvSpPr>
          <p:spPr bwMode="auto">
            <a:xfrm>
              <a:off x="576" y="2766"/>
              <a:ext cx="192" cy="336"/>
            </a:xfrm>
            <a:prstGeom prst="cube">
              <a:avLst>
                <a:gd name="adj" fmla="val 43750"/>
              </a:avLst>
            </a:prstGeom>
            <a:solidFill>
              <a:srgbClr val="333333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73" name="AutoShape 225"/>
            <p:cNvSpPr>
              <a:spLocks noChangeArrowheads="1"/>
            </p:cNvSpPr>
            <p:nvPr/>
          </p:nvSpPr>
          <p:spPr bwMode="auto">
            <a:xfrm>
              <a:off x="672" y="2766"/>
              <a:ext cx="192" cy="336"/>
            </a:xfrm>
            <a:prstGeom prst="cube">
              <a:avLst>
                <a:gd name="adj" fmla="val 43750"/>
              </a:avLst>
            </a:prstGeom>
            <a:solidFill>
              <a:srgbClr val="333333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74" name="AutoShape 226"/>
            <p:cNvSpPr>
              <a:spLocks noChangeArrowheads="1"/>
            </p:cNvSpPr>
            <p:nvPr/>
          </p:nvSpPr>
          <p:spPr bwMode="auto">
            <a:xfrm>
              <a:off x="768" y="2766"/>
              <a:ext cx="432" cy="336"/>
            </a:xfrm>
            <a:prstGeom prst="cube">
              <a:avLst>
                <a:gd name="adj" fmla="val 24106"/>
              </a:avLst>
            </a:prstGeom>
            <a:solidFill>
              <a:srgbClr val="333333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75" name="AutoShape 227"/>
            <p:cNvSpPr>
              <a:spLocks noChangeArrowheads="1"/>
            </p:cNvSpPr>
            <p:nvPr/>
          </p:nvSpPr>
          <p:spPr bwMode="auto">
            <a:xfrm rot="5400000">
              <a:off x="1197" y="2859"/>
              <a:ext cx="54" cy="144"/>
            </a:xfrm>
            <a:prstGeom prst="can">
              <a:avLst>
                <a:gd name="adj" fmla="val 26383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76" name="AutoShape 228"/>
            <p:cNvSpPr>
              <a:spLocks noChangeArrowheads="1"/>
            </p:cNvSpPr>
            <p:nvPr/>
          </p:nvSpPr>
          <p:spPr bwMode="auto">
            <a:xfrm rot="5400000">
              <a:off x="1236" y="2886"/>
              <a:ext cx="96" cy="96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77" name="Rectangle 229"/>
            <p:cNvSpPr>
              <a:spLocks noChangeArrowheads="1"/>
            </p:cNvSpPr>
            <p:nvPr/>
          </p:nvSpPr>
          <p:spPr bwMode="auto">
            <a:xfrm>
              <a:off x="1320" y="2904"/>
              <a:ext cx="144" cy="48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78" name="AutoShape 230"/>
            <p:cNvSpPr>
              <a:spLocks noChangeArrowheads="1"/>
            </p:cNvSpPr>
            <p:nvPr/>
          </p:nvSpPr>
          <p:spPr bwMode="auto">
            <a:xfrm>
              <a:off x="1440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79" name="AutoShape 231"/>
            <p:cNvSpPr>
              <a:spLocks noChangeArrowheads="1"/>
            </p:cNvSpPr>
            <p:nvPr/>
          </p:nvSpPr>
          <p:spPr bwMode="auto">
            <a:xfrm>
              <a:off x="1584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80" name="AutoShape 232"/>
            <p:cNvSpPr>
              <a:spLocks noChangeArrowheads="1"/>
            </p:cNvSpPr>
            <p:nvPr/>
          </p:nvSpPr>
          <p:spPr bwMode="auto">
            <a:xfrm>
              <a:off x="1728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81" name="AutoShape 233"/>
            <p:cNvSpPr>
              <a:spLocks noChangeArrowheads="1"/>
            </p:cNvSpPr>
            <p:nvPr/>
          </p:nvSpPr>
          <p:spPr bwMode="auto">
            <a:xfrm>
              <a:off x="1872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82" name="AutoShape 234"/>
            <p:cNvSpPr>
              <a:spLocks noChangeArrowheads="1"/>
            </p:cNvSpPr>
            <p:nvPr/>
          </p:nvSpPr>
          <p:spPr bwMode="auto">
            <a:xfrm>
              <a:off x="2016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endParaRPr lang="ko-KR" altLang="ko-KR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83" name="AutoShape 235"/>
            <p:cNvSpPr>
              <a:spLocks noChangeArrowheads="1"/>
            </p:cNvSpPr>
            <p:nvPr/>
          </p:nvSpPr>
          <p:spPr bwMode="auto">
            <a:xfrm>
              <a:off x="2160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84" name="AutoShape 236"/>
            <p:cNvSpPr>
              <a:spLocks noChangeArrowheads="1"/>
            </p:cNvSpPr>
            <p:nvPr/>
          </p:nvSpPr>
          <p:spPr bwMode="auto">
            <a:xfrm>
              <a:off x="2304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85" name="AutoShape 237"/>
            <p:cNvSpPr>
              <a:spLocks noChangeArrowheads="1"/>
            </p:cNvSpPr>
            <p:nvPr/>
          </p:nvSpPr>
          <p:spPr bwMode="auto">
            <a:xfrm>
              <a:off x="2448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86" name="AutoShape 238"/>
            <p:cNvSpPr>
              <a:spLocks noChangeArrowheads="1"/>
            </p:cNvSpPr>
            <p:nvPr/>
          </p:nvSpPr>
          <p:spPr bwMode="auto">
            <a:xfrm>
              <a:off x="2592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87" name="AutoShape 239"/>
            <p:cNvSpPr>
              <a:spLocks noChangeArrowheads="1"/>
            </p:cNvSpPr>
            <p:nvPr/>
          </p:nvSpPr>
          <p:spPr bwMode="auto">
            <a:xfrm>
              <a:off x="2736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endParaRPr lang="ko-KR" altLang="ko-KR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88" name="AutoShape 240"/>
            <p:cNvSpPr>
              <a:spLocks noChangeArrowheads="1"/>
            </p:cNvSpPr>
            <p:nvPr/>
          </p:nvSpPr>
          <p:spPr bwMode="auto">
            <a:xfrm>
              <a:off x="2880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89" name="AutoShape 241"/>
            <p:cNvSpPr>
              <a:spLocks noChangeArrowheads="1"/>
            </p:cNvSpPr>
            <p:nvPr/>
          </p:nvSpPr>
          <p:spPr bwMode="auto">
            <a:xfrm>
              <a:off x="3024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90" name="AutoShape 242"/>
            <p:cNvSpPr>
              <a:spLocks noChangeArrowheads="1"/>
            </p:cNvSpPr>
            <p:nvPr/>
          </p:nvSpPr>
          <p:spPr bwMode="auto">
            <a:xfrm>
              <a:off x="3168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91" name="AutoShape 243"/>
            <p:cNvSpPr>
              <a:spLocks noChangeArrowheads="1"/>
            </p:cNvSpPr>
            <p:nvPr/>
          </p:nvSpPr>
          <p:spPr bwMode="auto">
            <a:xfrm>
              <a:off x="3312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92" name="AutoShape 244"/>
            <p:cNvSpPr>
              <a:spLocks noChangeArrowheads="1"/>
            </p:cNvSpPr>
            <p:nvPr/>
          </p:nvSpPr>
          <p:spPr bwMode="auto">
            <a:xfrm>
              <a:off x="3456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endParaRPr lang="ko-KR" altLang="ko-KR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93" name="AutoShape 245"/>
            <p:cNvSpPr>
              <a:spLocks noChangeArrowheads="1"/>
            </p:cNvSpPr>
            <p:nvPr/>
          </p:nvSpPr>
          <p:spPr bwMode="auto">
            <a:xfrm>
              <a:off x="3600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94" name="AutoShape 246"/>
            <p:cNvSpPr>
              <a:spLocks noChangeArrowheads="1"/>
            </p:cNvSpPr>
            <p:nvPr/>
          </p:nvSpPr>
          <p:spPr bwMode="auto">
            <a:xfrm>
              <a:off x="3744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95" name="AutoShape 247"/>
            <p:cNvSpPr>
              <a:spLocks noChangeArrowheads="1"/>
            </p:cNvSpPr>
            <p:nvPr/>
          </p:nvSpPr>
          <p:spPr bwMode="auto">
            <a:xfrm>
              <a:off x="3888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96" name="AutoShape 248"/>
            <p:cNvSpPr>
              <a:spLocks noChangeArrowheads="1"/>
            </p:cNvSpPr>
            <p:nvPr/>
          </p:nvSpPr>
          <p:spPr bwMode="auto">
            <a:xfrm>
              <a:off x="4032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97" name="AutoShape 249"/>
            <p:cNvSpPr>
              <a:spLocks noChangeArrowheads="1"/>
            </p:cNvSpPr>
            <p:nvPr/>
          </p:nvSpPr>
          <p:spPr bwMode="auto">
            <a:xfrm>
              <a:off x="4176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endParaRPr lang="ko-KR" altLang="ko-KR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98" name="AutoShape 250"/>
            <p:cNvSpPr>
              <a:spLocks noChangeArrowheads="1"/>
            </p:cNvSpPr>
            <p:nvPr/>
          </p:nvSpPr>
          <p:spPr bwMode="auto">
            <a:xfrm>
              <a:off x="4320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99" name="AutoShape 251"/>
            <p:cNvSpPr>
              <a:spLocks noChangeArrowheads="1"/>
            </p:cNvSpPr>
            <p:nvPr/>
          </p:nvSpPr>
          <p:spPr bwMode="auto">
            <a:xfrm>
              <a:off x="4464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00" name="AutoShape 252"/>
            <p:cNvSpPr>
              <a:spLocks noChangeArrowheads="1"/>
            </p:cNvSpPr>
            <p:nvPr/>
          </p:nvSpPr>
          <p:spPr bwMode="auto">
            <a:xfrm>
              <a:off x="4608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01" name="AutoShape 253"/>
            <p:cNvSpPr>
              <a:spLocks noChangeArrowheads="1"/>
            </p:cNvSpPr>
            <p:nvPr/>
          </p:nvSpPr>
          <p:spPr bwMode="auto">
            <a:xfrm>
              <a:off x="4752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02" name="AutoShape 254"/>
            <p:cNvSpPr>
              <a:spLocks noChangeArrowheads="1"/>
            </p:cNvSpPr>
            <p:nvPr/>
          </p:nvSpPr>
          <p:spPr bwMode="auto">
            <a:xfrm>
              <a:off x="4896" y="2880"/>
              <a:ext cx="144" cy="96"/>
            </a:xfrm>
            <a:prstGeom prst="flowChartOnlineStorag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endParaRPr lang="ko-KR" altLang="ko-KR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03" name="AutoShape 255"/>
            <p:cNvSpPr>
              <a:spLocks noChangeArrowheads="1"/>
            </p:cNvSpPr>
            <p:nvPr/>
          </p:nvSpPr>
          <p:spPr bwMode="auto">
            <a:xfrm rot="5400000">
              <a:off x="5040" y="2880"/>
              <a:ext cx="96" cy="96"/>
            </a:xfrm>
            <a:prstGeom prst="can">
              <a:avLst>
                <a:gd name="adj" fmla="val 25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1780" name="Group 256"/>
          <p:cNvGrpSpPr>
            <a:grpSpLocks/>
          </p:cNvGrpSpPr>
          <p:nvPr/>
        </p:nvGrpSpPr>
        <p:grpSpPr bwMode="auto">
          <a:xfrm>
            <a:off x="2159000" y="4846638"/>
            <a:ext cx="1752600" cy="1038225"/>
            <a:chOff x="1248" y="1860"/>
            <a:chExt cx="1104" cy="684"/>
          </a:xfrm>
        </p:grpSpPr>
        <p:grpSp>
          <p:nvGrpSpPr>
            <p:cNvPr id="31966" name="Group 257"/>
            <p:cNvGrpSpPr>
              <a:grpSpLocks/>
            </p:cNvGrpSpPr>
            <p:nvPr/>
          </p:nvGrpSpPr>
          <p:grpSpPr bwMode="auto">
            <a:xfrm>
              <a:off x="1248" y="1860"/>
              <a:ext cx="1104" cy="624"/>
              <a:chOff x="1314" y="1860"/>
              <a:chExt cx="1104" cy="624"/>
            </a:xfrm>
          </p:grpSpPr>
          <p:grpSp>
            <p:nvGrpSpPr>
              <p:cNvPr id="31968" name="Group 258"/>
              <p:cNvGrpSpPr>
                <a:grpSpLocks/>
              </p:cNvGrpSpPr>
              <p:nvPr/>
            </p:nvGrpSpPr>
            <p:grpSpPr bwMode="auto">
              <a:xfrm>
                <a:off x="1740" y="2112"/>
                <a:ext cx="276" cy="240"/>
                <a:chOff x="1476" y="2598"/>
                <a:chExt cx="276" cy="240"/>
              </a:xfrm>
            </p:grpSpPr>
            <p:sp>
              <p:nvSpPr>
                <p:cNvPr id="31970" name="AutoShape 259"/>
                <p:cNvSpPr>
                  <a:spLocks noChangeArrowheads="1"/>
                </p:cNvSpPr>
                <p:nvPr/>
              </p:nvSpPr>
              <p:spPr bwMode="auto">
                <a:xfrm>
                  <a:off x="1476" y="2598"/>
                  <a:ext cx="192" cy="240"/>
                </a:xfrm>
                <a:prstGeom prst="cube">
                  <a:avLst>
                    <a:gd name="adj" fmla="val 45833"/>
                  </a:avLst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prstDash val="lgDashDotDot"/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971" name="AutoShape 260"/>
                <p:cNvSpPr>
                  <a:spLocks noChangeArrowheads="1"/>
                </p:cNvSpPr>
                <p:nvPr/>
              </p:nvSpPr>
              <p:spPr bwMode="auto">
                <a:xfrm>
                  <a:off x="1608" y="2664"/>
                  <a:ext cx="144" cy="96"/>
                </a:xfrm>
                <a:prstGeom prst="flowChartOnlineStorage">
                  <a:avLst/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prstDash val="lgDashDotDot"/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31969" name="AutoShape 261"/>
              <p:cNvSpPr>
                <a:spLocks noChangeArrowheads="1"/>
              </p:cNvSpPr>
              <p:nvPr/>
            </p:nvSpPr>
            <p:spPr bwMode="auto">
              <a:xfrm>
                <a:off x="1314" y="1860"/>
                <a:ext cx="1104" cy="624"/>
              </a:xfrm>
              <a:prstGeom prst="cube">
                <a:avLst>
                  <a:gd name="adj" fmla="val 84681"/>
                </a:avLst>
              </a:prstGeom>
              <a:solidFill>
                <a:srgbClr val="33CCCC">
                  <a:alpha val="50195"/>
                </a:srgbClr>
              </a:solidFill>
              <a:ln w="9525">
                <a:solidFill>
                  <a:schemeClr val="tx1"/>
                </a:solidFill>
                <a:prstDash val="lgDashDotDot"/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1967" name="AutoShape 262"/>
            <p:cNvSpPr>
              <a:spLocks noChangeArrowheads="1"/>
            </p:cNvSpPr>
            <p:nvPr/>
          </p:nvSpPr>
          <p:spPr bwMode="auto">
            <a:xfrm>
              <a:off x="1380" y="2400"/>
              <a:ext cx="48" cy="144"/>
            </a:xfrm>
            <a:prstGeom prst="cube">
              <a:avLst>
                <a:gd name="adj" fmla="val 6250"/>
              </a:avLst>
            </a:prstGeom>
            <a:solidFill>
              <a:schemeClr val="folHlink"/>
            </a:solidFill>
            <a:ln w="9525">
              <a:solidFill>
                <a:schemeClr val="tx1"/>
              </a:solidFill>
              <a:prstDash val="lgDashDotDot"/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1781" name="Group 263"/>
          <p:cNvGrpSpPr>
            <a:grpSpLocks/>
          </p:cNvGrpSpPr>
          <p:nvPr/>
        </p:nvGrpSpPr>
        <p:grpSpPr bwMode="auto">
          <a:xfrm>
            <a:off x="1663700" y="5864225"/>
            <a:ext cx="6134100" cy="173038"/>
            <a:chOff x="936" y="3438"/>
            <a:chExt cx="3864" cy="114"/>
          </a:xfrm>
        </p:grpSpPr>
        <p:sp>
          <p:nvSpPr>
            <p:cNvPr id="31956" name="AutoShape 264"/>
            <p:cNvSpPr>
              <a:spLocks noChangeArrowheads="1"/>
            </p:cNvSpPr>
            <p:nvPr/>
          </p:nvSpPr>
          <p:spPr bwMode="auto">
            <a:xfrm>
              <a:off x="936" y="3492"/>
              <a:ext cx="3864" cy="60"/>
            </a:xfrm>
            <a:prstGeom prst="cube">
              <a:avLst>
                <a:gd name="adj" fmla="val 62500"/>
              </a:avLst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31957" name="Group 265"/>
            <p:cNvGrpSpPr>
              <a:grpSpLocks/>
            </p:cNvGrpSpPr>
            <p:nvPr/>
          </p:nvGrpSpPr>
          <p:grpSpPr bwMode="auto">
            <a:xfrm>
              <a:off x="1248" y="3438"/>
              <a:ext cx="96" cy="90"/>
              <a:chOff x="1416" y="3552"/>
              <a:chExt cx="96" cy="90"/>
            </a:xfrm>
          </p:grpSpPr>
          <p:sp>
            <p:nvSpPr>
              <p:cNvPr id="31964" name="AutoShape 266"/>
              <p:cNvSpPr>
                <a:spLocks noChangeArrowheads="1"/>
              </p:cNvSpPr>
              <p:nvPr/>
            </p:nvSpPr>
            <p:spPr bwMode="auto">
              <a:xfrm>
                <a:off x="1440" y="3552"/>
                <a:ext cx="48" cy="48"/>
              </a:xfrm>
              <a:prstGeom prst="cube">
                <a:avLst>
                  <a:gd name="adj" fmla="val 25000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965" name="Rectangle 267"/>
              <p:cNvSpPr>
                <a:spLocks noChangeArrowheads="1"/>
              </p:cNvSpPr>
              <p:nvPr/>
            </p:nvSpPr>
            <p:spPr bwMode="auto">
              <a:xfrm>
                <a:off x="1416" y="3594"/>
                <a:ext cx="96" cy="48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31958" name="Group 268"/>
            <p:cNvGrpSpPr>
              <a:grpSpLocks/>
            </p:cNvGrpSpPr>
            <p:nvPr/>
          </p:nvGrpSpPr>
          <p:grpSpPr bwMode="auto">
            <a:xfrm>
              <a:off x="1350" y="3438"/>
              <a:ext cx="96" cy="90"/>
              <a:chOff x="1416" y="3552"/>
              <a:chExt cx="96" cy="90"/>
            </a:xfrm>
          </p:grpSpPr>
          <p:sp>
            <p:nvSpPr>
              <p:cNvPr id="31962" name="AutoShape 269"/>
              <p:cNvSpPr>
                <a:spLocks noChangeArrowheads="1"/>
              </p:cNvSpPr>
              <p:nvPr/>
            </p:nvSpPr>
            <p:spPr bwMode="auto">
              <a:xfrm>
                <a:off x="1440" y="3552"/>
                <a:ext cx="48" cy="48"/>
              </a:xfrm>
              <a:prstGeom prst="cube">
                <a:avLst>
                  <a:gd name="adj" fmla="val 25000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963" name="Rectangle 270"/>
              <p:cNvSpPr>
                <a:spLocks noChangeArrowheads="1"/>
              </p:cNvSpPr>
              <p:nvPr/>
            </p:nvSpPr>
            <p:spPr bwMode="auto">
              <a:xfrm>
                <a:off x="1416" y="3594"/>
                <a:ext cx="96" cy="48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31959" name="Group 271"/>
            <p:cNvGrpSpPr>
              <a:grpSpLocks/>
            </p:cNvGrpSpPr>
            <p:nvPr/>
          </p:nvGrpSpPr>
          <p:grpSpPr bwMode="auto">
            <a:xfrm>
              <a:off x="4146" y="3438"/>
              <a:ext cx="96" cy="90"/>
              <a:chOff x="1416" y="3552"/>
              <a:chExt cx="96" cy="90"/>
            </a:xfrm>
          </p:grpSpPr>
          <p:sp>
            <p:nvSpPr>
              <p:cNvPr id="31960" name="AutoShape 272"/>
              <p:cNvSpPr>
                <a:spLocks noChangeArrowheads="1"/>
              </p:cNvSpPr>
              <p:nvPr/>
            </p:nvSpPr>
            <p:spPr bwMode="auto">
              <a:xfrm>
                <a:off x="1440" y="3552"/>
                <a:ext cx="48" cy="48"/>
              </a:xfrm>
              <a:prstGeom prst="cube">
                <a:avLst>
                  <a:gd name="adj" fmla="val 25000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961" name="Rectangle 273"/>
              <p:cNvSpPr>
                <a:spLocks noChangeArrowheads="1"/>
              </p:cNvSpPr>
              <p:nvPr/>
            </p:nvSpPr>
            <p:spPr bwMode="auto">
              <a:xfrm>
                <a:off x="1416" y="3594"/>
                <a:ext cx="96" cy="48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31782" name="Group 274"/>
          <p:cNvGrpSpPr>
            <a:grpSpLocks/>
          </p:cNvGrpSpPr>
          <p:nvPr/>
        </p:nvGrpSpPr>
        <p:grpSpPr bwMode="auto">
          <a:xfrm>
            <a:off x="330200" y="5672138"/>
            <a:ext cx="1373188" cy="728662"/>
            <a:chOff x="96" y="3312"/>
            <a:chExt cx="864" cy="480"/>
          </a:xfrm>
        </p:grpSpPr>
        <p:sp>
          <p:nvSpPr>
            <p:cNvPr id="31954" name="Line 275"/>
            <p:cNvSpPr>
              <a:spLocks noChangeShapeType="1"/>
            </p:cNvSpPr>
            <p:nvPr/>
          </p:nvSpPr>
          <p:spPr bwMode="auto">
            <a:xfrm flipV="1">
              <a:off x="672" y="3312"/>
              <a:ext cx="288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55" name="Line 276"/>
            <p:cNvSpPr>
              <a:spLocks noChangeShapeType="1"/>
            </p:cNvSpPr>
            <p:nvPr/>
          </p:nvSpPr>
          <p:spPr bwMode="auto">
            <a:xfrm>
              <a:off x="96" y="3792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1783" name="Group 277"/>
          <p:cNvGrpSpPr>
            <a:grpSpLocks/>
          </p:cNvGrpSpPr>
          <p:nvPr/>
        </p:nvGrpSpPr>
        <p:grpSpPr bwMode="auto">
          <a:xfrm>
            <a:off x="330200" y="5654675"/>
            <a:ext cx="990600" cy="509588"/>
            <a:chOff x="96" y="3312"/>
            <a:chExt cx="864" cy="480"/>
          </a:xfrm>
        </p:grpSpPr>
        <p:sp>
          <p:nvSpPr>
            <p:cNvPr id="31952" name="Line 278"/>
            <p:cNvSpPr>
              <a:spLocks noChangeShapeType="1"/>
            </p:cNvSpPr>
            <p:nvPr/>
          </p:nvSpPr>
          <p:spPr bwMode="auto">
            <a:xfrm flipV="1">
              <a:off x="672" y="3312"/>
              <a:ext cx="288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53" name="Line 279"/>
            <p:cNvSpPr>
              <a:spLocks noChangeShapeType="1"/>
            </p:cNvSpPr>
            <p:nvPr/>
          </p:nvSpPr>
          <p:spPr bwMode="auto">
            <a:xfrm>
              <a:off x="96" y="3792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1784" name="Group 280"/>
          <p:cNvGrpSpPr>
            <a:grpSpLocks/>
          </p:cNvGrpSpPr>
          <p:nvPr/>
        </p:nvGrpSpPr>
        <p:grpSpPr bwMode="auto">
          <a:xfrm>
            <a:off x="330200" y="5672138"/>
            <a:ext cx="839788" cy="219075"/>
            <a:chOff x="96" y="3312"/>
            <a:chExt cx="864" cy="480"/>
          </a:xfrm>
        </p:grpSpPr>
        <p:sp>
          <p:nvSpPr>
            <p:cNvPr id="31950" name="Line 281"/>
            <p:cNvSpPr>
              <a:spLocks noChangeShapeType="1"/>
            </p:cNvSpPr>
            <p:nvPr/>
          </p:nvSpPr>
          <p:spPr bwMode="auto">
            <a:xfrm flipV="1">
              <a:off x="672" y="3312"/>
              <a:ext cx="288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51" name="Line 282"/>
            <p:cNvSpPr>
              <a:spLocks noChangeShapeType="1"/>
            </p:cNvSpPr>
            <p:nvPr/>
          </p:nvSpPr>
          <p:spPr bwMode="auto">
            <a:xfrm>
              <a:off x="96" y="3792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1785" name="Text Box 283"/>
          <p:cNvSpPr txBox="1">
            <a:spLocks noChangeArrowheads="1"/>
          </p:cNvSpPr>
          <p:nvPr/>
        </p:nvSpPr>
        <p:spPr bwMode="auto">
          <a:xfrm>
            <a:off x="174625" y="6188075"/>
            <a:ext cx="11144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SERVO MOTOR</a:t>
            </a:r>
          </a:p>
        </p:txBody>
      </p:sp>
      <p:sp>
        <p:nvSpPr>
          <p:cNvPr id="31786" name="Text Box 284"/>
          <p:cNvSpPr txBox="1">
            <a:spLocks noChangeArrowheads="1"/>
          </p:cNvSpPr>
          <p:nvPr/>
        </p:nvSpPr>
        <p:spPr bwMode="auto">
          <a:xfrm>
            <a:off x="342923" y="5964238"/>
            <a:ext cx="61908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BRAKE</a:t>
            </a:r>
          </a:p>
        </p:txBody>
      </p:sp>
      <p:sp>
        <p:nvSpPr>
          <p:cNvPr id="31787" name="Text Box 285"/>
          <p:cNvSpPr txBox="1">
            <a:spLocks noChangeArrowheads="1"/>
          </p:cNvSpPr>
          <p:nvPr/>
        </p:nvSpPr>
        <p:spPr bwMode="auto">
          <a:xfrm>
            <a:off x="217488" y="5681663"/>
            <a:ext cx="8032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ENCODER</a:t>
            </a:r>
          </a:p>
        </p:txBody>
      </p:sp>
      <p:sp>
        <p:nvSpPr>
          <p:cNvPr id="31788" name="Line 286"/>
          <p:cNvSpPr>
            <a:spLocks noChangeShapeType="1"/>
          </p:cNvSpPr>
          <p:nvPr/>
        </p:nvSpPr>
        <p:spPr bwMode="auto">
          <a:xfrm>
            <a:off x="2235200" y="5994400"/>
            <a:ext cx="1588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89" name="Line 287"/>
          <p:cNvSpPr>
            <a:spLocks noChangeShapeType="1"/>
          </p:cNvSpPr>
          <p:nvPr/>
        </p:nvSpPr>
        <p:spPr bwMode="auto">
          <a:xfrm>
            <a:off x="2387600" y="6003925"/>
            <a:ext cx="1588" cy="1428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90" name="Line 288"/>
          <p:cNvSpPr>
            <a:spLocks noChangeShapeType="1"/>
          </p:cNvSpPr>
          <p:nvPr/>
        </p:nvSpPr>
        <p:spPr bwMode="auto">
          <a:xfrm>
            <a:off x="6835775" y="5994400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1791" name="Group 289"/>
          <p:cNvGrpSpPr>
            <a:grpSpLocks/>
          </p:cNvGrpSpPr>
          <p:nvPr/>
        </p:nvGrpSpPr>
        <p:grpSpPr bwMode="auto">
          <a:xfrm>
            <a:off x="6578600" y="4846638"/>
            <a:ext cx="1752600" cy="1038225"/>
            <a:chOff x="1248" y="1860"/>
            <a:chExt cx="1104" cy="684"/>
          </a:xfrm>
        </p:grpSpPr>
        <p:grpSp>
          <p:nvGrpSpPr>
            <p:cNvPr id="31944" name="Group 290"/>
            <p:cNvGrpSpPr>
              <a:grpSpLocks/>
            </p:cNvGrpSpPr>
            <p:nvPr/>
          </p:nvGrpSpPr>
          <p:grpSpPr bwMode="auto">
            <a:xfrm>
              <a:off x="1248" y="1860"/>
              <a:ext cx="1104" cy="624"/>
              <a:chOff x="1314" y="1860"/>
              <a:chExt cx="1104" cy="624"/>
            </a:xfrm>
          </p:grpSpPr>
          <p:grpSp>
            <p:nvGrpSpPr>
              <p:cNvPr id="31946" name="Group 291"/>
              <p:cNvGrpSpPr>
                <a:grpSpLocks/>
              </p:cNvGrpSpPr>
              <p:nvPr/>
            </p:nvGrpSpPr>
            <p:grpSpPr bwMode="auto">
              <a:xfrm>
                <a:off x="1740" y="2112"/>
                <a:ext cx="276" cy="240"/>
                <a:chOff x="1476" y="2598"/>
                <a:chExt cx="276" cy="240"/>
              </a:xfrm>
            </p:grpSpPr>
            <p:sp>
              <p:nvSpPr>
                <p:cNvPr id="31948" name="AutoShape 292"/>
                <p:cNvSpPr>
                  <a:spLocks noChangeArrowheads="1"/>
                </p:cNvSpPr>
                <p:nvPr/>
              </p:nvSpPr>
              <p:spPr bwMode="auto">
                <a:xfrm>
                  <a:off x="1476" y="2598"/>
                  <a:ext cx="192" cy="240"/>
                </a:xfrm>
                <a:prstGeom prst="cube">
                  <a:avLst>
                    <a:gd name="adj" fmla="val 45833"/>
                  </a:avLst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949" name="AutoShape 293"/>
                <p:cNvSpPr>
                  <a:spLocks noChangeArrowheads="1"/>
                </p:cNvSpPr>
                <p:nvPr/>
              </p:nvSpPr>
              <p:spPr bwMode="auto">
                <a:xfrm>
                  <a:off x="1608" y="2664"/>
                  <a:ext cx="144" cy="96"/>
                </a:xfrm>
                <a:prstGeom prst="flowChartOnlineStorage">
                  <a:avLst/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31947" name="AutoShape 294"/>
              <p:cNvSpPr>
                <a:spLocks noChangeArrowheads="1"/>
              </p:cNvSpPr>
              <p:nvPr/>
            </p:nvSpPr>
            <p:spPr bwMode="auto">
              <a:xfrm>
                <a:off x="1314" y="1860"/>
                <a:ext cx="1104" cy="624"/>
              </a:xfrm>
              <a:prstGeom prst="cube">
                <a:avLst>
                  <a:gd name="adj" fmla="val 84681"/>
                </a:avLst>
              </a:prstGeom>
              <a:solidFill>
                <a:srgbClr val="33CCCC">
                  <a:alpha val="50195"/>
                </a:srgb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1945" name="AutoShape 295"/>
            <p:cNvSpPr>
              <a:spLocks noChangeArrowheads="1"/>
            </p:cNvSpPr>
            <p:nvPr/>
          </p:nvSpPr>
          <p:spPr bwMode="auto">
            <a:xfrm>
              <a:off x="1380" y="2400"/>
              <a:ext cx="48" cy="144"/>
            </a:xfrm>
            <a:prstGeom prst="cube">
              <a:avLst>
                <a:gd name="adj" fmla="val 6250"/>
              </a:avLst>
            </a:prstGeom>
            <a:solidFill>
              <a:schemeClr val="fol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1792" name="Text Box 296"/>
          <p:cNvSpPr txBox="1">
            <a:spLocks noChangeArrowheads="1"/>
          </p:cNvSpPr>
          <p:nvPr/>
        </p:nvSpPr>
        <p:spPr bwMode="auto">
          <a:xfrm>
            <a:off x="1657350" y="6088063"/>
            <a:ext cx="11795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-LIMINT   HOME</a:t>
            </a:r>
          </a:p>
        </p:txBody>
      </p:sp>
      <p:sp>
        <p:nvSpPr>
          <p:cNvPr id="31793" name="Text Box 297"/>
          <p:cNvSpPr txBox="1">
            <a:spLocks noChangeArrowheads="1"/>
          </p:cNvSpPr>
          <p:nvPr/>
        </p:nvSpPr>
        <p:spPr bwMode="auto">
          <a:xfrm>
            <a:off x="6515146" y="6073775"/>
            <a:ext cx="61427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+LIMIT</a:t>
            </a:r>
          </a:p>
        </p:txBody>
      </p:sp>
      <p:grpSp>
        <p:nvGrpSpPr>
          <p:cNvPr id="31794" name="Group 298"/>
          <p:cNvGrpSpPr>
            <a:grpSpLocks/>
          </p:cNvGrpSpPr>
          <p:nvPr/>
        </p:nvGrpSpPr>
        <p:grpSpPr bwMode="auto">
          <a:xfrm>
            <a:off x="5056188" y="3122613"/>
            <a:ext cx="382587" cy="192087"/>
            <a:chOff x="1152" y="3426"/>
            <a:chExt cx="672" cy="414"/>
          </a:xfrm>
        </p:grpSpPr>
        <p:sp>
          <p:nvSpPr>
            <p:cNvPr id="31932" name="AutoShape 299"/>
            <p:cNvSpPr>
              <a:spLocks noChangeArrowheads="1"/>
            </p:cNvSpPr>
            <p:nvPr/>
          </p:nvSpPr>
          <p:spPr bwMode="auto">
            <a:xfrm>
              <a:off x="1152" y="3504"/>
              <a:ext cx="672" cy="336"/>
            </a:xfrm>
            <a:prstGeom prst="cube">
              <a:avLst>
                <a:gd name="adj" fmla="val 80356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33" name="Oval 300"/>
            <p:cNvSpPr>
              <a:spLocks noChangeArrowheads="1"/>
            </p:cNvSpPr>
            <p:nvPr/>
          </p:nvSpPr>
          <p:spPr bwMode="auto">
            <a:xfrm>
              <a:off x="1206" y="3720"/>
              <a:ext cx="74" cy="47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34" name="Oval 301"/>
            <p:cNvSpPr>
              <a:spLocks noChangeArrowheads="1"/>
            </p:cNvSpPr>
            <p:nvPr/>
          </p:nvSpPr>
          <p:spPr bwMode="auto">
            <a:xfrm>
              <a:off x="1302" y="3720"/>
              <a:ext cx="74" cy="47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35" name="Oval 302"/>
            <p:cNvSpPr>
              <a:spLocks noChangeArrowheads="1"/>
            </p:cNvSpPr>
            <p:nvPr/>
          </p:nvSpPr>
          <p:spPr bwMode="auto">
            <a:xfrm>
              <a:off x="1402" y="3720"/>
              <a:ext cx="74" cy="47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36" name="Oval 303"/>
            <p:cNvSpPr>
              <a:spLocks noChangeArrowheads="1"/>
            </p:cNvSpPr>
            <p:nvPr/>
          </p:nvSpPr>
          <p:spPr bwMode="auto">
            <a:xfrm>
              <a:off x="1498" y="3720"/>
              <a:ext cx="74" cy="47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37" name="Oval 304"/>
            <p:cNvSpPr>
              <a:spLocks noChangeArrowheads="1"/>
            </p:cNvSpPr>
            <p:nvPr/>
          </p:nvSpPr>
          <p:spPr bwMode="auto">
            <a:xfrm>
              <a:off x="1406" y="3516"/>
              <a:ext cx="74" cy="47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38" name="Oval 305"/>
            <p:cNvSpPr>
              <a:spLocks noChangeArrowheads="1"/>
            </p:cNvSpPr>
            <p:nvPr/>
          </p:nvSpPr>
          <p:spPr bwMode="auto">
            <a:xfrm>
              <a:off x="1502" y="3516"/>
              <a:ext cx="74" cy="47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39" name="Oval 306"/>
            <p:cNvSpPr>
              <a:spLocks noChangeArrowheads="1"/>
            </p:cNvSpPr>
            <p:nvPr/>
          </p:nvSpPr>
          <p:spPr bwMode="auto">
            <a:xfrm>
              <a:off x="1602" y="3516"/>
              <a:ext cx="74" cy="47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40" name="Oval 307"/>
            <p:cNvSpPr>
              <a:spLocks noChangeArrowheads="1"/>
            </p:cNvSpPr>
            <p:nvPr/>
          </p:nvSpPr>
          <p:spPr bwMode="auto">
            <a:xfrm>
              <a:off x="1698" y="3516"/>
              <a:ext cx="74" cy="47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41" name="AutoShape 308"/>
            <p:cNvSpPr>
              <a:spLocks noChangeArrowheads="1"/>
            </p:cNvSpPr>
            <p:nvPr/>
          </p:nvSpPr>
          <p:spPr bwMode="auto">
            <a:xfrm>
              <a:off x="1290" y="3588"/>
              <a:ext cx="384" cy="96"/>
            </a:xfrm>
            <a:prstGeom prst="cube">
              <a:avLst>
                <a:gd name="adj" fmla="val 80356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endParaRPr lang="ko-KR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42" name="AutoShape 309"/>
            <p:cNvSpPr>
              <a:spLocks noChangeArrowheads="1"/>
            </p:cNvSpPr>
            <p:nvPr/>
          </p:nvSpPr>
          <p:spPr bwMode="auto">
            <a:xfrm>
              <a:off x="1392" y="3552"/>
              <a:ext cx="192" cy="96"/>
            </a:xfrm>
            <a:prstGeom prst="cube">
              <a:avLst>
                <a:gd name="adj" fmla="val 50000"/>
              </a:avLst>
            </a:prstGeom>
            <a:solidFill>
              <a:schemeClr val="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43" name="AutoShape 310"/>
            <p:cNvSpPr>
              <a:spLocks noChangeArrowheads="1"/>
            </p:cNvSpPr>
            <p:nvPr/>
          </p:nvSpPr>
          <p:spPr bwMode="auto">
            <a:xfrm>
              <a:off x="1392" y="3426"/>
              <a:ext cx="192" cy="192"/>
            </a:xfrm>
            <a:prstGeom prst="cube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1795" name="Group 311"/>
          <p:cNvGrpSpPr>
            <a:grpSpLocks/>
          </p:cNvGrpSpPr>
          <p:nvPr/>
        </p:nvGrpSpPr>
        <p:grpSpPr bwMode="auto">
          <a:xfrm>
            <a:off x="4675188" y="3049588"/>
            <a:ext cx="381000" cy="265112"/>
            <a:chOff x="1920" y="3378"/>
            <a:chExt cx="816" cy="588"/>
          </a:xfrm>
        </p:grpSpPr>
        <p:sp>
          <p:nvSpPr>
            <p:cNvPr id="31920" name="AutoShape 312"/>
            <p:cNvSpPr>
              <a:spLocks noChangeArrowheads="1"/>
            </p:cNvSpPr>
            <p:nvPr/>
          </p:nvSpPr>
          <p:spPr bwMode="auto">
            <a:xfrm>
              <a:off x="1920" y="3552"/>
              <a:ext cx="816" cy="414"/>
            </a:xfrm>
            <a:prstGeom prst="cube">
              <a:avLst>
                <a:gd name="adj" fmla="val 80356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21" name="Oval 313"/>
            <p:cNvSpPr>
              <a:spLocks noChangeArrowheads="1"/>
            </p:cNvSpPr>
            <p:nvPr/>
          </p:nvSpPr>
          <p:spPr bwMode="auto">
            <a:xfrm>
              <a:off x="1986" y="3818"/>
              <a:ext cx="89" cy="5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22" name="Oval 314"/>
            <p:cNvSpPr>
              <a:spLocks noChangeArrowheads="1"/>
            </p:cNvSpPr>
            <p:nvPr/>
          </p:nvSpPr>
          <p:spPr bwMode="auto">
            <a:xfrm>
              <a:off x="2102" y="3818"/>
              <a:ext cx="90" cy="5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23" name="Oval 315"/>
            <p:cNvSpPr>
              <a:spLocks noChangeArrowheads="1"/>
            </p:cNvSpPr>
            <p:nvPr/>
          </p:nvSpPr>
          <p:spPr bwMode="auto">
            <a:xfrm>
              <a:off x="2224" y="3818"/>
              <a:ext cx="89" cy="5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24" name="Oval 316"/>
            <p:cNvSpPr>
              <a:spLocks noChangeArrowheads="1"/>
            </p:cNvSpPr>
            <p:nvPr/>
          </p:nvSpPr>
          <p:spPr bwMode="auto">
            <a:xfrm>
              <a:off x="2340" y="3818"/>
              <a:ext cx="90" cy="5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25" name="Oval 317"/>
            <p:cNvSpPr>
              <a:spLocks noChangeArrowheads="1"/>
            </p:cNvSpPr>
            <p:nvPr/>
          </p:nvSpPr>
          <p:spPr bwMode="auto">
            <a:xfrm>
              <a:off x="2228" y="3567"/>
              <a:ext cx="90" cy="5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26" name="Oval 318"/>
            <p:cNvSpPr>
              <a:spLocks noChangeArrowheads="1"/>
            </p:cNvSpPr>
            <p:nvPr/>
          </p:nvSpPr>
          <p:spPr bwMode="auto">
            <a:xfrm>
              <a:off x="2345" y="3567"/>
              <a:ext cx="90" cy="5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27" name="Oval 319"/>
            <p:cNvSpPr>
              <a:spLocks noChangeArrowheads="1"/>
            </p:cNvSpPr>
            <p:nvPr/>
          </p:nvSpPr>
          <p:spPr bwMode="auto">
            <a:xfrm>
              <a:off x="2466" y="3567"/>
              <a:ext cx="90" cy="5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28" name="Oval 320"/>
            <p:cNvSpPr>
              <a:spLocks noChangeArrowheads="1"/>
            </p:cNvSpPr>
            <p:nvPr/>
          </p:nvSpPr>
          <p:spPr bwMode="auto">
            <a:xfrm>
              <a:off x="2583" y="3567"/>
              <a:ext cx="90" cy="5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29" name="AutoShape 321"/>
            <p:cNvSpPr>
              <a:spLocks noChangeArrowheads="1"/>
            </p:cNvSpPr>
            <p:nvPr/>
          </p:nvSpPr>
          <p:spPr bwMode="auto">
            <a:xfrm>
              <a:off x="2088" y="3656"/>
              <a:ext cx="466" cy="118"/>
            </a:xfrm>
            <a:prstGeom prst="cube">
              <a:avLst>
                <a:gd name="adj" fmla="val 80356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endParaRPr lang="ko-KR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30" name="AutoShape 322"/>
            <p:cNvSpPr>
              <a:spLocks noChangeArrowheads="1"/>
            </p:cNvSpPr>
            <p:nvPr/>
          </p:nvSpPr>
          <p:spPr bwMode="auto">
            <a:xfrm>
              <a:off x="2175" y="3581"/>
              <a:ext cx="333" cy="166"/>
            </a:xfrm>
            <a:prstGeom prst="cube">
              <a:avLst>
                <a:gd name="adj" fmla="val 50000"/>
              </a:avLst>
            </a:prstGeom>
            <a:solidFill>
              <a:schemeClr val="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31" name="AutoShape 323"/>
            <p:cNvSpPr>
              <a:spLocks noChangeArrowheads="1"/>
            </p:cNvSpPr>
            <p:nvPr/>
          </p:nvSpPr>
          <p:spPr bwMode="auto">
            <a:xfrm>
              <a:off x="2175" y="3378"/>
              <a:ext cx="333" cy="333"/>
            </a:xfrm>
            <a:prstGeom prst="cube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1796" name="Group 324"/>
          <p:cNvGrpSpPr>
            <a:grpSpLocks/>
          </p:cNvGrpSpPr>
          <p:nvPr/>
        </p:nvGrpSpPr>
        <p:grpSpPr bwMode="auto">
          <a:xfrm>
            <a:off x="4217988" y="3095625"/>
            <a:ext cx="457200" cy="219075"/>
            <a:chOff x="1536" y="3552"/>
            <a:chExt cx="960" cy="624"/>
          </a:xfrm>
        </p:grpSpPr>
        <p:sp>
          <p:nvSpPr>
            <p:cNvPr id="31909" name="AutoShape 325"/>
            <p:cNvSpPr>
              <a:spLocks noChangeArrowheads="1"/>
            </p:cNvSpPr>
            <p:nvPr/>
          </p:nvSpPr>
          <p:spPr bwMode="auto">
            <a:xfrm>
              <a:off x="1536" y="3600"/>
              <a:ext cx="960" cy="576"/>
            </a:xfrm>
            <a:prstGeom prst="cube">
              <a:avLst>
                <a:gd name="adj" fmla="val 62847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10" name="Oval 326"/>
            <p:cNvSpPr>
              <a:spLocks noChangeArrowheads="1"/>
            </p:cNvSpPr>
            <p:nvPr/>
          </p:nvSpPr>
          <p:spPr bwMode="auto">
            <a:xfrm>
              <a:off x="1680" y="3888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11" name="Oval 327"/>
            <p:cNvSpPr>
              <a:spLocks noChangeArrowheads="1"/>
            </p:cNvSpPr>
            <p:nvPr/>
          </p:nvSpPr>
          <p:spPr bwMode="auto">
            <a:xfrm>
              <a:off x="1824" y="3888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12" name="Oval 328"/>
            <p:cNvSpPr>
              <a:spLocks noChangeArrowheads="1"/>
            </p:cNvSpPr>
            <p:nvPr/>
          </p:nvSpPr>
          <p:spPr bwMode="auto">
            <a:xfrm>
              <a:off x="1968" y="3888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13" name="Oval 329"/>
            <p:cNvSpPr>
              <a:spLocks noChangeArrowheads="1"/>
            </p:cNvSpPr>
            <p:nvPr/>
          </p:nvSpPr>
          <p:spPr bwMode="auto">
            <a:xfrm>
              <a:off x="1980" y="3624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14" name="Oval 330"/>
            <p:cNvSpPr>
              <a:spLocks noChangeArrowheads="1"/>
            </p:cNvSpPr>
            <p:nvPr/>
          </p:nvSpPr>
          <p:spPr bwMode="auto">
            <a:xfrm>
              <a:off x="2124" y="3624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15" name="Oval 331"/>
            <p:cNvSpPr>
              <a:spLocks noChangeArrowheads="1"/>
            </p:cNvSpPr>
            <p:nvPr/>
          </p:nvSpPr>
          <p:spPr bwMode="auto">
            <a:xfrm>
              <a:off x="2268" y="3624"/>
              <a:ext cx="96" cy="48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16" name="AutoShape 332"/>
            <p:cNvSpPr>
              <a:spLocks noChangeArrowheads="1"/>
            </p:cNvSpPr>
            <p:nvPr/>
          </p:nvSpPr>
          <p:spPr bwMode="auto">
            <a:xfrm>
              <a:off x="1878" y="3702"/>
              <a:ext cx="375" cy="64"/>
            </a:xfrm>
            <a:prstGeom prst="cube">
              <a:avLst>
                <a:gd name="adj" fmla="val 25000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endParaRPr lang="ko-KR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17" name="AutoShape 333"/>
            <p:cNvSpPr>
              <a:spLocks noChangeArrowheads="1"/>
            </p:cNvSpPr>
            <p:nvPr/>
          </p:nvSpPr>
          <p:spPr bwMode="auto">
            <a:xfrm>
              <a:off x="1800" y="3552"/>
              <a:ext cx="432" cy="288"/>
            </a:xfrm>
            <a:prstGeom prst="cube">
              <a:avLst>
                <a:gd name="adj" fmla="val 25000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endParaRPr lang="ko-KR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18" name="AutoShape 334"/>
            <p:cNvSpPr>
              <a:spLocks noChangeArrowheads="1"/>
            </p:cNvSpPr>
            <p:nvPr/>
          </p:nvSpPr>
          <p:spPr bwMode="auto">
            <a:xfrm>
              <a:off x="1776" y="3792"/>
              <a:ext cx="375" cy="64"/>
            </a:xfrm>
            <a:prstGeom prst="cube">
              <a:avLst>
                <a:gd name="adj" fmla="val 25000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endParaRPr lang="ko-KR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19" name="Rectangle 335"/>
            <p:cNvSpPr>
              <a:spLocks noChangeArrowheads="1"/>
            </p:cNvSpPr>
            <p:nvPr/>
          </p:nvSpPr>
          <p:spPr bwMode="auto">
            <a:xfrm>
              <a:off x="1986" y="3564"/>
              <a:ext cx="48" cy="48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1797" name="Text Box 336"/>
          <p:cNvSpPr txBox="1">
            <a:spLocks noChangeArrowheads="1"/>
          </p:cNvSpPr>
          <p:nvPr/>
        </p:nvSpPr>
        <p:spPr bwMode="auto">
          <a:xfrm>
            <a:off x="4141788" y="3362325"/>
            <a:ext cx="131318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MC      TIMER    RELAY</a:t>
            </a:r>
          </a:p>
        </p:txBody>
      </p:sp>
      <p:sp>
        <p:nvSpPr>
          <p:cNvPr id="31798" name="Rectangle 337"/>
          <p:cNvSpPr>
            <a:spLocks noChangeArrowheads="1"/>
          </p:cNvSpPr>
          <p:nvPr/>
        </p:nvSpPr>
        <p:spPr bwMode="auto">
          <a:xfrm>
            <a:off x="4141788" y="3022600"/>
            <a:ext cx="1447800" cy="584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1799" name="Group 338"/>
          <p:cNvGrpSpPr>
            <a:grpSpLocks/>
          </p:cNvGrpSpPr>
          <p:nvPr/>
        </p:nvGrpSpPr>
        <p:grpSpPr bwMode="auto">
          <a:xfrm rot="10800000" flipV="1">
            <a:off x="2312988" y="4189413"/>
            <a:ext cx="1365250" cy="441325"/>
            <a:chOff x="1696" y="2966"/>
            <a:chExt cx="860" cy="290"/>
          </a:xfrm>
        </p:grpSpPr>
        <p:grpSp>
          <p:nvGrpSpPr>
            <p:cNvPr id="31904" name="Group 339"/>
            <p:cNvGrpSpPr>
              <a:grpSpLocks/>
            </p:cNvGrpSpPr>
            <p:nvPr/>
          </p:nvGrpSpPr>
          <p:grpSpPr bwMode="auto">
            <a:xfrm>
              <a:off x="1696" y="2966"/>
              <a:ext cx="378" cy="288"/>
              <a:chOff x="1696" y="2966"/>
              <a:chExt cx="378" cy="288"/>
            </a:xfrm>
          </p:grpSpPr>
          <p:sp>
            <p:nvSpPr>
              <p:cNvPr id="31906" name="AutoShape 340"/>
              <p:cNvSpPr>
                <a:spLocks noChangeArrowheads="1"/>
              </p:cNvSpPr>
              <p:nvPr/>
            </p:nvSpPr>
            <p:spPr bwMode="auto">
              <a:xfrm rot="-5400000">
                <a:off x="1762" y="2942"/>
                <a:ext cx="288" cy="336"/>
              </a:xfrm>
              <a:prstGeom prst="can">
                <a:avLst>
                  <a:gd name="adj" fmla="val 29167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907" name="AutoShape 341"/>
              <p:cNvSpPr>
                <a:spLocks noChangeArrowheads="1"/>
              </p:cNvSpPr>
              <p:nvPr/>
            </p:nvSpPr>
            <p:spPr bwMode="auto">
              <a:xfrm rot="16200000" flipH="1">
                <a:off x="1696" y="3062"/>
                <a:ext cx="96" cy="96"/>
              </a:xfrm>
              <a:prstGeom prst="can">
                <a:avLst>
                  <a:gd name="adj" fmla="val 25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908" name="Line 342"/>
              <p:cNvSpPr>
                <a:spLocks noChangeShapeType="1"/>
              </p:cNvSpPr>
              <p:nvPr/>
            </p:nvSpPr>
            <p:spPr bwMode="auto">
              <a:xfrm flipH="1">
                <a:off x="1822" y="3032"/>
                <a:ext cx="24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1905" name="Text Box 343"/>
            <p:cNvSpPr txBox="1">
              <a:spLocks noChangeArrowheads="1"/>
            </p:cNvSpPr>
            <p:nvPr/>
          </p:nvSpPr>
          <p:spPr bwMode="auto">
            <a:xfrm>
              <a:off x="1770" y="3114"/>
              <a:ext cx="786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[INDUCTION MOTOR]</a:t>
              </a:r>
            </a:p>
          </p:txBody>
        </p:sp>
      </p:grpSp>
      <p:grpSp>
        <p:nvGrpSpPr>
          <p:cNvPr id="31800" name="Group 344"/>
          <p:cNvGrpSpPr>
            <a:grpSpLocks/>
          </p:cNvGrpSpPr>
          <p:nvPr/>
        </p:nvGrpSpPr>
        <p:grpSpPr bwMode="auto">
          <a:xfrm>
            <a:off x="3198813" y="3022600"/>
            <a:ext cx="912812" cy="973138"/>
            <a:chOff x="1894" y="2246"/>
            <a:chExt cx="575" cy="640"/>
          </a:xfrm>
        </p:grpSpPr>
        <p:grpSp>
          <p:nvGrpSpPr>
            <p:cNvPr id="31892" name="Group 345"/>
            <p:cNvGrpSpPr>
              <a:grpSpLocks/>
            </p:cNvGrpSpPr>
            <p:nvPr/>
          </p:nvGrpSpPr>
          <p:grpSpPr bwMode="auto">
            <a:xfrm>
              <a:off x="1984" y="2246"/>
              <a:ext cx="240" cy="432"/>
              <a:chOff x="1984" y="2246"/>
              <a:chExt cx="240" cy="432"/>
            </a:xfrm>
          </p:grpSpPr>
          <p:sp>
            <p:nvSpPr>
              <p:cNvPr id="31894" name="AutoShape 346"/>
              <p:cNvSpPr>
                <a:spLocks noChangeArrowheads="1"/>
              </p:cNvSpPr>
              <p:nvPr/>
            </p:nvSpPr>
            <p:spPr bwMode="auto">
              <a:xfrm>
                <a:off x="1984" y="2246"/>
                <a:ext cx="240" cy="432"/>
              </a:xfrm>
              <a:prstGeom prst="cube">
                <a:avLst>
                  <a:gd name="adj" fmla="val 40106"/>
                </a:avLst>
              </a:prstGeom>
              <a:solidFill>
                <a:srgbClr val="FFFF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895" name="Oval 347"/>
              <p:cNvSpPr>
                <a:spLocks noChangeArrowheads="1"/>
              </p:cNvSpPr>
              <p:nvPr/>
            </p:nvSpPr>
            <p:spPr bwMode="auto">
              <a:xfrm>
                <a:off x="2032" y="2528"/>
                <a:ext cx="25" cy="25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896" name="Oval 348"/>
              <p:cNvSpPr>
                <a:spLocks noChangeArrowheads="1"/>
              </p:cNvSpPr>
              <p:nvPr/>
            </p:nvSpPr>
            <p:spPr bwMode="auto">
              <a:xfrm>
                <a:off x="2037" y="2564"/>
                <a:ext cx="25" cy="25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897" name="Oval 349"/>
              <p:cNvSpPr>
                <a:spLocks noChangeArrowheads="1"/>
              </p:cNvSpPr>
              <p:nvPr/>
            </p:nvSpPr>
            <p:spPr bwMode="auto">
              <a:xfrm>
                <a:off x="2037" y="2605"/>
                <a:ext cx="25" cy="25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898" name="Oval 350"/>
              <p:cNvSpPr>
                <a:spLocks noChangeArrowheads="1"/>
              </p:cNvSpPr>
              <p:nvPr/>
            </p:nvSpPr>
            <p:spPr bwMode="auto">
              <a:xfrm>
                <a:off x="2037" y="2648"/>
                <a:ext cx="25" cy="25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899" name="Oval 351"/>
              <p:cNvSpPr>
                <a:spLocks noChangeArrowheads="1"/>
              </p:cNvSpPr>
              <p:nvPr/>
            </p:nvSpPr>
            <p:spPr bwMode="auto">
              <a:xfrm>
                <a:off x="1996" y="2468"/>
                <a:ext cx="25" cy="25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900" name="Oval 352"/>
              <p:cNvSpPr>
                <a:spLocks noChangeArrowheads="1"/>
              </p:cNvSpPr>
              <p:nvPr/>
            </p:nvSpPr>
            <p:spPr bwMode="auto">
              <a:xfrm>
                <a:off x="2001" y="2504"/>
                <a:ext cx="25" cy="25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901" name="Oval 353"/>
              <p:cNvSpPr>
                <a:spLocks noChangeArrowheads="1"/>
              </p:cNvSpPr>
              <p:nvPr/>
            </p:nvSpPr>
            <p:spPr bwMode="auto">
              <a:xfrm>
                <a:off x="2001" y="2545"/>
                <a:ext cx="25" cy="25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902" name="Oval 354"/>
              <p:cNvSpPr>
                <a:spLocks noChangeArrowheads="1"/>
              </p:cNvSpPr>
              <p:nvPr/>
            </p:nvSpPr>
            <p:spPr bwMode="auto">
              <a:xfrm>
                <a:off x="2001" y="2588"/>
                <a:ext cx="25" cy="25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903" name="Oval 355"/>
              <p:cNvSpPr>
                <a:spLocks noChangeArrowheads="1"/>
              </p:cNvSpPr>
              <p:nvPr/>
            </p:nvSpPr>
            <p:spPr bwMode="auto">
              <a:xfrm>
                <a:off x="2002" y="2630"/>
                <a:ext cx="25" cy="25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1893" name="Text Box 356"/>
            <p:cNvSpPr txBox="1">
              <a:spLocks noChangeArrowheads="1"/>
            </p:cNvSpPr>
            <p:nvPr/>
          </p:nvSpPr>
          <p:spPr bwMode="auto">
            <a:xfrm>
              <a:off x="1894" y="2663"/>
              <a:ext cx="575" cy="2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[SPEED</a:t>
              </a: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CONTROLLER]</a:t>
              </a:r>
            </a:p>
          </p:txBody>
        </p:sp>
      </p:grpSp>
      <p:grpSp>
        <p:nvGrpSpPr>
          <p:cNvPr id="31801" name="Group 357"/>
          <p:cNvGrpSpPr>
            <a:grpSpLocks/>
          </p:cNvGrpSpPr>
          <p:nvPr/>
        </p:nvGrpSpPr>
        <p:grpSpPr bwMode="auto">
          <a:xfrm rot="10800000" flipV="1">
            <a:off x="3602038" y="4043363"/>
            <a:ext cx="1533525" cy="693737"/>
            <a:chOff x="825" y="3024"/>
            <a:chExt cx="967" cy="456"/>
          </a:xfrm>
        </p:grpSpPr>
        <p:sp>
          <p:nvSpPr>
            <p:cNvPr id="31822" name="Rectangle 358"/>
            <p:cNvSpPr>
              <a:spLocks noChangeArrowheads="1"/>
            </p:cNvSpPr>
            <p:nvPr/>
          </p:nvSpPr>
          <p:spPr bwMode="auto">
            <a:xfrm rot="-192914">
              <a:off x="1680" y="3048"/>
              <a:ext cx="48" cy="432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31823" name="Group 359"/>
            <p:cNvGrpSpPr>
              <a:grpSpLocks/>
            </p:cNvGrpSpPr>
            <p:nvPr/>
          </p:nvGrpSpPr>
          <p:grpSpPr bwMode="auto">
            <a:xfrm rot="-5400000">
              <a:off x="1211" y="2930"/>
              <a:ext cx="148" cy="919"/>
              <a:chOff x="4145" y="1377"/>
              <a:chExt cx="533" cy="2062"/>
            </a:xfrm>
          </p:grpSpPr>
          <p:sp>
            <p:nvSpPr>
              <p:cNvPr id="31835" name="Rectangle 360"/>
              <p:cNvSpPr>
                <a:spLocks noChangeArrowheads="1"/>
              </p:cNvSpPr>
              <p:nvPr/>
            </p:nvSpPr>
            <p:spPr bwMode="auto">
              <a:xfrm>
                <a:off x="4388" y="1377"/>
                <a:ext cx="56" cy="1773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31836" name="Group 361"/>
              <p:cNvGrpSpPr>
                <a:grpSpLocks/>
              </p:cNvGrpSpPr>
              <p:nvPr/>
            </p:nvGrpSpPr>
            <p:grpSpPr bwMode="auto">
              <a:xfrm>
                <a:off x="4230" y="1549"/>
                <a:ext cx="361" cy="82"/>
                <a:chOff x="1709" y="752"/>
                <a:chExt cx="361" cy="82"/>
              </a:xfrm>
            </p:grpSpPr>
            <p:sp>
              <p:nvSpPr>
                <p:cNvPr id="31890" name="Rectangle 362"/>
                <p:cNvSpPr>
                  <a:spLocks noChangeArrowheads="1"/>
                </p:cNvSpPr>
                <p:nvPr/>
              </p:nvSpPr>
              <p:spPr bwMode="auto">
                <a:xfrm>
                  <a:off x="1709" y="752"/>
                  <a:ext cx="361" cy="56"/>
                </a:xfrm>
                <a:prstGeom prst="rect">
                  <a:avLst/>
                </a:prstGeom>
                <a:solidFill>
                  <a:schemeClr val="folHlink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91" name="Rectangle 363"/>
                <p:cNvSpPr>
                  <a:spLocks noChangeArrowheads="1"/>
                </p:cNvSpPr>
                <p:nvPr/>
              </p:nvSpPr>
              <p:spPr bwMode="auto">
                <a:xfrm>
                  <a:off x="1754" y="807"/>
                  <a:ext cx="276" cy="27"/>
                </a:xfrm>
                <a:prstGeom prst="rect">
                  <a:avLst/>
                </a:prstGeom>
                <a:solidFill>
                  <a:schemeClr val="folHlink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31837" name="Group 364"/>
              <p:cNvGrpSpPr>
                <a:grpSpLocks/>
              </p:cNvGrpSpPr>
              <p:nvPr/>
            </p:nvGrpSpPr>
            <p:grpSpPr bwMode="auto">
              <a:xfrm>
                <a:off x="4273" y="1819"/>
                <a:ext cx="294" cy="85"/>
                <a:chOff x="1748" y="1003"/>
                <a:chExt cx="294" cy="85"/>
              </a:xfrm>
            </p:grpSpPr>
            <p:sp>
              <p:nvSpPr>
                <p:cNvPr id="31887" name="Rectangle 365"/>
                <p:cNvSpPr>
                  <a:spLocks noChangeArrowheads="1"/>
                </p:cNvSpPr>
                <p:nvPr/>
              </p:nvSpPr>
              <p:spPr bwMode="auto">
                <a:xfrm>
                  <a:off x="1748" y="1032"/>
                  <a:ext cx="294" cy="27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88" name="Rectangle 366"/>
                <p:cNvSpPr>
                  <a:spLocks noChangeArrowheads="1"/>
                </p:cNvSpPr>
                <p:nvPr/>
              </p:nvSpPr>
              <p:spPr bwMode="auto">
                <a:xfrm>
                  <a:off x="1809" y="1003"/>
                  <a:ext cx="173" cy="27"/>
                </a:xfrm>
                <a:prstGeom prst="rect">
                  <a:avLst/>
                </a:prstGeom>
                <a:solidFill>
                  <a:schemeClr val="folHlink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89" name="Rectangle 367"/>
                <p:cNvSpPr>
                  <a:spLocks noChangeArrowheads="1"/>
                </p:cNvSpPr>
                <p:nvPr/>
              </p:nvSpPr>
              <p:spPr bwMode="auto">
                <a:xfrm>
                  <a:off x="1809" y="1061"/>
                  <a:ext cx="173" cy="27"/>
                </a:xfrm>
                <a:prstGeom prst="rect">
                  <a:avLst/>
                </a:prstGeom>
                <a:solidFill>
                  <a:schemeClr val="folHlink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31838" name="Group 368"/>
              <p:cNvGrpSpPr>
                <a:grpSpLocks/>
              </p:cNvGrpSpPr>
              <p:nvPr/>
            </p:nvGrpSpPr>
            <p:grpSpPr bwMode="auto">
              <a:xfrm>
                <a:off x="4309" y="2899"/>
                <a:ext cx="232" cy="100"/>
                <a:chOff x="1959" y="1370"/>
                <a:chExt cx="232" cy="100"/>
              </a:xfrm>
            </p:grpSpPr>
            <p:sp>
              <p:nvSpPr>
                <p:cNvPr id="31878" name="Rectangle 369"/>
                <p:cNvSpPr>
                  <a:spLocks noChangeArrowheads="1"/>
                </p:cNvSpPr>
                <p:nvPr/>
              </p:nvSpPr>
              <p:spPr bwMode="auto">
                <a:xfrm>
                  <a:off x="1959" y="1370"/>
                  <a:ext cx="231" cy="100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79" name="Line 370"/>
                <p:cNvSpPr>
                  <a:spLocks noChangeShapeType="1"/>
                </p:cNvSpPr>
                <p:nvPr/>
              </p:nvSpPr>
              <p:spPr bwMode="auto">
                <a:xfrm>
                  <a:off x="1960" y="1430"/>
                  <a:ext cx="32" cy="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80" name="Line 371"/>
                <p:cNvSpPr>
                  <a:spLocks noChangeShapeType="1"/>
                </p:cNvSpPr>
                <p:nvPr/>
              </p:nvSpPr>
              <p:spPr bwMode="auto">
                <a:xfrm>
                  <a:off x="1959" y="1455"/>
                  <a:ext cx="32" cy="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81" name="Line 372"/>
                <p:cNvSpPr>
                  <a:spLocks noChangeShapeType="1"/>
                </p:cNvSpPr>
                <p:nvPr/>
              </p:nvSpPr>
              <p:spPr bwMode="auto">
                <a:xfrm>
                  <a:off x="1992" y="1430"/>
                  <a:ext cx="0" cy="25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82" name="Line 373"/>
                <p:cNvSpPr>
                  <a:spLocks noChangeShapeType="1"/>
                </p:cNvSpPr>
                <p:nvPr/>
              </p:nvSpPr>
              <p:spPr bwMode="auto">
                <a:xfrm>
                  <a:off x="2156" y="1430"/>
                  <a:ext cx="32" cy="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83" name="Line 374"/>
                <p:cNvSpPr>
                  <a:spLocks noChangeShapeType="1"/>
                </p:cNvSpPr>
                <p:nvPr/>
              </p:nvSpPr>
              <p:spPr bwMode="auto">
                <a:xfrm>
                  <a:off x="2155" y="1455"/>
                  <a:ext cx="32" cy="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84" name="Line 375"/>
                <p:cNvSpPr>
                  <a:spLocks noChangeShapeType="1"/>
                </p:cNvSpPr>
                <p:nvPr/>
              </p:nvSpPr>
              <p:spPr bwMode="auto">
                <a:xfrm>
                  <a:off x="2157" y="1430"/>
                  <a:ext cx="0" cy="25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85" name="Line 376"/>
                <p:cNvSpPr>
                  <a:spLocks noChangeShapeType="1"/>
                </p:cNvSpPr>
                <p:nvPr/>
              </p:nvSpPr>
              <p:spPr bwMode="auto">
                <a:xfrm>
                  <a:off x="2191" y="1430"/>
                  <a:ext cx="0" cy="25"/>
                </a:xfrm>
                <a:prstGeom prst="line">
                  <a:avLst/>
                </a:prstGeom>
                <a:noFill/>
                <a:ln w="9525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86" name="Line 377"/>
                <p:cNvSpPr>
                  <a:spLocks noChangeShapeType="1"/>
                </p:cNvSpPr>
                <p:nvPr/>
              </p:nvSpPr>
              <p:spPr bwMode="auto">
                <a:xfrm>
                  <a:off x="1961" y="1430"/>
                  <a:ext cx="0" cy="25"/>
                </a:xfrm>
                <a:prstGeom prst="line">
                  <a:avLst/>
                </a:prstGeom>
                <a:noFill/>
                <a:ln w="9525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31839" name="Group 378"/>
              <p:cNvGrpSpPr>
                <a:grpSpLocks/>
              </p:cNvGrpSpPr>
              <p:nvPr/>
            </p:nvGrpSpPr>
            <p:grpSpPr bwMode="auto">
              <a:xfrm>
                <a:off x="4303" y="1409"/>
                <a:ext cx="232" cy="100"/>
                <a:chOff x="2344" y="1210"/>
                <a:chExt cx="232" cy="100"/>
              </a:xfrm>
            </p:grpSpPr>
            <p:sp>
              <p:nvSpPr>
                <p:cNvPr id="31869" name="Rectangle 379"/>
                <p:cNvSpPr>
                  <a:spLocks noChangeArrowheads="1"/>
                </p:cNvSpPr>
                <p:nvPr/>
              </p:nvSpPr>
              <p:spPr bwMode="auto">
                <a:xfrm>
                  <a:off x="2344" y="1210"/>
                  <a:ext cx="231" cy="100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70" name="Line 380"/>
                <p:cNvSpPr>
                  <a:spLocks noChangeShapeType="1"/>
                </p:cNvSpPr>
                <p:nvPr/>
              </p:nvSpPr>
              <p:spPr bwMode="auto">
                <a:xfrm>
                  <a:off x="2345" y="1234"/>
                  <a:ext cx="32" cy="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71" name="Line 381"/>
                <p:cNvSpPr>
                  <a:spLocks noChangeShapeType="1"/>
                </p:cNvSpPr>
                <p:nvPr/>
              </p:nvSpPr>
              <p:spPr bwMode="auto">
                <a:xfrm>
                  <a:off x="2344" y="1259"/>
                  <a:ext cx="32" cy="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72" name="Line 382"/>
                <p:cNvSpPr>
                  <a:spLocks noChangeShapeType="1"/>
                </p:cNvSpPr>
                <p:nvPr/>
              </p:nvSpPr>
              <p:spPr bwMode="auto">
                <a:xfrm>
                  <a:off x="2377" y="1234"/>
                  <a:ext cx="0" cy="25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73" name="Line 383"/>
                <p:cNvSpPr>
                  <a:spLocks noChangeShapeType="1"/>
                </p:cNvSpPr>
                <p:nvPr/>
              </p:nvSpPr>
              <p:spPr bwMode="auto">
                <a:xfrm>
                  <a:off x="2541" y="1234"/>
                  <a:ext cx="32" cy="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74" name="Line 384"/>
                <p:cNvSpPr>
                  <a:spLocks noChangeShapeType="1"/>
                </p:cNvSpPr>
                <p:nvPr/>
              </p:nvSpPr>
              <p:spPr bwMode="auto">
                <a:xfrm>
                  <a:off x="2540" y="1259"/>
                  <a:ext cx="32" cy="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75" name="Line 385"/>
                <p:cNvSpPr>
                  <a:spLocks noChangeShapeType="1"/>
                </p:cNvSpPr>
                <p:nvPr/>
              </p:nvSpPr>
              <p:spPr bwMode="auto">
                <a:xfrm>
                  <a:off x="2542" y="1234"/>
                  <a:ext cx="0" cy="25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76" name="Line 386"/>
                <p:cNvSpPr>
                  <a:spLocks noChangeShapeType="1"/>
                </p:cNvSpPr>
                <p:nvPr/>
              </p:nvSpPr>
              <p:spPr bwMode="auto">
                <a:xfrm>
                  <a:off x="2576" y="1234"/>
                  <a:ext cx="0" cy="25"/>
                </a:xfrm>
                <a:prstGeom prst="line">
                  <a:avLst/>
                </a:prstGeom>
                <a:noFill/>
                <a:ln w="9525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77" name="Line 387"/>
                <p:cNvSpPr>
                  <a:spLocks noChangeShapeType="1"/>
                </p:cNvSpPr>
                <p:nvPr/>
              </p:nvSpPr>
              <p:spPr bwMode="auto">
                <a:xfrm>
                  <a:off x="2346" y="1234"/>
                  <a:ext cx="0" cy="25"/>
                </a:xfrm>
                <a:prstGeom prst="line">
                  <a:avLst/>
                </a:prstGeom>
                <a:noFill/>
                <a:ln w="9525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31840" name="Group 388"/>
              <p:cNvGrpSpPr>
                <a:grpSpLocks/>
              </p:cNvGrpSpPr>
              <p:nvPr/>
            </p:nvGrpSpPr>
            <p:grpSpPr bwMode="auto">
              <a:xfrm>
                <a:off x="4244" y="2652"/>
                <a:ext cx="361" cy="84"/>
                <a:chOff x="2148" y="1319"/>
                <a:chExt cx="361" cy="84"/>
              </a:xfrm>
            </p:grpSpPr>
            <p:sp>
              <p:nvSpPr>
                <p:cNvPr id="31867" name="Rectangle 389"/>
                <p:cNvSpPr>
                  <a:spLocks noChangeArrowheads="1"/>
                </p:cNvSpPr>
                <p:nvPr/>
              </p:nvSpPr>
              <p:spPr bwMode="auto">
                <a:xfrm>
                  <a:off x="2148" y="1347"/>
                  <a:ext cx="361" cy="56"/>
                </a:xfrm>
                <a:prstGeom prst="rect">
                  <a:avLst/>
                </a:prstGeom>
                <a:solidFill>
                  <a:schemeClr val="folHlink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68" name="Rectangle 390"/>
                <p:cNvSpPr>
                  <a:spLocks noChangeArrowheads="1"/>
                </p:cNvSpPr>
                <p:nvPr/>
              </p:nvSpPr>
              <p:spPr bwMode="auto">
                <a:xfrm>
                  <a:off x="2192" y="1319"/>
                  <a:ext cx="276" cy="27"/>
                </a:xfrm>
                <a:prstGeom prst="rect">
                  <a:avLst/>
                </a:prstGeom>
                <a:solidFill>
                  <a:schemeClr val="folHlink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31841" name="Group 391"/>
              <p:cNvGrpSpPr>
                <a:grpSpLocks/>
              </p:cNvGrpSpPr>
              <p:nvPr/>
            </p:nvGrpSpPr>
            <p:grpSpPr bwMode="auto">
              <a:xfrm>
                <a:off x="4145" y="2813"/>
                <a:ext cx="533" cy="54"/>
                <a:chOff x="1640" y="1325"/>
                <a:chExt cx="533" cy="54"/>
              </a:xfrm>
            </p:grpSpPr>
            <p:sp>
              <p:nvSpPr>
                <p:cNvPr id="31865" name="Rectangle 392"/>
                <p:cNvSpPr>
                  <a:spLocks noChangeArrowheads="1"/>
                </p:cNvSpPr>
                <p:nvPr/>
              </p:nvSpPr>
              <p:spPr bwMode="auto">
                <a:xfrm>
                  <a:off x="1640" y="1325"/>
                  <a:ext cx="533" cy="27"/>
                </a:xfrm>
                <a:prstGeom prst="rect">
                  <a:avLst/>
                </a:prstGeom>
                <a:solidFill>
                  <a:schemeClr val="folHlink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66" name="Rectangle 393"/>
                <p:cNvSpPr>
                  <a:spLocks noChangeArrowheads="1"/>
                </p:cNvSpPr>
                <p:nvPr/>
              </p:nvSpPr>
              <p:spPr bwMode="auto">
                <a:xfrm>
                  <a:off x="1756" y="1352"/>
                  <a:ext cx="277" cy="27"/>
                </a:xfrm>
                <a:prstGeom prst="rect">
                  <a:avLst/>
                </a:prstGeom>
                <a:solidFill>
                  <a:schemeClr val="folHlink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31842" name="Rectangle 394"/>
              <p:cNvSpPr>
                <a:spLocks noChangeArrowheads="1"/>
              </p:cNvSpPr>
              <p:nvPr/>
            </p:nvSpPr>
            <p:spPr bwMode="auto">
              <a:xfrm>
                <a:off x="4315" y="3019"/>
                <a:ext cx="204" cy="61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31843" name="Group 395"/>
              <p:cNvGrpSpPr>
                <a:grpSpLocks/>
              </p:cNvGrpSpPr>
              <p:nvPr/>
            </p:nvGrpSpPr>
            <p:grpSpPr bwMode="auto">
              <a:xfrm>
                <a:off x="4319" y="3113"/>
                <a:ext cx="190" cy="326"/>
                <a:chOff x="2405" y="1094"/>
                <a:chExt cx="190" cy="326"/>
              </a:xfrm>
            </p:grpSpPr>
            <p:grpSp>
              <p:nvGrpSpPr>
                <p:cNvPr id="31852" name="Group 396"/>
                <p:cNvGrpSpPr>
                  <a:grpSpLocks/>
                </p:cNvGrpSpPr>
                <p:nvPr/>
              </p:nvGrpSpPr>
              <p:grpSpPr bwMode="auto">
                <a:xfrm>
                  <a:off x="2405" y="1094"/>
                  <a:ext cx="190" cy="326"/>
                  <a:chOff x="2305" y="1241"/>
                  <a:chExt cx="257" cy="393"/>
                </a:xfrm>
              </p:grpSpPr>
              <p:sp>
                <p:nvSpPr>
                  <p:cNvPr id="31854" name="Rectangle 397"/>
                  <p:cNvSpPr>
                    <a:spLocks noChangeArrowheads="1"/>
                  </p:cNvSpPr>
                  <p:nvPr/>
                </p:nvSpPr>
                <p:spPr bwMode="auto">
                  <a:xfrm>
                    <a:off x="2361" y="1241"/>
                    <a:ext cx="146" cy="122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1pPr>
                    <a:lvl2pPr marL="742950" indent="-285750" eaLnBrk="0" hangingPunct="0"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2pPr>
                    <a:lvl3pPr marL="1143000" indent="-228600" eaLnBrk="0" hangingPunct="0"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3pPr>
                    <a:lvl4pPr marL="1600200" indent="-228600" eaLnBrk="0" hangingPunct="0"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4pPr>
                    <a:lvl5pPr marL="2057400" indent="-228600" eaLnBrk="0" hangingPunct="0"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5pPr>
                    <a:lvl6pPr marL="2514600" indent="-228600" algn="ctr" eaLnBrk="0" fontAlgn="base" hangingPunct="0">
                      <a:lnSpc>
                        <a:spcPct val="12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6pPr>
                    <a:lvl7pPr marL="2971800" indent="-228600" algn="ctr" eaLnBrk="0" fontAlgn="base" hangingPunct="0">
                      <a:lnSpc>
                        <a:spcPct val="12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7pPr>
                    <a:lvl8pPr marL="3429000" indent="-228600" algn="ctr" eaLnBrk="0" fontAlgn="base" hangingPunct="0">
                      <a:lnSpc>
                        <a:spcPct val="12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8pPr>
                    <a:lvl9pPr marL="3886200" indent="-228600" algn="ctr" eaLnBrk="0" fontAlgn="base" hangingPunct="0">
                      <a:lnSpc>
                        <a:spcPct val="12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9pPr>
                  </a:lstStyle>
                  <a:p>
                    <a:pPr eaLnBrk="1" hangingPunct="1"/>
                    <a:endParaRPr lang="ko-KR" altLang="en-US">
                      <a:solidFill>
                        <a:srgbClr val="333399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55" name="Rectangle 398"/>
                  <p:cNvSpPr>
                    <a:spLocks noChangeArrowheads="1"/>
                  </p:cNvSpPr>
                  <p:nvPr/>
                </p:nvSpPr>
                <p:spPr bwMode="auto">
                  <a:xfrm>
                    <a:off x="2305" y="1364"/>
                    <a:ext cx="255" cy="270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1pPr>
                    <a:lvl2pPr marL="742950" indent="-285750" eaLnBrk="0" hangingPunct="0"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2pPr>
                    <a:lvl3pPr marL="1143000" indent="-228600" eaLnBrk="0" hangingPunct="0"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3pPr>
                    <a:lvl4pPr marL="1600200" indent="-228600" eaLnBrk="0" hangingPunct="0"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4pPr>
                    <a:lvl5pPr marL="2057400" indent="-228600" eaLnBrk="0" hangingPunct="0"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5pPr>
                    <a:lvl6pPr marL="2514600" indent="-228600" algn="ctr" eaLnBrk="0" fontAlgn="base" hangingPunct="0">
                      <a:lnSpc>
                        <a:spcPct val="12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6pPr>
                    <a:lvl7pPr marL="2971800" indent="-228600" algn="ctr" eaLnBrk="0" fontAlgn="base" hangingPunct="0">
                      <a:lnSpc>
                        <a:spcPct val="12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7pPr>
                    <a:lvl8pPr marL="3429000" indent="-228600" algn="ctr" eaLnBrk="0" fontAlgn="base" hangingPunct="0">
                      <a:lnSpc>
                        <a:spcPct val="12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8pPr>
                    <a:lvl9pPr marL="3886200" indent="-228600" algn="ctr" eaLnBrk="0" fontAlgn="base" hangingPunct="0">
                      <a:lnSpc>
                        <a:spcPct val="12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defRPr kumimoji="1" sz="800">
                        <a:solidFill>
                          <a:schemeClr val="accent2"/>
                        </a:solidFill>
                        <a:latin typeface="굴림" pitchFamily="50" charset="-127"/>
                        <a:ea typeface="굴림" pitchFamily="50" charset="-127"/>
                      </a:defRPr>
                    </a:lvl9pPr>
                  </a:lstStyle>
                  <a:p>
                    <a:pPr eaLnBrk="1" hangingPunct="1"/>
                    <a:endParaRPr lang="ko-KR" altLang="en-US">
                      <a:solidFill>
                        <a:srgbClr val="333399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56" name="Freeform 399"/>
                  <p:cNvSpPr>
                    <a:spLocks/>
                  </p:cNvSpPr>
                  <p:nvPr/>
                </p:nvSpPr>
                <p:spPr bwMode="auto">
                  <a:xfrm>
                    <a:off x="2472" y="1370"/>
                    <a:ext cx="86" cy="264"/>
                  </a:xfrm>
                  <a:custGeom>
                    <a:avLst/>
                    <a:gdLst>
                      <a:gd name="T0" fmla="*/ 86 w 86"/>
                      <a:gd name="T1" fmla="*/ 0 h 264"/>
                      <a:gd name="T2" fmla="*/ 66 w 86"/>
                      <a:gd name="T3" fmla="*/ 112 h 264"/>
                      <a:gd name="T4" fmla="*/ 54 w 86"/>
                      <a:gd name="T5" fmla="*/ 151 h 264"/>
                      <a:gd name="T6" fmla="*/ 45 w 86"/>
                      <a:gd name="T7" fmla="*/ 172 h 264"/>
                      <a:gd name="T8" fmla="*/ 39 w 86"/>
                      <a:gd name="T9" fmla="*/ 186 h 264"/>
                      <a:gd name="T10" fmla="*/ 12 w 86"/>
                      <a:gd name="T11" fmla="*/ 238 h 264"/>
                      <a:gd name="T12" fmla="*/ 3 w 86"/>
                      <a:gd name="T13" fmla="*/ 256 h 264"/>
                      <a:gd name="T14" fmla="*/ 0 w 86"/>
                      <a:gd name="T15" fmla="*/ 264 h 26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86"/>
                      <a:gd name="T25" fmla="*/ 0 h 264"/>
                      <a:gd name="T26" fmla="*/ 86 w 86"/>
                      <a:gd name="T27" fmla="*/ 264 h 26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86" h="264">
                        <a:moveTo>
                          <a:pt x="86" y="0"/>
                        </a:moveTo>
                        <a:cubicBezTo>
                          <a:pt x="84" y="34"/>
                          <a:pt x="82" y="81"/>
                          <a:pt x="66" y="112"/>
                        </a:cubicBezTo>
                        <a:cubicBezTo>
                          <a:pt x="64" y="125"/>
                          <a:pt x="60" y="139"/>
                          <a:pt x="54" y="151"/>
                        </a:cubicBezTo>
                        <a:cubicBezTo>
                          <a:pt x="53" y="159"/>
                          <a:pt x="49" y="165"/>
                          <a:pt x="45" y="172"/>
                        </a:cubicBezTo>
                        <a:cubicBezTo>
                          <a:pt x="44" y="178"/>
                          <a:pt x="42" y="181"/>
                          <a:pt x="39" y="186"/>
                        </a:cubicBezTo>
                        <a:cubicBezTo>
                          <a:pt x="36" y="202"/>
                          <a:pt x="21" y="225"/>
                          <a:pt x="12" y="238"/>
                        </a:cubicBezTo>
                        <a:cubicBezTo>
                          <a:pt x="11" y="244"/>
                          <a:pt x="7" y="251"/>
                          <a:pt x="3" y="256"/>
                        </a:cubicBezTo>
                        <a:cubicBezTo>
                          <a:pt x="2" y="262"/>
                          <a:pt x="3" y="260"/>
                          <a:pt x="0" y="264"/>
                        </a:cubicBezTo>
                      </a:path>
                    </a:pathLst>
                  </a:custGeom>
                  <a:noFill/>
                  <a:ln w="63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57" name="Freeform 400"/>
                  <p:cNvSpPr>
                    <a:spLocks/>
                  </p:cNvSpPr>
                  <p:nvPr/>
                </p:nvSpPr>
                <p:spPr bwMode="auto">
                  <a:xfrm>
                    <a:off x="2438" y="1367"/>
                    <a:ext cx="86" cy="264"/>
                  </a:xfrm>
                  <a:custGeom>
                    <a:avLst/>
                    <a:gdLst>
                      <a:gd name="T0" fmla="*/ 86 w 86"/>
                      <a:gd name="T1" fmla="*/ 0 h 264"/>
                      <a:gd name="T2" fmla="*/ 66 w 86"/>
                      <a:gd name="T3" fmla="*/ 112 h 264"/>
                      <a:gd name="T4" fmla="*/ 54 w 86"/>
                      <a:gd name="T5" fmla="*/ 151 h 264"/>
                      <a:gd name="T6" fmla="*/ 45 w 86"/>
                      <a:gd name="T7" fmla="*/ 172 h 264"/>
                      <a:gd name="T8" fmla="*/ 39 w 86"/>
                      <a:gd name="T9" fmla="*/ 186 h 264"/>
                      <a:gd name="T10" fmla="*/ 12 w 86"/>
                      <a:gd name="T11" fmla="*/ 238 h 264"/>
                      <a:gd name="T12" fmla="*/ 3 w 86"/>
                      <a:gd name="T13" fmla="*/ 256 h 264"/>
                      <a:gd name="T14" fmla="*/ 0 w 86"/>
                      <a:gd name="T15" fmla="*/ 264 h 26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86"/>
                      <a:gd name="T25" fmla="*/ 0 h 264"/>
                      <a:gd name="T26" fmla="*/ 86 w 86"/>
                      <a:gd name="T27" fmla="*/ 264 h 26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86" h="264">
                        <a:moveTo>
                          <a:pt x="86" y="0"/>
                        </a:moveTo>
                        <a:cubicBezTo>
                          <a:pt x="84" y="34"/>
                          <a:pt x="82" y="81"/>
                          <a:pt x="66" y="112"/>
                        </a:cubicBezTo>
                        <a:cubicBezTo>
                          <a:pt x="64" y="125"/>
                          <a:pt x="60" y="139"/>
                          <a:pt x="54" y="151"/>
                        </a:cubicBezTo>
                        <a:cubicBezTo>
                          <a:pt x="53" y="159"/>
                          <a:pt x="49" y="165"/>
                          <a:pt x="45" y="172"/>
                        </a:cubicBezTo>
                        <a:cubicBezTo>
                          <a:pt x="44" y="178"/>
                          <a:pt x="42" y="181"/>
                          <a:pt x="39" y="186"/>
                        </a:cubicBezTo>
                        <a:cubicBezTo>
                          <a:pt x="36" y="202"/>
                          <a:pt x="21" y="225"/>
                          <a:pt x="12" y="238"/>
                        </a:cubicBezTo>
                        <a:cubicBezTo>
                          <a:pt x="11" y="244"/>
                          <a:pt x="7" y="251"/>
                          <a:pt x="3" y="256"/>
                        </a:cubicBezTo>
                        <a:cubicBezTo>
                          <a:pt x="2" y="262"/>
                          <a:pt x="3" y="260"/>
                          <a:pt x="0" y="264"/>
                        </a:cubicBezTo>
                      </a:path>
                    </a:pathLst>
                  </a:custGeom>
                  <a:noFill/>
                  <a:ln w="31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58" name="Freeform 401"/>
                  <p:cNvSpPr>
                    <a:spLocks/>
                  </p:cNvSpPr>
                  <p:nvPr/>
                </p:nvSpPr>
                <p:spPr bwMode="auto">
                  <a:xfrm>
                    <a:off x="2402" y="1367"/>
                    <a:ext cx="86" cy="264"/>
                  </a:xfrm>
                  <a:custGeom>
                    <a:avLst/>
                    <a:gdLst>
                      <a:gd name="T0" fmla="*/ 86 w 86"/>
                      <a:gd name="T1" fmla="*/ 0 h 264"/>
                      <a:gd name="T2" fmla="*/ 66 w 86"/>
                      <a:gd name="T3" fmla="*/ 112 h 264"/>
                      <a:gd name="T4" fmla="*/ 54 w 86"/>
                      <a:gd name="T5" fmla="*/ 151 h 264"/>
                      <a:gd name="T6" fmla="*/ 45 w 86"/>
                      <a:gd name="T7" fmla="*/ 172 h 264"/>
                      <a:gd name="T8" fmla="*/ 39 w 86"/>
                      <a:gd name="T9" fmla="*/ 186 h 264"/>
                      <a:gd name="T10" fmla="*/ 12 w 86"/>
                      <a:gd name="T11" fmla="*/ 238 h 264"/>
                      <a:gd name="T12" fmla="*/ 3 w 86"/>
                      <a:gd name="T13" fmla="*/ 256 h 264"/>
                      <a:gd name="T14" fmla="*/ 0 w 86"/>
                      <a:gd name="T15" fmla="*/ 264 h 26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86"/>
                      <a:gd name="T25" fmla="*/ 0 h 264"/>
                      <a:gd name="T26" fmla="*/ 86 w 86"/>
                      <a:gd name="T27" fmla="*/ 264 h 26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86" h="264">
                        <a:moveTo>
                          <a:pt x="86" y="0"/>
                        </a:moveTo>
                        <a:cubicBezTo>
                          <a:pt x="84" y="34"/>
                          <a:pt x="82" y="81"/>
                          <a:pt x="66" y="112"/>
                        </a:cubicBezTo>
                        <a:cubicBezTo>
                          <a:pt x="64" y="125"/>
                          <a:pt x="60" y="139"/>
                          <a:pt x="54" y="151"/>
                        </a:cubicBezTo>
                        <a:cubicBezTo>
                          <a:pt x="53" y="159"/>
                          <a:pt x="49" y="165"/>
                          <a:pt x="45" y="172"/>
                        </a:cubicBezTo>
                        <a:cubicBezTo>
                          <a:pt x="44" y="178"/>
                          <a:pt x="42" y="181"/>
                          <a:pt x="39" y="186"/>
                        </a:cubicBezTo>
                        <a:cubicBezTo>
                          <a:pt x="36" y="202"/>
                          <a:pt x="21" y="225"/>
                          <a:pt x="12" y="238"/>
                        </a:cubicBezTo>
                        <a:cubicBezTo>
                          <a:pt x="11" y="244"/>
                          <a:pt x="7" y="251"/>
                          <a:pt x="3" y="256"/>
                        </a:cubicBezTo>
                        <a:cubicBezTo>
                          <a:pt x="2" y="262"/>
                          <a:pt x="3" y="260"/>
                          <a:pt x="0" y="264"/>
                        </a:cubicBezTo>
                      </a:path>
                    </a:pathLst>
                  </a:custGeom>
                  <a:noFill/>
                  <a:ln w="63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59" name="Freeform 402"/>
                  <p:cNvSpPr>
                    <a:spLocks/>
                  </p:cNvSpPr>
                  <p:nvPr/>
                </p:nvSpPr>
                <p:spPr bwMode="auto">
                  <a:xfrm>
                    <a:off x="2370" y="1367"/>
                    <a:ext cx="86" cy="264"/>
                  </a:xfrm>
                  <a:custGeom>
                    <a:avLst/>
                    <a:gdLst>
                      <a:gd name="T0" fmla="*/ 86 w 86"/>
                      <a:gd name="T1" fmla="*/ 0 h 264"/>
                      <a:gd name="T2" fmla="*/ 66 w 86"/>
                      <a:gd name="T3" fmla="*/ 112 h 264"/>
                      <a:gd name="T4" fmla="*/ 54 w 86"/>
                      <a:gd name="T5" fmla="*/ 151 h 264"/>
                      <a:gd name="T6" fmla="*/ 45 w 86"/>
                      <a:gd name="T7" fmla="*/ 172 h 264"/>
                      <a:gd name="T8" fmla="*/ 39 w 86"/>
                      <a:gd name="T9" fmla="*/ 186 h 264"/>
                      <a:gd name="T10" fmla="*/ 12 w 86"/>
                      <a:gd name="T11" fmla="*/ 238 h 264"/>
                      <a:gd name="T12" fmla="*/ 3 w 86"/>
                      <a:gd name="T13" fmla="*/ 256 h 264"/>
                      <a:gd name="T14" fmla="*/ 0 w 86"/>
                      <a:gd name="T15" fmla="*/ 264 h 26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86"/>
                      <a:gd name="T25" fmla="*/ 0 h 264"/>
                      <a:gd name="T26" fmla="*/ 86 w 86"/>
                      <a:gd name="T27" fmla="*/ 264 h 26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86" h="264">
                        <a:moveTo>
                          <a:pt x="86" y="0"/>
                        </a:moveTo>
                        <a:cubicBezTo>
                          <a:pt x="84" y="34"/>
                          <a:pt x="82" y="81"/>
                          <a:pt x="66" y="112"/>
                        </a:cubicBezTo>
                        <a:cubicBezTo>
                          <a:pt x="64" y="125"/>
                          <a:pt x="60" y="139"/>
                          <a:pt x="54" y="151"/>
                        </a:cubicBezTo>
                        <a:cubicBezTo>
                          <a:pt x="53" y="159"/>
                          <a:pt x="49" y="165"/>
                          <a:pt x="45" y="172"/>
                        </a:cubicBezTo>
                        <a:cubicBezTo>
                          <a:pt x="44" y="178"/>
                          <a:pt x="42" y="181"/>
                          <a:pt x="39" y="186"/>
                        </a:cubicBezTo>
                        <a:cubicBezTo>
                          <a:pt x="36" y="202"/>
                          <a:pt x="21" y="225"/>
                          <a:pt x="12" y="238"/>
                        </a:cubicBezTo>
                        <a:cubicBezTo>
                          <a:pt x="11" y="244"/>
                          <a:pt x="7" y="251"/>
                          <a:pt x="3" y="256"/>
                        </a:cubicBezTo>
                        <a:cubicBezTo>
                          <a:pt x="2" y="262"/>
                          <a:pt x="3" y="260"/>
                          <a:pt x="0" y="264"/>
                        </a:cubicBezTo>
                      </a:path>
                    </a:pathLst>
                  </a:custGeom>
                  <a:noFill/>
                  <a:ln w="31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60" name="Freeform 403"/>
                  <p:cNvSpPr>
                    <a:spLocks/>
                  </p:cNvSpPr>
                  <p:nvPr/>
                </p:nvSpPr>
                <p:spPr bwMode="auto">
                  <a:xfrm>
                    <a:off x="2336" y="1367"/>
                    <a:ext cx="86" cy="264"/>
                  </a:xfrm>
                  <a:custGeom>
                    <a:avLst/>
                    <a:gdLst>
                      <a:gd name="T0" fmla="*/ 86 w 86"/>
                      <a:gd name="T1" fmla="*/ 0 h 264"/>
                      <a:gd name="T2" fmla="*/ 66 w 86"/>
                      <a:gd name="T3" fmla="*/ 112 h 264"/>
                      <a:gd name="T4" fmla="*/ 54 w 86"/>
                      <a:gd name="T5" fmla="*/ 151 h 264"/>
                      <a:gd name="T6" fmla="*/ 45 w 86"/>
                      <a:gd name="T7" fmla="*/ 172 h 264"/>
                      <a:gd name="T8" fmla="*/ 39 w 86"/>
                      <a:gd name="T9" fmla="*/ 186 h 264"/>
                      <a:gd name="T10" fmla="*/ 12 w 86"/>
                      <a:gd name="T11" fmla="*/ 238 h 264"/>
                      <a:gd name="T12" fmla="*/ 3 w 86"/>
                      <a:gd name="T13" fmla="*/ 256 h 264"/>
                      <a:gd name="T14" fmla="*/ 0 w 86"/>
                      <a:gd name="T15" fmla="*/ 264 h 26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86"/>
                      <a:gd name="T25" fmla="*/ 0 h 264"/>
                      <a:gd name="T26" fmla="*/ 86 w 86"/>
                      <a:gd name="T27" fmla="*/ 264 h 26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86" h="264">
                        <a:moveTo>
                          <a:pt x="86" y="0"/>
                        </a:moveTo>
                        <a:cubicBezTo>
                          <a:pt x="84" y="34"/>
                          <a:pt x="82" y="81"/>
                          <a:pt x="66" y="112"/>
                        </a:cubicBezTo>
                        <a:cubicBezTo>
                          <a:pt x="64" y="125"/>
                          <a:pt x="60" y="139"/>
                          <a:pt x="54" y="151"/>
                        </a:cubicBezTo>
                        <a:cubicBezTo>
                          <a:pt x="53" y="159"/>
                          <a:pt x="49" y="165"/>
                          <a:pt x="45" y="172"/>
                        </a:cubicBezTo>
                        <a:cubicBezTo>
                          <a:pt x="44" y="178"/>
                          <a:pt x="42" y="181"/>
                          <a:pt x="39" y="186"/>
                        </a:cubicBezTo>
                        <a:cubicBezTo>
                          <a:pt x="36" y="202"/>
                          <a:pt x="21" y="225"/>
                          <a:pt x="12" y="238"/>
                        </a:cubicBezTo>
                        <a:cubicBezTo>
                          <a:pt x="11" y="244"/>
                          <a:pt x="7" y="251"/>
                          <a:pt x="3" y="256"/>
                        </a:cubicBezTo>
                        <a:cubicBezTo>
                          <a:pt x="2" y="262"/>
                          <a:pt x="3" y="260"/>
                          <a:pt x="0" y="264"/>
                        </a:cubicBezTo>
                      </a:path>
                    </a:pathLst>
                  </a:custGeom>
                  <a:noFill/>
                  <a:ln w="63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61" name="Freeform 404"/>
                  <p:cNvSpPr>
                    <a:spLocks/>
                  </p:cNvSpPr>
                  <p:nvPr/>
                </p:nvSpPr>
                <p:spPr bwMode="auto">
                  <a:xfrm>
                    <a:off x="2306" y="1367"/>
                    <a:ext cx="86" cy="264"/>
                  </a:xfrm>
                  <a:custGeom>
                    <a:avLst/>
                    <a:gdLst>
                      <a:gd name="T0" fmla="*/ 86 w 86"/>
                      <a:gd name="T1" fmla="*/ 0 h 264"/>
                      <a:gd name="T2" fmla="*/ 66 w 86"/>
                      <a:gd name="T3" fmla="*/ 112 h 264"/>
                      <a:gd name="T4" fmla="*/ 54 w 86"/>
                      <a:gd name="T5" fmla="*/ 151 h 264"/>
                      <a:gd name="T6" fmla="*/ 45 w 86"/>
                      <a:gd name="T7" fmla="*/ 172 h 264"/>
                      <a:gd name="T8" fmla="*/ 39 w 86"/>
                      <a:gd name="T9" fmla="*/ 186 h 264"/>
                      <a:gd name="T10" fmla="*/ 12 w 86"/>
                      <a:gd name="T11" fmla="*/ 238 h 264"/>
                      <a:gd name="T12" fmla="*/ 3 w 86"/>
                      <a:gd name="T13" fmla="*/ 256 h 264"/>
                      <a:gd name="T14" fmla="*/ 0 w 86"/>
                      <a:gd name="T15" fmla="*/ 264 h 26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86"/>
                      <a:gd name="T25" fmla="*/ 0 h 264"/>
                      <a:gd name="T26" fmla="*/ 86 w 86"/>
                      <a:gd name="T27" fmla="*/ 264 h 26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86" h="264">
                        <a:moveTo>
                          <a:pt x="86" y="0"/>
                        </a:moveTo>
                        <a:cubicBezTo>
                          <a:pt x="84" y="34"/>
                          <a:pt x="82" y="81"/>
                          <a:pt x="66" y="112"/>
                        </a:cubicBezTo>
                        <a:cubicBezTo>
                          <a:pt x="64" y="125"/>
                          <a:pt x="60" y="139"/>
                          <a:pt x="54" y="151"/>
                        </a:cubicBezTo>
                        <a:cubicBezTo>
                          <a:pt x="53" y="159"/>
                          <a:pt x="49" y="165"/>
                          <a:pt x="45" y="172"/>
                        </a:cubicBezTo>
                        <a:cubicBezTo>
                          <a:pt x="44" y="178"/>
                          <a:pt x="42" y="181"/>
                          <a:pt x="39" y="186"/>
                        </a:cubicBezTo>
                        <a:cubicBezTo>
                          <a:pt x="36" y="202"/>
                          <a:pt x="21" y="225"/>
                          <a:pt x="12" y="238"/>
                        </a:cubicBezTo>
                        <a:cubicBezTo>
                          <a:pt x="11" y="244"/>
                          <a:pt x="7" y="251"/>
                          <a:pt x="3" y="256"/>
                        </a:cubicBezTo>
                        <a:cubicBezTo>
                          <a:pt x="2" y="262"/>
                          <a:pt x="3" y="260"/>
                          <a:pt x="0" y="264"/>
                        </a:cubicBezTo>
                      </a:path>
                    </a:pathLst>
                  </a:custGeom>
                  <a:noFill/>
                  <a:ln w="31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62" name="Freeform 405"/>
                  <p:cNvSpPr>
                    <a:spLocks/>
                  </p:cNvSpPr>
                  <p:nvPr/>
                </p:nvSpPr>
                <p:spPr bwMode="auto">
                  <a:xfrm>
                    <a:off x="2514" y="1521"/>
                    <a:ext cx="48" cy="113"/>
                  </a:xfrm>
                  <a:custGeom>
                    <a:avLst/>
                    <a:gdLst>
                      <a:gd name="T0" fmla="*/ 48 w 48"/>
                      <a:gd name="T1" fmla="*/ 0 h 113"/>
                      <a:gd name="T2" fmla="*/ 42 w 48"/>
                      <a:gd name="T3" fmla="*/ 21 h 113"/>
                      <a:gd name="T4" fmla="*/ 36 w 48"/>
                      <a:gd name="T5" fmla="*/ 42 h 113"/>
                      <a:gd name="T6" fmla="*/ 15 w 48"/>
                      <a:gd name="T7" fmla="*/ 93 h 113"/>
                      <a:gd name="T8" fmla="*/ 6 w 48"/>
                      <a:gd name="T9" fmla="*/ 105 h 113"/>
                      <a:gd name="T10" fmla="*/ 0 w 48"/>
                      <a:gd name="T11" fmla="*/ 113 h 11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48"/>
                      <a:gd name="T19" fmla="*/ 0 h 113"/>
                      <a:gd name="T20" fmla="*/ 48 w 48"/>
                      <a:gd name="T21" fmla="*/ 113 h 11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48" h="113">
                        <a:moveTo>
                          <a:pt x="48" y="0"/>
                        </a:moveTo>
                        <a:cubicBezTo>
                          <a:pt x="47" y="7"/>
                          <a:pt x="45" y="14"/>
                          <a:pt x="42" y="21"/>
                        </a:cubicBezTo>
                        <a:cubicBezTo>
                          <a:pt x="41" y="28"/>
                          <a:pt x="39" y="36"/>
                          <a:pt x="36" y="42"/>
                        </a:cubicBezTo>
                        <a:cubicBezTo>
                          <a:pt x="34" y="60"/>
                          <a:pt x="26" y="78"/>
                          <a:pt x="15" y="93"/>
                        </a:cubicBezTo>
                        <a:cubicBezTo>
                          <a:pt x="14" y="100"/>
                          <a:pt x="12" y="101"/>
                          <a:pt x="6" y="105"/>
                        </a:cubicBezTo>
                        <a:cubicBezTo>
                          <a:pt x="2" y="111"/>
                          <a:pt x="4" y="109"/>
                          <a:pt x="0" y="113"/>
                        </a:cubicBezTo>
                      </a:path>
                    </a:pathLst>
                  </a:custGeom>
                  <a:noFill/>
                  <a:ln w="31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63" name="Freeform 406"/>
                  <p:cNvSpPr>
                    <a:spLocks/>
                  </p:cNvSpPr>
                  <p:nvPr/>
                </p:nvSpPr>
                <p:spPr bwMode="auto">
                  <a:xfrm>
                    <a:off x="2309" y="1368"/>
                    <a:ext cx="54" cy="180"/>
                  </a:xfrm>
                  <a:custGeom>
                    <a:avLst/>
                    <a:gdLst>
                      <a:gd name="T0" fmla="*/ 54 w 54"/>
                      <a:gd name="T1" fmla="*/ 0 h 180"/>
                      <a:gd name="T2" fmla="*/ 49 w 54"/>
                      <a:gd name="T3" fmla="*/ 24 h 180"/>
                      <a:gd name="T4" fmla="*/ 28 w 54"/>
                      <a:gd name="T5" fmla="*/ 119 h 180"/>
                      <a:gd name="T6" fmla="*/ 22 w 54"/>
                      <a:gd name="T7" fmla="*/ 135 h 180"/>
                      <a:gd name="T8" fmla="*/ 7 w 54"/>
                      <a:gd name="T9" fmla="*/ 162 h 180"/>
                      <a:gd name="T10" fmla="*/ 0 w 54"/>
                      <a:gd name="T11" fmla="*/ 180 h 180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54"/>
                      <a:gd name="T19" fmla="*/ 0 h 180"/>
                      <a:gd name="T20" fmla="*/ 54 w 54"/>
                      <a:gd name="T21" fmla="*/ 180 h 180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54" h="180">
                        <a:moveTo>
                          <a:pt x="54" y="0"/>
                        </a:moveTo>
                        <a:cubicBezTo>
                          <a:pt x="51" y="20"/>
                          <a:pt x="53" y="12"/>
                          <a:pt x="49" y="24"/>
                        </a:cubicBezTo>
                        <a:cubicBezTo>
                          <a:pt x="47" y="51"/>
                          <a:pt x="40" y="94"/>
                          <a:pt x="28" y="119"/>
                        </a:cubicBezTo>
                        <a:cubicBezTo>
                          <a:pt x="27" y="126"/>
                          <a:pt x="25" y="129"/>
                          <a:pt x="22" y="135"/>
                        </a:cubicBezTo>
                        <a:cubicBezTo>
                          <a:pt x="20" y="145"/>
                          <a:pt x="13" y="154"/>
                          <a:pt x="7" y="162"/>
                        </a:cubicBezTo>
                        <a:cubicBezTo>
                          <a:pt x="6" y="169"/>
                          <a:pt x="2" y="173"/>
                          <a:pt x="0" y="180"/>
                        </a:cubicBezTo>
                      </a:path>
                    </a:pathLst>
                  </a:custGeom>
                  <a:noFill/>
                  <a:ln w="63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64" name="Freeform 407"/>
                  <p:cNvSpPr>
                    <a:spLocks/>
                  </p:cNvSpPr>
                  <p:nvPr/>
                </p:nvSpPr>
                <p:spPr bwMode="auto">
                  <a:xfrm>
                    <a:off x="2307" y="1368"/>
                    <a:ext cx="24" cy="62"/>
                  </a:xfrm>
                  <a:custGeom>
                    <a:avLst/>
                    <a:gdLst>
                      <a:gd name="T0" fmla="*/ 24 w 24"/>
                      <a:gd name="T1" fmla="*/ 0 h 62"/>
                      <a:gd name="T2" fmla="*/ 18 w 24"/>
                      <a:gd name="T3" fmla="*/ 30 h 62"/>
                      <a:gd name="T4" fmla="*/ 0 w 24"/>
                      <a:gd name="T5" fmla="*/ 62 h 62"/>
                      <a:gd name="T6" fmla="*/ 0 60000 65536"/>
                      <a:gd name="T7" fmla="*/ 0 60000 65536"/>
                      <a:gd name="T8" fmla="*/ 0 60000 65536"/>
                      <a:gd name="T9" fmla="*/ 0 w 24"/>
                      <a:gd name="T10" fmla="*/ 0 h 62"/>
                      <a:gd name="T11" fmla="*/ 24 w 24"/>
                      <a:gd name="T12" fmla="*/ 62 h 6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4" h="62">
                        <a:moveTo>
                          <a:pt x="24" y="0"/>
                        </a:moveTo>
                        <a:cubicBezTo>
                          <a:pt x="23" y="10"/>
                          <a:pt x="23" y="21"/>
                          <a:pt x="18" y="30"/>
                        </a:cubicBezTo>
                        <a:cubicBezTo>
                          <a:pt x="16" y="41"/>
                          <a:pt x="0" y="51"/>
                          <a:pt x="0" y="62"/>
                        </a:cubicBezTo>
                      </a:path>
                    </a:pathLst>
                  </a:custGeom>
                  <a:noFill/>
                  <a:ln w="31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31853" name="Oval 408"/>
                <p:cNvSpPr>
                  <a:spLocks noChangeArrowheads="1"/>
                </p:cNvSpPr>
                <p:nvPr/>
              </p:nvSpPr>
              <p:spPr bwMode="auto">
                <a:xfrm>
                  <a:off x="2486" y="1125"/>
                  <a:ext cx="29" cy="36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31844" name="Group 409"/>
              <p:cNvGrpSpPr>
                <a:grpSpLocks/>
              </p:cNvGrpSpPr>
              <p:nvPr/>
            </p:nvGrpSpPr>
            <p:grpSpPr bwMode="auto">
              <a:xfrm>
                <a:off x="4269" y="2095"/>
                <a:ext cx="294" cy="85"/>
                <a:chOff x="1748" y="1003"/>
                <a:chExt cx="294" cy="85"/>
              </a:xfrm>
            </p:grpSpPr>
            <p:sp>
              <p:nvSpPr>
                <p:cNvPr id="31849" name="Rectangle 410"/>
                <p:cNvSpPr>
                  <a:spLocks noChangeArrowheads="1"/>
                </p:cNvSpPr>
                <p:nvPr/>
              </p:nvSpPr>
              <p:spPr bwMode="auto">
                <a:xfrm>
                  <a:off x="1748" y="1032"/>
                  <a:ext cx="294" cy="27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50" name="Rectangle 411"/>
                <p:cNvSpPr>
                  <a:spLocks noChangeArrowheads="1"/>
                </p:cNvSpPr>
                <p:nvPr/>
              </p:nvSpPr>
              <p:spPr bwMode="auto">
                <a:xfrm>
                  <a:off x="1809" y="1003"/>
                  <a:ext cx="173" cy="27"/>
                </a:xfrm>
                <a:prstGeom prst="rect">
                  <a:avLst/>
                </a:prstGeom>
                <a:solidFill>
                  <a:schemeClr val="folHlink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51" name="Rectangle 412"/>
                <p:cNvSpPr>
                  <a:spLocks noChangeArrowheads="1"/>
                </p:cNvSpPr>
                <p:nvPr/>
              </p:nvSpPr>
              <p:spPr bwMode="auto">
                <a:xfrm>
                  <a:off x="1809" y="1061"/>
                  <a:ext cx="173" cy="27"/>
                </a:xfrm>
                <a:prstGeom prst="rect">
                  <a:avLst/>
                </a:prstGeom>
                <a:solidFill>
                  <a:schemeClr val="folHlink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31845" name="Group 413"/>
              <p:cNvGrpSpPr>
                <a:grpSpLocks/>
              </p:cNvGrpSpPr>
              <p:nvPr/>
            </p:nvGrpSpPr>
            <p:grpSpPr bwMode="auto">
              <a:xfrm>
                <a:off x="4270" y="2361"/>
                <a:ext cx="294" cy="85"/>
                <a:chOff x="1748" y="1003"/>
                <a:chExt cx="294" cy="85"/>
              </a:xfrm>
            </p:grpSpPr>
            <p:sp>
              <p:nvSpPr>
                <p:cNvPr id="31846" name="Rectangle 414"/>
                <p:cNvSpPr>
                  <a:spLocks noChangeArrowheads="1"/>
                </p:cNvSpPr>
                <p:nvPr/>
              </p:nvSpPr>
              <p:spPr bwMode="auto">
                <a:xfrm>
                  <a:off x="1748" y="1032"/>
                  <a:ext cx="294" cy="27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47" name="Rectangle 415"/>
                <p:cNvSpPr>
                  <a:spLocks noChangeArrowheads="1"/>
                </p:cNvSpPr>
                <p:nvPr/>
              </p:nvSpPr>
              <p:spPr bwMode="auto">
                <a:xfrm>
                  <a:off x="1809" y="1003"/>
                  <a:ext cx="173" cy="27"/>
                </a:xfrm>
                <a:prstGeom prst="rect">
                  <a:avLst/>
                </a:prstGeom>
                <a:solidFill>
                  <a:schemeClr val="folHlink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48" name="Rectangle 416"/>
                <p:cNvSpPr>
                  <a:spLocks noChangeArrowheads="1"/>
                </p:cNvSpPr>
                <p:nvPr/>
              </p:nvSpPr>
              <p:spPr bwMode="auto">
                <a:xfrm>
                  <a:off x="1809" y="1061"/>
                  <a:ext cx="173" cy="27"/>
                </a:xfrm>
                <a:prstGeom prst="rect">
                  <a:avLst/>
                </a:prstGeom>
                <a:solidFill>
                  <a:schemeClr val="folHlink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1pPr>
                  <a:lvl2pPr marL="742950" indent="-28575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2pPr>
                  <a:lvl3pPr marL="11430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3pPr>
                  <a:lvl4pPr marL="16002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4pPr>
                  <a:lvl5pPr marL="2057400" indent="-228600" eaLnBrk="0" hangingPunct="0"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5pPr>
                  <a:lvl6pPr marL="25146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6pPr>
                  <a:lvl7pPr marL="29718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7pPr>
                  <a:lvl8pPr marL="34290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8pPr>
                  <a:lvl9pPr marL="3886200" indent="-228600" algn="ctr" eaLnBrk="0" fontAlgn="base" hangingPunct="0">
                    <a:lnSpc>
                      <a:spcPct val="120000"/>
                    </a:lnSpc>
                    <a:spcBef>
                      <a:spcPct val="0"/>
                    </a:spcBef>
                    <a:spcAft>
                      <a:spcPct val="0"/>
                    </a:spcAft>
                    <a:defRPr kumimoji="1" sz="800">
                      <a:solidFill>
                        <a:schemeClr val="accent2"/>
                      </a:solidFill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pPr eaLnBrk="1" hangingPunct="1"/>
                  <a:endParaRPr lang="ko-KR" altLang="en-US">
                    <a:solidFill>
                      <a:srgbClr val="3333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31824" name="Group 417"/>
            <p:cNvGrpSpPr>
              <a:grpSpLocks/>
            </p:cNvGrpSpPr>
            <p:nvPr/>
          </p:nvGrpSpPr>
          <p:grpSpPr bwMode="auto">
            <a:xfrm>
              <a:off x="1672" y="3024"/>
              <a:ext cx="96" cy="192"/>
              <a:chOff x="1872" y="3744"/>
              <a:chExt cx="96" cy="192"/>
            </a:xfrm>
          </p:grpSpPr>
          <p:sp>
            <p:nvSpPr>
              <p:cNvPr id="31831" name="AutoShape 418"/>
              <p:cNvSpPr>
                <a:spLocks noChangeArrowheads="1"/>
              </p:cNvSpPr>
              <p:nvPr/>
            </p:nvSpPr>
            <p:spPr bwMode="auto">
              <a:xfrm rot="-5400000">
                <a:off x="1824" y="3792"/>
                <a:ext cx="192" cy="96"/>
              </a:xfrm>
              <a:prstGeom prst="can">
                <a:avLst>
                  <a:gd name="adj" fmla="val 25000"/>
                </a:avLst>
              </a:prstGeom>
              <a:solidFill>
                <a:schemeClr val="hlink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832" name="Line 419"/>
              <p:cNvSpPr>
                <a:spLocks noChangeShapeType="1"/>
              </p:cNvSpPr>
              <p:nvPr/>
            </p:nvSpPr>
            <p:spPr bwMode="auto">
              <a:xfrm>
                <a:off x="1912" y="3792"/>
                <a:ext cx="4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833" name="Line 420"/>
              <p:cNvSpPr>
                <a:spLocks noChangeShapeType="1"/>
              </p:cNvSpPr>
              <p:nvPr/>
            </p:nvSpPr>
            <p:spPr bwMode="auto">
              <a:xfrm>
                <a:off x="1920" y="3840"/>
                <a:ext cx="4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834" name="Line 421"/>
              <p:cNvSpPr>
                <a:spLocks noChangeShapeType="1"/>
              </p:cNvSpPr>
              <p:nvPr/>
            </p:nvSpPr>
            <p:spPr bwMode="auto">
              <a:xfrm>
                <a:off x="1920" y="3896"/>
                <a:ext cx="4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31825" name="Group 422"/>
            <p:cNvGrpSpPr>
              <a:grpSpLocks/>
            </p:cNvGrpSpPr>
            <p:nvPr/>
          </p:nvGrpSpPr>
          <p:grpSpPr bwMode="auto">
            <a:xfrm>
              <a:off x="1696" y="3280"/>
              <a:ext cx="96" cy="192"/>
              <a:chOff x="1872" y="3744"/>
              <a:chExt cx="96" cy="192"/>
            </a:xfrm>
          </p:grpSpPr>
          <p:sp>
            <p:nvSpPr>
              <p:cNvPr id="31827" name="AutoShape 423"/>
              <p:cNvSpPr>
                <a:spLocks noChangeArrowheads="1"/>
              </p:cNvSpPr>
              <p:nvPr/>
            </p:nvSpPr>
            <p:spPr bwMode="auto">
              <a:xfrm rot="-5400000">
                <a:off x="1824" y="3792"/>
                <a:ext cx="192" cy="96"/>
              </a:xfrm>
              <a:prstGeom prst="can">
                <a:avLst>
                  <a:gd name="adj" fmla="val 25000"/>
                </a:avLst>
              </a:prstGeom>
              <a:solidFill>
                <a:schemeClr val="hlink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828" name="Line 424"/>
              <p:cNvSpPr>
                <a:spLocks noChangeShapeType="1"/>
              </p:cNvSpPr>
              <p:nvPr/>
            </p:nvSpPr>
            <p:spPr bwMode="auto">
              <a:xfrm>
                <a:off x="1912" y="3792"/>
                <a:ext cx="4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829" name="Line 425"/>
              <p:cNvSpPr>
                <a:spLocks noChangeShapeType="1"/>
              </p:cNvSpPr>
              <p:nvPr/>
            </p:nvSpPr>
            <p:spPr bwMode="auto">
              <a:xfrm>
                <a:off x="1920" y="3840"/>
                <a:ext cx="4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830" name="Line 426"/>
              <p:cNvSpPr>
                <a:spLocks noChangeShapeType="1"/>
              </p:cNvSpPr>
              <p:nvPr/>
            </p:nvSpPr>
            <p:spPr bwMode="auto">
              <a:xfrm>
                <a:off x="1920" y="3896"/>
                <a:ext cx="4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1826" name="Rectangle 427"/>
            <p:cNvSpPr>
              <a:spLocks noChangeArrowheads="1"/>
            </p:cNvSpPr>
            <p:nvPr/>
          </p:nvSpPr>
          <p:spPr bwMode="auto">
            <a:xfrm rot="-192914">
              <a:off x="1712" y="3024"/>
              <a:ext cx="48" cy="432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cxnSp>
        <p:nvCxnSpPr>
          <p:cNvPr id="31802" name="AutoShape 428"/>
          <p:cNvCxnSpPr>
            <a:cxnSpLocks noChangeShapeType="1"/>
            <a:stCxn id="31903" idx="2"/>
            <a:endCxn id="31906" idx="3"/>
          </p:cNvCxnSpPr>
          <p:nvPr/>
        </p:nvCxnSpPr>
        <p:spPr bwMode="auto">
          <a:xfrm rot="10800000" flipV="1">
            <a:off x="3078163" y="3625850"/>
            <a:ext cx="292100" cy="782638"/>
          </a:xfrm>
          <a:prstGeom prst="bentConnector3">
            <a:avLst>
              <a:gd name="adj1" fmla="val 127171"/>
            </a:avLst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1803" name="AutoShape 429"/>
          <p:cNvCxnSpPr>
            <a:cxnSpLocks noChangeShapeType="1"/>
            <a:stCxn id="31895" idx="7"/>
            <a:endCxn id="31798" idx="1"/>
          </p:cNvCxnSpPr>
          <p:nvPr/>
        </p:nvCxnSpPr>
        <p:spPr bwMode="auto">
          <a:xfrm rot="-5400000">
            <a:off x="3725069" y="3040856"/>
            <a:ext cx="142875" cy="690563"/>
          </a:xfrm>
          <a:prstGeom prst="bentConnector2">
            <a:avLst/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31804" name="Picture 43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6400" y="3573463"/>
            <a:ext cx="2109788" cy="1079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05" name="Line 431"/>
          <p:cNvSpPr>
            <a:spLocks noChangeShapeType="1"/>
          </p:cNvSpPr>
          <p:nvPr/>
        </p:nvSpPr>
        <p:spPr bwMode="auto">
          <a:xfrm>
            <a:off x="8001000" y="3883025"/>
            <a:ext cx="0" cy="2921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806" name="Line 432"/>
          <p:cNvSpPr>
            <a:spLocks noChangeShapeType="1"/>
          </p:cNvSpPr>
          <p:nvPr/>
        </p:nvSpPr>
        <p:spPr bwMode="auto">
          <a:xfrm>
            <a:off x="7361238" y="3883025"/>
            <a:ext cx="0" cy="2921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807" name="Line 433"/>
          <p:cNvSpPr>
            <a:spLocks noChangeShapeType="1"/>
          </p:cNvSpPr>
          <p:nvPr/>
        </p:nvSpPr>
        <p:spPr bwMode="auto">
          <a:xfrm>
            <a:off x="7361238" y="4175125"/>
            <a:ext cx="639762" cy="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808" name="Line 434"/>
          <p:cNvSpPr>
            <a:spLocks noChangeShapeType="1"/>
          </p:cNvSpPr>
          <p:nvPr/>
        </p:nvSpPr>
        <p:spPr bwMode="auto">
          <a:xfrm>
            <a:off x="6084888" y="4175125"/>
            <a:ext cx="0" cy="290513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809" name="Line 435"/>
          <p:cNvSpPr>
            <a:spLocks noChangeShapeType="1"/>
          </p:cNvSpPr>
          <p:nvPr/>
        </p:nvSpPr>
        <p:spPr bwMode="auto">
          <a:xfrm>
            <a:off x="6084888" y="4465638"/>
            <a:ext cx="2057400" cy="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810" name="Line 436"/>
          <p:cNvSpPr>
            <a:spLocks noChangeShapeType="1"/>
          </p:cNvSpPr>
          <p:nvPr/>
        </p:nvSpPr>
        <p:spPr bwMode="auto">
          <a:xfrm>
            <a:off x="8142288" y="3883025"/>
            <a:ext cx="0" cy="582613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1811" name="Picture 43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04113" y="3956050"/>
            <a:ext cx="327025" cy="30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812" name="Picture 438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04113" y="4246563"/>
            <a:ext cx="327025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813" name="Picture 439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37488" y="3521075"/>
            <a:ext cx="609600" cy="449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14" name="Text Box 440"/>
          <p:cNvSpPr txBox="1">
            <a:spLocks noChangeArrowheads="1"/>
          </p:cNvSpPr>
          <p:nvPr/>
        </p:nvSpPr>
        <p:spPr bwMode="auto">
          <a:xfrm>
            <a:off x="8197850" y="4262438"/>
            <a:ext cx="1013419" cy="246221"/>
          </a:xfrm>
          <a:prstGeom prst="rect">
            <a:avLst/>
          </a:prstGeom>
          <a:noFill/>
          <a:ln w="9525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AIR]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815" name="Line 441"/>
          <p:cNvSpPr>
            <a:spLocks noChangeShapeType="1"/>
          </p:cNvSpPr>
          <p:nvPr/>
        </p:nvSpPr>
        <p:spPr bwMode="auto">
          <a:xfrm flipH="1" flipV="1">
            <a:off x="8294688" y="3824288"/>
            <a:ext cx="304800" cy="43815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31816" name="AutoShape 442"/>
          <p:cNvCxnSpPr>
            <a:cxnSpLocks noChangeShapeType="1"/>
            <a:stCxn id="31798" idx="3"/>
          </p:cNvCxnSpPr>
          <p:nvPr/>
        </p:nvCxnSpPr>
        <p:spPr bwMode="auto">
          <a:xfrm>
            <a:off x="5589588" y="3314700"/>
            <a:ext cx="2857500" cy="431800"/>
          </a:xfrm>
          <a:prstGeom prst="bentConnector3">
            <a:avLst>
              <a:gd name="adj1" fmla="val 108000"/>
            </a:avLst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1817" name="Line 443"/>
          <p:cNvSpPr>
            <a:spLocks noChangeShapeType="1"/>
          </p:cNvSpPr>
          <p:nvPr/>
        </p:nvSpPr>
        <p:spPr bwMode="auto">
          <a:xfrm>
            <a:off x="5084763" y="1325563"/>
            <a:ext cx="0" cy="1460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818" name="Text Box 444"/>
          <p:cNvSpPr txBox="1">
            <a:spLocks noChangeArrowheads="1"/>
          </p:cNvSpPr>
          <p:nvPr/>
        </p:nvSpPr>
        <p:spPr bwMode="auto">
          <a:xfrm>
            <a:off x="1446213" y="3911600"/>
            <a:ext cx="12779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[SERVO AMP / DRIVE]</a:t>
            </a:r>
          </a:p>
        </p:txBody>
      </p:sp>
      <p:sp>
        <p:nvSpPr>
          <p:cNvPr id="31819" name="Line 445"/>
          <p:cNvSpPr>
            <a:spLocks noChangeShapeType="1"/>
          </p:cNvSpPr>
          <p:nvPr/>
        </p:nvSpPr>
        <p:spPr bwMode="auto">
          <a:xfrm>
            <a:off x="5037138" y="2074863"/>
            <a:ext cx="0" cy="1460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820" name="Text Box 446"/>
          <p:cNvSpPr txBox="1">
            <a:spLocks noChangeArrowheads="1"/>
          </p:cNvSpPr>
          <p:nvPr/>
        </p:nvSpPr>
        <p:spPr bwMode="auto">
          <a:xfrm>
            <a:off x="3769864" y="6189663"/>
            <a:ext cx="170110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6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821" name="Text Box 5"/>
          <p:cNvSpPr txBox="1">
            <a:spLocks noChangeArrowheads="1"/>
          </p:cNvSpPr>
          <p:nvPr/>
        </p:nvSpPr>
        <p:spPr bwMode="auto">
          <a:xfrm>
            <a:off x="657114" y="549275"/>
            <a:ext cx="170271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1-4.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9B193E35-FC67-43CF-8B60-69113B34039F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13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771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en-US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(Actuator)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ko-KR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</a:p>
          <a:p>
            <a:pPr algn="l" eaLnBrk="1" hangingPunct="1"/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sensor,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lưu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lưu</a:t>
            </a: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vv..</a:t>
            </a: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ngày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nay robot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xưởng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,OA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Digital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Analog.</a:t>
            </a: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Air </a:t>
            </a: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Cylinder, Stepping Motor, DC Servo Motor, AC Servo Motor, </a:t>
            </a:r>
          </a:p>
          <a:p>
            <a:pPr algn="l" eaLnBrk="1" hangingPunct="1"/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Induction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Motor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vv.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772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773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774" name="Text Box 5"/>
          <p:cNvSpPr txBox="1">
            <a:spLocks noChangeArrowheads="1"/>
          </p:cNvSpPr>
          <p:nvPr/>
        </p:nvSpPr>
        <p:spPr bwMode="auto">
          <a:xfrm>
            <a:off x="652463" y="549275"/>
            <a:ext cx="207300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1-5.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775" name="Rectangle 19"/>
          <p:cNvSpPr>
            <a:spLocks noChangeArrowheads="1"/>
          </p:cNvSpPr>
          <p:nvPr/>
        </p:nvSpPr>
        <p:spPr bwMode="auto">
          <a:xfrm>
            <a:off x="827088" y="6165850"/>
            <a:ext cx="2598737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*TRANSDUCER 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endParaRPr lang="ko-KR" altLang="en-US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2776" name="Group 20"/>
          <p:cNvGrpSpPr>
            <a:grpSpLocks/>
          </p:cNvGrpSpPr>
          <p:nvPr/>
        </p:nvGrpSpPr>
        <p:grpSpPr bwMode="auto">
          <a:xfrm>
            <a:off x="755784" y="3184525"/>
            <a:ext cx="8117950" cy="2981325"/>
            <a:chOff x="521" y="873"/>
            <a:chExt cx="4720" cy="2102"/>
          </a:xfrm>
        </p:grpSpPr>
        <p:sp>
          <p:nvSpPr>
            <p:cNvPr id="32782" name="Rectangle 21"/>
            <p:cNvSpPr>
              <a:spLocks noChangeArrowheads="1"/>
            </p:cNvSpPr>
            <p:nvPr/>
          </p:nvSpPr>
          <p:spPr bwMode="auto">
            <a:xfrm>
              <a:off x="521" y="1117"/>
              <a:ext cx="4702" cy="19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32783" name="Group 22"/>
            <p:cNvGrpSpPr>
              <a:grpSpLocks/>
            </p:cNvGrpSpPr>
            <p:nvPr/>
          </p:nvGrpSpPr>
          <p:grpSpPr bwMode="auto">
            <a:xfrm>
              <a:off x="521" y="873"/>
              <a:ext cx="4720" cy="2102"/>
              <a:chOff x="521" y="876"/>
              <a:chExt cx="4720" cy="1716"/>
            </a:xfrm>
          </p:grpSpPr>
          <p:sp>
            <p:nvSpPr>
              <p:cNvPr id="32784" name="Rectangle 23"/>
              <p:cNvSpPr>
                <a:spLocks noChangeArrowheads="1"/>
              </p:cNvSpPr>
              <p:nvPr/>
            </p:nvSpPr>
            <p:spPr bwMode="auto">
              <a:xfrm>
                <a:off x="528" y="1082"/>
                <a:ext cx="4704" cy="1506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85" name="Text Box 24"/>
              <p:cNvSpPr txBox="1">
                <a:spLocks noChangeArrowheads="1"/>
              </p:cNvSpPr>
              <p:nvPr/>
            </p:nvSpPr>
            <p:spPr bwMode="auto">
              <a:xfrm>
                <a:off x="584" y="1082"/>
                <a:ext cx="444" cy="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Phân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loại</a:t>
                </a:r>
                <a:endPara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86" name="Text Box 25"/>
              <p:cNvSpPr txBox="1">
                <a:spLocks noChangeArrowheads="1"/>
              </p:cNvSpPr>
              <p:nvPr/>
            </p:nvSpPr>
            <p:spPr bwMode="auto">
              <a:xfrm>
                <a:off x="1143" y="1075"/>
                <a:ext cx="688" cy="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Nguồn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động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lực</a:t>
                </a:r>
                <a:endPara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87" name="Text Box 26"/>
              <p:cNvSpPr txBox="1">
                <a:spLocks noChangeArrowheads="1"/>
              </p:cNvSpPr>
              <p:nvPr/>
            </p:nvSpPr>
            <p:spPr bwMode="auto">
              <a:xfrm>
                <a:off x="1907" y="1075"/>
                <a:ext cx="626" cy="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Máy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phân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tích</a:t>
                </a:r>
                <a:endPara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88" name="Text Box 27"/>
              <p:cNvSpPr txBox="1">
                <a:spLocks noChangeArrowheads="1"/>
              </p:cNvSpPr>
              <p:nvPr/>
            </p:nvSpPr>
            <p:spPr bwMode="auto">
              <a:xfrm>
                <a:off x="4312" y="1075"/>
                <a:ext cx="825" cy="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Sản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phẩm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ứng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dụng</a:t>
                </a:r>
                <a:endPara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89" name="Line 28"/>
              <p:cNvSpPr>
                <a:spLocks noChangeShapeType="1"/>
              </p:cNvSpPr>
              <p:nvPr/>
            </p:nvSpPr>
            <p:spPr bwMode="auto">
              <a:xfrm>
                <a:off x="528" y="1234"/>
                <a:ext cx="47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90" name="Line 29"/>
              <p:cNvSpPr>
                <a:spLocks noChangeShapeType="1"/>
              </p:cNvSpPr>
              <p:nvPr/>
            </p:nvSpPr>
            <p:spPr bwMode="auto">
              <a:xfrm>
                <a:off x="1777" y="1088"/>
                <a:ext cx="0" cy="149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91" name="Text Box 30"/>
              <p:cNvSpPr txBox="1">
                <a:spLocks noChangeArrowheads="1"/>
              </p:cNvSpPr>
              <p:nvPr/>
            </p:nvSpPr>
            <p:spPr bwMode="auto">
              <a:xfrm>
                <a:off x="1293" y="1227"/>
                <a:ext cx="389" cy="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Điện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áp</a:t>
                </a:r>
                <a:endPara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92" name="Text Box 31"/>
              <p:cNvSpPr txBox="1">
                <a:spLocks noChangeArrowheads="1"/>
              </p:cNvSpPr>
              <p:nvPr/>
            </p:nvSpPr>
            <p:spPr bwMode="auto">
              <a:xfrm>
                <a:off x="1777" y="1226"/>
                <a:ext cx="864" cy="1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Encoder</a:t>
                </a:r>
              </a:p>
            </p:txBody>
          </p:sp>
          <p:sp>
            <p:nvSpPr>
              <p:cNvPr id="32793" name="Text Box 32"/>
              <p:cNvSpPr txBox="1">
                <a:spLocks noChangeArrowheads="1"/>
              </p:cNvSpPr>
              <p:nvPr/>
            </p:nvSpPr>
            <p:spPr bwMode="auto">
              <a:xfrm>
                <a:off x="1293" y="1394"/>
                <a:ext cx="422" cy="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Điện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lưu</a:t>
                </a:r>
                <a:endPara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94" name="Text Box 33"/>
              <p:cNvSpPr txBox="1">
                <a:spLocks noChangeArrowheads="1"/>
              </p:cNvSpPr>
              <p:nvPr/>
            </p:nvSpPr>
            <p:spPr bwMode="auto">
              <a:xfrm>
                <a:off x="1777" y="1386"/>
                <a:ext cx="733" cy="1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DC Generator</a:t>
                </a:r>
              </a:p>
            </p:txBody>
          </p:sp>
          <p:sp>
            <p:nvSpPr>
              <p:cNvPr id="32795" name="Text Box 34"/>
              <p:cNvSpPr txBox="1">
                <a:spLocks noChangeArrowheads="1"/>
              </p:cNvSpPr>
              <p:nvPr/>
            </p:nvSpPr>
            <p:spPr bwMode="auto">
              <a:xfrm>
                <a:off x="4200" y="1256"/>
                <a:ext cx="1041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Robot, </a:t>
                </a:r>
                <a:r>
                  <a:rPr lang="en-US" altLang="ko-KR" sz="1200" dirty="0" err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Kiểm</a:t>
                </a:r>
                <a:r>
                  <a:rPr lang="en-US" altLang="ko-KR" sz="12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soát</a:t>
                </a:r>
                <a:r>
                  <a:rPr lang="en-US" altLang="ko-KR" sz="12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số</a:t>
                </a:r>
                <a:r>
                  <a:rPr lang="en-US" altLang="ko-KR" sz="12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liệu</a:t>
                </a:r>
                <a:r>
                  <a:rPr lang="en-US" altLang="ko-KR" sz="12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, </a:t>
                </a:r>
              </a:p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Máy</a:t>
                </a:r>
                <a:r>
                  <a:rPr lang="en-US" altLang="ko-KR" sz="12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FA</a:t>
                </a:r>
                <a:endPara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96" name="Text Box 35"/>
              <p:cNvSpPr txBox="1">
                <a:spLocks noChangeArrowheads="1"/>
              </p:cNvSpPr>
              <p:nvPr/>
            </p:nvSpPr>
            <p:spPr bwMode="auto">
              <a:xfrm>
                <a:off x="1293" y="1562"/>
                <a:ext cx="389" cy="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Điện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áp</a:t>
                </a:r>
                <a:endPara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97" name="Text Box 36"/>
              <p:cNvSpPr txBox="1">
                <a:spLocks noChangeArrowheads="1"/>
              </p:cNvSpPr>
              <p:nvPr/>
            </p:nvSpPr>
            <p:spPr bwMode="auto">
              <a:xfrm>
                <a:off x="1777" y="1646"/>
                <a:ext cx="670" cy="1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Encoder</a:t>
                </a:r>
              </a:p>
            </p:txBody>
          </p:sp>
          <p:sp>
            <p:nvSpPr>
              <p:cNvPr id="32798" name="Text Box 37"/>
              <p:cNvSpPr txBox="1">
                <a:spLocks noChangeArrowheads="1"/>
              </p:cNvSpPr>
              <p:nvPr/>
            </p:nvSpPr>
            <p:spPr bwMode="auto">
              <a:xfrm>
                <a:off x="572" y="1296"/>
                <a:ext cx="912" cy="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DC Servo</a:t>
                </a:r>
              </a:p>
            </p:txBody>
          </p:sp>
          <p:sp>
            <p:nvSpPr>
              <p:cNvPr id="32799" name="Line 38"/>
              <p:cNvSpPr>
                <a:spLocks noChangeShapeType="1"/>
              </p:cNvSpPr>
              <p:nvPr/>
            </p:nvSpPr>
            <p:spPr bwMode="auto">
              <a:xfrm>
                <a:off x="528" y="1560"/>
                <a:ext cx="47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00" name="Text Box 39"/>
              <p:cNvSpPr txBox="1">
                <a:spLocks noChangeArrowheads="1"/>
              </p:cNvSpPr>
              <p:nvPr/>
            </p:nvSpPr>
            <p:spPr bwMode="auto">
              <a:xfrm>
                <a:off x="1293" y="1723"/>
                <a:ext cx="438" cy="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Tần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sóng</a:t>
                </a:r>
                <a:endPara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01" name="Line 40"/>
              <p:cNvSpPr>
                <a:spLocks noChangeShapeType="1"/>
              </p:cNvSpPr>
              <p:nvPr/>
            </p:nvSpPr>
            <p:spPr bwMode="auto">
              <a:xfrm>
                <a:off x="528" y="1882"/>
                <a:ext cx="47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02" name="Text Box 41"/>
              <p:cNvSpPr txBox="1">
                <a:spLocks noChangeArrowheads="1"/>
              </p:cNvSpPr>
              <p:nvPr/>
            </p:nvSpPr>
            <p:spPr bwMode="auto">
              <a:xfrm>
                <a:off x="1293" y="1875"/>
                <a:ext cx="389" cy="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Điện</a:t>
                </a:r>
                <a:r>
                  <a:rPr lang="en-US" altLang="ko-KR" sz="12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áp</a:t>
                </a:r>
                <a:endPara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03" name="Text Box 42"/>
              <p:cNvSpPr txBox="1">
                <a:spLocks noChangeArrowheads="1"/>
              </p:cNvSpPr>
              <p:nvPr/>
            </p:nvSpPr>
            <p:spPr bwMode="auto">
              <a:xfrm>
                <a:off x="1293" y="2065"/>
                <a:ext cx="242" cy="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Pha</a:t>
                </a:r>
                <a:endPara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04" name="Text Box 43"/>
              <p:cNvSpPr txBox="1">
                <a:spLocks noChangeArrowheads="1"/>
              </p:cNvSpPr>
              <p:nvPr/>
            </p:nvSpPr>
            <p:spPr bwMode="auto">
              <a:xfrm>
                <a:off x="556" y="1977"/>
                <a:ext cx="768" cy="1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Stepping</a:t>
                </a:r>
              </a:p>
            </p:txBody>
          </p:sp>
          <p:sp>
            <p:nvSpPr>
              <p:cNvPr id="32805" name="Line 44"/>
              <p:cNvSpPr>
                <a:spLocks noChangeShapeType="1"/>
              </p:cNvSpPr>
              <p:nvPr/>
            </p:nvSpPr>
            <p:spPr bwMode="auto">
              <a:xfrm>
                <a:off x="528" y="2592"/>
                <a:ext cx="47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06" name="Line 45"/>
              <p:cNvSpPr>
                <a:spLocks noChangeShapeType="1"/>
              </p:cNvSpPr>
              <p:nvPr/>
            </p:nvSpPr>
            <p:spPr bwMode="auto">
              <a:xfrm>
                <a:off x="1776" y="2234"/>
                <a:ext cx="231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07" name="Line 46"/>
              <p:cNvSpPr>
                <a:spLocks noChangeShapeType="1"/>
              </p:cNvSpPr>
              <p:nvPr/>
            </p:nvSpPr>
            <p:spPr bwMode="auto">
              <a:xfrm>
                <a:off x="1191" y="1400"/>
                <a:ext cx="1381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08" name="Text Box 47"/>
              <p:cNvSpPr txBox="1">
                <a:spLocks noChangeArrowheads="1"/>
              </p:cNvSpPr>
              <p:nvPr/>
            </p:nvSpPr>
            <p:spPr bwMode="auto">
              <a:xfrm>
                <a:off x="572" y="1631"/>
                <a:ext cx="912" cy="1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AC Servo </a:t>
                </a:r>
              </a:p>
            </p:txBody>
          </p:sp>
          <p:sp>
            <p:nvSpPr>
              <p:cNvPr id="32809" name="Line 48"/>
              <p:cNvSpPr>
                <a:spLocks noChangeShapeType="1"/>
              </p:cNvSpPr>
              <p:nvPr/>
            </p:nvSpPr>
            <p:spPr bwMode="auto">
              <a:xfrm>
                <a:off x="1196" y="1720"/>
                <a:ext cx="581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10" name="Text Box 49"/>
              <p:cNvSpPr txBox="1">
                <a:spLocks noChangeArrowheads="1"/>
              </p:cNvSpPr>
              <p:nvPr/>
            </p:nvSpPr>
            <p:spPr bwMode="auto">
              <a:xfrm>
                <a:off x="4200" y="1585"/>
                <a:ext cx="1041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Robot,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Kiểm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soát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số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liệu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, </a:t>
                </a:r>
              </a:p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Máy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FA</a:t>
                </a:r>
                <a:endPara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11" name="Line 50"/>
              <p:cNvSpPr>
                <a:spLocks noChangeShapeType="1"/>
              </p:cNvSpPr>
              <p:nvPr/>
            </p:nvSpPr>
            <p:spPr bwMode="auto">
              <a:xfrm>
                <a:off x="528" y="2232"/>
                <a:ext cx="47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12" name="Line 51"/>
              <p:cNvSpPr>
                <a:spLocks noChangeShapeType="1"/>
              </p:cNvSpPr>
              <p:nvPr/>
            </p:nvSpPr>
            <p:spPr bwMode="auto">
              <a:xfrm>
                <a:off x="1191" y="2064"/>
                <a:ext cx="58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13" name="Text Box 52"/>
              <p:cNvSpPr txBox="1">
                <a:spLocks noChangeArrowheads="1"/>
              </p:cNvSpPr>
              <p:nvPr/>
            </p:nvSpPr>
            <p:spPr bwMode="auto">
              <a:xfrm>
                <a:off x="4176" y="1928"/>
                <a:ext cx="1019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Robot,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Kiểm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soát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số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liệu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,</a:t>
                </a:r>
              </a:p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Máy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văn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phòng</a:t>
                </a:r>
                <a:endPara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14" name="Text Box 53"/>
              <p:cNvSpPr txBox="1">
                <a:spLocks noChangeArrowheads="1"/>
              </p:cNvSpPr>
              <p:nvPr/>
            </p:nvSpPr>
            <p:spPr bwMode="auto">
              <a:xfrm>
                <a:off x="561" y="2304"/>
                <a:ext cx="872" cy="1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Air Cylinder</a:t>
                </a:r>
              </a:p>
            </p:txBody>
          </p:sp>
          <p:sp>
            <p:nvSpPr>
              <p:cNvPr id="32815" name="Line 54"/>
              <p:cNvSpPr>
                <a:spLocks noChangeShapeType="1"/>
              </p:cNvSpPr>
              <p:nvPr/>
            </p:nvSpPr>
            <p:spPr bwMode="auto">
              <a:xfrm>
                <a:off x="1191" y="2416"/>
                <a:ext cx="58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16" name="Text Box 55"/>
              <p:cNvSpPr txBox="1">
                <a:spLocks noChangeArrowheads="1"/>
              </p:cNvSpPr>
              <p:nvPr/>
            </p:nvSpPr>
            <p:spPr bwMode="auto">
              <a:xfrm>
                <a:off x="1301" y="2259"/>
                <a:ext cx="488" cy="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Không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khí</a:t>
                </a:r>
                <a:endPara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17" name="Text Box 56"/>
              <p:cNvSpPr txBox="1">
                <a:spLocks noChangeArrowheads="1"/>
              </p:cNvSpPr>
              <p:nvPr/>
            </p:nvSpPr>
            <p:spPr bwMode="auto">
              <a:xfrm>
                <a:off x="1765" y="2321"/>
                <a:ext cx="822" cy="1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Cylinder Sensor</a:t>
                </a:r>
              </a:p>
            </p:txBody>
          </p:sp>
          <p:sp>
            <p:nvSpPr>
              <p:cNvPr id="32818" name="Text Box 57"/>
              <p:cNvSpPr txBox="1">
                <a:spLocks noChangeArrowheads="1"/>
              </p:cNvSpPr>
              <p:nvPr/>
            </p:nvSpPr>
            <p:spPr bwMode="auto">
              <a:xfrm>
                <a:off x="1301" y="2418"/>
                <a:ext cx="352" cy="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Áp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lực</a:t>
                </a:r>
                <a:endPara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19" name="Text Box 58"/>
              <p:cNvSpPr txBox="1">
                <a:spLocks noChangeArrowheads="1"/>
              </p:cNvSpPr>
              <p:nvPr/>
            </p:nvSpPr>
            <p:spPr bwMode="auto">
              <a:xfrm>
                <a:off x="4176" y="2304"/>
                <a:ext cx="1008" cy="1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Máy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FA, Robot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đơn</a:t>
                </a:r>
                <a:r>
                  <a:rPr lang="en-US" altLang="ko-KR" sz="1200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giản</a:t>
                </a:r>
                <a:endPara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20" name="Line 59"/>
              <p:cNvSpPr>
                <a:spLocks noChangeShapeType="1"/>
              </p:cNvSpPr>
              <p:nvPr/>
            </p:nvSpPr>
            <p:spPr bwMode="auto">
              <a:xfrm>
                <a:off x="4088" y="1088"/>
                <a:ext cx="0" cy="149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21" name="Line 60"/>
              <p:cNvSpPr>
                <a:spLocks noChangeShapeType="1"/>
              </p:cNvSpPr>
              <p:nvPr/>
            </p:nvSpPr>
            <p:spPr bwMode="auto">
              <a:xfrm>
                <a:off x="1191" y="1093"/>
                <a:ext cx="0" cy="149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22" name="Text Box 61"/>
              <p:cNvSpPr txBox="1">
                <a:spLocks noChangeArrowheads="1"/>
              </p:cNvSpPr>
              <p:nvPr/>
            </p:nvSpPr>
            <p:spPr bwMode="auto">
              <a:xfrm>
                <a:off x="521" y="876"/>
                <a:ext cx="571" cy="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b="1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&lt;</a:t>
                </a:r>
                <a:r>
                  <a:rPr lang="en-US" altLang="ko-KR" sz="1200" b="1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Phân</a:t>
                </a:r>
                <a:r>
                  <a:rPr lang="en-US" altLang="ko-KR" sz="1200" b="1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b="1" dirty="0" err="1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loại</a:t>
                </a:r>
                <a:r>
                  <a:rPr lang="en-US" altLang="ko-KR" sz="1200" b="1" dirty="0" smtClean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&gt;</a:t>
                </a:r>
                <a:endParaRPr lang="en-US" altLang="ko-KR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32777" name="Line 29"/>
          <p:cNvSpPr>
            <a:spLocks noChangeShapeType="1"/>
          </p:cNvSpPr>
          <p:nvPr/>
        </p:nvSpPr>
        <p:spPr bwMode="auto">
          <a:xfrm>
            <a:off x="4284663" y="3541713"/>
            <a:ext cx="0" cy="2590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778" name="Text Box 25"/>
          <p:cNvSpPr txBox="1">
            <a:spLocks noChangeArrowheads="1"/>
          </p:cNvSpPr>
          <p:nvPr/>
        </p:nvSpPr>
        <p:spPr bwMode="auto">
          <a:xfrm>
            <a:off x="5219700" y="3552825"/>
            <a:ext cx="78098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779" name="Text Box 34"/>
          <p:cNvSpPr txBox="1">
            <a:spLocks noChangeArrowheads="1"/>
          </p:cNvSpPr>
          <p:nvPr/>
        </p:nvSpPr>
        <p:spPr bwMode="auto">
          <a:xfrm>
            <a:off x="4284663" y="3835400"/>
            <a:ext cx="266932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kiệm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780" name="Text Box 34"/>
          <p:cNvSpPr txBox="1">
            <a:spLocks noChangeArrowheads="1"/>
          </p:cNvSpPr>
          <p:nvPr/>
        </p:nvSpPr>
        <p:spPr bwMode="auto">
          <a:xfrm>
            <a:off x="4275846" y="4326354"/>
            <a:ext cx="268695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781" name="Text Box 34"/>
          <p:cNvSpPr txBox="1">
            <a:spLocks noChangeArrowheads="1"/>
          </p:cNvSpPr>
          <p:nvPr/>
        </p:nvSpPr>
        <p:spPr bwMode="auto">
          <a:xfrm>
            <a:off x="4254205" y="4916250"/>
            <a:ext cx="273023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205B4BCB-76BF-48C0-8618-7114C5C2C287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14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795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nguồn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;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ko-KR" altLang="en-US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ㆍ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DC motor, AC motor hay stepping motor,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Gear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/>
            <a:r>
              <a:rPr lang="ko-KR" altLang="en-US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ㆍ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vi-VN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 </a:t>
            </a:r>
            <a:r>
              <a:rPr lang="vi-VN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 do dòng chảy chính giống với dòng chảy vào máy nén,  dòng chảy vào Monitor và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vi-VN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thống hoạt động một cách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chảy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vi-VN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 </a:t>
            </a:r>
            <a:r>
              <a:rPr lang="vi-VN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 với cách dùng </a:t>
            </a:r>
            <a:r>
              <a:rPr lang="vi-VN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/>
            <a:r>
              <a:rPr lang="ko-KR" altLang="en-US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ㆍ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xảy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nổ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rẻ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796" name="Text Box 5"/>
          <p:cNvSpPr txBox="1">
            <a:spLocks noChangeArrowheads="1"/>
          </p:cNvSpPr>
          <p:nvPr/>
        </p:nvSpPr>
        <p:spPr bwMode="auto">
          <a:xfrm>
            <a:off x="652463" y="549275"/>
            <a:ext cx="207300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1-5.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9" name="표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5505403"/>
              </p:ext>
            </p:extLst>
          </p:nvPr>
        </p:nvGraphicFramePr>
        <p:xfrm>
          <a:off x="952500" y="3068638"/>
          <a:ext cx="7004050" cy="3097214"/>
        </p:xfrm>
        <a:graphic>
          <a:graphicData uri="http://schemas.openxmlformats.org/drawingml/2006/table">
            <a:tbl>
              <a:tblPr/>
              <a:tblGrid>
                <a:gridCol w="1000579"/>
                <a:gridCol w="2001157"/>
                <a:gridCol w="2001157"/>
                <a:gridCol w="2001157"/>
              </a:tblGrid>
              <a:tr h="207972">
                <a:tc gridSpan="2"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79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　</a:t>
                      </a: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dirty="0" err="1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Truyền</a:t>
                      </a:r>
                      <a:r>
                        <a:rPr lang="en-US" altLang="ko-KR" sz="110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dirty="0" err="1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altLang="ko-KR" sz="110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dirty="0" err="1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động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dirty="0" err="1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Truyền</a:t>
                      </a:r>
                      <a:r>
                        <a:rPr lang="en-US" altLang="ko-KR" sz="110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dirty="0" err="1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lang="en-US" altLang="ko-KR" sz="110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dirty="0" err="1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nén</a:t>
                      </a:r>
                      <a:r>
                        <a:rPr lang="en-US" altLang="ko-KR" sz="110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dirty="0" err="1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dầu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dirty="0" err="1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Truyền</a:t>
                      </a:r>
                      <a:r>
                        <a:rPr lang="en-US" altLang="ko-KR" sz="110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dirty="0" err="1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lang="en-US" altLang="ko-KR" sz="110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dirty="0" err="1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nén</a:t>
                      </a:r>
                      <a:r>
                        <a:rPr lang="en-US" altLang="ko-KR" sz="110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dirty="0" err="1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khí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</a:tr>
              <a:tr h="20797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Cấu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tạo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Đơn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giản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Phức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tạp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Phức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tạp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797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Giá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tiền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Thấp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Cao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Khá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cao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797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Truyền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tín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hiệu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Nhỏ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Lớn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Cao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797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sạch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Sạch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Ô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nhiễm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Ô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nhiễm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047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Tính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an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toàn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Tải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yếu</a:t>
                      </a:r>
                      <a:r>
                        <a:rPr lang="ko-KR" altLang="en-US" sz="11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/>
                      </a:r>
                      <a:br>
                        <a:rPr lang="ko-KR" altLang="en-US" sz="11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Còn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lại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mạnh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Sinh</a:t>
                      </a:r>
                      <a:r>
                        <a:rPr lang="en-US" altLang="ko-KR" sz="11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nhiệt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lớn</a:t>
                      </a:r>
                      <a:endParaRPr lang="en-US" altLang="ko-KR" sz="1100" b="0" i="0" u="none" strike="noStrike" baseline="0" dirty="0" smtClean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Tải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mạnh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Tải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rất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mạnh</a:t>
                      </a:r>
                      <a:endParaRPr lang="en-US" altLang="ko-KR" sz="1100" b="0" i="0" u="none" strike="noStrike" baseline="0" dirty="0" smtClean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sinh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nhiệt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047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Hồi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đáp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Bình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thường</a:t>
                      </a:r>
                      <a:r>
                        <a:rPr lang="en-US" altLang="ko-KR" sz="11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quán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tính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thấp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</a:p>
                    <a:p>
                      <a:pPr algn="ctr" fontAlgn="ctr"/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Cải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tiến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tương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hỗ</a:t>
                      </a:r>
                      <a:r>
                        <a:rPr lang="en-US" altLang="ko-KR" sz="11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  <a:endParaRPr lang="en-US" altLang="ko-KR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Tốt</a:t>
                      </a:r>
                      <a:r>
                        <a:rPr lang="en-US" altLang="ko-KR" sz="11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en-US" altLang="ko-KR" sz="1100" dirty="0" err="1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mô</a:t>
                      </a:r>
                      <a:r>
                        <a:rPr lang="en-US" altLang="ko-KR" sz="110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men </a:t>
                      </a:r>
                      <a:r>
                        <a:rPr lang="en-US" altLang="ko-KR" sz="1100" dirty="0" err="1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xoắn</a:t>
                      </a:r>
                      <a:r>
                        <a:rPr lang="en-US" altLang="ko-KR" sz="11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r>
                        <a:rPr lang="en-US" altLang="ko-KR" sz="11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/>
                      </a:r>
                      <a:br>
                        <a:rPr lang="en-US" altLang="ko-KR" sz="11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r>
                        <a:rPr lang="en-US" altLang="ko-KR" sz="11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</a:t>
                      </a:r>
                      <a:r>
                        <a:rPr lang="en-US" altLang="ko-KR" sz="11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Chi </a:t>
                      </a:r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phí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quán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tính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lớn</a:t>
                      </a:r>
                      <a:r>
                        <a:rPr lang="en-US" altLang="ko-KR" sz="11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 </a:t>
                      </a:r>
                      <a:endParaRPr lang="en-US" altLang="ko-KR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Xấu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7972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Khác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chính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xác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cao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Chuyển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cao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chính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xác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thấp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đàn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hồi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cao</a:t>
                      </a:r>
                      <a:endParaRPr lang="en-US" altLang="ko-KR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tạp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âm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đàn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hồi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thấp</a:t>
                      </a:r>
                      <a:endParaRPr lang="en-US" altLang="ko-KR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Quản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lý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dễ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Cần</a:t>
                      </a:r>
                      <a:r>
                        <a:rPr lang="en-US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100" b="0" i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Maintenance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Quản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lý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dễ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Thiết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kế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dễ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Cần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diện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tích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rộng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cài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đặt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　</a:t>
                      </a: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Chuyển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lang="en-US" altLang="ko-KR" sz="1100" b="0" i="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altLang="ko-KR" sz="1100" b="0" i="0" u="none" strike="noStrike" baseline="0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chậm</a:t>
                      </a:r>
                      <a:endParaRPr lang="ko-KR" altLang="en-US" sz="11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　</a:t>
                      </a: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　</a:t>
                      </a:r>
                    </a:p>
                  </a:txBody>
                  <a:tcPr marL="9525" marR="9525" marT="952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3863" name="Text Box 61"/>
          <p:cNvSpPr txBox="1">
            <a:spLocks noChangeArrowheads="1"/>
          </p:cNvSpPr>
          <p:nvPr/>
        </p:nvSpPr>
        <p:spPr bwMode="auto">
          <a:xfrm>
            <a:off x="900113" y="2940050"/>
            <a:ext cx="230383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nguồn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&gt;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1E5C7939-272A-4F00-BD7B-B34810D9324B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15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819" name="Text Box 2"/>
          <p:cNvSpPr txBox="1">
            <a:spLocks noChangeArrowheads="1"/>
          </p:cNvSpPr>
          <p:nvPr/>
        </p:nvSpPr>
        <p:spPr bwMode="auto">
          <a:xfrm>
            <a:off x="684213" y="892175"/>
            <a:ext cx="167225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2-1.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Sơ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820" name="Text Box 3"/>
          <p:cNvSpPr txBox="1">
            <a:spLocks noChangeArrowheads="1"/>
          </p:cNvSpPr>
          <p:nvPr/>
        </p:nvSpPr>
        <p:spPr bwMode="auto">
          <a:xfrm>
            <a:off x="352425" y="501650"/>
            <a:ext cx="146091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ko-KR" altLang="en-US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(Shaft)</a:t>
            </a:r>
          </a:p>
        </p:txBody>
      </p:sp>
      <p:sp>
        <p:nvSpPr>
          <p:cNvPr id="34821" name="Rectangle 5"/>
          <p:cNvSpPr>
            <a:spLocks noChangeArrowheads="1"/>
          </p:cNvSpPr>
          <p:nvPr/>
        </p:nvSpPr>
        <p:spPr bwMode="auto">
          <a:xfrm>
            <a:off x="827088" y="1268413"/>
            <a:ext cx="7489825" cy="4897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lặp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ko-KR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中實丸軸</a:t>
            </a: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rỗng</a:t>
            </a: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ko-KR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中空丸軸</a:t>
            </a: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gear, belt, pulley,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sprocit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b="1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b="1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822" name="Rectangle 47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ko-KR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(Shaft)</a:t>
            </a:r>
          </a:p>
        </p:txBody>
      </p:sp>
      <p:sp>
        <p:nvSpPr>
          <p:cNvPr id="34823" name="Rectangle 4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4824" name="Picture 4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79563" y="3729038"/>
            <a:ext cx="6211887" cy="248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직사각형 1"/>
          <p:cNvSpPr/>
          <p:nvPr/>
        </p:nvSpPr>
        <p:spPr bwMode="auto">
          <a:xfrm>
            <a:off x="3059832" y="3933056"/>
            <a:ext cx="432048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Belt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직사각형 9"/>
          <p:cNvSpPr/>
          <p:nvPr/>
        </p:nvSpPr>
        <p:spPr bwMode="auto">
          <a:xfrm>
            <a:off x="1813338" y="4999292"/>
            <a:ext cx="543128" cy="51794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직사각형 10"/>
          <p:cNvSpPr/>
          <p:nvPr/>
        </p:nvSpPr>
        <p:spPr bwMode="auto">
          <a:xfrm>
            <a:off x="1520339" y="4808922"/>
            <a:ext cx="432048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직사각형 11"/>
          <p:cNvSpPr/>
          <p:nvPr/>
        </p:nvSpPr>
        <p:spPr bwMode="auto">
          <a:xfrm>
            <a:off x="5364088" y="4891280"/>
            <a:ext cx="432048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4788024" y="4878625"/>
            <a:ext cx="504056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Gear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7308304" y="4365104"/>
            <a:ext cx="432048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6804248" y="4534469"/>
            <a:ext cx="432048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6858218" y="5409220"/>
            <a:ext cx="666110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Sprocket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046BF19F-0450-4007-9E79-85A227E3B432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16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843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endParaRPr lang="ko-KR" altLang="ko-KR" sz="12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844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ko-KR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(Shaft)</a:t>
            </a:r>
          </a:p>
        </p:txBody>
      </p:sp>
      <p:sp>
        <p:nvSpPr>
          <p:cNvPr id="35845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846" name="Text Box 5"/>
          <p:cNvSpPr txBox="1">
            <a:spLocks noChangeArrowheads="1"/>
          </p:cNvSpPr>
          <p:nvPr/>
        </p:nvSpPr>
        <p:spPr bwMode="auto">
          <a:xfrm>
            <a:off x="652463" y="676275"/>
            <a:ext cx="159851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2-2.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847" name="Rectangle 19"/>
          <p:cNvSpPr>
            <a:spLocks noChangeArrowheads="1"/>
          </p:cNvSpPr>
          <p:nvPr/>
        </p:nvSpPr>
        <p:spPr bwMode="auto">
          <a:xfrm>
            <a:off x="468313" y="1911350"/>
            <a:ext cx="2527300" cy="434975"/>
          </a:xfrm>
          <a:prstGeom prst="rect">
            <a:avLst/>
          </a:prstGeom>
          <a:solidFill>
            <a:srgbClr val="DDDDD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848" name="Rectangle 20"/>
          <p:cNvSpPr>
            <a:spLocks noChangeArrowheads="1"/>
          </p:cNvSpPr>
          <p:nvPr/>
        </p:nvSpPr>
        <p:spPr bwMode="auto">
          <a:xfrm>
            <a:off x="3460750" y="1911350"/>
            <a:ext cx="2522538" cy="450850"/>
          </a:xfrm>
          <a:prstGeom prst="rect">
            <a:avLst/>
          </a:prstGeom>
          <a:solidFill>
            <a:srgbClr val="DDDDD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849" name="Rectangle 21"/>
          <p:cNvSpPr>
            <a:spLocks noChangeArrowheads="1"/>
          </p:cNvSpPr>
          <p:nvPr/>
        </p:nvSpPr>
        <p:spPr bwMode="auto">
          <a:xfrm>
            <a:off x="3925888" y="981075"/>
            <a:ext cx="1592262" cy="431800"/>
          </a:xfrm>
          <a:prstGeom prst="rect">
            <a:avLst/>
          </a:prstGeom>
          <a:solidFill>
            <a:srgbClr val="DDDDDD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ko-KR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축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35850" name="Rectangle 22"/>
          <p:cNvSpPr>
            <a:spLocks noChangeArrowheads="1"/>
          </p:cNvSpPr>
          <p:nvPr/>
        </p:nvSpPr>
        <p:spPr bwMode="auto">
          <a:xfrm>
            <a:off x="468313" y="2740025"/>
            <a:ext cx="2528887" cy="4635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(Axle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cxnSp>
        <p:nvCxnSpPr>
          <p:cNvPr id="35851" name="AutoShape 23"/>
          <p:cNvCxnSpPr>
            <a:cxnSpLocks noChangeShapeType="1"/>
            <a:stCxn id="35849" idx="2"/>
            <a:endCxn id="35848" idx="0"/>
          </p:cNvCxnSpPr>
          <p:nvPr/>
        </p:nvCxnSpPr>
        <p:spPr bwMode="auto">
          <a:xfrm rot="5400000">
            <a:off x="4473575" y="1662113"/>
            <a:ext cx="498475" cy="0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852" name="AutoShape 24"/>
          <p:cNvCxnSpPr>
            <a:cxnSpLocks noChangeShapeType="1"/>
            <a:stCxn id="35849" idx="2"/>
            <a:endCxn id="35847" idx="0"/>
          </p:cNvCxnSpPr>
          <p:nvPr/>
        </p:nvCxnSpPr>
        <p:spPr bwMode="auto">
          <a:xfrm rot="5400000">
            <a:off x="2978150" y="166688"/>
            <a:ext cx="498475" cy="2990850"/>
          </a:xfrm>
          <a:prstGeom prst="bentConnector3">
            <a:avLst>
              <a:gd name="adj1" fmla="val 50000"/>
            </a:avLst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853" name="Rectangle 25"/>
          <p:cNvSpPr>
            <a:spLocks noChangeArrowheads="1"/>
          </p:cNvSpPr>
          <p:nvPr/>
        </p:nvSpPr>
        <p:spPr bwMode="auto">
          <a:xfrm>
            <a:off x="3467100" y="2740025"/>
            <a:ext cx="2509838" cy="4635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(Liner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35854" name="Rectangle 26"/>
          <p:cNvSpPr>
            <a:spLocks noChangeArrowheads="1"/>
          </p:cNvSpPr>
          <p:nvPr/>
        </p:nvSpPr>
        <p:spPr bwMode="auto">
          <a:xfrm>
            <a:off x="471488" y="3467100"/>
            <a:ext cx="2524125" cy="46672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(Transmission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35855" name="Rectangle 27"/>
          <p:cNvSpPr>
            <a:spLocks noChangeArrowheads="1"/>
          </p:cNvSpPr>
          <p:nvPr/>
        </p:nvSpPr>
        <p:spPr bwMode="auto">
          <a:xfrm>
            <a:off x="471488" y="4197350"/>
            <a:ext cx="2524125" cy="46672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(Spindle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35856" name="Rectangle 28"/>
          <p:cNvSpPr>
            <a:spLocks noChangeArrowheads="1"/>
          </p:cNvSpPr>
          <p:nvPr/>
        </p:nvSpPr>
        <p:spPr bwMode="auto">
          <a:xfrm>
            <a:off x="3467100" y="3467100"/>
            <a:ext cx="2509838" cy="46672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Crank(Crank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35857" name="Rectangle 29"/>
          <p:cNvSpPr>
            <a:spLocks noChangeArrowheads="1"/>
          </p:cNvSpPr>
          <p:nvPr/>
        </p:nvSpPr>
        <p:spPr bwMode="auto">
          <a:xfrm>
            <a:off x="3467100" y="4197350"/>
            <a:ext cx="2509838" cy="46672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Flexible(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Flexible )</a:t>
            </a:r>
          </a:p>
        </p:txBody>
      </p:sp>
      <p:sp>
        <p:nvSpPr>
          <p:cNvPr id="35858" name="Rectangle 30"/>
          <p:cNvSpPr>
            <a:spLocks noChangeArrowheads="1"/>
          </p:cNvSpPr>
          <p:nvPr/>
        </p:nvSpPr>
        <p:spPr bwMode="auto">
          <a:xfrm>
            <a:off x="477838" y="4927600"/>
            <a:ext cx="2509837" cy="4635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(arbor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cxnSp>
        <p:nvCxnSpPr>
          <p:cNvPr id="35859" name="AutoShape 32"/>
          <p:cNvCxnSpPr>
            <a:cxnSpLocks noChangeShapeType="1"/>
            <a:stCxn id="35850" idx="2"/>
            <a:endCxn id="35854" idx="0"/>
          </p:cNvCxnSpPr>
          <p:nvPr/>
        </p:nvCxnSpPr>
        <p:spPr bwMode="auto">
          <a:xfrm>
            <a:off x="1733550" y="3203575"/>
            <a:ext cx="0" cy="2635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860" name="AutoShape 33"/>
          <p:cNvCxnSpPr>
            <a:cxnSpLocks noChangeShapeType="1"/>
            <a:stCxn id="35854" idx="2"/>
            <a:endCxn id="35855" idx="0"/>
          </p:cNvCxnSpPr>
          <p:nvPr/>
        </p:nvCxnSpPr>
        <p:spPr bwMode="auto">
          <a:xfrm>
            <a:off x="1733550" y="3933825"/>
            <a:ext cx="0" cy="2635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861" name="AutoShape 34"/>
          <p:cNvCxnSpPr>
            <a:cxnSpLocks noChangeShapeType="1"/>
            <a:stCxn id="35855" idx="2"/>
            <a:endCxn id="35858" idx="0"/>
          </p:cNvCxnSpPr>
          <p:nvPr/>
        </p:nvCxnSpPr>
        <p:spPr bwMode="auto">
          <a:xfrm>
            <a:off x="1733550" y="4664075"/>
            <a:ext cx="0" cy="2635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862" name="AutoShape 36"/>
          <p:cNvCxnSpPr>
            <a:cxnSpLocks noChangeShapeType="1"/>
            <a:stCxn id="35853" idx="2"/>
            <a:endCxn id="35856" idx="0"/>
          </p:cNvCxnSpPr>
          <p:nvPr/>
        </p:nvCxnSpPr>
        <p:spPr bwMode="auto">
          <a:xfrm>
            <a:off x="4722813" y="3203575"/>
            <a:ext cx="0" cy="2635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863" name="AutoShape 37"/>
          <p:cNvCxnSpPr>
            <a:cxnSpLocks noChangeShapeType="1"/>
            <a:stCxn id="35856" idx="2"/>
            <a:endCxn id="35857" idx="0"/>
          </p:cNvCxnSpPr>
          <p:nvPr/>
        </p:nvCxnSpPr>
        <p:spPr bwMode="auto">
          <a:xfrm>
            <a:off x="4722813" y="3933825"/>
            <a:ext cx="0" cy="2635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864" name="AutoShape 38"/>
          <p:cNvCxnSpPr>
            <a:cxnSpLocks noChangeShapeType="1"/>
            <a:stCxn id="35847" idx="2"/>
            <a:endCxn id="35850" idx="0"/>
          </p:cNvCxnSpPr>
          <p:nvPr/>
        </p:nvCxnSpPr>
        <p:spPr bwMode="auto">
          <a:xfrm>
            <a:off x="1731963" y="2346325"/>
            <a:ext cx="1587" cy="3937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865" name="Rectangle 39"/>
          <p:cNvSpPr>
            <a:spLocks noChangeArrowheads="1"/>
          </p:cNvSpPr>
          <p:nvPr/>
        </p:nvSpPr>
        <p:spPr bwMode="auto">
          <a:xfrm>
            <a:off x="6442075" y="1911350"/>
            <a:ext cx="2508250" cy="450850"/>
          </a:xfrm>
          <a:prstGeom prst="rect">
            <a:avLst/>
          </a:prstGeom>
          <a:solidFill>
            <a:srgbClr val="DDDDD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trúc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866" name="Rectangle 40"/>
          <p:cNvSpPr>
            <a:spLocks noChangeArrowheads="1"/>
          </p:cNvSpPr>
          <p:nvPr/>
        </p:nvSpPr>
        <p:spPr bwMode="auto">
          <a:xfrm>
            <a:off x="6442075" y="2740025"/>
            <a:ext cx="2505075" cy="4381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(Solid Shaft)</a:t>
            </a:r>
          </a:p>
        </p:txBody>
      </p:sp>
      <p:sp>
        <p:nvSpPr>
          <p:cNvPr id="35867" name="Rectangle 41"/>
          <p:cNvSpPr>
            <a:spLocks noChangeArrowheads="1"/>
          </p:cNvSpPr>
          <p:nvPr/>
        </p:nvSpPr>
        <p:spPr bwMode="auto">
          <a:xfrm>
            <a:off x="6437313" y="3467100"/>
            <a:ext cx="2516187" cy="4603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rỗng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(Hollow Shaft) </a:t>
            </a:r>
          </a:p>
        </p:txBody>
      </p:sp>
      <p:sp>
        <p:nvSpPr>
          <p:cNvPr id="35868" name="Rectangle 42"/>
          <p:cNvSpPr>
            <a:spLocks noChangeArrowheads="1"/>
          </p:cNvSpPr>
          <p:nvPr/>
        </p:nvSpPr>
        <p:spPr bwMode="auto">
          <a:xfrm>
            <a:off x="6437313" y="4197350"/>
            <a:ext cx="2516187" cy="45720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35869" name="AutoShape 43"/>
          <p:cNvCxnSpPr>
            <a:cxnSpLocks noChangeShapeType="1"/>
            <a:stCxn id="35866" idx="2"/>
            <a:endCxn id="35867" idx="0"/>
          </p:cNvCxnSpPr>
          <p:nvPr/>
        </p:nvCxnSpPr>
        <p:spPr bwMode="auto">
          <a:xfrm>
            <a:off x="7694613" y="3178175"/>
            <a:ext cx="1587" cy="2889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870" name="AutoShape 44"/>
          <p:cNvCxnSpPr>
            <a:cxnSpLocks noChangeShapeType="1"/>
            <a:stCxn id="35867" idx="2"/>
            <a:endCxn id="35868" idx="0"/>
          </p:cNvCxnSpPr>
          <p:nvPr/>
        </p:nvCxnSpPr>
        <p:spPr bwMode="auto">
          <a:xfrm>
            <a:off x="7696200" y="3927475"/>
            <a:ext cx="0" cy="2698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871" name="AutoShape 45"/>
          <p:cNvCxnSpPr>
            <a:cxnSpLocks noChangeShapeType="1"/>
            <a:stCxn id="35848" idx="2"/>
            <a:endCxn id="35853" idx="0"/>
          </p:cNvCxnSpPr>
          <p:nvPr/>
        </p:nvCxnSpPr>
        <p:spPr bwMode="auto">
          <a:xfrm>
            <a:off x="4722813" y="2362200"/>
            <a:ext cx="0" cy="3778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872" name="AutoShape 46"/>
          <p:cNvCxnSpPr>
            <a:cxnSpLocks noChangeShapeType="1"/>
            <a:stCxn id="35865" idx="2"/>
            <a:endCxn id="35866" idx="0"/>
          </p:cNvCxnSpPr>
          <p:nvPr/>
        </p:nvCxnSpPr>
        <p:spPr bwMode="auto">
          <a:xfrm flipH="1">
            <a:off x="7694613" y="2362200"/>
            <a:ext cx="1587" cy="3778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873" name="AutoShape 47"/>
          <p:cNvCxnSpPr>
            <a:cxnSpLocks noChangeShapeType="1"/>
            <a:stCxn id="35849" idx="2"/>
            <a:endCxn id="35865" idx="0"/>
          </p:cNvCxnSpPr>
          <p:nvPr/>
        </p:nvCxnSpPr>
        <p:spPr bwMode="auto">
          <a:xfrm rot="16200000" flipH="1">
            <a:off x="5960269" y="175419"/>
            <a:ext cx="498475" cy="2973387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874" name="Rectangle 30"/>
          <p:cNvSpPr>
            <a:spLocks noChangeArrowheads="1"/>
          </p:cNvSpPr>
          <p:nvPr/>
        </p:nvSpPr>
        <p:spPr bwMode="auto">
          <a:xfrm>
            <a:off x="477838" y="5661025"/>
            <a:ext cx="2509837" cy="4635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(Journal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cxnSp>
        <p:nvCxnSpPr>
          <p:cNvPr id="35875" name="AutoShape 34"/>
          <p:cNvCxnSpPr>
            <a:cxnSpLocks noChangeShapeType="1"/>
          </p:cNvCxnSpPr>
          <p:nvPr/>
        </p:nvCxnSpPr>
        <p:spPr bwMode="auto">
          <a:xfrm>
            <a:off x="1730375" y="5403850"/>
            <a:ext cx="0" cy="2635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6" name="그림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27538" y="4657725"/>
            <a:ext cx="4397375" cy="165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67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82EAE9DB-991A-4384-8868-D7CEAF0B84DA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17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6868" name="Rectangle 2"/>
          <p:cNvSpPr>
            <a:spLocks noChangeArrowheads="1"/>
          </p:cNvSpPr>
          <p:nvPr/>
        </p:nvSpPr>
        <p:spPr bwMode="auto">
          <a:xfrm>
            <a:off x="827088" y="6207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</a:t>
            </a:r>
            <a:r>
              <a:rPr lang="ko-KR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(Axle</a:t>
            </a:r>
            <a:r>
              <a:rPr lang="ko-KR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tàu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Herb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đạp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vv..</a:t>
            </a:r>
          </a:p>
        </p:txBody>
      </p:sp>
      <p:sp>
        <p:nvSpPr>
          <p:cNvPr id="36869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ko-KR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(Shaft)</a:t>
            </a:r>
          </a:p>
        </p:txBody>
      </p:sp>
      <p:sp>
        <p:nvSpPr>
          <p:cNvPr id="36870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6871" name="Picture 1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89488" y="2420938"/>
            <a:ext cx="3959225" cy="177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72" name="Picture 11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14488" y="4508500"/>
            <a:ext cx="3028950" cy="194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73" name="Picture 12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63738" y="2254250"/>
            <a:ext cx="2247900" cy="1895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74" name="Text Box 13"/>
          <p:cNvSpPr txBox="1">
            <a:spLocks noChangeArrowheads="1"/>
          </p:cNvSpPr>
          <p:nvPr/>
        </p:nvSpPr>
        <p:spPr bwMode="auto">
          <a:xfrm>
            <a:off x="895350" y="1916113"/>
            <a:ext cx="448994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6875" name="Text Box 14"/>
          <p:cNvSpPr txBox="1">
            <a:spLocks noChangeArrowheads="1"/>
          </p:cNvSpPr>
          <p:nvPr/>
        </p:nvSpPr>
        <p:spPr bwMode="auto">
          <a:xfrm>
            <a:off x="895350" y="4005263"/>
            <a:ext cx="199567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4860032" y="2420938"/>
            <a:ext cx="720080" cy="28798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5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05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5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en-US" altLang="ko-KR" sz="105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직사각형 2"/>
          <p:cNvSpPr/>
          <p:nvPr/>
        </p:nvSpPr>
        <p:spPr bwMode="auto">
          <a:xfrm>
            <a:off x="6300192" y="3717032"/>
            <a:ext cx="648072" cy="27362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5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Herb</a:t>
            </a:r>
            <a:endParaRPr lang="en-US" altLang="ko-KR" sz="105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직사각형 3"/>
          <p:cNvSpPr/>
          <p:nvPr/>
        </p:nvSpPr>
        <p:spPr bwMode="auto">
          <a:xfrm>
            <a:off x="7740352" y="3573016"/>
            <a:ext cx="864096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5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05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Herb</a:t>
            </a:r>
            <a:endParaRPr lang="en-US" altLang="ko-KR" sz="105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직사각형 4"/>
          <p:cNvSpPr/>
          <p:nvPr/>
        </p:nvSpPr>
        <p:spPr bwMode="auto">
          <a:xfrm>
            <a:off x="7236296" y="3933057"/>
            <a:ext cx="1512417" cy="264294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5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05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Herb </a:t>
            </a:r>
            <a:r>
              <a:rPr lang="en-US" altLang="ko-KR" sz="105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5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5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xe</a:t>
            </a:r>
            <a:r>
              <a:rPr lang="en-US" altLang="ko-KR" sz="105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5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đạp</a:t>
            </a:r>
            <a:endParaRPr lang="en-US" altLang="ko-KR" sz="105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직사각형 5"/>
          <p:cNvSpPr/>
          <p:nvPr/>
        </p:nvSpPr>
        <p:spPr bwMode="auto">
          <a:xfrm>
            <a:off x="2699792" y="5085184"/>
            <a:ext cx="720080" cy="288032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5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05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5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endParaRPr lang="en-US" altLang="ko-KR" sz="105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2F50D2F7-EC1B-466D-89B0-8C1B3FD608EE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18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7891" name="Picture 2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131"/>
          <a:stretch>
            <a:fillRect/>
          </a:stretch>
        </p:blipFill>
        <p:spPr bwMode="auto">
          <a:xfrm>
            <a:off x="3924300" y="4365625"/>
            <a:ext cx="3997325" cy="2087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892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(Transmission)</a:t>
            </a: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moment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propeller.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4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Spindle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khoảng10000 rpm(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phút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bẻ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bẻ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pin. 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893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ko-KR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(Shaft)</a:t>
            </a:r>
          </a:p>
        </p:txBody>
      </p:sp>
      <p:sp>
        <p:nvSpPr>
          <p:cNvPr id="37894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7895" name="Picture 2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03363" y="1628775"/>
            <a:ext cx="5084762" cy="21859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</p:pic>
      <p:sp>
        <p:nvSpPr>
          <p:cNvPr id="2" name="직사각형 1"/>
          <p:cNvSpPr/>
          <p:nvPr/>
        </p:nvSpPr>
        <p:spPr bwMode="auto">
          <a:xfrm>
            <a:off x="1979712" y="1772816"/>
            <a:ext cx="864096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직사각형 2"/>
          <p:cNvSpPr/>
          <p:nvPr/>
        </p:nvSpPr>
        <p:spPr bwMode="auto">
          <a:xfrm>
            <a:off x="2563404" y="2316510"/>
            <a:ext cx="648072" cy="37646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Truc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gian</a:t>
            </a:r>
            <a:endParaRPr lang="en-US" altLang="ko-KR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4" name="직사각형 3"/>
          <p:cNvSpPr/>
          <p:nvPr/>
        </p:nvSpPr>
        <p:spPr bwMode="auto">
          <a:xfrm>
            <a:off x="3419872" y="1880828"/>
            <a:ext cx="360040" cy="252028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직사각형 4"/>
          <p:cNvSpPr/>
          <p:nvPr/>
        </p:nvSpPr>
        <p:spPr bwMode="auto">
          <a:xfrm>
            <a:off x="6084168" y="3645024"/>
            <a:ext cx="936104" cy="16973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3059832" y="3212976"/>
            <a:ext cx="864096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2123728" y="2492896"/>
            <a:ext cx="144016" cy="684076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Be</a:t>
            </a:r>
          </a:p>
          <a:p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l</a:t>
            </a:r>
            <a:endParaRPr lang="en-US" altLang="ko-KR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AFEAF05E-CB6F-48E5-BA49-276E3A77A935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19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8915" name="Rectangle 3"/>
          <p:cNvSpPr>
            <a:spLocks noChangeArrowheads="1"/>
          </p:cNvSpPr>
          <p:nvPr/>
        </p:nvSpPr>
        <p:spPr bwMode="auto">
          <a:xfrm>
            <a:off x="827088" y="836613"/>
            <a:ext cx="7489825" cy="5462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4)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Arbor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心軸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·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hưởng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耐磨耗性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Journal </a:t>
            </a:r>
            <a:endParaRPr lang="en-US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Bearing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Journal.</a:t>
            </a:r>
            <a:endParaRPr lang="ko-KR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Journal: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Caro Journal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Pivot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Journal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Journal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8916" name="Rectangle 4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ko-KR" altLang="en-US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축 </a:t>
            </a:r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(Shaft)</a:t>
            </a:r>
          </a:p>
        </p:txBody>
      </p:sp>
      <p:sp>
        <p:nvSpPr>
          <p:cNvPr id="38917" name="Rectangle 5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8918" name="Group 7"/>
          <p:cNvGrpSpPr>
            <a:grpSpLocks/>
          </p:cNvGrpSpPr>
          <p:nvPr/>
        </p:nvGrpSpPr>
        <p:grpSpPr bwMode="auto">
          <a:xfrm>
            <a:off x="1979613" y="3994450"/>
            <a:ext cx="5256212" cy="2359490"/>
            <a:chOff x="1158" y="3111"/>
            <a:chExt cx="4320" cy="2160"/>
          </a:xfrm>
        </p:grpSpPr>
        <p:pic>
          <p:nvPicPr>
            <p:cNvPr id="38922" name="Picture 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8" y="3303"/>
              <a:ext cx="4320" cy="19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923" name="Rectangle 9"/>
            <p:cNvSpPr>
              <a:spLocks noChangeArrowheads="1"/>
            </p:cNvSpPr>
            <p:nvPr/>
          </p:nvSpPr>
          <p:spPr bwMode="auto">
            <a:xfrm>
              <a:off x="1464" y="4176"/>
              <a:ext cx="462" cy="18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Journal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cuối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924" name="Rectangle 10"/>
            <p:cNvSpPr>
              <a:spLocks noChangeArrowheads="1"/>
            </p:cNvSpPr>
            <p:nvPr/>
          </p:nvSpPr>
          <p:spPr bwMode="auto">
            <a:xfrm>
              <a:off x="2930" y="4194"/>
              <a:ext cx="594" cy="18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Journal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trung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gian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925" name="Rectangle 11"/>
            <p:cNvSpPr>
              <a:spLocks noChangeArrowheads="1"/>
            </p:cNvSpPr>
            <p:nvPr/>
          </p:nvSpPr>
          <p:spPr bwMode="auto">
            <a:xfrm>
              <a:off x="4274" y="4194"/>
              <a:ext cx="594" cy="18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Joural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trụ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tròn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926" name="Rectangle 12"/>
            <p:cNvSpPr>
              <a:spLocks noChangeArrowheads="1"/>
            </p:cNvSpPr>
            <p:nvPr/>
          </p:nvSpPr>
          <p:spPr bwMode="auto">
            <a:xfrm>
              <a:off x="1487" y="5069"/>
              <a:ext cx="594" cy="18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Pivot Journal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927" name="Rectangle 13"/>
            <p:cNvSpPr>
              <a:spLocks noChangeArrowheads="1"/>
            </p:cNvSpPr>
            <p:nvPr/>
          </p:nvSpPr>
          <p:spPr bwMode="auto">
            <a:xfrm>
              <a:off x="2933" y="5048"/>
              <a:ext cx="591" cy="18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Journal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lưỡi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dao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928" name="Rectangle 14"/>
            <p:cNvSpPr>
              <a:spLocks noChangeArrowheads="1"/>
            </p:cNvSpPr>
            <p:nvPr/>
          </p:nvSpPr>
          <p:spPr bwMode="auto">
            <a:xfrm>
              <a:off x="4310" y="5061"/>
              <a:ext cx="594" cy="18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Journal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tròn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929" name="Rectangle 15"/>
            <p:cNvSpPr>
              <a:spLocks noChangeArrowheads="1"/>
            </p:cNvSpPr>
            <p:nvPr/>
          </p:nvSpPr>
          <p:spPr bwMode="auto">
            <a:xfrm>
              <a:off x="2827" y="3111"/>
              <a:ext cx="935" cy="18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endParaRPr lang="ko-KR" altLang="ko-KR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38920" name="Picture 1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0950" y="1951038"/>
            <a:ext cx="2979738" cy="989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8921" name="Picture 18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6015" y="1603375"/>
            <a:ext cx="2640459" cy="17010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38" name="Picture 1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438" y="2325688"/>
            <a:ext cx="1800225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939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915DD2E1-17D2-47CB-B427-11D7E8AA2ACC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20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940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(straight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shaft)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khuỷu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Crank(crank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shaft)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Piston,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mềm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Flexible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shaft-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dẻo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khuỷu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đập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dịch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Torque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bởi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cường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cường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Cuộn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4~10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cuộn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coupling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cuộn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uốn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vô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đá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941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ko-KR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(Shaft)</a:t>
            </a:r>
          </a:p>
        </p:txBody>
      </p:sp>
      <p:sp>
        <p:nvSpPr>
          <p:cNvPr id="39942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9943" name="Picture 1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4"/>
          <a:stretch>
            <a:fillRect/>
          </a:stretch>
        </p:blipFill>
        <p:spPr bwMode="auto">
          <a:xfrm>
            <a:off x="3048000" y="5229225"/>
            <a:ext cx="1811338" cy="1008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944" name="Text Box 12"/>
          <p:cNvSpPr txBox="1">
            <a:spLocks noChangeArrowheads="1"/>
          </p:cNvSpPr>
          <p:nvPr/>
        </p:nvSpPr>
        <p:spPr bwMode="auto">
          <a:xfrm>
            <a:off x="1711325" y="6280150"/>
            <a:ext cx="156645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Cuộn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cuộn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dẹt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]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9945" name="Picture 1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4"/>
          <a:stretch>
            <a:fillRect/>
          </a:stretch>
        </p:blipFill>
        <p:spPr bwMode="auto">
          <a:xfrm>
            <a:off x="827088" y="5229225"/>
            <a:ext cx="2089150" cy="1008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46" name="Picture 14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206"/>
          <a:stretch>
            <a:fillRect/>
          </a:stretch>
        </p:blipFill>
        <p:spPr bwMode="auto">
          <a:xfrm>
            <a:off x="5867400" y="1098550"/>
            <a:ext cx="1520825" cy="1035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47" name="그림 13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8775" y="5084763"/>
            <a:ext cx="2592388" cy="1152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48" name="Picture 1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6688" y="2114810"/>
            <a:ext cx="2303462" cy="11509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9949" name="Text Box 12"/>
          <p:cNvSpPr txBox="1">
            <a:spLocks noChangeArrowheads="1"/>
          </p:cNvSpPr>
          <p:nvPr/>
        </p:nvSpPr>
        <p:spPr bwMode="auto">
          <a:xfrm>
            <a:off x="5867400" y="6278563"/>
            <a:ext cx="152477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dẻo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]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직사각형 2"/>
          <p:cNvSpPr/>
          <p:nvPr/>
        </p:nvSpPr>
        <p:spPr bwMode="auto">
          <a:xfrm>
            <a:off x="4859338" y="2636912"/>
            <a:ext cx="504750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Pitton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5867400" y="2789312"/>
            <a:ext cx="649287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5944193" y="3049724"/>
            <a:ext cx="649287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crank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4355976" y="3239830"/>
            <a:ext cx="649287" cy="333185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93DF30AF-4F95-4003-BCA7-2F44D9A3AD5A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21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963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(Solid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Shaft) :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rỗng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(Hollow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Shaft) :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rỗng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(Square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Shaft, Hexagonal Shaft) :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3, 4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vv..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964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ko-KR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(Shaft)</a:t>
            </a:r>
          </a:p>
        </p:txBody>
      </p:sp>
      <p:sp>
        <p:nvSpPr>
          <p:cNvPr id="40965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966" name="Text Box 11"/>
          <p:cNvSpPr txBox="1">
            <a:spLocks noChangeArrowheads="1"/>
          </p:cNvSpPr>
          <p:nvPr/>
        </p:nvSpPr>
        <p:spPr bwMode="auto">
          <a:xfrm>
            <a:off x="1042988" y="4340225"/>
            <a:ext cx="11906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967" name="Text Box 12"/>
          <p:cNvSpPr txBox="1">
            <a:spLocks noChangeArrowheads="1"/>
          </p:cNvSpPr>
          <p:nvPr/>
        </p:nvSpPr>
        <p:spPr bwMode="auto">
          <a:xfrm>
            <a:off x="3520055" y="4340225"/>
            <a:ext cx="89422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rỗng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968" name="Text Box 13"/>
          <p:cNvSpPr txBox="1">
            <a:spLocks noChangeArrowheads="1"/>
          </p:cNvSpPr>
          <p:nvPr/>
        </p:nvSpPr>
        <p:spPr bwMode="auto">
          <a:xfrm>
            <a:off x="5557838" y="4340225"/>
            <a:ext cx="1677987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0969" name="Picture 1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5488" y="2574925"/>
            <a:ext cx="1762125" cy="160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70" name="Picture 16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09913" y="2574925"/>
            <a:ext cx="1714500" cy="161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71" name="Picture 17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3800" y="2738438"/>
            <a:ext cx="1771650" cy="151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72" name="Picture 18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16700" y="2762250"/>
            <a:ext cx="1636713" cy="142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7DA23EAD-12A1-4E5D-BC70-92B543DF078C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22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5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28600" indent="-228600" algn="l">
              <a:buFontTx/>
              <a:buAutoNum type="arabicParenBoth"/>
              <a:defRPr/>
            </a:pP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defRPr/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quặng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luyện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luyện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defRPr/>
            </a:pPr>
            <a:endParaRPr lang="en-US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defRPr/>
            </a:pPr>
            <a:endParaRPr lang="en-US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defRPr/>
            </a:pPr>
            <a:endParaRPr lang="en-US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defRPr/>
            </a:pPr>
            <a:endParaRPr lang="en-US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defRPr/>
            </a:pPr>
            <a:endParaRPr lang="en-US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defRPr/>
            </a:pPr>
            <a:endParaRPr lang="en-US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defRPr/>
            </a:pPr>
            <a:endParaRPr lang="en-US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defRPr/>
            </a:pPr>
            <a:endParaRPr lang="en-US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defRPr/>
            </a:pPr>
            <a:endParaRPr lang="en-US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defRPr/>
            </a:pPr>
            <a:endParaRPr lang="en-US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defRPr/>
            </a:pPr>
            <a:endParaRPr lang="en-US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defRPr/>
            </a:pPr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en-US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buFontTx/>
              <a:buChar char="•"/>
              <a:defRPr/>
            </a:pP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mềm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0.1~0.4%C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-bon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low alloy steel.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buFontTx/>
              <a:buChar char="•"/>
              <a:defRPr/>
            </a:pP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Ni, Ni-Cr, Cr-Mo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Ni,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Ni-Cr,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Cr-Mo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vv..</a:t>
            </a:r>
            <a:endParaRPr lang="ko-KR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buFontTx/>
              <a:buChar char="•"/>
              <a:defRPr/>
            </a:pP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>
              <a:buFontTx/>
              <a:buChar char="•"/>
              <a:defRPr/>
            </a:pP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100[mm]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rèn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buFontTx/>
              <a:buChar char="•"/>
              <a:defRPr/>
            </a:pP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xưởng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→ 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	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-bon. </a:t>
            </a:r>
            <a:endParaRPr lang="ko-KR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buFontTx/>
              <a:buChar char="•"/>
              <a:defRPr/>
            </a:pPr>
            <a:r>
              <a:rPr lang="ko-KR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Journal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→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ko-KR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1988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ko-KR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(Shaft)</a:t>
            </a:r>
          </a:p>
        </p:txBody>
      </p:sp>
      <p:sp>
        <p:nvSpPr>
          <p:cNvPr id="41989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1990" name="Text Box 5"/>
          <p:cNvSpPr txBox="1">
            <a:spLocks noChangeArrowheads="1"/>
          </p:cNvSpPr>
          <p:nvPr/>
        </p:nvSpPr>
        <p:spPr bwMode="auto">
          <a:xfrm>
            <a:off x="652463" y="549275"/>
            <a:ext cx="31036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2-3.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1991" name="Rectangle 20"/>
          <p:cNvSpPr>
            <a:spLocks noChangeArrowheads="1"/>
          </p:cNvSpPr>
          <p:nvPr/>
        </p:nvSpPr>
        <p:spPr bwMode="auto">
          <a:xfrm>
            <a:off x="827088" y="5935017"/>
            <a:ext cx="657583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ko-KR" altLang="en-US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Die Hole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ngắn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ko-KR" altLang="en-US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ko-KR" altLang="en-US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Roll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(quay </a:t>
            </a:r>
            <a:r>
              <a:rPr lang="en-US" altLang="ko-KR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đôi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dày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Nung</a:t>
            </a:r>
            <a:r>
              <a:rPr lang="ko-KR" altLang="en-US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bon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tăng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hàm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bon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ko-KR" altLang="en-US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ngoài,thép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mềm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  <a:endParaRPr lang="en-US" altLang="ko-KR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1992" name="그림 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550" y="1844675"/>
            <a:ext cx="7116763" cy="2016125"/>
          </a:xfrm>
          <a:prstGeom prst="rec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</p:pic>
      <p:sp>
        <p:nvSpPr>
          <p:cNvPr id="2" name="직사각형 1"/>
          <p:cNvSpPr/>
          <p:nvPr/>
        </p:nvSpPr>
        <p:spPr bwMode="auto">
          <a:xfrm>
            <a:off x="1808254" y="3573016"/>
            <a:ext cx="792088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직사각형 2"/>
          <p:cNvSpPr/>
          <p:nvPr/>
        </p:nvSpPr>
        <p:spPr bwMode="auto">
          <a:xfrm>
            <a:off x="7065290" y="2204864"/>
            <a:ext cx="504056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직사각형 4"/>
          <p:cNvSpPr/>
          <p:nvPr/>
        </p:nvSpPr>
        <p:spPr bwMode="auto">
          <a:xfrm>
            <a:off x="7236296" y="2780928"/>
            <a:ext cx="5760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직사각형 5"/>
          <p:cNvSpPr/>
          <p:nvPr/>
        </p:nvSpPr>
        <p:spPr bwMode="auto">
          <a:xfrm>
            <a:off x="7167602" y="3285207"/>
            <a:ext cx="5760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직사각형 6"/>
          <p:cNvSpPr/>
          <p:nvPr/>
        </p:nvSpPr>
        <p:spPr bwMode="auto">
          <a:xfrm>
            <a:off x="5076056" y="2060848"/>
            <a:ext cx="720080" cy="57606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Vôi</a:t>
            </a:r>
            <a:endParaRPr lang="en-US" altLang="ko-KR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endParaRPr kumimoji="1" lang="en-US" altLang="ko-KR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Phế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직사각형 7"/>
          <p:cNvSpPr/>
          <p:nvPr/>
        </p:nvSpPr>
        <p:spPr bwMode="auto">
          <a:xfrm>
            <a:off x="1259632" y="2780928"/>
            <a:ext cx="648072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Quặng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endParaRPr lang="en-US" altLang="ko-KR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9" name="직사각형 8"/>
          <p:cNvSpPr/>
          <p:nvPr/>
        </p:nvSpPr>
        <p:spPr bwMode="auto">
          <a:xfrm>
            <a:off x="1952270" y="2780928"/>
            <a:ext cx="504056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Đá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vôi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직사각형 9"/>
          <p:cNvSpPr/>
          <p:nvPr/>
        </p:nvSpPr>
        <p:spPr bwMode="auto">
          <a:xfrm>
            <a:off x="2483768" y="2780928"/>
            <a:ext cx="648072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Than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cốc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직사각형 10"/>
          <p:cNvSpPr/>
          <p:nvPr/>
        </p:nvSpPr>
        <p:spPr bwMode="auto">
          <a:xfrm>
            <a:off x="3923928" y="3573016"/>
            <a:ext cx="864096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Lò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luyện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직사각형 11"/>
          <p:cNvSpPr/>
          <p:nvPr/>
        </p:nvSpPr>
        <p:spPr bwMode="auto">
          <a:xfrm>
            <a:off x="4716016" y="2924944"/>
            <a:ext cx="432048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Gang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5868144" y="2893515"/>
            <a:ext cx="504056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thỏi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5148064" y="3573016"/>
            <a:ext cx="720080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luyện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44615244-6725-4A62-9DB1-F12BFE91D1AC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23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3011" name="Picture 19"/>
          <p:cNvPicPr>
            <a:picLocks noChangeAspect="1" noChangeArrowheads="1"/>
          </p:cNvPicPr>
          <p:nvPr/>
        </p:nvPicPr>
        <p:blipFill>
          <a:blip r:embed="rId2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0112" y="2220877"/>
            <a:ext cx="7343775" cy="3743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12" name="직사각형 4"/>
          <p:cNvSpPr>
            <a:spLocks noChangeArrowheads="1"/>
          </p:cNvSpPr>
          <p:nvPr/>
        </p:nvSpPr>
        <p:spPr bwMode="auto">
          <a:xfrm>
            <a:off x="827088" y="700088"/>
            <a:ext cx="8515473" cy="16435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en-US" altLang="ko-KR" sz="1200" b="1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1.Thép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bon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2.Thép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Crom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(Cr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–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3.Thép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Niken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(Ni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– 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Crom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4.Thép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Molybdeum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(Mo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–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súng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43013" name="Rectangle 20"/>
          <p:cNvSpPr>
            <a:spLocks noChangeArrowheads="1"/>
          </p:cNvSpPr>
          <p:nvPr/>
        </p:nvSpPr>
        <p:spPr bwMode="auto">
          <a:xfrm>
            <a:off x="827088" y="5948993"/>
            <a:ext cx="472757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marL="171450" indent="-1714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 typeface="Arial" pitchFamily="34" charset="0"/>
              <a:buChar char="•"/>
            </a:pP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căng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Sức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 typeface="Arial" pitchFamily="34" charset="0"/>
              <a:buChar char="•"/>
            </a:pP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  <a:endParaRPr lang="en-US" altLang="ko-KR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 typeface="Arial" pitchFamily="34" charset="0"/>
              <a:buChar char="•"/>
            </a:pP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 typeface="Arial" pitchFamily="34" charset="0"/>
              <a:buChar char="•"/>
            </a:pP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giãn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giãn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nghiệm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giãn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trăm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1115616" y="2343615"/>
            <a:ext cx="792088" cy="293297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직사각형 6"/>
          <p:cNvSpPr/>
          <p:nvPr/>
        </p:nvSpPr>
        <p:spPr bwMode="auto">
          <a:xfrm>
            <a:off x="2699792" y="2315213"/>
            <a:ext cx="792088" cy="293297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altLang="ko-KR" sz="1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직사각형 7"/>
          <p:cNvSpPr/>
          <p:nvPr/>
        </p:nvSpPr>
        <p:spPr bwMode="auto">
          <a:xfrm>
            <a:off x="4860032" y="2316431"/>
            <a:ext cx="792088" cy="293297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직사각형 2"/>
          <p:cNvSpPr/>
          <p:nvPr/>
        </p:nvSpPr>
        <p:spPr bwMode="auto">
          <a:xfrm>
            <a:off x="6948264" y="2286811"/>
            <a:ext cx="1080120" cy="203452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sz="1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căng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직사각형 3"/>
          <p:cNvSpPr/>
          <p:nvPr/>
        </p:nvSpPr>
        <p:spPr bwMode="auto">
          <a:xfrm>
            <a:off x="1043608" y="2780928"/>
            <a:ext cx="936104" cy="432048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cacbon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직사각형 4"/>
          <p:cNvSpPr/>
          <p:nvPr/>
        </p:nvSpPr>
        <p:spPr bwMode="auto">
          <a:xfrm>
            <a:off x="1187624" y="3501008"/>
            <a:ext cx="720080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Crom</a:t>
            </a:r>
            <a:endParaRPr kumimoji="1" lang="ko-KR" altLang="en-US" sz="9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직사각형 11"/>
          <p:cNvSpPr/>
          <p:nvPr/>
        </p:nvSpPr>
        <p:spPr bwMode="auto">
          <a:xfrm>
            <a:off x="1151620" y="3933056"/>
            <a:ext cx="720080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Niken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Crom</a:t>
            </a:r>
            <a:endParaRPr kumimoji="1" lang="ko-KR" altLang="en-US" sz="9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1043608" y="4365104"/>
            <a:ext cx="936104" cy="432048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Niken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Crom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endParaRPr kumimoji="1" lang="ko-KR" altLang="en-US" sz="9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1035943" y="5157192"/>
            <a:ext cx="936104" cy="432048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Crom</a:t>
            </a:r>
            <a:r>
              <a:rPr lang="en-US" altLang="ko-KR" sz="9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9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endParaRPr lang="ko-KR" altLang="en-US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직사각형 8"/>
          <p:cNvSpPr/>
          <p:nvPr/>
        </p:nvSpPr>
        <p:spPr bwMode="auto">
          <a:xfrm>
            <a:off x="4106201" y="2672916"/>
            <a:ext cx="23762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motor</a:t>
            </a:r>
            <a:endParaRPr lang="en-US" altLang="ko-KR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4106201" y="2888940"/>
            <a:ext cx="23762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xe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endParaRPr lang="en-US" altLang="ko-KR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4106201" y="3081919"/>
            <a:ext cx="23762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Crank,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endParaRPr lang="en-US" altLang="ko-KR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4106201" y="3284984"/>
            <a:ext cx="23762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Cam,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Pitton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Pin</a:t>
            </a:r>
            <a:endParaRPr lang="en-US" altLang="ko-KR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4106201" y="3477963"/>
            <a:ext cx="23762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Cam,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Spline</a:t>
            </a:r>
            <a:endParaRPr lang="en-US" altLang="ko-KR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4106201" y="3693987"/>
            <a:ext cx="23762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9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endParaRPr lang="en-US" altLang="ko-KR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4106201" y="3893066"/>
            <a:ext cx="23762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Pitton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Pin</a:t>
            </a:r>
            <a:endParaRPr lang="en-US" altLang="ko-KR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직사각형 22"/>
          <p:cNvSpPr/>
          <p:nvPr/>
        </p:nvSpPr>
        <p:spPr bwMode="auto">
          <a:xfrm>
            <a:off x="4106201" y="4103643"/>
            <a:ext cx="23762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Crank,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Cam,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Propeller,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endParaRPr lang="en-US" altLang="ko-KR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4106201" y="4302722"/>
            <a:ext cx="23762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9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endParaRPr lang="en-US" altLang="ko-KR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직사각형 24"/>
          <p:cNvSpPr/>
          <p:nvPr/>
        </p:nvSpPr>
        <p:spPr bwMode="auto">
          <a:xfrm>
            <a:off x="4106201" y="4512530"/>
            <a:ext cx="23762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endParaRPr lang="en-US" altLang="ko-KR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" name="직사각형 25"/>
          <p:cNvSpPr/>
          <p:nvPr/>
        </p:nvSpPr>
        <p:spPr bwMode="auto">
          <a:xfrm>
            <a:off x="4103442" y="5085184"/>
            <a:ext cx="23762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Pitton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Pin</a:t>
            </a:r>
            <a:endParaRPr lang="en-US" altLang="ko-KR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" name="직사각형 26"/>
          <p:cNvSpPr/>
          <p:nvPr/>
        </p:nvSpPr>
        <p:spPr bwMode="auto">
          <a:xfrm>
            <a:off x="4103442" y="5301208"/>
            <a:ext cx="23762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Pitton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Pin</a:t>
            </a:r>
            <a:endParaRPr lang="en-US" altLang="ko-KR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" name="직사각형 27"/>
          <p:cNvSpPr/>
          <p:nvPr/>
        </p:nvSpPr>
        <p:spPr bwMode="auto">
          <a:xfrm>
            <a:off x="4103442" y="5517232"/>
            <a:ext cx="23762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Crank,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xe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en-US" altLang="ko-KR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" name="직사각형 28"/>
          <p:cNvSpPr/>
          <p:nvPr/>
        </p:nvSpPr>
        <p:spPr bwMode="auto">
          <a:xfrm>
            <a:off x="4103442" y="5709924"/>
            <a:ext cx="23762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endParaRPr lang="en-US" altLang="ko-KR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" name="직사각형 29"/>
          <p:cNvSpPr/>
          <p:nvPr/>
        </p:nvSpPr>
        <p:spPr bwMode="auto">
          <a:xfrm>
            <a:off x="4106201" y="4728554"/>
            <a:ext cx="2376264" cy="35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Crank,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Pitton</a:t>
            </a:r>
            <a:r>
              <a:rPr lang="en-US" altLang="ko-KR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Pin</a:t>
            </a:r>
            <a:endParaRPr lang="en-US" altLang="ko-KR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A7C08EA3-7266-42FA-8D1E-0A2DE650DB15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24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035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en-US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chênh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b="1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lỏng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(A~H):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(J~N):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Ấn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(P~Z):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(Tolerance) =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–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(maximum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limit of size)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(minimum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limit of size)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036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ko-KR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(Shaft)</a:t>
            </a:r>
          </a:p>
        </p:txBody>
      </p:sp>
      <p:sp>
        <p:nvSpPr>
          <p:cNvPr id="44037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038" name="Text Box 5"/>
          <p:cNvSpPr txBox="1">
            <a:spLocks noChangeArrowheads="1"/>
          </p:cNvSpPr>
          <p:nvPr/>
        </p:nvSpPr>
        <p:spPr bwMode="auto">
          <a:xfrm>
            <a:off x="652463" y="549275"/>
            <a:ext cx="118654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2-4.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4039" name="Picture 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8313" y="3629025"/>
            <a:ext cx="1533525" cy="1419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040" name="Picture 9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8064" y="3498056"/>
            <a:ext cx="2352675" cy="145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41" name="Text Box 11"/>
          <p:cNvSpPr txBox="1">
            <a:spLocks noChangeArrowheads="1"/>
          </p:cNvSpPr>
          <p:nvPr/>
        </p:nvSpPr>
        <p:spPr bwMode="auto">
          <a:xfrm>
            <a:off x="3321838" y="4273937"/>
            <a:ext cx="47102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042" name="Text Box 12"/>
          <p:cNvSpPr txBox="1">
            <a:spLocks noChangeArrowheads="1"/>
          </p:cNvSpPr>
          <p:nvPr/>
        </p:nvSpPr>
        <p:spPr bwMode="auto">
          <a:xfrm>
            <a:off x="1445413" y="4185037"/>
            <a:ext cx="35618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043" name="Text Box 13"/>
          <p:cNvSpPr txBox="1">
            <a:spLocks noChangeArrowheads="1"/>
          </p:cNvSpPr>
          <p:nvPr/>
        </p:nvSpPr>
        <p:spPr bwMode="auto">
          <a:xfrm>
            <a:off x="7535658" y="4135437"/>
            <a:ext cx="47102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044" name="Text Box 14"/>
          <p:cNvSpPr txBox="1">
            <a:spLocks noChangeArrowheads="1"/>
          </p:cNvSpPr>
          <p:nvPr/>
        </p:nvSpPr>
        <p:spPr bwMode="auto">
          <a:xfrm>
            <a:off x="4770233" y="4183062"/>
            <a:ext cx="35618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045" name="Line 15"/>
          <p:cNvSpPr>
            <a:spLocks noChangeShapeType="1"/>
          </p:cNvSpPr>
          <p:nvPr/>
        </p:nvSpPr>
        <p:spPr bwMode="auto">
          <a:xfrm>
            <a:off x="2147882" y="4062412"/>
            <a:ext cx="4476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046" name="Line 16"/>
          <p:cNvSpPr>
            <a:spLocks noChangeShapeType="1"/>
          </p:cNvSpPr>
          <p:nvPr/>
        </p:nvSpPr>
        <p:spPr bwMode="auto">
          <a:xfrm>
            <a:off x="2436809" y="3746886"/>
            <a:ext cx="0" cy="298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047" name="Line 17"/>
          <p:cNvSpPr>
            <a:spLocks noChangeShapeType="1"/>
          </p:cNvSpPr>
          <p:nvPr/>
        </p:nvSpPr>
        <p:spPr bwMode="auto">
          <a:xfrm flipV="1">
            <a:off x="2439983" y="4256861"/>
            <a:ext cx="0" cy="260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048" name="Line 18"/>
          <p:cNvSpPr>
            <a:spLocks noChangeShapeType="1"/>
          </p:cNvSpPr>
          <p:nvPr/>
        </p:nvSpPr>
        <p:spPr bwMode="auto">
          <a:xfrm>
            <a:off x="5667369" y="4005064"/>
            <a:ext cx="368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049" name="Line 19"/>
          <p:cNvSpPr>
            <a:spLocks noChangeShapeType="1"/>
          </p:cNvSpPr>
          <p:nvPr/>
        </p:nvSpPr>
        <p:spPr bwMode="auto">
          <a:xfrm flipH="1">
            <a:off x="5638794" y="3933825"/>
            <a:ext cx="3873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050" name="Line 20"/>
          <p:cNvSpPr>
            <a:spLocks noChangeShapeType="1"/>
          </p:cNvSpPr>
          <p:nvPr/>
        </p:nvSpPr>
        <p:spPr bwMode="auto">
          <a:xfrm>
            <a:off x="5807069" y="3692525"/>
            <a:ext cx="0" cy="2349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051" name="Line 21"/>
          <p:cNvSpPr>
            <a:spLocks noChangeShapeType="1"/>
          </p:cNvSpPr>
          <p:nvPr/>
        </p:nvSpPr>
        <p:spPr bwMode="auto">
          <a:xfrm flipV="1">
            <a:off x="5807069" y="4045336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052" name="Rectangle 23"/>
          <p:cNvSpPr>
            <a:spLocks noChangeArrowheads="1"/>
          </p:cNvSpPr>
          <p:nvPr/>
        </p:nvSpPr>
        <p:spPr bwMode="auto">
          <a:xfrm>
            <a:off x="827088" y="6165850"/>
            <a:ext cx="494506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trống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endParaRPr lang="en-US" altLang="ko-KR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nới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053" name="Text Box 24"/>
          <p:cNvSpPr txBox="1">
            <a:spLocks noChangeArrowheads="1"/>
          </p:cNvSpPr>
          <p:nvPr/>
        </p:nvSpPr>
        <p:spPr bwMode="auto">
          <a:xfrm>
            <a:off x="2267744" y="4774799"/>
            <a:ext cx="1138453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054" name="Text Box 25"/>
          <p:cNvSpPr txBox="1">
            <a:spLocks noChangeArrowheads="1"/>
          </p:cNvSpPr>
          <p:nvPr/>
        </p:nvSpPr>
        <p:spPr bwMode="auto">
          <a:xfrm>
            <a:off x="5561919" y="4798415"/>
            <a:ext cx="1335622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ECAF0BAB-9A07-4186-B30A-4B5BB7677BB3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25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5059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>
              <a:lnSpc>
                <a:spcPct val="16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16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vênh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16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16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16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sét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16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ẩm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16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hở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16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tồn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lỏng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axit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16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lõm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sét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Journal.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16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bi.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sẵn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5060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ko-KR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(Shaft)</a:t>
            </a:r>
          </a:p>
        </p:txBody>
      </p:sp>
      <p:sp>
        <p:nvSpPr>
          <p:cNvPr id="45061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5062" name="Text Box 5"/>
          <p:cNvSpPr txBox="1">
            <a:spLocks noChangeArrowheads="1"/>
          </p:cNvSpPr>
          <p:nvPr/>
        </p:nvSpPr>
        <p:spPr bwMode="auto">
          <a:xfrm>
            <a:off x="652463" y="549275"/>
            <a:ext cx="234230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2-5.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A3BC57E4-9D5E-4164-90EA-C6BE60088D50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26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6083" name="Text Box 2"/>
          <p:cNvSpPr txBox="1">
            <a:spLocks noChangeArrowheads="1"/>
          </p:cNvSpPr>
          <p:nvPr/>
        </p:nvSpPr>
        <p:spPr bwMode="auto">
          <a:xfrm>
            <a:off x="684213" y="892175"/>
            <a:ext cx="116031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3-1.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6084" name="Text Box 3"/>
          <p:cNvSpPr txBox="1">
            <a:spLocks noChangeArrowheads="1"/>
          </p:cNvSpPr>
          <p:nvPr/>
        </p:nvSpPr>
        <p:spPr bwMode="auto">
          <a:xfrm>
            <a:off x="352425" y="501650"/>
            <a:ext cx="112909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6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6085" name="Rectangle 47"/>
          <p:cNvSpPr txBox="1">
            <a:spLocks noChangeArrowheads="1"/>
          </p:cNvSpPr>
          <p:nvPr/>
        </p:nvSpPr>
        <p:spPr bwMode="auto">
          <a:xfrm>
            <a:off x="4933950" y="44450"/>
            <a:ext cx="41021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6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6086" name="Rectangle 4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6087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2"/>
          <a:stretch>
            <a:fillRect/>
          </a:stretch>
        </p:blipFill>
        <p:spPr bwMode="auto">
          <a:xfrm>
            <a:off x="827088" y="2492375"/>
            <a:ext cx="7489825" cy="3889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6088" name="Rectangle 2"/>
          <p:cNvSpPr>
            <a:spLocks noChangeArrowheads="1"/>
          </p:cNvSpPr>
          <p:nvPr/>
        </p:nvSpPr>
        <p:spPr bwMode="auto">
          <a:xfrm>
            <a:off x="827088" y="1196975"/>
            <a:ext cx="7489825" cy="4895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偏差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</a:t>
            </a:r>
            <a:r>
              <a:rPr lang="ko-KR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Coupling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</a:p>
        </p:txBody>
      </p:sp>
      <p:sp>
        <p:nvSpPr>
          <p:cNvPr id="2" name="직사각형 1"/>
          <p:cNvSpPr/>
          <p:nvPr/>
        </p:nvSpPr>
        <p:spPr bwMode="auto">
          <a:xfrm>
            <a:off x="3491880" y="2780928"/>
            <a:ext cx="1008112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5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Rigid coupling</a:t>
            </a:r>
            <a:endParaRPr kumimoji="1" lang="ko-KR" altLang="en-US" sz="105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직사각형 2"/>
          <p:cNvSpPr/>
          <p:nvPr/>
        </p:nvSpPr>
        <p:spPr bwMode="auto">
          <a:xfrm>
            <a:off x="3563888" y="3429000"/>
            <a:ext cx="1370062" cy="36004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5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Flexible coupling</a:t>
            </a:r>
            <a:endParaRPr kumimoji="1" lang="ko-KR" altLang="en-US" sz="105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직사각형 10"/>
          <p:cNvSpPr/>
          <p:nvPr/>
        </p:nvSpPr>
        <p:spPr bwMode="auto">
          <a:xfrm>
            <a:off x="3563888" y="4221088"/>
            <a:ext cx="1296144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5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Oldhams</a:t>
            </a:r>
            <a:r>
              <a:rPr kumimoji="1" lang="en-US" altLang="ko-KR" sz="105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coupling</a:t>
            </a:r>
            <a:endParaRPr kumimoji="1" lang="ko-KR" altLang="en-US" sz="105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직사각형 11"/>
          <p:cNvSpPr/>
          <p:nvPr/>
        </p:nvSpPr>
        <p:spPr bwMode="auto">
          <a:xfrm>
            <a:off x="3563888" y="5085184"/>
            <a:ext cx="1296144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5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Universal</a:t>
            </a:r>
            <a:r>
              <a:rPr kumimoji="1" lang="en-US" altLang="ko-KR" sz="105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coupling</a:t>
            </a:r>
            <a:endParaRPr kumimoji="1" lang="ko-KR" altLang="en-US" sz="105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1403648" y="5085184"/>
            <a:ext cx="1584176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5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5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5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5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5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05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5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05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5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endParaRPr kumimoji="1" lang="ko-KR" altLang="en-US" sz="105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1403648" y="4196665"/>
            <a:ext cx="1584176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5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5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5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5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5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05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song </a:t>
            </a:r>
            <a:r>
              <a:rPr lang="en-US" altLang="ko-KR" sz="105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endParaRPr kumimoji="1" lang="ko-KR" altLang="en-US" sz="105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1481517" y="3110934"/>
            <a:ext cx="1584176" cy="390073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5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5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5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5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5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05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5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05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5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endParaRPr kumimoji="1" lang="ko-KR" altLang="en-US" sz="105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5436096" y="2636912"/>
            <a:ext cx="1152128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5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kumimoji="1" lang="en-US" altLang="ko-KR" sz="105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oupling </a:t>
            </a:r>
            <a:r>
              <a:rPr kumimoji="1" lang="en-US" altLang="ko-KR" sz="105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kumimoji="1" lang="en-US" altLang="ko-KR" sz="105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5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endParaRPr kumimoji="1" lang="ko-KR" altLang="en-US" sz="105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5436096" y="2994893"/>
            <a:ext cx="1152128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5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Flange</a:t>
            </a:r>
            <a:r>
              <a:rPr kumimoji="1" lang="en-US" altLang="ko-KR" sz="105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coupling</a:t>
            </a:r>
            <a:endParaRPr kumimoji="1" lang="ko-KR" altLang="en-US" sz="105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5436096" y="3348288"/>
            <a:ext cx="1008112" cy="224728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5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kumimoji="1" lang="en-US" altLang="ko-KR" sz="105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flexible</a:t>
            </a:r>
            <a:endParaRPr kumimoji="1" lang="ko-KR" altLang="en-US" sz="105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5436096" y="3609020"/>
            <a:ext cx="1008112" cy="216148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5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kumimoji="1" lang="en-US" altLang="ko-KR" sz="105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5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kumimoji="1" lang="en-US" altLang="ko-KR" sz="105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5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kumimoji="1" lang="ko-KR" altLang="en-US" sz="105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5436096" y="3861048"/>
            <a:ext cx="1008112" cy="224728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5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kumimoji="1" lang="en-US" altLang="ko-KR" sz="105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5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endParaRPr kumimoji="1" lang="ko-KR" altLang="en-US" sz="105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5436096" y="4112809"/>
            <a:ext cx="576064" cy="224728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5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endParaRPr kumimoji="1" lang="ko-KR" altLang="en-US" sz="105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DE41A24A-A4B0-457A-BF78-14F5A02F5890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27</a:t>
            </a:fld>
            <a:endParaRPr lang="en-US" altLang="ko-KR" sz="14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7107" name="Rectangle 2"/>
          <p:cNvSpPr>
            <a:spLocks noChangeArrowheads="1"/>
          </p:cNvSpPr>
          <p:nvPr/>
        </p:nvSpPr>
        <p:spPr bwMode="auto">
          <a:xfrm>
            <a:off x="827088" y="776288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Coupling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(Fixed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Coupling)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Coupling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(key)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1)Coupling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(Cylindrical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Coupling)/</a:t>
            </a:r>
            <a:r>
              <a:rPr lang="ko-KR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Muff coupling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Ⅰ)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Key Insert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coupling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key,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Ⅱ)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Coupling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Clip coupling(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Friciton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slip coupling)  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che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chỗ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ngăn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gõ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mềm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coupling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torque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7108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7109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7110" name="Text Box 5"/>
          <p:cNvSpPr txBox="1">
            <a:spLocks noChangeArrowheads="1"/>
          </p:cNvSpPr>
          <p:nvPr/>
        </p:nvSpPr>
        <p:spPr bwMode="auto">
          <a:xfrm>
            <a:off x="652463" y="417513"/>
            <a:ext cx="198644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3-3.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Coupling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7111" name="Group 19"/>
          <p:cNvGrpSpPr>
            <a:grpSpLocks/>
          </p:cNvGrpSpPr>
          <p:nvPr/>
        </p:nvGrpSpPr>
        <p:grpSpPr bwMode="auto">
          <a:xfrm>
            <a:off x="4643438" y="2135188"/>
            <a:ext cx="3359150" cy="1509712"/>
            <a:chOff x="648" y="530"/>
            <a:chExt cx="1824" cy="926"/>
          </a:xfrm>
        </p:grpSpPr>
        <p:pic>
          <p:nvPicPr>
            <p:cNvPr id="47120" name="Picture 20" descr="2-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8" y="624"/>
              <a:ext cx="1824" cy="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7121" name="Text Box 21"/>
            <p:cNvSpPr txBox="1">
              <a:spLocks noChangeArrowheads="1"/>
            </p:cNvSpPr>
            <p:nvPr/>
          </p:nvSpPr>
          <p:spPr bwMode="auto">
            <a:xfrm>
              <a:off x="922" y="530"/>
              <a:ext cx="240" cy="1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Key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122" name="Text Box 22"/>
            <p:cNvSpPr txBox="1">
              <a:spLocks noChangeArrowheads="1"/>
            </p:cNvSpPr>
            <p:nvPr/>
          </p:nvSpPr>
          <p:spPr bwMode="auto">
            <a:xfrm>
              <a:off x="1281" y="530"/>
              <a:ext cx="412" cy="1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Coupling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123" name="Text Box 23"/>
            <p:cNvSpPr txBox="1">
              <a:spLocks noChangeArrowheads="1"/>
            </p:cNvSpPr>
            <p:nvPr/>
          </p:nvSpPr>
          <p:spPr bwMode="auto">
            <a:xfrm>
              <a:off x="1673" y="626"/>
              <a:ext cx="629" cy="1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Thiết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bị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an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toàn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7112" name="Group 24"/>
          <p:cNvGrpSpPr>
            <a:grpSpLocks/>
          </p:cNvGrpSpPr>
          <p:nvPr/>
        </p:nvGrpSpPr>
        <p:grpSpPr bwMode="auto">
          <a:xfrm>
            <a:off x="4211638" y="4581525"/>
            <a:ext cx="3622062" cy="1493838"/>
            <a:chOff x="336" y="2133"/>
            <a:chExt cx="2107" cy="961"/>
          </a:xfrm>
        </p:grpSpPr>
        <p:sp>
          <p:nvSpPr>
            <p:cNvPr id="47116" name="Text Box 25"/>
            <p:cNvSpPr txBox="1">
              <a:spLocks noChangeArrowheads="1"/>
            </p:cNvSpPr>
            <p:nvPr/>
          </p:nvSpPr>
          <p:spPr bwMode="auto">
            <a:xfrm>
              <a:off x="707" y="2916"/>
              <a:ext cx="851" cy="1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ⓐ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Trạng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thái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lắp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đặt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117" name="Text Box 26"/>
            <p:cNvSpPr txBox="1">
              <a:spLocks noChangeArrowheads="1"/>
            </p:cNvSpPr>
            <p:nvPr/>
          </p:nvSpPr>
          <p:spPr bwMode="auto">
            <a:xfrm>
              <a:off x="1674" y="2916"/>
              <a:ext cx="492" cy="1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ⓑ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Mặt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cắt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47118" name="Picture 27" descr="2-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6" y="2133"/>
              <a:ext cx="2050" cy="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7119" name="Text Box 28"/>
            <p:cNvSpPr txBox="1">
              <a:spLocks noChangeArrowheads="1"/>
            </p:cNvSpPr>
            <p:nvPr/>
          </p:nvSpPr>
          <p:spPr bwMode="auto">
            <a:xfrm>
              <a:off x="2132" y="2725"/>
              <a:ext cx="311" cy="1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Taper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47113" name="Rectangle 29"/>
          <p:cNvSpPr>
            <a:spLocks noChangeArrowheads="1"/>
          </p:cNvSpPr>
          <p:nvPr/>
        </p:nvSpPr>
        <p:spPr bwMode="auto">
          <a:xfrm>
            <a:off x="801688" y="6067425"/>
            <a:ext cx="7299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mềm</a:t>
            </a:r>
            <a:r>
              <a:rPr lang="ko-KR" altLang="en-US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hàm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bon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bon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endParaRPr lang="ko-KR" altLang="en-US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ko-KR" altLang="en-US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gang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ko-KR" altLang="en-US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銑鐵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ắt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hàm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cacbon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1,7%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chảy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gần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1.150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℃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đủ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cacbon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3.0∼3.6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%. </a:t>
            </a:r>
            <a:endParaRPr lang="ko-KR" altLang="en-US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7114" name="Picture 18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90738" y="2203450"/>
            <a:ext cx="1401762" cy="1377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7115" name="Picture 19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76388" y="4779963"/>
            <a:ext cx="2203450" cy="1152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0" name="Text Box 28"/>
          <p:cNvSpPr txBox="1">
            <a:spLocks noChangeArrowheads="1"/>
          </p:cNvSpPr>
          <p:nvPr/>
        </p:nvSpPr>
        <p:spPr bwMode="auto">
          <a:xfrm>
            <a:off x="2256991" y="4521745"/>
            <a:ext cx="534628" cy="2766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Taper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284C110E-83F6-4BDA-8CC8-08C4BDF86274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28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8131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200" dirty="0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-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Clamp Coupling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coupling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gang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key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200mm.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2)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Seller’s Coupling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muff coupling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 bolt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feather key.</a:t>
            </a:r>
            <a:endParaRPr lang="ko-KR" altLang="en-US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8132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8133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8134" name="Picture 17" descr="2-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98863" y="2060575"/>
            <a:ext cx="4429125" cy="1439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8135" name="Group 18"/>
          <p:cNvGrpSpPr>
            <a:grpSpLocks/>
          </p:cNvGrpSpPr>
          <p:nvPr/>
        </p:nvGrpSpPr>
        <p:grpSpPr bwMode="auto">
          <a:xfrm>
            <a:off x="4572000" y="4654550"/>
            <a:ext cx="3452813" cy="1468438"/>
            <a:chOff x="-480" y="538"/>
            <a:chExt cx="2008" cy="925"/>
          </a:xfrm>
        </p:grpSpPr>
        <p:sp>
          <p:nvSpPr>
            <p:cNvPr id="48138" name="Text Box 19"/>
            <p:cNvSpPr txBox="1">
              <a:spLocks noChangeArrowheads="1"/>
            </p:cNvSpPr>
            <p:nvPr/>
          </p:nvSpPr>
          <p:spPr bwMode="auto">
            <a:xfrm>
              <a:off x="-273" y="1308"/>
              <a:ext cx="478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ⓐ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Hợp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nhất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139" name="Text Box 20"/>
            <p:cNvSpPr txBox="1">
              <a:spLocks noChangeArrowheads="1"/>
            </p:cNvSpPr>
            <p:nvPr/>
          </p:nvSpPr>
          <p:spPr bwMode="auto">
            <a:xfrm>
              <a:off x="858" y="1308"/>
              <a:ext cx="454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ⓑ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Tách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rời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48140" name="Picture 21" descr="2-4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80" y="538"/>
              <a:ext cx="2008" cy="7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48136" name="Picture 11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44613" y="1949450"/>
            <a:ext cx="1733550" cy="15509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8137" name="Picture 12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0650" y="4811713"/>
            <a:ext cx="2527300" cy="1309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C07DAE01-A4A4-4D5F-A496-6CBA79D2893C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29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9155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2</a:t>
            </a:r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Flange Coupling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Coupling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key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flange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reamer bolt.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9156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9157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9158" name="Text Box 17"/>
          <p:cNvSpPr txBox="1">
            <a:spLocks noChangeArrowheads="1"/>
          </p:cNvSpPr>
          <p:nvPr/>
        </p:nvSpPr>
        <p:spPr bwMode="auto">
          <a:xfrm>
            <a:off x="755650" y="4335463"/>
            <a:ext cx="146546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 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Flange Coupling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9159" name="Text Box 18"/>
          <p:cNvSpPr txBox="1">
            <a:spLocks noChangeArrowheads="1"/>
          </p:cNvSpPr>
          <p:nvPr/>
        </p:nvSpPr>
        <p:spPr bwMode="auto">
          <a:xfrm>
            <a:off x="4932363" y="4302125"/>
            <a:ext cx="161133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 )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Serration Coupling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9160" name="Text Box 19"/>
          <p:cNvSpPr txBox="1">
            <a:spLocks noChangeArrowheads="1"/>
          </p:cNvSpPr>
          <p:nvPr/>
        </p:nvSpPr>
        <p:spPr bwMode="auto">
          <a:xfrm>
            <a:off x="2916238" y="4330700"/>
            <a:ext cx="192392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(b)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Unity of flange coupling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9161" name="Picture 20" descr="22-1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0113" y="2149475"/>
            <a:ext cx="5475287" cy="1962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162" name="Text Box 21"/>
          <p:cNvSpPr txBox="1">
            <a:spLocks noChangeArrowheads="1"/>
          </p:cNvSpPr>
          <p:nvPr/>
        </p:nvSpPr>
        <p:spPr bwMode="auto">
          <a:xfrm rot="-4834948">
            <a:off x="5130006" y="2131220"/>
            <a:ext cx="523875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 °</a:t>
            </a:r>
          </a:p>
        </p:txBody>
      </p:sp>
      <p:sp>
        <p:nvSpPr>
          <p:cNvPr id="49163" name="Text Box 22"/>
          <p:cNvSpPr txBox="1">
            <a:spLocks noChangeArrowheads="1"/>
          </p:cNvSpPr>
          <p:nvPr/>
        </p:nvSpPr>
        <p:spPr bwMode="auto">
          <a:xfrm>
            <a:off x="2124075" y="2351088"/>
            <a:ext cx="94448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Reamer bolt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9164" name="Text Box 23"/>
          <p:cNvSpPr txBox="1">
            <a:spLocks noChangeArrowheads="1"/>
          </p:cNvSpPr>
          <p:nvPr/>
        </p:nvSpPr>
        <p:spPr bwMode="auto">
          <a:xfrm>
            <a:off x="3068638" y="5133975"/>
            <a:ext cx="374173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ko-KR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1-21 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Flange Coupling]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9165" name="Picture 1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32588" y="2349500"/>
            <a:ext cx="1905000" cy="1860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4A9D58F2-B2D0-42B0-B4C8-C74A5000FCA6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30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0179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Flexible Coupling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coupling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da,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spind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torque,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0180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ko-KR" altLang="en-US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축 이음</a:t>
            </a:r>
          </a:p>
        </p:txBody>
      </p:sp>
      <p:sp>
        <p:nvSpPr>
          <p:cNvPr id="50181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0182" name="Picture 12" descr="2-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263" y="2097088"/>
            <a:ext cx="2400300" cy="181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0183" name="Picture 13" descr="22-1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9475" y="2174875"/>
            <a:ext cx="2211388" cy="152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0184" name="Group 14"/>
          <p:cNvGrpSpPr>
            <a:grpSpLocks/>
          </p:cNvGrpSpPr>
          <p:nvPr/>
        </p:nvGrpSpPr>
        <p:grpSpPr bwMode="auto">
          <a:xfrm>
            <a:off x="5881556" y="2205038"/>
            <a:ext cx="3232392" cy="1370163"/>
            <a:chOff x="3438" y="844"/>
            <a:chExt cx="2154" cy="919"/>
          </a:xfrm>
        </p:grpSpPr>
        <p:pic>
          <p:nvPicPr>
            <p:cNvPr id="50193" name="Picture 15" descr="2-11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8" y="844"/>
              <a:ext cx="138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94" name="Text Box 16"/>
            <p:cNvSpPr txBox="1">
              <a:spLocks noChangeArrowheads="1"/>
            </p:cNvSpPr>
            <p:nvPr/>
          </p:nvSpPr>
          <p:spPr bwMode="auto">
            <a:xfrm>
              <a:off x="3511" y="850"/>
              <a:ext cx="228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Vỏ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195" name="Text Box 17"/>
            <p:cNvSpPr txBox="1">
              <a:spLocks noChangeArrowheads="1"/>
            </p:cNvSpPr>
            <p:nvPr/>
          </p:nvSpPr>
          <p:spPr bwMode="auto">
            <a:xfrm>
              <a:off x="3473" y="1326"/>
              <a:ext cx="356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Flange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196" name="Text Box 18"/>
            <p:cNvSpPr txBox="1">
              <a:spLocks noChangeArrowheads="1"/>
            </p:cNvSpPr>
            <p:nvPr/>
          </p:nvSpPr>
          <p:spPr bwMode="auto">
            <a:xfrm>
              <a:off x="4946" y="857"/>
              <a:ext cx="228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Vỏ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197" name="Line 19"/>
            <p:cNvSpPr>
              <a:spLocks noChangeShapeType="1"/>
            </p:cNvSpPr>
            <p:nvPr/>
          </p:nvSpPr>
          <p:spPr bwMode="auto">
            <a:xfrm flipH="1">
              <a:off x="4902" y="888"/>
              <a:ext cx="63" cy="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198" name="Text Box 20"/>
            <p:cNvSpPr txBox="1">
              <a:spLocks noChangeArrowheads="1"/>
            </p:cNvSpPr>
            <p:nvPr/>
          </p:nvSpPr>
          <p:spPr bwMode="auto">
            <a:xfrm>
              <a:off x="5068" y="1358"/>
              <a:ext cx="356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Flange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199" name="Text Box 21"/>
            <p:cNvSpPr txBox="1">
              <a:spLocks noChangeArrowheads="1"/>
            </p:cNvSpPr>
            <p:nvPr/>
          </p:nvSpPr>
          <p:spPr bwMode="auto">
            <a:xfrm>
              <a:off x="3438" y="1584"/>
              <a:ext cx="1158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ⓐ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Tác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động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theo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chiều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ngang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200" name="Text Box 22"/>
            <p:cNvSpPr txBox="1">
              <a:spLocks noChangeArrowheads="1"/>
            </p:cNvSpPr>
            <p:nvPr/>
          </p:nvSpPr>
          <p:spPr bwMode="auto">
            <a:xfrm>
              <a:off x="4519" y="1598"/>
              <a:ext cx="1073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ⓑ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Tác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động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theo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chiều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dọc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50185" name="Text Box 41"/>
          <p:cNvSpPr txBox="1">
            <a:spLocks noChangeArrowheads="1"/>
          </p:cNvSpPr>
          <p:nvPr/>
        </p:nvSpPr>
        <p:spPr bwMode="auto">
          <a:xfrm>
            <a:off x="3298825" y="6184900"/>
            <a:ext cx="308930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Flexible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Coupling]</a:t>
            </a:r>
          </a:p>
        </p:txBody>
      </p:sp>
      <p:sp>
        <p:nvSpPr>
          <p:cNvPr id="50186" name="Rectangle 42"/>
          <p:cNvSpPr>
            <a:spLocks noChangeArrowheads="1"/>
          </p:cNvSpPr>
          <p:nvPr/>
        </p:nvSpPr>
        <p:spPr bwMode="auto">
          <a:xfrm>
            <a:off x="1092200" y="5746750"/>
            <a:ext cx="130676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Gear Coupling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0187" name="Rectangle 43"/>
          <p:cNvSpPr>
            <a:spLocks noChangeArrowheads="1"/>
          </p:cNvSpPr>
          <p:nvPr/>
        </p:nvSpPr>
        <p:spPr bwMode="auto">
          <a:xfrm>
            <a:off x="3822700" y="5675313"/>
            <a:ext cx="138371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(b)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Chain Coupling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0188" name="Rectangle 44"/>
          <p:cNvSpPr>
            <a:spLocks noChangeArrowheads="1"/>
          </p:cNvSpPr>
          <p:nvPr/>
        </p:nvSpPr>
        <p:spPr bwMode="auto">
          <a:xfrm>
            <a:off x="6496050" y="5675313"/>
            <a:ext cx="176683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(c)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Grid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lexible coupling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0189" name="그림 41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7213" y="4076700"/>
            <a:ext cx="1206500" cy="145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0190" name="그림 42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5150" y="4038600"/>
            <a:ext cx="1296988" cy="148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0191" name="Picture 4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76613" y="3879850"/>
            <a:ext cx="2419350" cy="1524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0192" name="Picture 43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35994" y="3813175"/>
            <a:ext cx="1863725" cy="15589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02" name="Picture 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2088" y="2781300"/>
            <a:ext cx="1949450" cy="1611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1203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16650" y="981075"/>
            <a:ext cx="2243138" cy="1770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120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1C77086F-550F-49F6-9621-5B378B50D1F7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31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1205" name="Text Box 23"/>
          <p:cNvSpPr txBox="1">
            <a:spLocks noChangeArrowheads="1"/>
          </p:cNvSpPr>
          <p:nvPr/>
        </p:nvSpPr>
        <p:spPr bwMode="auto">
          <a:xfrm>
            <a:off x="379413" y="2392363"/>
            <a:ext cx="142859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ⓐ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Coupling 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nén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1206" name="Text Box 24"/>
          <p:cNvSpPr txBox="1">
            <a:spLocks noChangeArrowheads="1"/>
          </p:cNvSpPr>
          <p:nvPr/>
        </p:nvSpPr>
        <p:spPr bwMode="auto">
          <a:xfrm>
            <a:off x="1820863" y="2382838"/>
            <a:ext cx="17668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ⓑ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Coupling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1207" name="Picture 25" descr="2-1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350" y="1125538"/>
            <a:ext cx="2762250" cy="1255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08" name="Text Box 26"/>
          <p:cNvSpPr txBox="1">
            <a:spLocks noChangeArrowheads="1"/>
          </p:cNvSpPr>
          <p:nvPr/>
        </p:nvSpPr>
        <p:spPr bwMode="auto">
          <a:xfrm>
            <a:off x="1908175" y="981075"/>
            <a:ext cx="3127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①</a:t>
            </a:r>
          </a:p>
        </p:txBody>
      </p:sp>
      <p:sp>
        <p:nvSpPr>
          <p:cNvPr id="51209" name="Text Box 27"/>
          <p:cNvSpPr txBox="1">
            <a:spLocks noChangeArrowheads="1"/>
          </p:cNvSpPr>
          <p:nvPr/>
        </p:nvSpPr>
        <p:spPr bwMode="auto">
          <a:xfrm>
            <a:off x="2411760" y="734854"/>
            <a:ext cx="104547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②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Doăng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1210" name="Text Box 28"/>
          <p:cNvSpPr txBox="1">
            <a:spLocks noChangeArrowheads="1"/>
          </p:cNvSpPr>
          <p:nvPr/>
        </p:nvSpPr>
        <p:spPr bwMode="auto">
          <a:xfrm>
            <a:off x="2846388" y="981075"/>
            <a:ext cx="31273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③</a:t>
            </a:r>
          </a:p>
        </p:txBody>
      </p:sp>
      <p:grpSp>
        <p:nvGrpSpPr>
          <p:cNvPr id="51211" name="Group 29"/>
          <p:cNvGrpSpPr>
            <a:grpSpLocks/>
          </p:cNvGrpSpPr>
          <p:nvPr/>
        </p:nvGrpSpPr>
        <p:grpSpPr bwMode="auto">
          <a:xfrm>
            <a:off x="3779838" y="4076700"/>
            <a:ext cx="1982856" cy="1757363"/>
            <a:chOff x="2943" y="2478"/>
            <a:chExt cx="648" cy="1107"/>
          </a:xfrm>
        </p:grpSpPr>
        <p:pic>
          <p:nvPicPr>
            <p:cNvPr id="51228" name="Picture 30" descr="2-13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71" y="2541"/>
              <a:ext cx="534" cy="9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29" name="Text Box 31"/>
            <p:cNvSpPr txBox="1">
              <a:spLocks noChangeArrowheads="1"/>
            </p:cNvSpPr>
            <p:nvPr/>
          </p:nvSpPr>
          <p:spPr bwMode="auto">
            <a:xfrm>
              <a:off x="2943" y="2478"/>
              <a:ext cx="254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Busi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cao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su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230" name="Text Box 32"/>
            <p:cNvSpPr txBox="1">
              <a:spLocks noChangeArrowheads="1"/>
            </p:cNvSpPr>
            <p:nvPr/>
          </p:nvSpPr>
          <p:spPr bwMode="auto">
            <a:xfrm>
              <a:off x="3107" y="3430"/>
              <a:ext cx="17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F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lange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231" name="Text Box 33"/>
            <p:cNvSpPr txBox="1">
              <a:spLocks noChangeArrowheads="1"/>
            </p:cNvSpPr>
            <p:nvPr/>
          </p:nvSpPr>
          <p:spPr bwMode="auto">
            <a:xfrm>
              <a:off x="3279" y="2478"/>
              <a:ext cx="29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Coupling bolt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232" name="Text Box 34"/>
            <p:cNvSpPr txBox="1">
              <a:spLocks noChangeArrowheads="1"/>
            </p:cNvSpPr>
            <p:nvPr/>
          </p:nvSpPr>
          <p:spPr bwMode="auto">
            <a:xfrm>
              <a:off x="3420" y="2630"/>
              <a:ext cx="17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Đai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ốc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1212" name="Group 35"/>
          <p:cNvGrpSpPr>
            <a:grpSpLocks/>
          </p:cNvGrpSpPr>
          <p:nvPr/>
        </p:nvGrpSpPr>
        <p:grpSpPr bwMode="auto">
          <a:xfrm>
            <a:off x="6357672" y="4303713"/>
            <a:ext cx="2469768" cy="1719262"/>
            <a:chOff x="4214" y="2387"/>
            <a:chExt cx="1436" cy="1152"/>
          </a:xfrm>
        </p:grpSpPr>
        <p:pic>
          <p:nvPicPr>
            <p:cNvPr id="51223" name="Picture 36" descr="2-14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58" y="2555"/>
              <a:ext cx="856" cy="9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24" name="Text Box 37"/>
            <p:cNvSpPr txBox="1">
              <a:spLocks noChangeArrowheads="1"/>
            </p:cNvSpPr>
            <p:nvPr/>
          </p:nvSpPr>
          <p:spPr bwMode="auto">
            <a:xfrm>
              <a:off x="5207" y="2691"/>
              <a:ext cx="443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000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Hướng</a:t>
              </a:r>
              <a:r>
                <a:rPr lang="en-US" altLang="ko-KR" sz="10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trục</a:t>
              </a:r>
              <a:r>
                <a:rPr lang="en-US" altLang="ko-KR" sz="10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nhận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225" name="Text Box 38"/>
            <p:cNvSpPr txBox="1">
              <a:spLocks noChangeArrowheads="1"/>
            </p:cNvSpPr>
            <p:nvPr/>
          </p:nvSpPr>
          <p:spPr bwMode="auto">
            <a:xfrm>
              <a:off x="4214" y="2717"/>
              <a:ext cx="400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Hướng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trục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quay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226" name="Text Box 39"/>
            <p:cNvSpPr txBox="1">
              <a:spLocks noChangeArrowheads="1"/>
            </p:cNvSpPr>
            <p:nvPr/>
          </p:nvSpPr>
          <p:spPr bwMode="auto">
            <a:xfrm>
              <a:off x="4849" y="2387"/>
              <a:ext cx="605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Tua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bin impeller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227" name="Text Box 40"/>
            <p:cNvSpPr txBox="1">
              <a:spLocks noChangeArrowheads="1"/>
            </p:cNvSpPr>
            <p:nvPr/>
          </p:nvSpPr>
          <p:spPr bwMode="auto">
            <a:xfrm>
              <a:off x="4324" y="2387"/>
              <a:ext cx="548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Pump impeller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51213" name="Text Box 41"/>
          <p:cNvSpPr txBox="1">
            <a:spLocks noChangeArrowheads="1"/>
          </p:cNvSpPr>
          <p:nvPr/>
        </p:nvSpPr>
        <p:spPr bwMode="auto">
          <a:xfrm>
            <a:off x="3298825" y="6184900"/>
            <a:ext cx="273504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flexible coupling]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1214" name="Rectangle 45"/>
          <p:cNvSpPr>
            <a:spLocks noChangeArrowheads="1"/>
          </p:cNvSpPr>
          <p:nvPr/>
        </p:nvSpPr>
        <p:spPr bwMode="auto">
          <a:xfrm>
            <a:off x="909638" y="5961063"/>
            <a:ext cx="164019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(d)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Coupling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lốp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1215" name="Rectangle 46"/>
          <p:cNvSpPr>
            <a:spLocks noChangeArrowheads="1"/>
          </p:cNvSpPr>
          <p:nvPr/>
        </p:nvSpPr>
        <p:spPr bwMode="auto">
          <a:xfrm>
            <a:off x="3687763" y="5961063"/>
            <a:ext cx="186140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(e)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Flange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flexble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coupling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1216" name="Rectangle 47"/>
          <p:cNvSpPr>
            <a:spLocks noChangeArrowheads="1"/>
          </p:cNvSpPr>
          <p:nvPr/>
        </p:nvSpPr>
        <p:spPr bwMode="auto">
          <a:xfrm>
            <a:off x="6964363" y="6034088"/>
            <a:ext cx="128112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(f)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Fluid coupling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1217" name="Picture 2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3263" y="3141663"/>
            <a:ext cx="2428875" cy="2590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1218" name="Picture 3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78238" y="1412875"/>
            <a:ext cx="2124075" cy="2301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1219" name="Text Box 27"/>
          <p:cNvSpPr txBox="1">
            <a:spLocks noChangeArrowheads="1"/>
          </p:cNvSpPr>
          <p:nvPr/>
        </p:nvSpPr>
        <p:spPr bwMode="auto">
          <a:xfrm>
            <a:off x="4500563" y="950913"/>
            <a:ext cx="104547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①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Doăng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51220" name="직선 화살표 연결선 25"/>
          <p:cNvCxnSpPr>
            <a:cxnSpLocks noChangeShapeType="1"/>
          </p:cNvCxnSpPr>
          <p:nvPr/>
        </p:nvCxnSpPr>
        <p:spPr bwMode="auto">
          <a:xfrm flipH="1">
            <a:off x="4792663" y="1157288"/>
            <a:ext cx="66675" cy="255587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1221" name="Rectangle 3"/>
          <p:cNvSpPr txBox="1">
            <a:spLocks noChangeArrowheads="1"/>
          </p:cNvSpPr>
          <p:nvPr/>
        </p:nvSpPr>
        <p:spPr bwMode="auto">
          <a:xfrm>
            <a:off x="4933950" y="44450"/>
            <a:ext cx="41021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6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1222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67B18878-D9A2-4C6D-8E40-D33BEC185C6B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32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2227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Oldham’s Coupling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Hai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→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Universal Coupling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do.</a:t>
            </a:r>
          </a:p>
          <a:p>
            <a:pPr algn="l" eaLnBrk="1" hangingPunct="1"/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2228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2229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2230" name="Picture 41" descr="2-1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03350" y="1889125"/>
            <a:ext cx="6604000" cy="1838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31" name="Text Box 42"/>
          <p:cNvSpPr txBox="1">
            <a:spLocks noChangeArrowheads="1"/>
          </p:cNvSpPr>
          <p:nvPr/>
        </p:nvSpPr>
        <p:spPr bwMode="auto">
          <a:xfrm>
            <a:off x="2413000" y="3760788"/>
            <a:ext cx="83869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2232" name="Text Box 43"/>
          <p:cNvSpPr txBox="1">
            <a:spLocks noChangeArrowheads="1"/>
          </p:cNvSpPr>
          <p:nvPr/>
        </p:nvSpPr>
        <p:spPr bwMode="auto">
          <a:xfrm>
            <a:off x="5921375" y="3760788"/>
            <a:ext cx="80342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(b)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rời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2233" name="Text Box 44"/>
          <p:cNvSpPr txBox="1">
            <a:spLocks noChangeArrowheads="1"/>
          </p:cNvSpPr>
          <p:nvPr/>
        </p:nvSpPr>
        <p:spPr bwMode="auto">
          <a:xfrm>
            <a:off x="3302000" y="1933575"/>
            <a:ext cx="77777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sz="10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2234" name="Text Box 45"/>
          <p:cNvSpPr txBox="1">
            <a:spLocks noChangeArrowheads="1"/>
          </p:cNvSpPr>
          <p:nvPr/>
        </p:nvSpPr>
        <p:spPr bwMode="auto">
          <a:xfrm>
            <a:off x="5100638" y="1960563"/>
            <a:ext cx="3111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①</a:t>
            </a:r>
          </a:p>
        </p:txBody>
      </p:sp>
      <p:sp>
        <p:nvSpPr>
          <p:cNvPr id="52235" name="Text Box 46"/>
          <p:cNvSpPr txBox="1">
            <a:spLocks noChangeArrowheads="1"/>
          </p:cNvSpPr>
          <p:nvPr/>
        </p:nvSpPr>
        <p:spPr bwMode="auto">
          <a:xfrm>
            <a:off x="6173788" y="1960563"/>
            <a:ext cx="3111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②</a:t>
            </a:r>
          </a:p>
        </p:txBody>
      </p:sp>
      <p:sp>
        <p:nvSpPr>
          <p:cNvPr id="52236" name="Text Box 47"/>
          <p:cNvSpPr txBox="1">
            <a:spLocks noChangeArrowheads="1"/>
          </p:cNvSpPr>
          <p:nvPr/>
        </p:nvSpPr>
        <p:spPr bwMode="auto">
          <a:xfrm>
            <a:off x="7081838" y="1960563"/>
            <a:ext cx="3111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③</a:t>
            </a:r>
          </a:p>
        </p:txBody>
      </p:sp>
      <p:pic>
        <p:nvPicPr>
          <p:cNvPr id="52237" name="Picture 50" descr="2-16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0375" y="4360863"/>
            <a:ext cx="3187700" cy="173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38" name="Text Box 51"/>
          <p:cNvSpPr txBox="1">
            <a:spLocks noChangeArrowheads="1"/>
          </p:cNvSpPr>
          <p:nvPr/>
        </p:nvSpPr>
        <p:spPr bwMode="auto">
          <a:xfrm>
            <a:off x="4067175" y="5540375"/>
            <a:ext cx="115288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0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2239" name="Text Box 52"/>
          <p:cNvSpPr txBox="1">
            <a:spLocks noChangeArrowheads="1"/>
          </p:cNvSpPr>
          <p:nvPr/>
        </p:nvSpPr>
        <p:spPr bwMode="auto">
          <a:xfrm>
            <a:off x="6929438" y="4773613"/>
            <a:ext cx="106471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0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1607960D-DDF6-4C2D-8075-949812FD5811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33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3251" name="Text Box 2"/>
          <p:cNvSpPr txBox="1">
            <a:spLocks noChangeArrowheads="1"/>
          </p:cNvSpPr>
          <p:nvPr/>
        </p:nvSpPr>
        <p:spPr bwMode="auto">
          <a:xfrm>
            <a:off x="684213" y="892175"/>
            <a:ext cx="196239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4-1.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Sơ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Bearing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3252" name="Text Box 3"/>
          <p:cNvSpPr txBox="1">
            <a:spLocks noChangeArrowheads="1"/>
          </p:cNvSpPr>
          <p:nvPr/>
        </p:nvSpPr>
        <p:spPr bwMode="auto">
          <a:xfrm>
            <a:off x="352425" y="501650"/>
            <a:ext cx="108555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Bearing</a:t>
            </a:r>
          </a:p>
        </p:txBody>
      </p:sp>
      <p:sp>
        <p:nvSpPr>
          <p:cNvPr id="53253" name="Rectangle 5"/>
          <p:cNvSpPr>
            <a:spLocks noChangeArrowheads="1"/>
          </p:cNvSpPr>
          <p:nvPr/>
        </p:nvSpPr>
        <p:spPr bwMode="auto">
          <a:xfrm>
            <a:off x="827088" y="1268413"/>
            <a:ext cx="7489825" cy="4897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rolling bearing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Torque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khởi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khởi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radial ổ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ổ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(thrust bearing)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lập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bổ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sung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bearing.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kumimoji="0"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kumimoji="0"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kumimoji="0"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kumimoji="0"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kumimoji="0"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kumimoji="0"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Radial bearing,</a:t>
            </a:r>
            <a:r>
              <a:rPr kumimoji="0"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thrust bearing,  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kumimoji="0"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3254" name="Rectangle 47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Bearing</a:t>
            </a:r>
          </a:p>
        </p:txBody>
      </p:sp>
      <p:sp>
        <p:nvSpPr>
          <p:cNvPr id="53255" name="Rectangle 4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53256" name="Group 1918"/>
          <p:cNvGrpSpPr>
            <a:grpSpLocks/>
          </p:cNvGrpSpPr>
          <p:nvPr/>
        </p:nvGrpSpPr>
        <p:grpSpPr bwMode="auto">
          <a:xfrm>
            <a:off x="666750" y="4000500"/>
            <a:ext cx="7505700" cy="2165350"/>
            <a:chOff x="420" y="2745"/>
            <a:chExt cx="4728" cy="1365"/>
          </a:xfrm>
        </p:grpSpPr>
        <p:sp>
          <p:nvSpPr>
            <p:cNvPr id="53257" name="Freeform 50"/>
            <p:cNvSpPr>
              <a:spLocks/>
            </p:cNvSpPr>
            <p:nvPr/>
          </p:nvSpPr>
          <p:spPr bwMode="auto">
            <a:xfrm>
              <a:off x="2887" y="3511"/>
              <a:ext cx="58" cy="38"/>
            </a:xfrm>
            <a:custGeom>
              <a:avLst/>
              <a:gdLst>
                <a:gd name="T0" fmla="*/ 0 w 91"/>
                <a:gd name="T1" fmla="*/ 0 h 64"/>
                <a:gd name="T2" fmla="*/ 1 w 91"/>
                <a:gd name="T3" fmla="*/ 1 h 64"/>
                <a:gd name="T4" fmla="*/ 1 w 91"/>
                <a:gd name="T5" fmla="*/ 1 h 64"/>
                <a:gd name="T6" fmla="*/ 0 60000 65536"/>
                <a:gd name="T7" fmla="*/ 0 60000 65536"/>
                <a:gd name="T8" fmla="*/ 0 60000 65536"/>
                <a:gd name="T9" fmla="*/ 0 w 91"/>
                <a:gd name="T10" fmla="*/ 0 h 64"/>
                <a:gd name="T11" fmla="*/ 91 w 91"/>
                <a:gd name="T12" fmla="*/ 64 h 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1" h="64">
                  <a:moveTo>
                    <a:pt x="0" y="0"/>
                  </a:moveTo>
                  <a:lnTo>
                    <a:pt x="88" y="61"/>
                  </a:lnTo>
                  <a:lnTo>
                    <a:pt x="91" y="6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58" name="Freeform 51"/>
            <p:cNvSpPr>
              <a:spLocks/>
            </p:cNvSpPr>
            <p:nvPr/>
          </p:nvSpPr>
          <p:spPr bwMode="auto">
            <a:xfrm>
              <a:off x="2887" y="3475"/>
              <a:ext cx="56" cy="72"/>
            </a:xfrm>
            <a:custGeom>
              <a:avLst/>
              <a:gdLst>
                <a:gd name="T0" fmla="*/ 0 w 88"/>
                <a:gd name="T1" fmla="*/ 1 h 120"/>
                <a:gd name="T2" fmla="*/ 1 w 88"/>
                <a:gd name="T3" fmla="*/ 1 h 120"/>
                <a:gd name="T4" fmla="*/ 1 w 88"/>
                <a:gd name="T5" fmla="*/ 0 h 120"/>
                <a:gd name="T6" fmla="*/ 0 w 88"/>
                <a:gd name="T7" fmla="*/ 1 h 1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8"/>
                <a:gd name="T13" fmla="*/ 0 h 120"/>
                <a:gd name="T14" fmla="*/ 88 w 88"/>
                <a:gd name="T15" fmla="*/ 120 h 1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8" h="120">
                  <a:moveTo>
                    <a:pt x="0" y="59"/>
                  </a:moveTo>
                  <a:lnTo>
                    <a:pt x="88" y="120"/>
                  </a:lnTo>
                  <a:lnTo>
                    <a:pt x="88" y="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59" name="Freeform 52"/>
            <p:cNvSpPr>
              <a:spLocks/>
            </p:cNvSpPr>
            <p:nvPr/>
          </p:nvSpPr>
          <p:spPr bwMode="auto">
            <a:xfrm>
              <a:off x="2886" y="3475"/>
              <a:ext cx="57" cy="37"/>
            </a:xfrm>
            <a:custGeom>
              <a:avLst/>
              <a:gdLst>
                <a:gd name="T0" fmla="*/ 1 w 90"/>
                <a:gd name="T1" fmla="*/ 0 h 61"/>
                <a:gd name="T2" fmla="*/ 1 w 90"/>
                <a:gd name="T3" fmla="*/ 1 h 61"/>
                <a:gd name="T4" fmla="*/ 0 w 90"/>
                <a:gd name="T5" fmla="*/ 1 h 61"/>
                <a:gd name="T6" fmla="*/ 0 60000 65536"/>
                <a:gd name="T7" fmla="*/ 0 60000 65536"/>
                <a:gd name="T8" fmla="*/ 0 60000 65536"/>
                <a:gd name="T9" fmla="*/ 0 w 90"/>
                <a:gd name="T10" fmla="*/ 0 h 61"/>
                <a:gd name="T11" fmla="*/ 90 w 90"/>
                <a:gd name="T12" fmla="*/ 61 h 6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0" h="61">
                  <a:moveTo>
                    <a:pt x="90" y="0"/>
                  </a:moveTo>
                  <a:lnTo>
                    <a:pt x="2" y="59"/>
                  </a:lnTo>
                  <a:lnTo>
                    <a:pt x="0" y="61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60" name="Freeform 53"/>
            <p:cNvSpPr>
              <a:spLocks/>
            </p:cNvSpPr>
            <p:nvPr/>
          </p:nvSpPr>
          <p:spPr bwMode="auto">
            <a:xfrm>
              <a:off x="2942" y="3524"/>
              <a:ext cx="512" cy="1"/>
            </a:xfrm>
            <a:custGeom>
              <a:avLst/>
              <a:gdLst>
                <a:gd name="T0" fmla="*/ 1 w 800"/>
                <a:gd name="T1" fmla="*/ 0 h 1"/>
                <a:gd name="T2" fmla="*/ 1 w 800"/>
                <a:gd name="T3" fmla="*/ 0 h 1"/>
                <a:gd name="T4" fmla="*/ 0 w 800"/>
                <a:gd name="T5" fmla="*/ 0 h 1"/>
                <a:gd name="T6" fmla="*/ 0 60000 65536"/>
                <a:gd name="T7" fmla="*/ 0 60000 65536"/>
                <a:gd name="T8" fmla="*/ 0 60000 65536"/>
                <a:gd name="T9" fmla="*/ 0 w 800"/>
                <a:gd name="T10" fmla="*/ 0 h 1"/>
                <a:gd name="T11" fmla="*/ 800 w 800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0" h="1">
                  <a:moveTo>
                    <a:pt x="800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61" name="Rectangle 54"/>
            <p:cNvSpPr>
              <a:spLocks noChangeArrowheads="1"/>
            </p:cNvSpPr>
            <p:nvPr/>
          </p:nvSpPr>
          <p:spPr bwMode="auto">
            <a:xfrm>
              <a:off x="2943" y="3498"/>
              <a:ext cx="511" cy="2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62" name="Freeform 55"/>
            <p:cNvSpPr>
              <a:spLocks/>
            </p:cNvSpPr>
            <p:nvPr/>
          </p:nvSpPr>
          <p:spPr bwMode="auto">
            <a:xfrm>
              <a:off x="2943" y="3498"/>
              <a:ext cx="512" cy="1"/>
            </a:xfrm>
            <a:custGeom>
              <a:avLst/>
              <a:gdLst>
                <a:gd name="T0" fmla="*/ 0 w 800"/>
                <a:gd name="T1" fmla="*/ 0 h 1"/>
                <a:gd name="T2" fmla="*/ 1 w 800"/>
                <a:gd name="T3" fmla="*/ 0 h 1"/>
                <a:gd name="T4" fmla="*/ 1 w 800"/>
                <a:gd name="T5" fmla="*/ 0 h 1"/>
                <a:gd name="T6" fmla="*/ 0 60000 65536"/>
                <a:gd name="T7" fmla="*/ 0 60000 65536"/>
                <a:gd name="T8" fmla="*/ 0 60000 65536"/>
                <a:gd name="T9" fmla="*/ 0 w 800"/>
                <a:gd name="T10" fmla="*/ 0 h 1"/>
                <a:gd name="T11" fmla="*/ 800 w 800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0" h="1">
                  <a:moveTo>
                    <a:pt x="0" y="0"/>
                  </a:moveTo>
                  <a:lnTo>
                    <a:pt x="798" y="0"/>
                  </a:lnTo>
                  <a:lnTo>
                    <a:pt x="80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63" name="Freeform 56"/>
            <p:cNvSpPr>
              <a:spLocks/>
            </p:cNvSpPr>
            <p:nvPr/>
          </p:nvSpPr>
          <p:spPr bwMode="auto">
            <a:xfrm>
              <a:off x="3454" y="3498"/>
              <a:ext cx="0" cy="27"/>
            </a:xfrm>
            <a:custGeom>
              <a:avLst/>
              <a:gdLst>
                <a:gd name="T0" fmla="*/ 0 h 44"/>
                <a:gd name="T1" fmla="*/ 1 h 44"/>
                <a:gd name="T2" fmla="*/ 1 h 44"/>
                <a:gd name="T3" fmla="*/ 0 60000 65536"/>
                <a:gd name="T4" fmla="*/ 0 60000 65536"/>
                <a:gd name="T5" fmla="*/ 0 60000 65536"/>
                <a:gd name="T6" fmla="*/ 0 h 44"/>
                <a:gd name="T7" fmla="*/ 44 h 44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44">
                  <a:moveTo>
                    <a:pt x="0" y="0"/>
                  </a:moveTo>
                  <a:lnTo>
                    <a:pt x="0" y="42"/>
                  </a:lnTo>
                  <a:lnTo>
                    <a:pt x="0" y="4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64" name="Freeform 57"/>
            <p:cNvSpPr>
              <a:spLocks/>
            </p:cNvSpPr>
            <p:nvPr/>
          </p:nvSpPr>
          <p:spPr bwMode="auto">
            <a:xfrm>
              <a:off x="2943" y="3475"/>
              <a:ext cx="1" cy="74"/>
            </a:xfrm>
            <a:custGeom>
              <a:avLst/>
              <a:gdLst>
                <a:gd name="T0" fmla="*/ 0 w 1"/>
                <a:gd name="T1" fmla="*/ 0 h 123"/>
                <a:gd name="T2" fmla="*/ 0 w 1"/>
                <a:gd name="T3" fmla="*/ 1 h 123"/>
                <a:gd name="T4" fmla="*/ 0 w 1"/>
                <a:gd name="T5" fmla="*/ 1 h 123"/>
                <a:gd name="T6" fmla="*/ 0 60000 65536"/>
                <a:gd name="T7" fmla="*/ 0 60000 65536"/>
                <a:gd name="T8" fmla="*/ 0 60000 65536"/>
                <a:gd name="T9" fmla="*/ 0 w 1"/>
                <a:gd name="T10" fmla="*/ 0 h 123"/>
                <a:gd name="T11" fmla="*/ 1 w 1"/>
                <a:gd name="T12" fmla="*/ 123 h 12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23">
                  <a:moveTo>
                    <a:pt x="0" y="0"/>
                  </a:moveTo>
                  <a:lnTo>
                    <a:pt x="0" y="120"/>
                  </a:lnTo>
                  <a:lnTo>
                    <a:pt x="0" y="123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65" name="Freeform 58"/>
            <p:cNvSpPr>
              <a:spLocks/>
            </p:cNvSpPr>
            <p:nvPr/>
          </p:nvSpPr>
          <p:spPr bwMode="auto">
            <a:xfrm>
              <a:off x="2883" y="3369"/>
              <a:ext cx="513" cy="0"/>
            </a:xfrm>
            <a:custGeom>
              <a:avLst/>
              <a:gdLst>
                <a:gd name="T0" fmla="*/ 1 w 804"/>
                <a:gd name="T1" fmla="*/ 1 w 804"/>
                <a:gd name="T2" fmla="*/ 0 w 804"/>
                <a:gd name="T3" fmla="*/ 0 60000 65536"/>
                <a:gd name="T4" fmla="*/ 0 60000 65536"/>
                <a:gd name="T5" fmla="*/ 0 60000 65536"/>
                <a:gd name="T6" fmla="*/ 0 w 804"/>
                <a:gd name="T7" fmla="*/ 804 w 80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804">
                  <a:moveTo>
                    <a:pt x="80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66" name="Line 59"/>
            <p:cNvSpPr>
              <a:spLocks noChangeShapeType="1"/>
            </p:cNvSpPr>
            <p:nvPr/>
          </p:nvSpPr>
          <p:spPr bwMode="auto">
            <a:xfrm>
              <a:off x="2884" y="3369"/>
              <a:ext cx="2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67" name="Freeform 60"/>
            <p:cNvSpPr>
              <a:spLocks/>
            </p:cNvSpPr>
            <p:nvPr/>
          </p:nvSpPr>
          <p:spPr bwMode="auto">
            <a:xfrm>
              <a:off x="3325" y="3359"/>
              <a:ext cx="71" cy="23"/>
            </a:xfrm>
            <a:custGeom>
              <a:avLst/>
              <a:gdLst>
                <a:gd name="T0" fmla="*/ 0 w 113"/>
                <a:gd name="T1" fmla="*/ 1 h 37"/>
                <a:gd name="T2" fmla="*/ 0 w 113"/>
                <a:gd name="T3" fmla="*/ 0 h 37"/>
                <a:gd name="T4" fmla="*/ 1 w 113"/>
                <a:gd name="T5" fmla="*/ 1 h 37"/>
                <a:gd name="T6" fmla="*/ 0 w 113"/>
                <a:gd name="T7" fmla="*/ 1 h 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3"/>
                <a:gd name="T13" fmla="*/ 0 h 37"/>
                <a:gd name="T14" fmla="*/ 113 w 113"/>
                <a:gd name="T15" fmla="*/ 37 h 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3" h="37">
                  <a:moveTo>
                    <a:pt x="0" y="37"/>
                  </a:moveTo>
                  <a:lnTo>
                    <a:pt x="0" y="0"/>
                  </a:lnTo>
                  <a:lnTo>
                    <a:pt x="113" y="17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68" name="Rectangle 61"/>
            <p:cNvSpPr>
              <a:spLocks noChangeArrowheads="1"/>
            </p:cNvSpPr>
            <p:nvPr/>
          </p:nvSpPr>
          <p:spPr bwMode="auto">
            <a:xfrm>
              <a:off x="2835" y="3350"/>
              <a:ext cx="20" cy="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kumimoji="0" lang="en-US" altLang="ko-KR" sz="1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endParaRPr kumimoji="0" lang="en-US" altLang="ko-KR" sz="2400">
                <a:solidFill>
                  <a:srgbClr val="000000"/>
                </a:solidFill>
                <a:latin typeface="Times New Roman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69" name="Freeform 62"/>
            <p:cNvSpPr>
              <a:spLocks/>
            </p:cNvSpPr>
            <p:nvPr/>
          </p:nvSpPr>
          <p:spPr bwMode="auto">
            <a:xfrm>
              <a:off x="2883" y="3858"/>
              <a:ext cx="513" cy="1"/>
            </a:xfrm>
            <a:custGeom>
              <a:avLst/>
              <a:gdLst>
                <a:gd name="T0" fmla="*/ 1 w 804"/>
                <a:gd name="T1" fmla="*/ 0 h 1"/>
                <a:gd name="T2" fmla="*/ 1 w 804"/>
                <a:gd name="T3" fmla="*/ 0 h 1"/>
                <a:gd name="T4" fmla="*/ 0 w 804"/>
                <a:gd name="T5" fmla="*/ 0 h 1"/>
                <a:gd name="T6" fmla="*/ 0 60000 65536"/>
                <a:gd name="T7" fmla="*/ 0 60000 65536"/>
                <a:gd name="T8" fmla="*/ 0 60000 65536"/>
                <a:gd name="T9" fmla="*/ 0 w 804"/>
                <a:gd name="T10" fmla="*/ 0 h 1"/>
                <a:gd name="T11" fmla="*/ 804 w 80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4" h="1">
                  <a:moveTo>
                    <a:pt x="80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70" name="Line 63"/>
            <p:cNvSpPr>
              <a:spLocks noChangeShapeType="1"/>
            </p:cNvSpPr>
            <p:nvPr/>
          </p:nvSpPr>
          <p:spPr bwMode="auto">
            <a:xfrm>
              <a:off x="2884" y="3858"/>
              <a:ext cx="2" cy="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71" name="Freeform 64"/>
            <p:cNvSpPr>
              <a:spLocks/>
            </p:cNvSpPr>
            <p:nvPr/>
          </p:nvSpPr>
          <p:spPr bwMode="auto">
            <a:xfrm>
              <a:off x="3325" y="3848"/>
              <a:ext cx="71" cy="22"/>
            </a:xfrm>
            <a:custGeom>
              <a:avLst/>
              <a:gdLst>
                <a:gd name="T0" fmla="*/ 0 w 113"/>
                <a:gd name="T1" fmla="*/ 1 h 35"/>
                <a:gd name="T2" fmla="*/ 0 w 113"/>
                <a:gd name="T3" fmla="*/ 0 h 35"/>
                <a:gd name="T4" fmla="*/ 1 w 113"/>
                <a:gd name="T5" fmla="*/ 1 h 35"/>
                <a:gd name="T6" fmla="*/ 0 w 113"/>
                <a:gd name="T7" fmla="*/ 1 h 3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3"/>
                <a:gd name="T13" fmla="*/ 0 h 35"/>
                <a:gd name="T14" fmla="*/ 113 w 113"/>
                <a:gd name="T15" fmla="*/ 35 h 3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3" h="35">
                  <a:moveTo>
                    <a:pt x="0" y="35"/>
                  </a:moveTo>
                  <a:lnTo>
                    <a:pt x="0" y="0"/>
                  </a:lnTo>
                  <a:lnTo>
                    <a:pt x="113" y="17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72" name="Rectangle 65"/>
            <p:cNvSpPr>
              <a:spLocks noChangeArrowheads="1"/>
            </p:cNvSpPr>
            <p:nvPr/>
          </p:nvSpPr>
          <p:spPr bwMode="auto">
            <a:xfrm>
              <a:off x="2835" y="3840"/>
              <a:ext cx="20" cy="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kumimoji="0" lang="en-US" altLang="ko-KR" sz="1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endParaRPr kumimoji="0" lang="en-US" altLang="ko-KR" sz="2400">
                <a:solidFill>
                  <a:srgbClr val="000000"/>
                </a:solidFill>
                <a:latin typeface="Times New Roman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73" name="Freeform 66"/>
            <p:cNvSpPr>
              <a:spLocks/>
            </p:cNvSpPr>
            <p:nvPr/>
          </p:nvSpPr>
          <p:spPr bwMode="auto">
            <a:xfrm>
              <a:off x="2883" y="3729"/>
              <a:ext cx="513" cy="1"/>
            </a:xfrm>
            <a:custGeom>
              <a:avLst/>
              <a:gdLst>
                <a:gd name="T0" fmla="*/ 1 w 804"/>
                <a:gd name="T1" fmla="*/ 0 h 1"/>
                <a:gd name="T2" fmla="*/ 1 w 804"/>
                <a:gd name="T3" fmla="*/ 0 h 1"/>
                <a:gd name="T4" fmla="*/ 0 w 804"/>
                <a:gd name="T5" fmla="*/ 0 h 1"/>
                <a:gd name="T6" fmla="*/ 0 60000 65536"/>
                <a:gd name="T7" fmla="*/ 0 60000 65536"/>
                <a:gd name="T8" fmla="*/ 0 60000 65536"/>
                <a:gd name="T9" fmla="*/ 0 w 804"/>
                <a:gd name="T10" fmla="*/ 0 h 1"/>
                <a:gd name="T11" fmla="*/ 804 w 80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4" h="1">
                  <a:moveTo>
                    <a:pt x="80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74" name="Line 67"/>
            <p:cNvSpPr>
              <a:spLocks noChangeShapeType="1"/>
            </p:cNvSpPr>
            <p:nvPr/>
          </p:nvSpPr>
          <p:spPr bwMode="auto">
            <a:xfrm>
              <a:off x="2884" y="3729"/>
              <a:ext cx="2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75" name="Freeform 68"/>
            <p:cNvSpPr>
              <a:spLocks/>
            </p:cNvSpPr>
            <p:nvPr/>
          </p:nvSpPr>
          <p:spPr bwMode="auto">
            <a:xfrm>
              <a:off x="3325" y="3719"/>
              <a:ext cx="71" cy="22"/>
            </a:xfrm>
            <a:custGeom>
              <a:avLst/>
              <a:gdLst>
                <a:gd name="T0" fmla="*/ 0 w 113"/>
                <a:gd name="T1" fmla="*/ 1 h 35"/>
                <a:gd name="T2" fmla="*/ 0 w 113"/>
                <a:gd name="T3" fmla="*/ 0 h 35"/>
                <a:gd name="T4" fmla="*/ 1 w 113"/>
                <a:gd name="T5" fmla="*/ 1 h 35"/>
                <a:gd name="T6" fmla="*/ 0 w 113"/>
                <a:gd name="T7" fmla="*/ 1 h 3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3"/>
                <a:gd name="T13" fmla="*/ 0 h 35"/>
                <a:gd name="T14" fmla="*/ 113 w 113"/>
                <a:gd name="T15" fmla="*/ 35 h 3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3" h="35">
                  <a:moveTo>
                    <a:pt x="0" y="35"/>
                  </a:moveTo>
                  <a:lnTo>
                    <a:pt x="0" y="0"/>
                  </a:lnTo>
                  <a:lnTo>
                    <a:pt x="113" y="17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76" name="Rectangle 69"/>
            <p:cNvSpPr>
              <a:spLocks noChangeArrowheads="1"/>
            </p:cNvSpPr>
            <p:nvPr/>
          </p:nvSpPr>
          <p:spPr bwMode="auto">
            <a:xfrm>
              <a:off x="2835" y="3710"/>
              <a:ext cx="20" cy="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kumimoji="0" lang="en-US" altLang="ko-KR" sz="1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endParaRPr kumimoji="0" lang="en-US" altLang="ko-KR" sz="2400">
                <a:solidFill>
                  <a:srgbClr val="000000"/>
                </a:solidFill>
                <a:latin typeface="Times New Roman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77" name="Freeform 70"/>
            <p:cNvSpPr>
              <a:spLocks/>
            </p:cNvSpPr>
            <p:nvPr/>
          </p:nvSpPr>
          <p:spPr bwMode="auto">
            <a:xfrm>
              <a:off x="1992" y="3141"/>
              <a:ext cx="0" cy="327"/>
            </a:xfrm>
            <a:custGeom>
              <a:avLst/>
              <a:gdLst>
                <a:gd name="T0" fmla="*/ 1 h 536"/>
                <a:gd name="T1" fmla="*/ 1 h 536"/>
                <a:gd name="T2" fmla="*/ 0 h 536"/>
                <a:gd name="T3" fmla="*/ 0 60000 65536"/>
                <a:gd name="T4" fmla="*/ 0 60000 65536"/>
                <a:gd name="T5" fmla="*/ 0 60000 65536"/>
                <a:gd name="T6" fmla="*/ 0 h 536"/>
                <a:gd name="T7" fmla="*/ 536 h 536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536">
                  <a:moveTo>
                    <a:pt x="0" y="536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78" name="Freeform 71"/>
            <p:cNvSpPr>
              <a:spLocks/>
            </p:cNvSpPr>
            <p:nvPr/>
          </p:nvSpPr>
          <p:spPr bwMode="auto">
            <a:xfrm>
              <a:off x="1982" y="3142"/>
              <a:ext cx="10" cy="1"/>
            </a:xfrm>
            <a:custGeom>
              <a:avLst/>
              <a:gdLst>
                <a:gd name="T0" fmla="*/ 1 w 15"/>
                <a:gd name="T1" fmla="*/ 0 h 1"/>
                <a:gd name="T2" fmla="*/ 1 w 15"/>
                <a:gd name="T3" fmla="*/ 0 h 1"/>
                <a:gd name="T4" fmla="*/ 0 w 15"/>
                <a:gd name="T5" fmla="*/ 0 h 1"/>
                <a:gd name="T6" fmla="*/ 0 60000 65536"/>
                <a:gd name="T7" fmla="*/ 0 60000 65536"/>
                <a:gd name="T8" fmla="*/ 0 60000 65536"/>
                <a:gd name="T9" fmla="*/ 0 w 15"/>
                <a:gd name="T10" fmla="*/ 0 h 1"/>
                <a:gd name="T11" fmla="*/ 15 w 1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">
                  <a:moveTo>
                    <a:pt x="15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79" name="Freeform 72"/>
            <p:cNvSpPr>
              <a:spLocks/>
            </p:cNvSpPr>
            <p:nvPr/>
          </p:nvSpPr>
          <p:spPr bwMode="auto">
            <a:xfrm>
              <a:off x="1984" y="3427"/>
              <a:ext cx="15" cy="41"/>
            </a:xfrm>
            <a:custGeom>
              <a:avLst/>
              <a:gdLst>
                <a:gd name="T0" fmla="*/ 0 w 22"/>
                <a:gd name="T1" fmla="*/ 0 h 68"/>
                <a:gd name="T2" fmla="*/ 1 w 22"/>
                <a:gd name="T3" fmla="*/ 0 h 68"/>
                <a:gd name="T4" fmla="*/ 1 w 22"/>
                <a:gd name="T5" fmla="*/ 1 h 68"/>
                <a:gd name="T6" fmla="*/ 0 w 22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"/>
                <a:gd name="T13" fmla="*/ 0 h 68"/>
                <a:gd name="T14" fmla="*/ 22 w 22"/>
                <a:gd name="T15" fmla="*/ 68 h 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" h="68">
                  <a:moveTo>
                    <a:pt x="0" y="0"/>
                  </a:moveTo>
                  <a:lnTo>
                    <a:pt x="22" y="0"/>
                  </a:lnTo>
                  <a:lnTo>
                    <a:pt x="11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80" name="Rectangle 73"/>
            <p:cNvSpPr>
              <a:spLocks noChangeArrowheads="1"/>
            </p:cNvSpPr>
            <p:nvPr/>
          </p:nvSpPr>
          <p:spPr bwMode="auto">
            <a:xfrm>
              <a:off x="1753" y="3047"/>
              <a:ext cx="711" cy="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kumimoji="0"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Sức</a:t>
              </a:r>
              <a:r>
                <a:rPr kumimoji="0"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nặng</a:t>
              </a:r>
              <a:r>
                <a:rPr kumimoji="0"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của</a:t>
              </a:r>
              <a:r>
                <a:rPr kumimoji="0"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SHAFT</a:t>
              </a:r>
              <a:endParaRPr kumimoji="0"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81" name="Freeform 74"/>
            <p:cNvSpPr>
              <a:spLocks/>
            </p:cNvSpPr>
            <p:nvPr/>
          </p:nvSpPr>
          <p:spPr bwMode="auto">
            <a:xfrm flipH="1">
              <a:off x="2664" y="2835"/>
              <a:ext cx="63" cy="202"/>
            </a:xfrm>
            <a:custGeom>
              <a:avLst/>
              <a:gdLst>
                <a:gd name="T0" fmla="*/ 0 w 63"/>
                <a:gd name="T1" fmla="*/ 0 h 489"/>
                <a:gd name="T2" fmla="*/ 0 w 63"/>
                <a:gd name="T3" fmla="*/ 0 h 489"/>
                <a:gd name="T4" fmla="*/ 0 w 63"/>
                <a:gd name="T5" fmla="*/ 0 h 489"/>
                <a:gd name="T6" fmla="*/ 0 60000 65536"/>
                <a:gd name="T7" fmla="*/ 0 60000 65536"/>
                <a:gd name="T8" fmla="*/ 0 60000 65536"/>
                <a:gd name="T9" fmla="*/ 0 w 63"/>
                <a:gd name="T10" fmla="*/ 0 h 489"/>
                <a:gd name="T11" fmla="*/ 63 w 63"/>
                <a:gd name="T12" fmla="*/ 489 h 4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" h="489">
                  <a:moveTo>
                    <a:pt x="0" y="489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82" name="Line 75"/>
            <p:cNvSpPr>
              <a:spLocks noChangeShapeType="1"/>
            </p:cNvSpPr>
            <p:nvPr/>
          </p:nvSpPr>
          <p:spPr bwMode="auto">
            <a:xfrm>
              <a:off x="2725" y="2745"/>
              <a:ext cx="3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83" name="Freeform 76"/>
            <p:cNvSpPr>
              <a:spLocks/>
            </p:cNvSpPr>
            <p:nvPr/>
          </p:nvSpPr>
          <p:spPr bwMode="auto">
            <a:xfrm>
              <a:off x="2715" y="2973"/>
              <a:ext cx="23" cy="69"/>
            </a:xfrm>
            <a:custGeom>
              <a:avLst/>
              <a:gdLst>
                <a:gd name="T0" fmla="*/ 0 w 37"/>
                <a:gd name="T1" fmla="*/ 0 h 112"/>
                <a:gd name="T2" fmla="*/ 1 w 37"/>
                <a:gd name="T3" fmla="*/ 0 h 112"/>
                <a:gd name="T4" fmla="*/ 1 w 37"/>
                <a:gd name="T5" fmla="*/ 1 h 112"/>
                <a:gd name="T6" fmla="*/ 0 w 37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"/>
                <a:gd name="T13" fmla="*/ 0 h 112"/>
                <a:gd name="T14" fmla="*/ 37 w 37"/>
                <a:gd name="T15" fmla="*/ 112 h 11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" h="112">
                  <a:moveTo>
                    <a:pt x="0" y="0"/>
                  </a:moveTo>
                  <a:lnTo>
                    <a:pt x="37" y="0"/>
                  </a:lnTo>
                  <a:lnTo>
                    <a:pt x="17" y="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84" name="Rectangle 77"/>
            <p:cNvSpPr>
              <a:spLocks noChangeArrowheads="1"/>
            </p:cNvSpPr>
            <p:nvPr/>
          </p:nvSpPr>
          <p:spPr bwMode="auto">
            <a:xfrm>
              <a:off x="2539" y="2816"/>
              <a:ext cx="769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kumimoji="0" lang="en-US" altLang="ko-KR" sz="12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Sức</a:t>
              </a:r>
              <a:r>
                <a:rPr kumimoji="0" lang="en-US" altLang="ko-KR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altLang="ko-KR" sz="12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nặng</a:t>
              </a:r>
              <a:r>
                <a:rPr kumimoji="0" lang="en-US" altLang="ko-KR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altLang="ko-KR" sz="12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của</a:t>
              </a:r>
              <a:r>
                <a:rPr kumimoji="0" lang="en-US" altLang="ko-KR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FAN</a:t>
              </a:r>
              <a:endParaRPr kumimoji="0" lang="ko-KR" altLang="en-US" sz="1200" dirty="0">
                <a:solidFill>
                  <a:srgbClr val="000000"/>
                </a:solidFill>
                <a:latin typeface="Times New Roman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85" name="Rectangle 78"/>
            <p:cNvSpPr>
              <a:spLocks noChangeArrowheads="1"/>
            </p:cNvSpPr>
            <p:nvPr/>
          </p:nvSpPr>
          <p:spPr bwMode="auto">
            <a:xfrm>
              <a:off x="3499" y="3224"/>
              <a:ext cx="49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kumimoji="0" lang="en-US" altLang="ko-KR" sz="12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AIR FLOW</a:t>
              </a:r>
              <a:endParaRPr kumimoji="0" lang="en-US" altLang="ko-KR" sz="1200">
                <a:solidFill>
                  <a:srgbClr val="000000"/>
                </a:solidFill>
                <a:latin typeface="Times New Roman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86" name="Rectangle 79"/>
            <p:cNvSpPr>
              <a:spLocks noChangeArrowheads="1"/>
            </p:cNvSpPr>
            <p:nvPr/>
          </p:nvSpPr>
          <p:spPr bwMode="auto">
            <a:xfrm>
              <a:off x="3534" y="3753"/>
              <a:ext cx="49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kumimoji="0" lang="en-US" altLang="ko-KR" sz="12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AIR FLOW</a:t>
              </a:r>
              <a:endParaRPr kumimoji="0" lang="en-US" altLang="ko-KR" sz="1200">
                <a:solidFill>
                  <a:srgbClr val="000000"/>
                </a:solidFill>
                <a:latin typeface="Times New Roman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87" name="Rectangle 80"/>
            <p:cNvSpPr>
              <a:spLocks noChangeArrowheads="1"/>
            </p:cNvSpPr>
            <p:nvPr/>
          </p:nvSpPr>
          <p:spPr bwMode="auto">
            <a:xfrm>
              <a:off x="3485" y="3442"/>
              <a:ext cx="96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kumimoji="0" lang="en-US" altLang="ko-KR" sz="12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REACTION THRUST </a:t>
              </a:r>
              <a:endParaRPr kumimoji="0" lang="en-US" altLang="ko-KR" sz="1200">
                <a:solidFill>
                  <a:srgbClr val="000000"/>
                </a:solidFill>
                <a:latin typeface="Times New Roman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88" name="Rectangle 81"/>
            <p:cNvSpPr>
              <a:spLocks noChangeArrowheads="1"/>
            </p:cNvSpPr>
            <p:nvPr/>
          </p:nvSpPr>
          <p:spPr bwMode="auto">
            <a:xfrm>
              <a:off x="3332" y="3525"/>
              <a:ext cx="181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kumimoji="0" lang="en-US" altLang="ko-KR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(LOAD ONSHAFT  </a:t>
              </a:r>
              <a:r>
                <a:rPr kumimoji="0" lang="en-US" altLang="ko-KR" sz="12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tải</a:t>
              </a:r>
              <a:r>
                <a:rPr kumimoji="0" lang="en-US" altLang="ko-KR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altLang="ko-KR" sz="12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trọng</a:t>
              </a:r>
              <a:r>
                <a:rPr kumimoji="0" lang="en-US" altLang="ko-KR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altLang="ko-KR" sz="12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trục</a:t>
              </a:r>
              <a:r>
                <a:rPr kumimoji="0" lang="en-US" altLang="ko-KR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  <a:endParaRPr kumimoji="0" lang="en-US" altLang="ko-KR" sz="1200" dirty="0">
                <a:solidFill>
                  <a:srgbClr val="000000"/>
                </a:solidFill>
                <a:latin typeface="Times New Roman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89" name="Rectangle 82"/>
            <p:cNvSpPr>
              <a:spLocks noChangeArrowheads="1"/>
            </p:cNvSpPr>
            <p:nvPr/>
          </p:nvSpPr>
          <p:spPr bwMode="auto">
            <a:xfrm>
              <a:off x="910" y="4005"/>
              <a:ext cx="428" cy="4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90" name="Freeform 83"/>
            <p:cNvSpPr>
              <a:spLocks/>
            </p:cNvSpPr>
            <p:nvPr/>
          </p:nvSpPr>
          <p:spPr bwMode="auto">
            <a:xfrm>
              <a:off x="910" y="4005"/>
              <a:ext cx="430" cy="1"/>
            </a:xfrm>
            <a:custGeom>
              <a:avLst/>
              <a:gdLst>
                <a:gd name="T0" fmla="*/ 0 w 674"/>
                <a:gd name="T1" fmla="*/ 0 h 1"/>
                <a:gd name="T2" fmla="*/ 1 w 674"/>
                <a:gd name="T3" fmla="*/ 0 h 1"/>
                <a:gd name="T4" fmla="*/ 1 w 674"/>
                <a:gd name="T5" fmla="*/ 0 h 1"/>
                <a:gd name="T6" fmla="*/ 0 60000 65536"/>
                <a:gd name="T7" fmla="*/ 0 60000 65536"/>
                <a:gd name="T8" fmla="*/ 0 60000 65536"/>
                <a:gd name="T9" fmla="*/ 0 w 674"/>
                <a:gd name="T10" fmla="*/ 0 h 1"/>
                <a:gd name="T11" fmla="*/ 674 w 67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74" h="1">
                  <a:moveTo>
                    <a:pt x="0" y="0"/>
                  </a:moveTo>
                  <a:lnTo>
                    <a:pt x="671" y="0"/>
                  </a:lnTo>
                  <a:lnTo>
                    <a:pt x="67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91" name="Freeform 84"/>
            <p:cNvSpPr>
              <a:spLocks/>
            </p:cNvSpPr>
            <p:nvPr/>
          </p:nvSpPr>
          <p:spPr bwMode="auto">
            <a:xfrm>
              <a:off x="910" y="4005"/>
              <a:ext cx="0" cy="5"/>
            </a:xfrm>
            <a:custGeom>
              <a:avLst/>
              <a:gdLst>
                <a:gd name="T0" fmla="*/ 0 h 7"/>
                <a:gd name="T1" fmla="*/ 1 h 7"/>
                <a:gd name="T2" fmla="*/ 1 h 7"/>
                <a:gd name="T3" fmla="*/ 0 60000 65536"/>
                <a:gd name="T4" fmla="*/ 0 60000 65536"/>
                <a:gd name="T5" fmla="*/ 0 60000 65536"/>
                <a:gd name="T6" fmla="*/ 0 h 7"/>
                <a:gd name="T7" fmla="*/ 7 h 7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7">
                  <a:moveTo>
                    <a:pt x="0" y="0"/>
                  </a:moveTo>
                  <a:lnTo>
                    <a:pt x="0" y="5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92" name="Freeform 85"/>
            <p:cNvSpPr>
              <a:spLocks/>
            </p:cNvSpPr>
            <p:nvPr/>
          </p:nvSpPr>
          <p:spPr bwMode="auto">
            <a:xfrm>
              <a:off x="1338" y="4005"/>
              <a:ext cx="1" cy="5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 h 7"/>
                <a:gd name="T4" fmla="*/ 0 w 1"/>
                <a:gd name="T5" fmla="*/ 1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0"/>
                  </a:moveTo>
                  <a:lnTo>
                    <a:pt x="0" y="5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93" name="Freeform 86"/>
            <p:cNvSpPr>
              <a:spLocks/>
            </p:cNvSpPr>
            <p:nvPr/>
          </p:nvSpPr>
          <p:spPr bwMode="auto">
            <a:xfrm>
              <a:off x="910" y="4009"/>
              <a:ext cx="430" cy="0"/>
            </a:xfrm>
            <a:custGeom>
              <a:avLst/>
              <a:gdLst>
                <a:gd name="T0" fmla="*/ 0 w 674"/>
                <a:gd name="T1" fmla="*/ 1 w 674"/>
                <a:gd name="T2" fmla="*/ 1 w 674"/>
                <a:gd name="T3" fmla="*/ 0 60000 65536"/>
                <a:gd name="T4" fmla="*/ 0 60000 65536"/>
                <a:gd name="T5" fmla="*/ 0 60000 65536"/>
                <a:gd name="T6" fmla="*/ 0 w 674"/>
                <a:gd name="T7" fmla="*/ 674 w 67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674">
                  <a:moveTo>
                    <a:pt x="0" y="0"/>
                  </a:moveTo>
                  <a:lnTo>
                    <a:pt x="671" y="0"/>
                  </a:lnTo>
                  <a:lnTo>
                    <a:pt x="67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94" name="Rectangle 87"/>
            <p:cNvSpPr>
              <a:spLocks noChangeArrowheads="1"/>
            </p:cNvSpPr>
            <p:nvPr/>
          </p:nvSpPr>
          <p:spPr bwMode="auto">
            <a:xfrm>
              <a:off x="910" y="3990"/>
              <a:ext cx="428" cy="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95" name="Freeform 88"/>
            <p:cNvSpPr>
              <a:spLocks/>
            </p:cNvSpPr>
            <p:nvPr/>
          </p:nvSpPr>
          <p:spPr bwMode="auto">
            <a:xfrm>
              <a:off x="909" y="3991"/>
              <a:ext cx="429" cy="0"/>
            </a:xfrm>
            <a:custGeom>
              <a:avLst/>
              <a:gdLst>
                <a:gd name="T0" fmla="*/ 1 w 673"/>
                <a:gd name="T1" fmla="*/ 1 w 673"/>
                <a:gd name="T2" fmla="*/ 0 w 673"/>
                <a:gd name="T3" fmla="*/ 0 60000 65536"/>
                <a:gd name="T4" fmla="*/ 0 60000 65536"/>
                <a:gd name="T5" fmla="*/ 0 60000 65536"/>
                <a:gd name="T6" fmla="*/ 0 w 673"/>
                <a:gd name="T7" fmla="*/ 673 w 673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673">
                  <a:moveTo>
                    <a:pt x="673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96" name="Freeform 89"/>
            <p:cNvSpPr>
              <a:spLocks/>
            </p:cNvSpPr>
            <p:nvPr/>
          </p:nvSpPr>
          <p:spPr bwMode="auto">
            <a:xfrm>
              <a:off x="1338" y="3988"/>
              <a:ext cx="1" cy="3"/>
            </a:xfrm>
            <a:custGeom>
              <a:avLst/>
              <a:gdLst>
                <a:gd name="T0" fmla="*/ 0 w 1"/>
                <a:gd name="T1" fmla="*/ 2 h 4"/>
                <a:gd name="T2" fmla="*/ 0 w 1"/>
                <a:gd name="T3" fmla="*/ 2 h 4"/>
                <a:gd name="T4" fmla="*/ 0 w 1"/>
                <a:gd name="T5" fmla="*/ 0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4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97" name="Freeform 90"/>
            <p:cNvSpPr>
              <a:spLocks/>
            </p:cNvSpPr>
            <p:nvPr/>
          </p:nvSpPr>
          <p:spPr bwMode="auto">
            <a:xfrm>
              <a:off x="910" y="3988"/>
              <a:ext cx="0" cy="3"/>
            </a:xfrm>
            <a:custGeom>
              <a:avLst/>
              <a:gdLst>
                <a:gd name="T0" fmla="*/ 2 h 4"/>
                <a:gd name="T1" fmla="*/ 2 h 4"/>
                <a:gd name="T2" fmla="*/ 0 h 4"/>
                <a:gd name="T3" fmla="*/ 0 60000 65536"/>
                <a:gd name="T4" fmla="*/ 0 60000 65536"/>
                <a:gd name="T5" fmla="*/ 0 60000 65536"/>
                <a:gd name="T6" fmla="*/ 0 h 4"/>
                <a:gd name="T7" fmla="*/ 4 h 4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4">
                  <a:moveTo>
                    <a:pt x="0" y="4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98" name="Freeform 91"/>
            <p:cNvSpPr>
              <a:spLocks/>
            </p:cNvSpPr>
            <p:nvPr/>
          </p:nvSpPr>
          <p:spPr bwMode="auto">
            <a:xfrm>
              <a:off x="909" y="3990"/>
              <a:ext cx="429" cy="0"/>
            </a:xfrm>
            <a:custGeom>
              <a:avLst/>
              <a:gdLst>
                <a:gd name="T0" fmla="*/ 1 w 673"/>
                <a:gd name="T1" fmla="*/ 1 w 673"/>
                <a:gd name="T2" fmla="*/ 0 w 673"/>
                <a:gd name="T3" fmla="*/ 0 60000 65536"/>
                <a:gd name="T4" fmla="*/ 0 60000 65536"/>
                <a:gd name="T5" fmla="*/ 0 60000 65536"/>
                <a:gd name="T6" fmla="*/ 0 w 673"/>
                <a:gd name="T7" fmla="*/ 673 w 673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673">
                  <a:moveTo>
                    <a:pt x="673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99" name="Rectangle 92"/>
            <p:cNvSpPr>
              <a:spLocks noChangeArrowheads="1"/>
            </p:cNvSpPr>
            <p:nvPr/>
          </p:nvSpPr>
          <p:spPr bwMode="auto">
            <a:xfrm>
              <a:off x="910" y="3972"/>
              <a:ext cx="428" cy="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00" name="Freeform 93"/>
            <p:cNvSpPr>
              <a:spLocks/>
            </p:cNvSpPr>
            <p:nvPr/>
          </p:nvSpPr>
          <p:spPr bwMode="auto">
            <a:xfrm>
              <a:off x="910" y="3972"/>
              <a:ext cx="430" cy="0"/>
            </a:xfrm>
            <a:custGeom>
              <a:avLst/>
              <a:gdLst>
                <a:gd name="T0" fmla="*/ 0 w 674"/>
                <a:gd name="T1" fmla="*/ 1 w 674"/>
                <a:gd name="T2" fmla="*/ 1 w 674"/>
                <a:gd name="T3" fmla="*/ 0 60000 65536"/>
                <a:gd name="T4" fmla="*/ 0 60000 65536"/>
                <a:gd name="T5" fmla="*/ 0 60000 65536"/>
                <a:gd name="T6" fmla="*/ 0 w 674"/>
                <a:gd name="T7" fmla="*/ 674 w 67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674">
                  <a:moveTo>
                    <a:pt x="0" y="0"/>
                  </a:moveTo>
                  <a:lnTo>
                    <a:pt x="671" y="0"/>
                  </a:lnTo>
                  <a:lnTo>
                    <a:pt x="67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01" name="Freeform 94"/>
            <p:cNvSpPr>
              <a:spLocks/>
            </p:cNvSpPr>
            <p:nvPr/>
          </p:nvSpPr>
          <p:spPr bwMode="auto">
            <a:xfrm>
              <a:off x="910" y="3972"/>
              <a:ext cx="0" cy="3"/>
            </a:xfrm>
            <a:custGeom>
              <a:avLst/>
              <a:gdLst>
                <a:gd name="T0" fmla="*/ 0 h 5"/>
                <a:gd name="T1" fmla="*/ 1 h 5"/>
                <a:gd name="T2" fmla="*/ 1 h 5"/>
                <a:gd name="T3" fmla="*/ 0 60000 65536"/>
                <a:gd name="T4" fmla="*/ 0 60000 65536"/>
                <a:gd name="T5" fmla="*/ 0 60000 65536"/>
                <a:gd name="T6" fmla="*/ 0 h 5"/>
                <a:gd name="T7" fmla="*/ 5 h 5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02" name="Freeform 95"/>
            <p:cNvSpPr>
              <a:spLocks/>
            </p:cNvSpPr>
            <p:nvPr/>
          </p:nvSpPr>
          <p:spPr bwMode="auto">
            <a:xfrm>
              <a:off x="1338" y="3972"/>
              <a:ext cx="1" cy="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 h 5"/>
                <a:gd name="T4" fmla="*/ 0 w 1"/>
                <a:gd name="T5" fmla="*/ 1 h 5"/>
                <a:gd name="T6" fmla="*/ 0 60000 65536"/>
                <a:gd name="T7" fmla="*/ 0 60000 65536"/>
                <a:gd name="T8" fmla="*/ 0 60000 65536"/>
                <a:gd name="T9" fmla="*/ 0 w 1"/>
                <a:gd name="T10" fmla="*/ 0 h 5"/>
                <a:gd name="T11" fmla="*/ 1 w 1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03" name="Freeform 96"/>
            <p:cNvSpPr>
              <a:spLocks/>
            </p:cNvSpPr>
            <p:nvPr/>
          </p:nvSpPr>
          <p:spPr bwMode="auto">
            <a:xfrm>
              <a:off x="910" y="3974"/>
              <a:ext cx="430" cy="0"/>
            </a:xfrm>
            <a:custGeom>
              <a:avLst/>
              <a:gdLst>
                <a:gd name="T0" fmla="*/ 0 w 674"/>
                <a:gd name="T1" fmla="*/ 1 w 674"/>
                <a:gd name="T2" fmla="*/ 1 w 674"/>
                <a:gd name="T3" fmla="*/ 0 60000 65536"/>
                <a:gd name="T4" fmla="*/ 0 60000 65536"/>
                <a:gd name="T5" fmla="*/ 0 60000 65536"/>
                <a:gd name="T6" fmla="*/ 0 w 674"/>
                <a:gd name="T7" fmla="*/ 674 w 67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674">
                  <a:moveTo>
                    <a:pt x="0" y="0"/>
                  </a:moveTo>
                  <a:lnTo>
                    <a:pt x="671" y="0"/>
                  </a:lnTo>
                  <a:lnTo>
                    <a:pt x="67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04" name="Rectangle 97"/>
            <p:cNvSpPr>
              <a:spLocks noChangeArrowheads="1"/>
            </p:cNvSpPr>
            <p:nvPr/>
          </p:nvSpPr>
          <p:spPr bwMode="auto">
            <a:xfrm>
              <a:off x="919" y="4023"/>
              <a:ext cx="410" cy="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05" name="Freeform 98"/>
            <p:cNvSpPr>
              <a:spLocks/>
            </p:cNvSpPr>
            <p:nvPr/>
          </p:nvSpPr>
          <p:spPr bwMode="auto">
            <a:xfrm>
              <a:off x="919" y="4023"/>
              <a:ext cx="411" cy="1"/>
            </a:xfrm>
            <a:custGeom>
              <a:avLst/>
              <a:gdLst>
                <a:gd name="T0" fmla="*/ 0 w 642"/>
                <a:gd name="T1" fmla="*/ 0 h 1"/>
                <a:gd name="T2" fmla="*/ 1 w 642"/>
                <a:gd name="T3" fmla="*/ 0 h 1"/>
                <a:gd name="T4" fmla="*/ 1 w 642"/>
                <a:gd name="T5" fmla="*/ 0 h 1"/>
                <a:gd name="T6" fmla="*/ 0 60000 65536"/>
                <a:gd name="T7" fmla="*/ 0 60000 65536"/>
                <a:gd name="T8" fmla="*/ 0 60000 65536"/>
                <a:gd name="T9" fmla="*/ 0 w 642"/>
                <a:gd name="T10" fmla="*/ 0 h 1"/>
                <a:gd name="T11" fmla="*/ 642 w 642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42" h="1">
                  <a:moveTo>
                    <a:pt x="0" y="0"/>
                  </a:moveTo>
                  <a:lnTo>
                    <a:pt x="640" y="0"/>
                  </a:lnTo>
                  <a:lnTo>
                    <a:pt x="64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06" name="Freeform 99"/>
            <p:cNvSpPr>
              <a:spLocks/>
            </p:cNvSpPr>
            <p:nvPr/>
          </p:nvSpPr>
          <p:spPr bwMode="auto">
            <a:xfrm>
              <a:off x="919" y="4023"/>
              <a:ext cx="2" cy="3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2 h 4"/>
                <a:gd name="T4" fmla="*/ 0 w 2"/>
                <a:gd name="T5" fmla="*/ 2 h 4"/>
                <a:gd name="T6" fmla="*/ 0 60000 65536"/>
                <a:gd name="T7" fmla="*/ 0 60000 65536"/>
                <a:gd name="T8" fmla="*/ 0 60000 65536"/>
                <a:gd name="T9" fmla="*/ 0 w 2"/>
                <a:gd name="T10" fmla="*/ 0 h 4"/>
                <a:gd name="T11" fmla="*/ 2 w 2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07" name="Freeform 100"/>
            <p:cNvSpPr>
              <a:spLocks/>
            </p:cNvSpPr>
            <p:nvPr/>
          </p:nvSpPr>
          <p:spPr bwMode="auto">
            <a:xfrm>
              <a:off x="1329" y="4023"/>
              <a:ext cx="0" cy="3"/>
            </a:xfrm>
            <a:custGeom>
              <a:avLst/>
              <a:gdLst>
                <a:gd name="T0" fmla="*/ 0 h 4"/>
                <a:gd name="T1" fmla="*/ 2 h 4"/>
                <a:gd name="T2" fmla="*/ 2 h 4"/>
                <a:gd name="T3" fmla="*/ 0 60000 65536"/>
                <a:gd name="T4" fmla="*/ 0 60000 65536"/>
                <a:gd name="T5" fmla="*/ 0 60000 65536"/>
                <a:gd name="T6" fmla="*/ 0 h 4"/>
                <a:gd name="T7" fmla="*/ 4 h 4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08" name="Freeform 101"/>
            <p:cNvSpPr>
              <a:spLocks/>
            </p:cNvSpPr>
            <p:nvPr/>
          </p:nvSpPr>
          <p:spPr bwMode="auto">
            <a:xfrm>
              <a:off x="919" y="4024"/>
              <a:ext cx="411" cy="1"/>
            </a:xfrm>
            <a:custGeom>
              <a:avLst/>
              <a:gdLst>
                <a:gd name="T0" fmla="*/ 0 w 642"/>
                <a:gd name="T1" fmla="*/ 0 h 1"/>
                <a:gd name="T2" fmla="*/ 1 w 642"/>
                <a:gd name="T3" fmla="*/ 0 h 1"/>
                <a:gd name="T4" fmla="*/ 1 w 642"/>
                <a:gd name="T5" fmla="*/ 0 h 1"/>
                <a:gd name="T6" fmla="*/ 0 60000 65536"/>
                <a:gd name="T7" fmla="*/ 0 60000 65536"/>
                <a:gd name="T8" fmla="*/ 0 60000 65536"/>
                <a:gd name="T9" fmla="*/ 0 w 642"/>
                <a:gd name="T10" fmla="*/ 0 h 1"/>
                <a:gd name="T11" fmla="*/ 642 w 642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42" h="1">
                  <a:moveTo>
                    <a:pt x="0" y="0"/>
                  </a:moveTo>
                  <a:lnTo>
                    <a:pt x="640" y="0"/>
                  </a:lnTo>
                  <a:lnTo>
                    <a:pt x="64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09" name="Freeform 102"/>
            <p:cNvSpPr>
              <a:spLocks/>
            </p:cNvSpPr>
            <p:nvPr/>
          </p:nvSpPr>
          <p:spPr bwMode="auto">
            <a:xfrm>
              <a:off x="420" y="3987"/>
              <a:ext cx="1" cy="3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 h 4"/>
                <a:gd name="T4" fmla="*/ 0 w 1"/>
                <a:gd name="T5" fmla="*/ 2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10" name="Freeform 103"/>
            <p:cNvSpPr>
              <a:spLocks/>
            </p:cNvSpPr>
            <p:nvPr/>
          </p:nvSpPr>
          <p:spPr bwMode="auto">
            <a:xfrm>
              <a:off x="2835" y="4107"/>
              <a:ext cx="0" cy="3"/>
            </a:xfrm>
            <a:custGeom>
              <a:avLst/>
              <a:gdLst>
                <a:gd name="T0" fmla="*/ 0 h 4"/>
                <a:gd name="T1" fmla="*/ 2 h 4"/>
                <a:gd name="T2" fmla="*/ 2 h 4"/>
                <a:gd name="T3" fmla="*/ 0 60000 65536"/>
                <a:gd name="T4" fmla="*/ 0 60000 65536"/>
                <a:gd name="T5" fmla="*/ 0 60000 65536"/>
                <a:gd name="T6" fmla="*/ 0 h 4"/>
                <a:gd name="T7" fmla="*/ 4 h 4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11" name="Freeform 104"/>
            <p:cNvSpPr>
              <a:spLocks/>
            </p:cNvSpPr>
            <p:nvPr/>
          </p:nvSpPr>
          <p:spPr bwMode="auto">
            <a:xfrm>
              <a:off x="720" y="4110"/>
              <a:ext cx="2069" cy="0"/>
            </a:xfrm>
            <a:custGeom>
              <a:avLst/>
              <a:gdLst>
                <a:gd name="T0" fmla="*/ 0 w 3239"/>
                <a:gd name="T1" fmla="*/ 1 w 3239"/>
                <a:gd name="T2" fmla="*/ 1 w 3239"/>
                <a:gd name="T3" fmla="*/ 0 60000 65536"/>
                <a:gd name="T4" fmla="*/ 0 60000 65536"/>
                <a:gd name="T5" fmla="*/ 0 60000 65536"/>
                <a:gd name="T6" fmla="*/ 0 w 3239"/>
                <a:gd name="T7" fmla="*/ 3239 w 3239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3239">
                  <a:moveTo>
                    <a:pt x="0" y="0"/>
                  </a:moveTo>
                  <a:lnTo>
                    <a:pt x="3237" y="0"/>
                  </a:lnTo>
                  <a:lnTo>
                    <a:pt x="323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12" name="Rectangle 105"/>
            <p:cNvSpPr>
              <a:spLocks noChangeArrowheads="1"/>
            </p:cNvSpPr>
            <p:nvPr/>
          </p:nvSpPr>
          <p:spPr bwMode="auto">
            <a:xfrm>
              <a:off x="910" y="3838"/>
              <a:ext cx="428" cy="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13" name="Freeform 106"/>
            <p:cNvSpPr>
              <a:spLocks/>
            </p:cNvSpPr>
            <p:nvPr/>
          </p:nvSpPr>
          <p:spPr bwMode="auto">
            <a:xfrm>
              <a:off x="910" y="3838"/>
              <a:ext cx="430" cy="0"/>
            </a:xfrm>
            <a:custGeom>
              <a:avLst/>
              <a:gdLst>
                <a:gd name="T0" fmla="*/ 0 w 674"/>
                <a:gd name="T1" fmla="*/ 1 w 674"/>
                <a:gd name="T2" fmla="*/ 1 w 674"/>
                <a:gd name="T3" fmla="*/ 0 60000 65536"/>
                <a:gd name="T4" fmla="*/ 0 60000 65536"/>
                <a:gd name="T5" fmla="*/ 0 60000 65536"/>
                <a:gd name="T6" fmla="*/ 0 w 674"/>
                <a:gd name="T7" fmla="*/ 674 w 67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674">
                  <a:moveTo>
                    <a:pt x="0" y="0"/>
                  </a:moveTo>
                  <a:lnTo>
                    <a:pt x="671" y="0"/>
                  </a:lnTo>
                  <a:lnTo>
                    <a:pt x="67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14" name="Freeform 107"/>
            <p:cNvSpPr>
              <a:spLocks/>
            </p:cNvSpPr>
            <p:nvPr/>
          </p:nvSpPr>
          <p:spPr bwMode="auto">
            <a:xfrm>
              <a:off x="910" y="3838"/>
              <a:ext cx="0" cy="3"/>
            </a:xfrm>
            <a:custGeom>
              <a:avLst/>
              <a:gdLst>
                <a:gd name="T0" fmla="*/ 0 h 5"/>
                <a:gd name="T1" fmla="*/ 1 h 5"/>
                <a:gd name="T2" fmla="*/ 1 h 5"/>
                <a:gd name="T3" fmla="*/ 0 60000 65536"/>
                <a:gd name="T4" fmla="*/ 0 60000 65536"/>
                <a:gd name="T5" fmla="*/ 0 60000 65536"/>
                <a:gd name="T6" fmla="*/ 0 h 5"/>
                <a:gd name="T7" fmla="*/ 5 h 5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15" name="Freeform 108"/>
            <p:cNvSpPr>
              <a:spLocks/>
            </p:cNvSpPr>
            <p:nvPr/>
          </p:nvSpPr>
          <p:spPr bwMode="auto">
            <a:xfrm>
              <a:off x="1338" y="3838"/>
              <a:ext cx="1" cy="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 h 5"/>
                <a:gd name="T4" fmla="*/ 0 w 1"/>
                <a:gd name="T5" fmla="*/ 1 h 5"/>
                <a:gd name="T6" fmla="*/ 0 60000 65536"/>
                <a:gd name="T7" fmla="*/ 0 60000 65536"/>
                <a:gd name="T8" fmla="*/ 0 60000 65536"/>
                <a:gd name="T9" fmla="*/ 0 w 1"/>
                <a:gd name="T10" fmla="*/ 0 h 5"/>
                <a:gd name="T11" fmla="*/ 1 w 1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16" name="Freeform 109"/>
            <p:cNvSpPr>
              <a:spLocks/>
            </p:cNvSpPr>
            <p:nvPr/>
          </p:nvSpPr>
          <p:spPr bwMode="auto">
            <a:xfrm>
              <a:off x="910" y="3840"/>
              <a:ext cx="430" cy="0"/>
            </a:xfrm>
            <a:custGeom>
              <a:avLst/>
              <a:gdLst>
                <a:gd name="T0" fmla="*/ 0 w 674"/>
                <a:gd name="T1" fmla="*/ 1 w 674"/>
                <a:gd name="T2" fmla="*/ 1 w 674"/>
                <a:gd name="T3" fmla="*/ 0 60000 65536"/>
                <a:gd name="T4" fmla="*/ 0 60000 65536"/>
                <a:gd name="T5" fmla="*/ 0 60000 65536"/>
                <a:gd name="T6" fmla="*/ 0 w 674"/>
                <a:gd name="T7" fmla="*/ 674 w 67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674">
                  <a:moveTo>
                    <a:pt x="0" y="0"/>
                  </a:moveTo>
                  <a:lnTo>
                    <a:pt x="671" y="0"/>
                  </a:lnTo>
                  <a:lnTo>
                    <a:pt x="67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17" name="Rectangle 110"/>
            <p:cNvSpPr>
              <a:spLocks noChangeArrowheads="1"/>
            </p:cNvSpPr>
            <p:nvPr/>
          </p:nvSpPr>
          <p:spPr bwMode="auto">
            <a:xfrm>
              <a:off x="910" y="3855"/>
              <a:ext cx="428" cy="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18" name="Freeform 111"/>
            <p:cNvSpPr>
              <a:spLocks/>
            </p:cNvSpPr>
            <p:nvPr/>
          </p:nvSpPr>
          <p:spPr bwMode="auto">
            <a:xfrm>
              <a:off x="910" y="3855"/>
              <a:ext cx="430" cy="1"/>
            </a:xfrm>
            <a:custGeom>
              <a:avLst/>
              <a:gdLst>
                <a:gd name="T0" fmla="*/ 0 w 674"/>
                <a:gd name="T1" fmla="*/ 0 h 1"/>
                <a:gd name="T2" fmla="*/ 1 w 674"/>
                <a:gd name="T3" fmla="*/ 0 h 1"/>
                <a:gd name="T4" fmla="*/ 1 w 674"/>
                <a:gd name="T5" fmla="*/ 0 h 1"/>
                <a:gd name="T6" fmla="*/ 0 60000 65536"/>
                <a:gd name="T7" fmla="*/ 0 60000 65536"/>
                <a:gd name="T8" fmla="*/ 0 60000 65536"/>
                <a:gd name="T9" fmla="*/ 0 w 674"/>
                <a:gd name="T10" fmla="*/ 0 h 1"/>
                <a:gd name="T11" fmla="*/ 674 w 67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74" h="1">
                  <a:moveTo>
                    <a:pt x="0" y="0"/>
                  </a:moveTo>
                  <a:lnTo>
                    <a:pt x="671" y="0"/>
                  </a:lnTo>
                  <a:lnTo>
                    <a:pt x="67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19" name="Freeform 112"/>
            <p:cNvSpPr>
              <a:spLocks/>
            </p:cNvSpPr>
            <p:nvPr/>
          </p:nvSpPr>
          <p:spPr bwMode="auto">
            <a:xfrm>
              <a:off x="910" y="3855"/>
              <a:ext cx="0" cy="2"/>
            </a:xfrm>
            <a:custGeom>
              <a:avLst/>
              <a:gdLst>
                <a:gd name="T0" fmla="*/ 0 h 4"/>
                <a:gd name="T1" fmla="*/ 1 h 4"/>
                <a:gd name="T2" fmla="*/ 1 h 4"/>
                <a:gd name="T3" fmla="*/ 0 60000 65536"/>
                <a:gd name="T4" fmla="*/ 0 60000 65536"/>
                <a:gd name="T5" fmla="*/ 0 60000 65536"/>
                <a:gd name="T6" fmla="*/ 0 h 4"/>
                <a:gd name="T7" fmla="*/ 4 h 4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20" name="Freeform 113"/>
            <p:cNvSpPr>
              <a:spLocks/>
            </p:cNvSpPr>
            <p:nvPr/>
          </p:nvSpPr>
          <p:spPr bwMode="auto">
            <a:xfrm>
              <a:off x="1338" y="3855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1 h 4"/>
                <a:gd name="T4" fmla="*/ 0 w 1"/>
                <a:gd name="T5" fmla="*/ 1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21" name="Freeform 114"/>
            <p:cNvSpPr>
              <a:spLocks/>
            </p:cNvSpPr>
            <p:nvPr/>
          </p:nvSpPr>
          <p:spPr bwMode="auto">
            <a:xfrm>
              <a:off x="910" y="3857"/>
              <a:ext cx="430" cy="0"/>
            </a:xfrm>
            <a:custGeom>
              <a:avLst/>
              <a:gdLst>
                <a:gd name="T0" fmla="*/ 0 w 674"/>
                <a:gd name="T1" fmla="*/ 1 w 674"/>
                <a:gd name="T2" fmla="*/ 1 w 674"/>
                <a:gd name="T3" fmla="*/ 0 60000 65536"/>
                <a:gd name="T4" fmla="*/ 0 60000 65536"/>
                <a:gd name="T5" fmla="*/ 0 60000 65536"/>
                <a:gd name="T6" fmla="*/ 0 w 674"/>
                <a:gd name="T7" fmla="*/ 674 w 67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674">
                  <a:moveTo>
                    <a:pt x="0" y="0"/>
                  </a:moveTo>
                  <a:lnTo>
                    <a:pt x="671" y="0"/>
                  </a:lnTo>
                  <a:lnTo>
                    <a:pt x="67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22" name="Rectangle 115"/>
            <p:cNvSpPr>
              <a:spLocks noChangeArrowheads="1"/>
            </p:cNvSpPr>
            <p:nvPr/>
          </p:nvSpPr>
          <p:spPr bwMode="auto">
            <a:xfrm>
              <a:off x="910" y="3871"/>
              <a:ext cx="428" cy="3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23" name="Freeform 116"/>
            <p:cNvSpPr>
              <a:spLocks/>
            </p:cNvSpPr>
            <p:nvPr/>
          </p:nvSpPr>
          <p:spPr bwMode="auto">
            <a:xfrm>
              <a:off x="909" y="3874"/>
              <a:ext cx="429" cy="0"/>
            </a:xfrm>
            <a:custGeom>
              <a:avLst/>
              <a:gdLst>
                <a:gd name="T0" fmla="*/ 1 w 673"/>
                <a:gd name="T1" fmla="*/ 1 w 673"/>
                <a:gd name="T2" fmla="*/ 0 w 673"/>
                <a:gd name="T3" fmla="*/ 0 60000 65536"/>
                <a:gd name="T4" fmla="*/ 0 60000 65536"/>
                <a:gd name="T5" fmla="*/ 0 60000 65536"/>
                <a:gd name="T6" fmla="*/ 0 w 673"/>
                <a:gd name="T7" fmla="*/ 673 w 673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673">
                  <a:moveTo>
                    <a:pt x="673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24" name="Freeform 117"/>
            <p:cNvSpPr>
              <a:spLocks/>
            </p:cNvSpPr>
            <p:nvPr/>
          </p:nvSpPr>
          <p:spPr bwMode="auto">
            <a:xfrm>
              <a:off x="1338" y="3870"/>
              <a:ext cx="1" cy="4"/>
            </a:xfrm>
            <a:custGeom>
              <a:avLst/>
              <a:gdLst>
                <a:gd name="T0" fmla="*/ 0 w 1"/>
                <a:gd name="T1" fmla="*/ 1 h 7"/>
                <a:gd name="T2" fmla="*/ 0 w 1"/>
                <a:gd name="T3" fmla="*/ 1 h 7"/>
                <a:gd name="T4" fmla="*/ 0 w 1"/>
                <a:gd name="T5" fmla="*/ 0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7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25" name="Freeform 118"/>
            <p:cNvSpPr>
              <a:spLocks/>
            </p:cNvSpPr>
            <p:nvPr/>
          </p:nvSpPr>
          <p:spPr bwMode="auto">
            <a:xfrm>
              <a:off x="910" y="3870"/>
              <a:ext cx="0" cy="4"/>
            </a:xfrm>
            <a:custGeom>
              <a:avLst/>
              <a:gdLst>
                <a:gd name="T0" fmla="*/ 1 h 7"/>
                <a:gd name="T1" fmla="*/ 1 h 7"/>
                <a:gd name="T2" fmla="*/ 0 h 7"/>
                <a:gd name="T3" fmla="*/ 0 60000 65536"/>
                <a:gd name="T4" fmla="*/ 0 60000 65536"/>
                <a:gd name="T5" fmla="*/ 0 60000 65536"/>
                <a:gd name="T6" fmla="*/ 0 h 7"/>
                <a:gd name="T7" fmla="*/ 7 h 7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7">
                  <a:moveTo>
                    <a:pt x="0" y="7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26" name="Freeform 119"/>
            <p:cNvSpPr>
              <a:spLocks/>
            </p:cNvSpPr>
            <p:nvPr/>
          </p:nvSpPr>
          <p:spPr bwMode="auto">
            <a:xfrm>
              <a:off x="909" y="3871"/>
              <a:ext cx="429" cy="1"/>
            </a:xfrm>
            <a:custGeom>
              <a:avLst/>
              <a:gdLst>
                <a:gd name="T0" fmla="*/ 1 w 673"/>
                <a:gd name="T1" fmla="*/ 0 h 1"/>
                <a:gd name="T2" fmla="*/ 1 w 673"/>
                <a:gd name="T3" fmla="*/ 0 h 1"/>
                <a:gd name="T4" fmla="*/ 0 w 673"/>
                <a:gd name="T5" fmla="*/ 0 h 1"/>
                <a:gd name="T6" fmla="*/ 0 60000 65536"/>
                <a:gd name="T7" fmla="*/ 0 60000 65536"/>
                <a:gd name="T8" fmla="*/ 0 60000 65536"/>
                <a:gd name="T9" fmla="*/ 0 w 673"/>
                <a:gd name="T10" fmla="*/ 0 h 1"/>
                <a:gd name="T11" fmla="*/ 673 w 67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73" h="1">
                  <a:moveTo>
                    <a:pt x="673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27" name="Rectangle 120"/>
            <p:cNvSpPr>
              <a:spLocks noChangeArrowheads="1"/>
            </p:cNvSpPr>
            <p:nvPr/>
          </p:nvSpPr>
          <p:spPr bwMode="auto">
            <a:xfrm>
              <a:off x="919" y="3821"/>
              <a:ext cx="410" cy="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28" name="Freeform 121"/>
            <p:cNvSpPr>
              <a:spLocks/>
            </p:cNvSpPr>
            <p:nvPr/>
          </p:nvSpPr>
          <p:spPr bwMode="auto">
            <a:xfrm>
              <a:off x="919" y="3821"/>
              <a:ext cx="411" cy="0"/>
            </a:xfrm>
            <a:custGeom>
              <a:avLst/>
              <a:gdLst>
                <a:gd name="T0" fmla="*/ 0 w 642"/>
                <a:gd name="T1" fmla="*/ 1 w 642"/>
                <a:gd name="T2" fmla="*/ 1 w 642"/>
                <a:gd name="T3" fmla="*/ 0 60000 65536"/>
                <a:gd name="T4" fmla="*/ 0 60000 65536"/>
                <a:gd name="T5" fmla="*/ 0 60000 65536"/>
                <a:gd name="T6" fmla="*/ 0 w 642"/>
                <a:gd name="T7" fmla="*/ 642 w 642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642">
                  <a:moveTo>
                    <a:pt x="0" y="0"/>
                  </a:moveTo>
                  <a:lnTo>
                    <a:pt x="640" y="0"/>
                  </a:lnTo>
                  <a:lnTo>
                    <a:pt x="64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29" name="Freeform 122"/>
            <p:cNvSpPr>
              <a:spLocks/>
            </p:cNvSpPr>
            <p:nvPr/>
          </p:nvSpPr>
          <p:spPr bwMode="auto">
            <a:xfrm>
              <a:off x="919" y="3821"/>
              <a:ext cx="2" cy="4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1 h 7"/>
                <a:gd name="T4" fmla="*/ 0 w 2"/>
                <a:gd name="T5" fmla="*/ 1 h 7"/>
                <a:gd name="T6" fmla="*/ 0 60000 65536"/>
                <a:gd name="T7" fmla="*/ 0 60000 65536"/>
                <a:gd name="T8" fmla="*/ 0 60000 65536"/>
                <a:gd name="T9" fmla="*/ 0 w 2"/>
                <a:gd name="T10" fmla="*/ 0 h 7"/>
                <a:gd name="T11" fmla="*/ 2 w 2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7">
                  <a:moveTo>
                    <a:pt x="0" y="0"/>
                  </a:moveTo>
                  <a:lnTo>
                    <a:pt x="0" y="4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30" name="Freeform 123"/>
            <p:cNvSpPr>
              <a:spLocks/>
            </p:cNvSpPr>
            <p:nvPr/>
          </p:nvSpPr>
          <p:spPr bwMode="auto">
            <a:xfrm>
              <a:off x="1329" y="3821"/>
              <a:ext cx="0" cy="4"/>
            </a:xfrm>
            <a:custGeom>
              <a:avLst/>
              <a:gdLst>
                <a:gd name="T0" fmla="*/ 0 h 7"/>
                <a:gd name="T1" fmla="*/ 1 h 7"/>
                <a:gd name="T2" fmla="*/ 1 h 7"/>
                <a:gd name="T3" fmla="*/ 0 60000 65536"/>
                <a:gd name="T4" fmla="*/ 0 60000 65536"/>
                <a:gd name="T5" fmla="*/ 0 60000 65536"/>
                <a:gd name="T6" fmla="*/ 0 h 7"/>
                <a:gd name="T7" fmla="*/ 7 h 7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7">
                  <a:moveTo>
                    <a:pt x="0" y="0"/>
                  </a:moveTo>
                  <a:lnTo>
                    <a:pt x="0" y="4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31" name="Freeform 124"/>
            <p:cNvSpPr>
              <a:spLocks/>
            </p:cNvSpPr>
            <p:nvPr/>
          </p:nvSpPr>
          <p:spPr bwMode="auto">
            <a:xfrm>
              <a:off x="919" y="3823"/>
              <a:ext cx="411" cy="1"/>
            </a:xfrm>
            <a:custGeom>
              <a:avLst/>
              <a:gdLst>
                <a:gd name="T0" fmla="*/ 0 w 642"/>
                <a:gd name="T1" fmla="*/ 0 h 1"/>
                <a:gd name="T2" fmla="*/ 1 w 642"/>
                <a:gd name="T3" fmla="*/ 0 h 1"/>
                <a:gd name="T4" fmla="*/ 1 w 642"/>
                <a:gd name="T5" fmla="*/ 0 h 1"/>
                <a:gd name="T6" fmla="*/ 0 60000 65536"/>
                <a:gd name="T7" fmla="*/ 0 60000 65536"/>
                <a:gd name="T8" fmla="*/ 0 60000 65536"/>
                <a:gd name="T9" fmla="*/ 0 w 642"/>
                <a:gd name="T10" fmla="*/ 0 h 1"/>
                <a:gd name="T11" fmla="*/ 642 w 642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42" h="1">
                  <a:moveTo>
                    <a:pt x="0" y="0"/>
                  </a:moveTo>
                  <a:lnTo>
                    <a:pt x="640" y="0"/>
                  </a:lnTo>
                  <a:lnTo>
                    <a:pt x="64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32" name="Rectangle 125"/>
            <p:cNvSpPr>
              <a:spLocks noChangeArrowheads="1"/>
            </p:cNvSpPr>
            <p:nvPr/>
          </p:nvSpPr>
          <p:spPr bwMode="auto">
            <a:xfrm>
              <a:off x="2650" y="3074"/>
              <a:ext cx="197" cy="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33" name="Freeform 126"/>
            <p:cNvSpPr>
              <a:spLocks/>
            </p:cNvSpPr>
            <p:nvPr/>
          </p:nvSpPr>
          <p:spPr bwMode="auto">
            <a:xfrm>
              <a:off x="2650" y="3074"/>
              <a:ext cx="198" cy="0"/>
            </a:xfrm>
            <a:custGeom>
              <a:avLst/>
              <a:gdLst>
                <a:gd name="T0" fmla="*/ 0 w 310"/>
                <a:gd name="T1" fmla="*/ 1 w 310"/>
                <a:gd name="T2" fmla="*/ 1 w 310"/>
                <a:gd name="T3" fmla="*/ 0 60000 65536"/>
                <a:gd name="T4" fmla="*/ 0 60000 65536"/>
                <a:gd name="T5" fmla="*/ 0 60000 65536"/>
                <a:gd name="T6" fmla="*/ 0 w 310"/>
                <a:gd name="T7" fmla="*/ 310 w 310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310">
                  <a:moveTo>
                    <a:pt x="0" y="0"/>
                  </a:moveTo>
                  <a:lnTo>
                    <a:pt x="308" y="0"/>
                  </a:lnTo>
                  <a:lnTo>
                    <a:pt x="31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34" name="Freeform 127"/>
            <p:cNvSpPr>
              <a:spLocks/>
            </p:cNvSpPr>
            <p:nvPr/>
          </p:nvSpPr>
          <p:spPr bwMode="auto">
            <a:xfrm>
              <a:off x="2650" y="3074"/>
              <a:ext cx="0" cy="3"/>
            </a:xfrm>
            <a:custGeom>
              <a:avLst/>
              <a:gdLst>
                <a:gd name="T0" fmla="*/ 0 h 5"/>
                <a:gd name="T1" fmla="*/ 1 h 5"/>
                <a:gd name="T2" fmla="*/ 1 h 5"/>
                <a:gd name="T3" fmla="*/ 0 60000 65536"/>
                <a:gd name="T4" fmla="*/ 0 60000 65536"/>
                <a:gd name="T5" fmla="*/ 0 60000 65536"/>
                <a:gd name="T6" fmla="*/ 0 h 5"/>
                <a:gd name="T7" fmla="*/ 5 h 5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35" name="Freeform 128"/>
            <p:cNvSpPr>
              <a:spLocks/>
            </p:cNvSpPr>
            <p:nvPr/>
          </p:nvSpPr>
          <p:spPr bwMode="auto">
            <a:xfrm>
              <a:off x="2847" y="3074"/>
              <a:ext cx="0" cy="3"/>
            </a:xfrm>
            <a:custGeom>
              <a:avLst/>
              <a:gdLst>
                <a:gd name="T0" fmla="*/ 0 h 5"/>
                <a:gd name="T1" fmla="*/ 1 h 5"/>
                <a:gd name="T2" fmla="*/ 1 h 5"/>
                <a:gd name="T3" fmla="*/ 0 60000 65536"/>
                <a:gd name="T4" fmla="*/ 0 60000 65536"/>
                <a:gd name="T5" fmla="*/ 0 60000 65536"/>
                <a:gd name="T6" fmla="*/ 0 h 5"/>
                <a:gd name="T7" fmla="*/ 5 h 5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36" name="Freeform 129"/>
            <p:cNvSpPr>
              <a:spLocks/>
            </p:cNvSpPr>
            <p:nvPr/>
          </p:nvSpPr>
          <p:spPr bwMode="auto">
            <a:xfrm>
              <a:off x="2650" y="3075"/>
              <a:ext cx="198" cy="1"/>
            </a:xfrm>
            <a:custGeom>
              <a:avLst/>
              <a:gdLst>
                <a:gd name="T0" fmla="*/ 0 w 310"/>
                <a:gd name="T1" fmla="*/ 0 h 1"/>
                <a:gd name="T2" fmla="*/ 1 w 310"/>
                <a:gd name="T3" fmla="*/ 0 h 1"/>
                <a:gd name="T4" fmla="*/ 1 w 310"/>
                <a:gd name="T5" fmla="*/ 0 h 1"/>
                <a:gd name="T6" fmla="*/ 0 60000 65536"/>
                <a:gd name="T7" fmla="*/ 0 60000 65536"/>
                <a:gd name="T8" fmla="*/ 0 60000 65536"/>
                <a:gd name="T9" fmla="*/ 0 w 310"/>
                <a:gd name="T10" fmla="*/ 0 h 1"/>
                <a:gd name="T11" fmla="*/ 310 w 310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0" h="1">
                  <a:moveTo>
                    <a:pt x="0" y="0"/>
                  </a:moveTo>
                  <a:lnTo>
                    <a:pt x="308" y="0"/>
                  </a:lnTo>
                  <a:lnTo>
                    <a:pt x="31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37" name="Rectangle 130"/>
            <p:cNvSpPr>
              <a:spLocks noChangeArrowheads="1"/>
            </p:cNvSpPr>
            <p:nvPr/>
          </p:nvSpPr>
          <p:spPr bwMode="auto">
            <a:xfrm>
              <a:off x="2845" y="3074"/>
              <a:ext cx="2" cy="869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38" name="Freeform 131"/>
            <p:cNvSpPr>
              <a:spLocks/>
            </p:cNvSpPr>
            <p:nvPr/>
          </p:nvSpPr>
          <p:spPr bwMode="auto">
            <a:xfrm>
              <a:off x="2845" y="3073"/>
              <a:ext cx="0" cy="870"/>
            </a:xfrm>
            <a:custGeom>
              <a:avLst/>
              <a:gdLst>
                <a:gd name="T0" fmla="*/ 1 h 1427"/>
                <a:gd name="T1" fmla="*/ 1 h 1427"/>
                <a:gd name="T2" fmla="*/ 0 h 1427"/>
                <a:gd name="T3" fmla="*/ 0 60000 65536"/>
                <a:gd name="T4" fmla="*/ 0 60000 65536"/>
                <a:gd name="T5" fmla="*/ 0 60000 65536"/>
                <a:gd name="T6" fmla="*/ 0 h 1427"/>
                <a:gd name="T7" fmla="*/ 1427 h 1427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1427">
                  <a:moveTo>
                    <a:pt x="0" y="1427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39" name="Freeform 132"/>
            <p:cNvSpPr>
              <a:spLocks/>
            </p:cNvSpPr>
            <p:nvPr/>
          </p:nvSpPr>
          <p:spPr bwMode="auto">
            <a:xfrm>
              <a:off x="2845" y="3943"/>
              <a:ext cx="3" cy="0"/>
            </a:xfrm>
            <a:custGeom>
              <a:avLst/>
              <a:gdLst>
                <a:gd name="T0" fmla="*/ 0 w 5"/>
                <a:gd name="T1" fmla="*/ 1 w 5"/>
                <a:gd name="T2" fmla="*/ 1 w 5"/>
                <a:gd name="T3" fmla="*/ 0 60000 65536"/>
                <a:gd name="T4" fmla="*/ 0 60000 65536"/>
                <a:gd name="T5" fmla="*/ 0 60000 65536"/>
                <a:gd name="T6" fmla="*/ 0 w 5"/>
                <a:gd name="T7" fmla="*/ 5 w 5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5">
                  <a:moveTo>
                    <a:pt x="0" y="0"/>
                  </a:moveTo>
                  <a:lnTo>
                    <a:pt x="3" y="0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40" name="Freeform 133"/>
            <p:cNvSpPr>
              <a:spLocks/>
            </p:cNvSpPr>
            <p:nvPr/>
          </p:nvSpPr>
          <p:spPr bwMode="auto">
            <a:xfrm>
              <a:off x="2845" y="3074"/>
              <a:ext cx="3" cy="0"/>
            </a:xfrm>
            <a:custGeom>
              <a:avLst/>
              <a:gdLst>
                <a:gd name="T0" fmla="*/ 0 w 5"/>
                <a:gd name="T1" fmla="*/ 1 w 5"/>
                <a:gd name="T2" fmla="*/ 1 w 5"/>
                <a:gd name="T3" fmla="*/ 0 60000 65536"/>
                <a:gd name="T4" fmla="*/ 0 60000 65536"/>
                <a:gd name="T5" fmla="*/ 0 60000 65536"/>
                <a:gd name="T6" fmla="*/ 0 w 5"/>
                <a:gd name="T7" fmla="*/ 5 w 5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5">
                  <a:moveTo>
                    <a:pt x="0" y="0"/>
                  </a:moveTo>
                  <a:lnTo>
                    <a:pt x="3" y="0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41" name="Freeform 134"/>
            <p:cNvSpPr>
              <a:spLocks/>
            </p:cNvSpPr>
            <p:nvPr/>
          </p:nvSpPr>
          <p:spPr bwMode="auto">
            <a:xfrm>
              <a:off x="2847" y="3073"/>
              <a:ext cx="0" cy="870"/>
            </a:xfrm>
            <a:custGeom>
              <a:avLst/>
              <a:gdLst>
                <a:gd name="T0" fmla="*/ 1 h 1427"/>
                <a:gd name="T1" fmla="*/ 1 h 1427"/>
                <a:gd name="T2" fmla="*/ 0 h 1427"/>
                <a:gd name="T3" fmla="*/ 0 60000 65536"/>
                <a:gd name="T4" fmla="*/ 0 60000 65536"/>
                <a:gd name="T5" fmla="*/ 0 60000 65536"/>
                <a:gd name="T6" fmla="*/ 0 h 1427"/>
                <a:gd name="T7" fmla="*/ 1427 h 1427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1427">
                  <a:moveTo>
                    <a:pt x="0" y="1427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42" name="Freeform 135"/>
            <p:cNvSpPr>
              <a:spLocks/>
            </p:cNvSpPr>
            <p:nvPr/>
          </p:nvSpPr>
          <p:spPr bwMode="auto">
            <a:xfrm>
              <a:off x="2883" y="3233"/>
              <a:ext cx="513" cy="1"/>
            </a:xfrm>
            <a:custGeom>
              <a:avLst/>
              <a:gdLst>
                <a:gd name="T0" fmla="*/ 1 w 804"/>
                <a:gd name="T1" fmla="*/ 0 h 1"/>
                <a:gd name="T2" fmla="*/ 1 w 804"/>
                <a:gd name="T3" fmla="*/ 0 h 1"/>
                <a:gd name="T4" fmla="*/ 0 w 804"/>
                <a:gd name="T5" fmla="*/ 0 h 1"/>
                <a:gd name="T6" fmla="*/ 0 60000 65536"/>
                <a:gd name="T7" fmla="*/ 0 60000 65536"/>
                <a:gd name="T8" fmla="*/ 0 60000 65536"/>
                <a:gd name="T9" fmla="*/ 0 w 804"/>
                <a:gd name="T10" fmla="*/ 0 h 1"/>
                <a:gd name="T11" fmla="*/ 804 w 80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4" h="1">
                  <a:moveTo>
                    <a:pt x="80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43" name="Line 136"/>
            <p:cNvSpPr>
              <a:spLocks noChangeShapeType="1"/>
            </p:cNvSpPr>
            <p:nvPr/>
          </p:nvSpPr>
          <p:spPr bwMode="auto">
            <a:xfrm>
              <a:off x="2884" y="3233"/>
              <a:ext cx="2" cy="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44" name="Freeform 137"/>
            <p:cNvSpPr>
              <a:spLocks/>
            </p:cNvSpPr>
            <p:nvPr/>
          </p:nvSpPr>
          <p:spPr bwMode="auto">
            <a:xfrm>
              <a:off x="3325" y="3221"/>
              <a:ext cx="71" cy="22"/>
            </a:xfrm>
            <a:custGeom>
              <a:avLst/>
              <a:gdLst>
                <a:gd name="T0" fmla="*/ 0 w 113"/>
                <a:gd name="T1" fmla="*/ 1 h 37"/>
                <a:gd name="T2" fmla="*/ 0 w 113"/>
                <a:gd name="T3" fmla="*/ 0 h 37"/>
                <a:gd name="T4" fmla="*/ 1 w 113"/>
                <a:gd name="T5" fmla="*/ 1 h 37"/>
                <a:gd name="T6" fmla="*/ 0 w 113"/>
                <a:gd name="T7" fmla="*/ 1 h 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3"/>
                <a:gd name="T13" fmla="*/ 0 h 37"/>
                <a:gd name="T14" fmla="*/ 113 w 113"/>
                <a:gd name="T15" fmla="*/ 37 h 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3" h="37">
                  <a:moveTo>
                    <a:pt x="0" y="37"/>
                  </a:moveTo>
                  <a:lnTo>
                    <a:pt x="0" y="0"/>
                  </a:lnTo>
                  <a:lnTo>
                    <a:pt x="113" y="20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45" name="Rectangle 138"/>
            <p:cNvSpPr>
              <a:spLocks noChangeArrowheads="1"/>
            </p:cNvSpPr>
            <p:nvPr/>
          </p:nvSpPr>
          <p:spPr bwMode="auto">
            <a:xfrm>
              <a:off x="2835" y="3212"/>
              <a:ext cx="20" cy="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kumimoji="0" lang="en-US" altLang="ko-KR" sz="1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endParaRPr kumimoji="0" lang="en-US" altLang="ko-KR" sz="2400">
                <a:solidFill>
                  <a:srgbClr val="000000"/>
                </a:solidFill>
                <a:latin typeface="Times New Roman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46" name="Rectangle 139"/>
            <p:cNvSpPr>
              <a:spLocks noChangeArrowheads="1"/>
            </p:cNvSpPr>
            <p:nvPr/>
          </p:nvSpPr>
          <p:spPr bwMode="auto">
            <a:xfrm>
              <a:off x="2884" y="3232"/>
              <a:ext cx="443" cy="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47" name="Freeform 140"/>
            <p:cNvSpPr>
              <a:spLocks/>
            </p:cNvSpPr>
            <p:nvPr/>
          </p:nvSpPr>
          <p:spPr bwMode="auto">
            <a:xfrm>
              <a:off x="2884" y="3232"/>
              <a:ext cx="445" cy="1"/>
            </a:xfrm>
            <a:custGeom>
              <a:avLst/>
              <a:gdLst>
                <a:gd name="T0" fmla="*/ 0 w 696"/>
                <a:gd name="T1" fmla="*/ 0 h 1"/>
                <a:gd name="T2" fmla="*/ 1 w 696"/>
                <a:gd name="T3" fmla="*/ 0 h 1"/>
                <a:gd name="T4" fmla="*/ 1 w 696"/>
                <a:gd name="T5" fmla="*/ 0 h 1"/>
                <a:gd name="T6" fmla="*/ 0 60000 65536"/>
                <a:gd name="T7" fmla="*/ 0 60000 65536"/>
                <a:gd name="T8" fmla="*/ 0 60000 65536"/>
                <a:gd name="T9" fmla="*/ 0 w 696"/>
                <a:gd name="T10" fmla="*/ 0 h 1"/>
                <a:gd name="T11" fmla="*/ 696 w 696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96" h="1">
                  <a:moveTo>
                    <a:pt x="0" y="0"/>
                  </a:moveTo>
                  <a:lnTo>
                    <a:pt x="693" y="0"/>
                  </a:lnTo>
                  <a:lnTo>
                    <a:pt x="69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48" name="Freeform 141"/>
            <p:cNvSpPr>
              <a:spLocks/>
            </p:cNvSpPr>
            <p:nvPr/>
          </p:nvSpPr>
          <p:spPr bwMode="auto">
            <a:xfrm>
              <a:off x="2884" y="3232"/>
              <a:ext cx="1" cy="3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 h 4"/>
                <a:gd name="T4" fmla="*/ 0 w 1"/>
                <a:gd name="T5" fmla="*/ 2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49" name="Freeform 142"/>
            <p:cNvSpPr>
              <a:spLocks/>
            </p:cNvSpPr>
            <p:nvPr/>
          </p:nvSpPr>
          <p:spPr bwMode="auto">
            <a:xfrm>
              <a:off x="3327" y="3232"/>
              <a:ext cx="0" cy="3"/>
            </a:xfrm>
            <a:custGeom>
              <a:avLst/>
              <a:gdLst>
                <a:gd name="T0" fmla="*/ 0 h 4"/>
                <a:gd name="T1" fmla="*/ 2 h 4"/>
                <a:gd name="T2" fmla="*/ 2 h 4"/>
                <a:gd name="T3" fmla="*/ 0 60000 65536"/>
                <a:gd name="T4" fmla="*/ 0 60000 65536"/>
                <a:gd name="T5" fmla="*/ 0 60000 65536"/>
                <a:gd name="T6" fmla="*/ 0 h 4"/>
                <a:gd name="T7" fmla="*/ 4 h 4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50" name="Freeform 143"/>
            <p:cNvSpPr>
              <a:spLocks/>
            </p:cNvSpPr>
            <p:nvPr/>
          </p:nvSpPr>
          <p:spPr bwMode="auto">
            <a:xfrm>
              <a:off x="2884" y="3233"/>
              <a:ext cx="445" cy="1"/>
            </a:xfrm>
            <a:custGeom>
              <a:avLst/>
              <a:gdLst>
                <a:gd name="T0" fmla="*/ 0 w 696"/>
                <a:gd name="T1" fmla="*/ 0 h 1"/>
                <a:gd name="T2" fmla="*/ 1 w 696"/>
                <a:gd name="T3" fmla="*/ 0 h 1"/>
                <a:gd name="T4" fmla="*/ 1 w 696"/>
                <a:gd name="T5" fmla="*/ 0 h 1"/>
                <a:gd name="T6" fmla="*/ 0 60000 65536"/>
                <a:gd name="T7" fmla="*/ 0 60000 65536"/>
                <a:gd name="T8" fmla="*/ 0 60000 65536"/>
                <a:gd name="T9" fmla="*/ 0 w 696"/>
                <a:gd name="T10" fmla="*/ 0 h 1"/>
                <a:gd name="T11" fmla="*/ 696 w 696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96" h="1">
                  <a:moveTo>
                    <a:pt x="0" y="0"/>
                  </a:moveTo>
                  <a:lnTo>
                    <a:pt x="693" y="0"/>
                  </a:lnTo>
                  <a:lnTo>
                    <a:pt x="69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51" name="Rectangle 144"/>
            <p:cNvSpPr>
              <a:spLocks noChangeArrowheads="1"/>
            </p:cNvSpPr>
            <p:nvPr/>
          </p:nvSpPr>
          <p:spPr bwMode="auto">
            <a:xfrm>
              <a:off x="2884" y="3369"/>
              <a:ext cx="445" cy="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52" name="Freeform 145"/>
            <p:cNvSpPr>
              <a:spLocks/>
            </p:cNvSpPr>
            <p:nvPr/>
          </p:nvSpPr>
          <p:spPr bwMode="auto">
            <a:xfrm>
              <a:off x="2884" y="3369"/>
              <a:ext cx="446" cy="0"/>
            </a:xfrm>
            <a:custGeom>
              <a:avLst/>
              <a:gdLst>
                <a:gd name="T0" fmla="*/ 0 w 698"/>
                <a:gd name="T1" fmla="*/ 1 w 698"/>
                <a:gd name="T2" fmla="*/ 1 w 698"/>
                <a:gd name="T3" fmla="*/ 0 60000 65536"/>
                <a:gd name="T4" fmla="*/ 0 60000 65536"/>
                <a:gd name="T5" fmla="*/ 0 60000 65536"/>
                <a:gd name="T6" fmla="*/ 0 w 698"/>
                <a:gd name="T7" fmla="*/ 698 w 698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698">
                  <a:moveTo>
                    <a:pt x="0" y="0"/>
                  </a:moveTo>
                  <a:lnTo>
                    <a:pt x="696" y="0"/>
                  </a:lnTo>
                  <a:lnTo>
                    <a:pt x="69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53" name="Freeform 146"/>
            <p:cNvSpPr>
              <a:spLocks/>
            </p:cNvSpPr>
            <p:nvPr/>
          </p:nvSpPr>
          <p:spPr bwMode="auto">
            <a:xfrm>
              <a:off x="2884" y="3369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1 h 4"/>
                <a:gd name="T4" fmla="*/ 0 w 1"/>
                <a:gd name="T5" fmla="*/ 1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54" name="Freeform 147"/>
            <p:cNvSpPr>
              <a:spLocks/>
            </p:cNvSpPr>
            <p:nvPr/>
          </p:nvSpPr>
          <p:spPr bwMode="auto">
            <a:xfrm>
              <a:off x="3329" y="3369"/>
              <a:ext cx="0" cy="2"/>
            </a:xfrm>
            <a:custGeom>
              <a:avLst/>
              <a:gdLst>
                <a:gd name="T0" fmla="*/ 0 h 4"/>
                <a:gd name="T1" fmla="*/ 1 h 4"/>
                <a:gd name="T2" fmla="*/ 1 h 4"/>
                <a:gd name="T3" fmla="*/ 0 60000 65536"/>
                <a:gd name="T4" fmla="*/ 0 60000 65536"/>
                <a:gd name="T5" fmla="*/ 0 60000 65536"/>
                <a:gd name="T6" fmla="*/ 0 h 4"/>
                <a:gd name="T7" fmla="*/ 4 h 4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55" name="Freeform 148"/>
            <p:cNvSpPr>
              <a:spLocks/>
            </p:cNvSpPr>
            <p:nvPr/>
          </p:nvSpPr>
          <p:spPr bwMode="auto">
            <a:xfrm>
              <a:off x="2884" y="3370"/>
              <a:ext cx="446" cy="1"/>
            </a:xfrm>
            <a:custGeom>
              <a:avLst/>
              <a:gdLst>
                <a:gd name="T0" fmla="*/ 0 w 698"/>
                <a:gd name="T1" fmla="*/ 0 h 1"/>
                <a:gd name="T2" fmla="*/ 1 w 698"/>
                <a:gd name="T3" fmla="*/ 0 h 1"/>
                <a:gd name="T4" fmla="*/ 1 w 698"/>
                <a:gd name="T5" fmla="*/ 0 h 1"/>
                <a:gd name="T6" fmla="*/ 0 60000 65536"/>
                <a:gd name="T7" fmla="*/ 0 60000 65536"/>
                <a:gd name="T8" fmla="*/ 0 60000 65536"/>
                <a:gd name="T9" fmla="*/ 0 w 698"/>
                <a:gd name="T10" fmla="*/ 0 h 1"/>
                <a:gd name="T11" fmla="*/ 698 w 698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98" h="1">
                  <a:moveTo>
                    <a:pt x="0" y="0"/>
                  </a:moveTo>
                  <a:lnTo>
                    <a:pt x="696" y="0"/>
                  </a:lnTo>
                  <a:lnTo>
                    <a:pt x="69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56" name="Rectangle 149"/>
            <p:cNvSpPr>
              <a:spLocks noChangeArrowheads="1"/>
            </p:cNvSpPr>
            <p:nvPr/>
          </p:nvSpPr>
          <p:spPr bwMode="auto">
            <a:xfrm>
              <a:off x="2884" y="3728"/>
              <a:ext cx="454" cy="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57" name="Freeform 150"/>
            <p:cNvSpPr>
              <a:spLocks/>
            </p:cNvSpPr>
            <p:nvPr/>
          </p:nvSpPr>
          <p:spPr bwMode="auto">
            <a:xfrm>
              <a:off x="2884" y="3728"/>
              <a:ext cx="456" cy="1"/>
            </a:xfrm>
            <a:custGeom>
              <a:avLst/>
              <a:gdLst>
                <a:gd name="T0" fmla="*/ 0 w 713"/>
                <a:gd name="T1" fmla="*/ 0 h 1"/>
                <a:gd name="T2" fmla="*/ 1 w 713"/>
                <a:gd name="T3" fmla="*/ 0 h 1"/>
                <a:gd name="T4" fmla="*/ 1 w 713"/>
                <a:gd name="T5" fmla="*/ 0 h 1"/>
                <a:gd name="T6" fmla="*/ 0 60000 65536"/>
                <a:gd name="T7" fmla="*/ 0 60000 65536"/>
                <a:gd name="T8" fmla="*/ 0 60000 65536"/>
                <a:gd name="T9" fmla="*/ 0 w 713"/>
                <a:gd name="T10" fmla="*/ 0 h 1"/>
                <a:gd name="T11" fmla="*/ 713 w 71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13" h="1">
                  <a:moveTo>
                    <a:pt x="0" y="0"/>
                  </a:moveTo>
                  <a:lnTo>
                    <a:pt x="711" y="0"/>
                  </a:lnTo>
                  <a:lnTo>
                    <a:pt x="71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58" name="Freeform 151"/>
            <p:cNvSpPr>
              <a:spLocks/>
            </p:cNvSpPr>
            <p:nvPr/>
          </p:nvSpPr>
          <p:spPr bwMode="auto">
            <a:xfrm>
              <a:off x="2884" y="3728"/>
              <a:ext cx="1" cy="4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 h 6"/>
                <a:gd name="T4" fmla="*/ 0 w 1"/>
                <a:gd name="T5" fmla="*/ 1 h 6"/>
                <a:gd name="T6" fmla="*/ 0 60000 65536"/>
                <a:gd name="T7" fmla="*/ 0 60000 65536"/>
                <a:gd name="T8" fmla="*/ 0 60000 65536"/>
                <a:gd name="T9" fmla="*/ 0 w 1"/>
                <a:gd name="T10" fmla="*/ 0 h 6"/>
                <a:gd name="T11" fmla="*/ 1 w 1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6">
                  <a:moveTo>
                    <a:pt x="0" y="0"/>
                  </a:moveTo>
                  <a:lnTo>
                    <a:pt x="0" y="4"/>
                  </a:lnTo>
                  <a:lnTo>
                    <a:pt x="0" y="6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59" name="Freeform 152"/>
            <p:cNvSpPr>
              <a:spLocks/>
            </p:cNvSpPr>
            <p:nvPr/>
          </p:nvSpPr>
          <p:spPr bwMode="auto">
            <a:xfrm>
              <a:off x="3338" y="3728"/>
              <a:ext cx="1" cy="4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 h 6"/>
                <a:gd name="T4" fmla="*/ 0 w 1"/>
                <a:gd name="T5" fmla="*/ 1 h 6"/>
                <a:gd name="T6" fmla="*/ 0 60000 65536"/>
                <a:gd name="T7" fmla="*/ 0 60000 65536"/>
                <a:gd name="T8" fmla="*/ 0 60000 65536"/>
                <a:gd name="T9" fmla="*/ 0 w 1"/>
                <a:gd name="T10" fmla="*/ 0 h 6"/>
                <a:gd name="T11" fmla="*/ 1 w 1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6">
                  <a:moveTo>
                    <a:pt x="0" y="0"/>
                  </a:moveTo>
                  <a:lnTo>
                    <a:pt x="0" y="4"/>
                  </a:lnTo>
                  <a:lnTo>
                    <a:pt x="0" y="6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60" name="Freeform 153"/>
            <p:cNvSpPr>
              <a:spLocks/>
            </p:cNvSpPr>
            <p:nvPr/>
          </p:nvSpPr>
          <p:spPr bwMode="auto">
            <a:xfrm>
              <a:off x="2884" y="3730"/>
              <a:ext cx="456" cy="1"/>
            </a:xfrm>
            <a:custGeom>
              <a:avLst/>
              <a:gdLst>
                <a:gd name="T0" fmla="*/ 0 w 713"/>
                <a:gd name="T1" fmla="*/ 0 h 1"/>
                <a:gd name="T2" fmla="*/ 1 w 713"/>
                <a:gd name="T3" fmla="*/ 0 h 1"/>
                <a:gd name="T4" fmla="*/ 1 w 713"/>
                <a:gd name="T5" fmla="*/ 0 h 1"/>
                <a:gd name="T6" fmla="*/ 0 60000 65536"/>
                <a:gd name="T7" fmla="*/ 0 60000 65536"/>
                <a:gd name="T8" fmla="*/ 0 60000 65536"/>
                <a:gd name="T9" fmla="*/ 0 w 713"/>
                <a:gd name="T10" fmla="*/ 0 h 1"/>
                <a:gd name="T11" fmla="*/ 713 w 71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13" h="1">
                  <a:moveTo>
                    <a:pt x="0" y="0"/>
                  </a:moveTo>
                  <a:lnTo>
                    <a:pt x="711" y="0"/>
                  </a:lnTo>
                  <a:lnTo>
                    <a:pt x="71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61" name="Rectangle 154"/>
            <p:cNvSpPr>
              <a:spLocks noChangeArrowheads="1"/>
            </p:cNvSpPr>
            <p:nvPr/>
          </p:nvSpPr>
          <p:spPr bwMode="auto">
            <a:xfrm>
              <a:off x="2884" y="3857"/>
              <a:ext cx="447" cy="3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62" name="Freeform 155"/>
            <p:cNvSpPr>
              <a:spLocks/>
            </p:cNvSpPr>
            <p:nvPr/>
          </p:nvSpPr>
          <p:spPr bwMode="auto">
            <a:xfrm>
              <a:off x="2884" y="3857"/>
              <a:ext cx="448" cy="1"/>
            </a:xfrm>
            <a:custGeom>
              <a:avLst/>
              <a:gdLst>
                <a:gd name="T0" fmla="*/ 0 w 702"/>
                <a:gd name="T1" fmla="*/ 0 h 1"/>
                <a:gd name="T2" fmla="*/ 1 w 702"/>
                <a:gd name="T3" fmla="*/ 0 h 1"/>
                <a:gd name="T4" fmla="*/ 1 w 702"/>
                <a:gd name="T5" fmla="*/ 0 h 1"/>
                <a:gd name="T6" fmla="*/ 0 60000 65536"/>
                <a:gd name="T7" fmla="*/ 0 60000 65536"/>
                <a:gd name="T8" fmla="*/ 0 60000 65536"/>
                <a:gd name="T9" fmla="*/ 0 w 702"/>
                <a:gd name="T10" fmla="*/ 0 h 1"/>
                <a:gd name="T11" fmla="*/ 702 w 702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2" h="1">
                  <a:moveTo>
                    <a:pt x="0" y="0"/>
                  </a:moveTo>
                  <a:lnTo>
                    <a:pt x="700" y="0"/>
                  </a:lnTo>
                  <a:lnTo>
                    <a:pt x="70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63" name="Freeform 156"/>
            <p:cNvSpPr>
              <a:spLocks/>
            </p:cNvSpPr>
            <p:nvPr/>
          </p:nvSpPr>
          <p:spPr bwMode="auto">
            <a:xfrm>
              <a:off x="2884" y="3857"/>
              <a:ext cx="1" cy="5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 h 7"/>
                <a:gd name="T4" fmla="*/ 0 w 1"/>
                <a:gd name="T5" fmla="*/ 1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0"/>
                  </a:moveTo>
                  <a:lnTo>
                    <a:pt x="0" y="5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64" name="Freeform 157"/>
            <p:cNvSpPr>
              <a:spLocks/>
            </p:cNvSpPr>
            <p:nvPr/>
          </p:nvSpPr>
          <p:spPr bwMode="auto">
            <a:xfrm>
              <a:off x="3331" y="3857"/>
              <a:ext cx="1" cy="5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 h 7"/>
                <a:gd name="T4" fmla="*/ 0 w 1"/>
                <a:gd name="T5" fmla="*/ 1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0"/>
                  </a:moveTo>
                  <a:lnTo>
                    <a:pt x="0" y="5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65" name="Freeform 158"/>
            <p:cNvSpPr>
              <a:spLocks/>
            </p:cNvSpPr>
            <p:nvPr/>
          </p:nvSpPr>
          <p:spPr bwMode="auto">
            <a:xfrm>
              <a:off x="2884" y="3860"/>
              <a:ext cx="448" cy="1"/>
            </a:xfrm>
            <a:custGeom>
              <a:avLst/>
              <a:gdLst>
                <a:gd name="T0" fmla="*/ 0 w 702"/>
                <a:gd name="T1" fmla="*/ 0 h 1"/>
                <a:gd name="T2" fmla="*/ 1 w 702"/>
                <a:gd name="T3" fmla="*/ 0 h 1"/>
                <a:gd name="T4" fmla="*/ 1 w 702"/>
                <a:gd name="T5" fmla="*/ 0 h 1"/>
                <a:gd name="T6" fmla="*/ 0 60000 65536"/>
                <a:gd name="T7" fmla="*/ 0 60000 65536"/>
                <a:gd name="T8" fmla="*/ 0 60000 65536"/>
                <a:gd name="T9" fmla="*/ 0 w 702"/>
                <a:gd name="T10" fmla="*/ 0 h 1"/>
                <a:gd name="T11" fmla="*/ 702 w 702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2" h="1">
                  <a:moveTo>
                    <a:pt x="0" y="0"/>
                  </a:moveTo>
                  <a:lnTo>
                    <a:pt x="700" y="0"/>
                  </a:lnTo>
                  <a:lnTo>
                    <a:pt x="70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66" name="Freeform 159"/>
            <p:cNvSpPr>
              <a:spLocks/>
            </p:cNvSpPr>
            <p:nvPr/>
          </p:nvSpPr>
          <p:spPr bwMode="auto">
            <a:xfrm>
              <a:off x="2724" y="2745"/>
              <a:ext cx="4" cy="1"/>
            </a:xfrm>
            <a:custGeom>
              <a:avLst/>
              <a:gdLst>
                <a:gd name="T0" fmla="*/ 2 w 5"/>
                <a:gd name="T1" fmla="*/ 0 h 1"/>
                <a:gd name="T2" fmla="*/ 2 w 5"/>
                <a:gd name="T3" fmla="*/ 0 h 1"/>
                <a:gd name="T4" fmla="*/ 0 w 5"/>
                <a:gd name="T5" fmla="*/ 0 h 1"/>
                <a:gd name="T6" fmla="*/ 0 60000 65536"/>
                <a:gd name="T7" fmla="*/ 0 60000 65536"/>
                <a:gd name="T8" fmla="*/ 0 60000 65536"/>
                <a:gd name="T9" fmla="*/ 0 w 5"/>
                <a:gd name="T10" fmla="*/ 0 h 1"/>
                <a:gd name="T11" fmla="*/ 5 w 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1">
                  <a:moveTo>
                    <a:pt x="5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67" name="Freeform 160"/>
            <p:cNvSpPr>
              <a:spLocks/>
            </p:cNvSpPr>
            <p:nvPr/>
          </p:nvSpPr>
          <p:spPr bwMode="auto">
            <a:xfrm>
              <a:off x="2724" y="2979"/>
              <a:ext cx="4" cy="1"/>
            </a:xfrm>
            <a:custGeom>
              <a:avLst/>
              <a:gdLst>
                <a:gd name="T0" fmla="*/ 2 w 5"/>
                <a:gd name="T1" fmla="*/ 0 h 1"/>
                <a:gd name="T2" fmla="*/ 2 w 5"/>
                <a:gd name="T3" fmla="*/ 0 h 1"/>
                <a:gd name="T4" fmla="*/ 0 w 5"/>
                <a:gd name="T5" fmla="*/ 0 h 1"/>
                <a:gd name="T6" fmla="*/ 0 60000 65536"/>
                <a:gd name="T7" fmla="*/ 0 60000 65536"/>
                <a:gd name="T8" fmla="*/ 0 60000 65536"/>
                <a:gd name="T9" fmla="*/ 0 w 5"/>
                <a:gd name="T10" fmla="*/ 0 h 1"/>
                <a:gd name="T11" fmla="*/ 5 w 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1">
                  <a:moveTo>
                    <a:pt x="5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68" name="Rectangle 161"/>
            <p:cNvSpPr>
              <a:spLocks noChangeArrowheads="1"/>
            </p:cNvSpPr>
            <p:nvPr/>
          </p:nvSpPr>
          <p:spPr bwMode="auto">
            <a:xfrm>
              <a:off x="873" y="3864"/>
              <a:ext cx="1" cy="11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69" name="Freeform 162"/>
            <p:cNvSpPr>
              <a:spLocks/>
            </p:cNvSpPr>
            <p:nvPr/>
          </p:nvSpPr>
          <p:spPr bwMode="auto">
            <a:xfrm>
              <a:off x="873" y="3863"/>
              <a:ext cx="1" cy="119"/>
            </a:xfrm>
            <a:custGeom>
              <a:avLst/>
              <a:gdLst>
                <a:gd name="T0" fmla="*/ 0 w 1"/>
                <a:gd name="T1" fmla="*/ 1 h 195"/>
                <a:gd name="T2" fmla="*/ 0 w 1"/>
                <a:gd name="T3" fmla="*/ 1 h 195"/>
                <a:gd name="T4" fmla="*/ 0 w 1"/>
                <a:gd name="T5" fmla="*/ 0 h 195"/>
                <a:gd name="T6" fmla="*/ 0 60000 65536"/>
                <a:gd name="T7" fmla="*/ 0 60000 65536"/>
                <a:gd name="T8" fmla="*/ 0 60000 65536"/>
                <a:gd name="T9" fmla="*/ 0 w 1"/>
                <a:gd name="T10" fmla="*/ 0 h 195"/>
                <a:gd name="T11" fmla="*/ 1 w 1"/>
                <a:gd name="T12" fmla="*/ 195 h 1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95">
                  <a:moveTo>
                    <a:pt x="0" y="195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70" name="Freeform 163"/>
            <p:cNvSpPr>
              <a:spLocks/>
            </p:cNvSpPr>
            <p:nvPr/>
          </p:nvSpPr>
          <p:spPr bwMode="auto">
            <a:xfrm>
              <a:off x="873" y="3982"/>
              <a:ext cx="3" cy="1"/>
            </a:xfrm>
            <a:custGeom>
              <a:avLst/>
              <a:gdLst>
                <a:gd name="T0" fmla="*/ 0 w 4"/>
                <a:gd name="T1" fmla="*/ 0 h 1"/>
                <a:gd name="T2" fmla="*/ 2 w 4"/>
                <a:gd name="T3" fmla="*/ 0 h 1"/>
                <a:gd name="T4" fmla="*/ 2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71" name="Freeform 164"/>
            <p:cNvSpPr>
              <a:spLocks/>
            </p:cNvSpPr>
            <p:nvPr/>
          </p:nvSpPr>
          <p:spPr bwMode="auto">
            <a:xfrm>
              <a:off x="873" y="3864"/>
              <a:ext cx="3" cy="1"/>
            </a:xfrm>
            <a:custGeom>
              <a:avLst/>
              <a:gdLst>
                <a:gd name="T0" fmla="*/ 0 w 4"/>
                <a:gd name="T1" fmla="*/ 0 h 1"/>
                <a:gd name="T2" fmla="*/ 2 w 4"/>
                <a:gd name="T3" fmla="*/ 0 h 1"/>
                <a:gd name="T4" fmla="*/ 2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72" name="Freeform 165"/>
            <p:cNvSpPr>
              <a:spLocks/>
            </p:cNvSpPr>
            <p:nvPr/>
          </p:nvSpPr>
          <p:spPr bwMode="auto">
            <a:xfrm>
              <a:off x="874" y="3863"/>
              <a:ext cx="1" cy="119"/>
            </a:xfrm>
            <a:custGeom>
              <a:avLst/>
              <a:gdLst>
                <a:gd name="T0" fmla="*/ 0 w 1"/>
                <a:gd name="T1" fmla="*/ 1 h 195"/>
                <a:gd name="T2" fmla="*/ 0 w 1"/>
                <a:gd name="T3" fmla="*/ 1 h 195"/>
                <a:gd name="T4" fmla="*/ 0 w 1"/>
                <a:gd name="T5" fmla="*/ 0 h 195"/>
                <a:gd name="T6" fmla="*/ 0 60000 65536"/>
                <a:gd name="T7" fmla="*/ 0 60000 65536"/>
                <a:gd name="T8" fmla="*/ 0 60000 65536"/>
                <a:gd name="T9" fmla="*/ 0 w 1"/>
                <a:gd name="T10" fmla="*/ 0 h 195"/>
                <a:gd name="T11" fmla="*/ 1 w 1"/>
                <a:gd name="T12" fmla="*/ 195 h 1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95">
                  <a:moveTo>
                    <a:pt x="0" y="195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73" name="Freeform 166"/>
            <p:cNvSpPr>
              <a:spLocks/>
            </p:cNvSpPr>
            <p:nvPr/>
          </p:nvSpPr>
          <p:spPr bwMode="auto">
            <a:xfrm>
              <a:off x="962" y="4058"/>
              <a:ext cx="56" cy="52"/>
            </a:xfrm>
            <a:custGeom>
              <a:avLst/>
              <a:gdLst>
                <a:gd name="T0" fmla="*/ 1 w 87"/>
                <a:gd name="T1" fmla="*/ 0 h 85"/>
                <a:gd name="T2" fmla="*/ 1 w 87"/>
                <a:gd name="T3" fmla="*/ 1 h 85"/>
                <a:gd name="T4" fmla="*/ 0 w 87"/>
                <a:gd name="T5" fmla="*/ 1 h 85"/>
                <a:gd name="T6" fmla="*/ 0 60000 65536"/>
                <a:gd name="T7" fmla="*/ 0 60000 65536"/>
                <a:gd name="T8" fmla="*/ 0 60000 65536"/>
                <a:gd name="T9" fmla="*/ 0 w 87"/>
                <a:gd name="T10" fmla="*/ 0 h 85"/>
                <a:gd name="T11" fmla="*/ 87 w 87"/>
                <a:gd name="T12" fmla="*/ 85 h 8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7" h="85">
                  <a:moveTo>
                    <a:pt x="87" y="0"/>
                  </a:moveTo>
                  <a:lnTo>
                    <a:pt x="3" y="83"/>
                  </a:lnTo>
                  <a:lnTo>
                    <a:pt x="0" y="8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74" name="Freeform 167"/>
            <p:cNvSpPr>
              <a:spLocks/>
            </p:cNvSpPr>
            <p:nvPr/>
          </p:nvSpPr>
          <p:spPr bwMode="auto">
            <a:xfrm>
              <a:off x="962" y="4056"/>
              <a:ext cx="56" cy="51"/>
            </a:xfrm>
            <a:custGeom>
              <a:avLst/>
              <a:gdLst>
                <a:gd name="T0" fmla="*/ 0 w 87"/>
                <a:gd name="T1" fmla="*/ 1 h 84"/>
                <a:gd name="T2" fmla="*/ 1 w 87"/>
                <a:gd name="T3" fmla="*/ 1 h 84"/>
                <a:gd name="T4" fmla="*/ 1 w 87"/>
                <a:gd name="T5" fmla="*/ 0 h 84"/>
                <a:gd name="T6" fmla="*/ 0 60000 65536"/>
                <a:gd name="T7" fmla="*/ 0 60000 65536"/>
                <a:gd name="T8" fmla="*/ 0 60000 65536"/>
                <a:gd name="T9" fmla="*/ 0 w 87"/>
                <a:gd name="T10" fmla="*/ 0 h 84"/>
                <a:gd name="T11" fmla="*/ 87 w 87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7" h="84">
                  <a:moveTo>
                    <a:pt x="0" y="84"/>
                  </a:moveTo>
                  <a:lnTo>
                    <a:pt x="85" y="3"/>
                  </a:lnTo>
                  <a:lnTo>
                    <a:pt x="8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75" name="Freeform 168"/>
            <p:cNvSpPr>
              <a:spLocks/>
            </p:cNvSpPr>
            <p:nvPr/>
          </p:nvSpPr>
          <p:spPr bwMode="auto">
            <a:xfrm>
              <a:off x="961" y="4105"/>
              <a:ext cx="3" cy="4"/>
            </a:xfrm>
            <a:custGeom>
              <a:avLst/>
              <a:gdLst>
                <a:gd name="T0" fmla="*/ 1 w 5"/>
                <a:gd name="T1" fmla="*/ 2 h 5"/>
                <a:gd name="T2" fmla="*/ 1 w 5"/>
                <a:gd name="T3" fmla="*/ 2 h 5"/>
                <a:gd name="T4" fmla="*/ 0 w 5"/>
                <a:gd name="T5" fmla="*/ 0 h 5"/>
                <a:gd name="T6" fmla="*/ 0 60000 65536"/>
                <a:gd name="T7" fmla="*/ 0 60000 65536"/>
                <a:gd name="T8" fmla="*/ 0 60000 65536"/>
                <a:gd name="T9" fmla="*/ 0 w 5"/>
                <a:gd name="T10" fmla="*/ 0 h 5"/>
                <a:gd name="T11" fmla="*/ 5 w 5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5">
                  <a:moveTo>
                    <a:pt x="5" y="5"/>
                  </a:moveTo>
                  <a:lnTo>
                    <a:pt x="2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76" name="Freeform 169"/>
            <p:cNvSpPr>
              <a:spLocks/>
            </p:cNvSpPr>
            <p:nvPr/>
          </p:nvSpPr>
          <p:spPr bwMode="auto">
            <a:xfrm>
              <a:off x="962" y="4058"/>
              <a:ext cx="56" cy="51"/>
            </a:xfrm>
            <a:custGeom>
              <a:avLst/>
              <a:gdLst>
                <a:gd name="T0" fmla="*/ 1 w 87"/>
                <a:gd name="T1" fmla="*/ 0 h 83"/>
                <a:gd name="T2" fmla="*/ 1 w 87"/>
                <a:gd name="T3" fmla="*/ 0 h 83"/>
                <a:gd name="T4" fmla="*/ 1 w 87"/>
                <a:gd name="T5" fmla="*/ 1 h 83"/>
                <a:gd name="T6" fmla="*/ 0 w 87"/>
                <a:gd name="T7" fmla="*/ 1 h 83"/>
                <a:gd name="T8" fmla="*/ 1 w 87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83"/>
                <a:gd name="T17" fmla="*/ 87 w 87"/>
                <a:gd name="T18" fmla="*/ 83 h 8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83">
                  <a:moveTo>
                    <a:pt x="85" y="0"/>
                  </a:moveTo>
                  <a:lnTo>
                    <a:pt x="87" y="0"/>
                  </a:lnTo>
                  <a:lnTo>
                    <a:pt x="3" y="83"/>
                  </a:lnTo>
                  <a:lnTo>
                    <a:pt x="0" y="81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77" name="Freeform 170"/>
            <p:cNvSpPr>
              <a:spLocks/>
            </p:cNvSpPr>
            <p:nvPr/>
          </p:nvSpPr>
          <p:spPr bwMode="auto">
            <a:xfrm>
              <a:off x="1018" y="4024"/>
              <a:ext cx="0" cy="35"/>
            </a:xfrm>
            <a:custGeom>
              <a:avLst/>
              <a:gdLst>
                <a:gd name="T0" fmla="*/ 0 h 57"/>
                <a:gd name="T1" fmla="*/ 1 h 57"/>
                <a:gd name="T2" fmla="*/ 1 h 57"/>
                <a:gd name="T3" fmla="*/ 0 60000 65536"/>
                <a:gd name="T4" fmla="*/ 0 60000 65536"/>
                <a:gd name="T5" fmla="*/ 0 60000 65536"/>
                <a:gd name="T6" fmla="*/ 0 h 57"/>
                <a:gd name="T7" fmla="*/ 57 h 57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57">
                  <a:moveTo>
                    <a:pt x="0" y="0"/>
                  </a:moveTo>
                  <a:lnTo>
                    <a:pt x="0" y="55"/>
                  </a:lnTo>
                  <a:lnTo>
                    <a:pt x="0" y="5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78" name="Freeform 171"/>
            <p:cNvSpPr>
              <a:spLocks/>
            </p:cNvSpPr>
            <p:nvPr/>
          </p:nvSpPr>
          <p:spPr bwMode="auto">
            <a:xfrm>
              <a:off x="1016" y="4023"/>
              <a:ext cx="1" cy="35"/>
            </a:xfrm>
            <a:custGeom>
              <a:avLst/>
              <a:gdLst>
                <a:gd name="T0" fmla="*/ 0 w 1"/>
                <a:gd name="T1" fmla="*/ 1 h 57"/>
                <a:gd name="T2" fmla="*/ 0 w 1"/>
                <a:gd name="T3" fmla="*/ 1 h 57"/>
                <a:gd name="T4" fmla="*/ 0 w 1"/>
                <a:gd name="T5" fmla="*/ 0 h 57"/>
                <a:gd name="T6" fmla="*/ 0 60000 65536"/>
                <a:gd name="T7" fmla="*/ 0 60000 65536"/>
                <a:gd name="T8" fmla="*/ 0 60000 65536"/>
                <a:gd name="T9" fmla="*/ 0 w 1"/>
                <a:gd name="T10" fmla="*/ 0 h 57"/>
                <a:gd name="T11" fmla="*/ 1 w 1"/>
                <a:gd name="T12" fmla="*/ 57 h 5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57">
                  <a:moveTo>
                    <a:pt x="0" y="57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79" name="Freeform 172"/>
            <p:cNvSpPr>
              <a:spLocks/>
            </p:cNvSpPr>
            <p:nvPr/>
          </p:nvSpPr>
          <p:spPr bwMode="auto">
            <a:xfrm>
              <a:off x="1015" y="4024"/>
              <a:ext cx="3" cy="1"/>
            </a:xfrm>
            <a:custGeom>
              <a:avLst/>
              <a:gdLst>
                <a:gd name="T0" fmla="*/ 1 w 5"/>
                <a:gd name="T1" fmla="*/ 0 h 1"/>
                <a:gd name="T2" fmla="*/ 1 w 5"/>
                <a:gd name="T3" fmla="*/ 0 h 1"/>
                <a:gd name="T4" fmla="*/ 0 w 5"/>
                <a:gd name="T5" fmla="*/ 0 h 1"/>
                <a:gd name="T6" fmla="*/ 0 60000 65536"/>
                <a:gd name="T7" fmla="*/ 0 60000 65536"/>
                <a:gd name="T8" fmla="*/ 0 60000 65536"/>
                <a:gd name="T9" fmla="*/ 0 w 5"/>
                <a:gd name="T10" fmla="*/ 0 h 1"/>
                <a:gd name="T11" fmla="*/ 5 w 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1">
                  <a:moveTo>
                    <a:pt x="5" y="0"/>
                  </a:move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80" name="Rectangle 173"/>
            <p:cNvSpPr>
              <a:spLocks noChangeArrowheads="1"/>
            </p:cNvSpPr>
            <p:nvPr/>
          </p:nvSpPr>
          <p:spPr bwMode="auto">
            <a:xfrm>
              <a:off x="1016" y="4024"/>
              <a:ext cx="2" cy="34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81" name="Freeform 174"/>
            <p:cNvSpPr>
              <a:spLocks/>
            </p:cNvSpPr>
            <p:nvPr/>
          </p:nvSpPr>
          <p:spPr bwMode="auto">
            <a:xfrm>
              <a:off x="927" y="4023"/>
              <a:ext cx="0" cy="19"/>
            </a:xfrm>
            <a:custGeom>
              <a:avLst/>
              <a:gdLst>
                <a:gd name="T0" fmla="*/ 1 h 30"/>
                <a:gd name="T1" fmla="*/ 1 h 30"/>
                <a:gd name="T2" fmla="*/ 0 h 30"/>
                <a:gd name="T3" fmla="*/ 0 60000 65536"/>
                <a:gd name="T4" fmla="*/ 0 60000 65536"/>
                <a:gd name="T5" fmla="*/ 0 60000 65536"/>
                <a:gd name="T6" fmla="*/ 0 h 30"/>
                <a:gd name="T7" fmla="*/ 30 h 30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30">
                  <a:moveTo>
                    <a:pt x="0" y="30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82" name="Freeform 175"/>
            <p:cNvSpPr>
              <a:spLocks/>
            </p:cNvSpPr>
            <p:nvPr/>
          </p:nvSpPr>
          <p:spPr bwMode="auto">
            <a:xfrm>
              <a:off x="928" y="4024"/>
              <a:ext cx="1" cy="18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1 h 28"/>
                <a:gd name="T4" fmla="*/ 0 w 1"/>
                <a:gd name="T5" fmla="*/ 1 h 28"/>
                <a:gd name="T6" fmla="*/ 0 60000 65536"/>
                <a:gd name="T7" fmla="*/ 0 60000 65536"/>
                <a:gd name="T8" fmla="*/ 0 60000 65536"/>
                <a:gd name="T9" fmla="*/ 0 w 1"/>
                <a:gd name="T10" fmla="*/ 0 h 28"/>
                <a:gd name="T11" fmla="*/ 1 w 1"/>
                <a:gd name="T12" fmla="*/ 28 h 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28">
                  <a:moveTo>
                    <a:pt x="0" y="0"/>
                  </a:moveTo>
                  <a:lnTo>
                    <a:pt x="0" y="26"/>
                  </a:lnTo>
                  <a:lnTo>
                    <a:pt x="0" y="28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83" name="Freeform 176"/>
            <p:cNvSpPr>
              <a:spLocks/>
            </p:cNvSpPr>
            <p:nvPr/>
          </p:nvSpPr>
          <p:spPr bwMode="auto">
            <a:xfrm>
              <a:off x="927" y="4024"/>
              <a:ext cx="2" cy="1"/>
            </a:xfrm>
            <a:custGeom>
              <a:avLst/>
              <a:gdLst>
                <a:gd name="T0" fmla="*/ 0 w 4"/>
                <a:gd name="T1" fmla="*/ 0 h 1"/>
                <a:gd name="T2" fmla="*/ 1 w 4"/>
                <a:gd name="T3" fmla="*/ 0 h 1"/>
                <a:gd name="T4" fmla="*/ 1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84" name="Freeform 177"/>
            <p:cNvSpPr>
              <a:spLocks/>
            </p:cNvSpPr>
            <p:nvPr/>
          </p:nvSpPr>
          <p:spPr bwMode="auto">
            <a:xfrm>
              <a:off x="927" y="4024"/>
              <a:ext cx="1" cy="18"/>
            </a:xfrm>
            <a:custGeom>
              <a:avLst/>
              <a:gdLst>
                <a:gd name="T0" fmla="*/ 1 w 2"/>
                <a:gd name="T1" fmla="*/ 1 h 28"/>
                <a:gd name="T2" fmla="*/ 0 w 2"/>
                <a:gd name="T3" fmla="*/ 1 h 28"/>
                <a:gd name="T4" fmla="*/ 0 w 2"/>
                <a:gd name="T5" fmla="*/ 0 h 28"/>
                <a:gd name="T6" fmla="*/ 1 w 2"/>
                <a:gd name="T7" fmla="*/ 0 h 28"/>
                <a:gd name="T8" fmla="*/ 1 w 2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"/>
                <a:gd name="T16" fmla="*/ 0 h 28"/>
                <a:gd name="T17" fmla="*/ 2 w 2"/>
                <a:gd name="T18" fmla="*/ 28 h 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" h="28">
                  <a:moveTo>
                    <a:pt x="2" y="26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2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85" name="Freeform 178"/>
            <p:cNvSpPr>
              <a:spLocks/>
            </p:cNvSpPr>
            <p:nvPr/>
          </p:nvSpPr>
          <p:spPr bwMode="auto">
            <a:xfrm>
              <a:off x="926" y="4042"/>
              <a:ext cx="53" cy="0"/>
            </a:xfrm>
            <a:custGeom>
              <a:avLst/>
              <a:gdLst>
                <a:gd name="T0" fmla="*/ 1 w 84"/>
                <a:gd name="T1" fmla="*/ 1 w 84"/>
                <a:gd name="T2" fmla="*/ 0 w 84"/>
                <a:gd name="T3" fmla="*/ 0 60000 65536"/>
                <a:gd name="T4" fmla="*/ 0 60000 65536"/>
                <a:gd name="T5" fmla="*/ 0 60000 65536"/>
                <a:gd name="T6" fmla="*/ 0 w 84"/>
                <a:gd name="T7" fmla="*/ 84 w 8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84">
                  <a:moveTo>
                    <a:pt x="8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86" name="Freeform 179"/>
            <p:cNvSpPr>
              <a:spLocks/>
            </p:cNvSpPr>
            <p:nvPr/>
          </p:nvSpPr>
          <p:spPr bwMode="auto">
            <a:xfrm>
              <a:off x="928" y="4040"/>
              <a:ext cx="55" cy="1"/>
            </a:xfrm>
            <a:custGeom>
              <a:avLst/>
              <a:gdLst>
                <a:gd name="T0" fmla="*/ 0 w 87"/>
                <a:gd name="T1" fmla="*/ 0 h 1"/>
                <a:gd name="T2" fmla="*/ 1 w 87"/>
                <a:gd name="T3" fmla="*/ 0 h 1"/>
                <a:gd name="T4" fmla="*/ 1 w 87"/>
                <a:gd name="T5" fmla="*/ 0 h 1"/>
                <a:gd name="T6" fmla="*/ 0 60000 65536"/>
                <a:gd name="T7" fmla="*/ 0 60000 65536"/>
                <a:gd name="T8" fmla="*/ 0 60000 65536"/>
                <a:gd name="T9" fmla="*/ 0 w 87"/>
                <a:gd name="T10" fmla="*/ 0 h 1"/>
                <a:gd name="T11" fmla="*/ 87 w 87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7" h="1">
                  <a:moveTo>
                    <a:pt x="0" y="0"/>
                  </a:moveTo>
                  <a:lnTo>
                    <a:pt x="84" y="0"/>
                  </a:lnTo>
                  <a:lnTo>
                    <a:pt x="8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87" name="Freeform 180"/>
            <p:cNvSpPr>
              <a:spLocks/>
            </p:cNvSpPr>
            <p:nvPr/>
          </p:nvSpPr>
          <p:spPr bwMode="auto">
            <a:xfrm>
              <a:off x="927" y="4040"/>
              <a:ext cx="55" cy="2"/>
            </a:xfrm>
            <a:custGeom>
              <a:avLst/>
              <a:gdLst>
                <a:gd name="T0" fmla="*/ 1 w 86"/>
                <a:gd name="T1" fmla="*/ 0 h 2"/>
                <a:gd name="T2" fmla="*/ 1 w 86"/>
                <a:gd name="T3" fmla="*/ 2 h 2"/>
                <a:gd name="T4" fmla="*/ 0 w 86"/>
                <a:gd name="T5" fmla="*/ 2 h 2"/>
                <a:gd name="T6" fmla="*/ 1 w 86"/>
                <a:gd name="T7" fmla="*/ 0 h 2"/>
                <a:gd name="T8" fmla="*/ 1 w 86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2"/>
                <a:gd name="T17" fmla="*/ 86 w 86"/>
                <a:gd name="T18" fmla="*/ 2 h 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2">
                  <a:moveTo>
                    <a:pt x="86" y="0"/>
                  </a:moveTo>
                  <a:lnTo>
                    <a:pt x="82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88" name="Freeform 181"/>
            <p:cNvSpPr>
              <a:spLocks/>
            </p:cNvSpPr>
            <p:nvPr/>
          </p:nvSpPr>
          <p:spPr bwMode="auto">
            <a:xfrm>
              <a:off x="945" y="4040"/>
              <a:ext cx="35" cy="50"/>
            </a:xfrm>
            <a:custGeom>
              <a:avLst/>
              <a:gdLst>
                <a:gd name="T0" fmla="*/ 0 w 55"/>
                <a:gd name="T1" fmla="*/ 1 h 81"/>
                <a:gd name="T2" fmla="*/ 1 w 55"/>
                <a:gd name="T3" fmla="*/ 1 h 81"/>
                <a:gd name="T4" fmla="*/ 1 w 55"/>
                <a:gd name="T5" fmla="*/ 0 h 81"/>
                <a:gd name="T6" fmla="*/ 0 60000 65536"/>
                <a:gd name="T7" fmla="*/ 0 60000 65536"/>
                <a:gd name="T8" fmla="*/ 0 60000 65536"/>
                <a:gd name="T9" fmla="*/ 0 w 55"/>
                <a:gd name="T10" fmla="*/ 0 h 81"/>
                <a:gd name="T11" fmla="*/ 55 w 55"/>
                <a:gd name="T12" fmla="*/ 81 h 8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" h="81">
                  <a:moveTo>
                    <a:pt x="0" y="81"/>
                  </a:moveTo>
                  <a:lnTo>
                    <a:pt x="53" y="2"/>
                  </a:lnTo>
                  <a:lnTo>
                    <a:pt x="5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89" name="Freeform 182"/>
            <p:cNvSpPr>
              <a:spLocks/>
            </p:cNvSpPr>
            <p:nvPr/>
          </p:nvSpPr>
          <p:spPr bwMode="auto">
            <a:xfrm>
              <a:off x="944" y="4040"/>
              <a:ext cx="38" cy="54"/>
            </a:xfrm>
            <a:custGeom>
              <a:avLst/>
              <a:gdLst>
                <a:gd name="T0" fmla="*/ 1 w 59"/>
                <a:gd name="T1" fmla="*/ 0 h 88"/>
                <a:gd name="T2" fmla="*/ 1 w 59"/>
                <a:gd name="T3" fmla="*/ 1 h 88"/>
                <a:gd name="T4" fmla="*/ 0 w 59"/>
                <a:gd name="T5" fmla="*/ 1 h 88"/>
                <a:gd name="T6" fmla="*/ 0 60000 65536"/>
                <a:gd name="T7" fmla="*/ 0 60000 65536"/>
                <a:gd name="T8" fmla="*/ 0 60000 65536"/>
                <a:gd name="T9" fmla="*/ 0 w 59"/>
                <a:gd name="T10" fmla="*/ 0 h 88"/>
                <a:gd name="T11" fmla="*/ 59 w 59"/>
                <a:gd name="T12" fmla="*/ 88 h 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" h="88">
                  <a:moveTo>
                    <a:pt x="59" y="0"/>
                  </a:moveTo>
                  <a:lnTo>
                    <a:pt x="2" y="86"/>
                  </a:lnTo>
                  <a:lnTo>
                    <a:pt x="0" y="88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90" name="Freeform 183"/>
            <p:cNvSpPr>
              <a:spLocks/>
            </p:cNvSpPr>
            <p:nvPr/>
          </p:nvSpPr>
          <p:spPr bwMode="auto">
            <a:xfrm>
              <a:off x="945" y="4040"/>
              <a:ext cx="37" cy="53"/>
            </a:xfrm>
            <a:custGeom>
              <a:avLst/>
              <a:gdLst>
                <a:gd name="T0" fmla="*/ 0 w 57"/>
                <a:gd name="T1" fmla="*/ 1 h 86"/>
                <a:gd name="T2" fmla="*/ 0 w 57"/>
                <a:gd name="T3" fmla="*/ 1 h 86"/>
                <a:gd name="T4" fmla="*/ 1 w 57"/>
                <a:gd name="T5" fmla="*/ 1 h 86"/>
                <a:gd name="T6" fmla="*/ 1 w 57"/>
                <a:gd name="T7" fmla="*/ 0 h 86"/>
                <a:gd name="T8" fmla="*/ 0 w 57"/>
                <a:gd name="T9" fmla="*/ 1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86"/>
                <a:gd name="T17" fmla="*/ 57 w 57"/>
                <a:gd name="T18" fmla="*/ 86 h 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86">
                  <a:moveTo>
                    <a:pt x="0" y="86"/>
                  </a:moveTo>
                  <a:lnTo>
                    <a:pt x="0" y="81"/>
                  </a:lnTo>
                  <a:lnTo>
                    <a:pt x="53" y="2"/>
                  </a:lnTo>
                  <a:lnTo>
                    <a:pt x="57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91" name="Freeform 184"/>
            <p:cNvSpPr>
              <a:spLocks/>
            </p:cNvSpPr>
            <p:nvPr/>
          </p:nvSpPr>
          <p:spPr bwMode="auto">
            <a:xfrm>
              <a:off x="801" y="4090"/>
              <a:ext cx="146" cy="0"/>
            </a:xfrm>
            <a:custGeom>
              <a:avLst/>
              <a:gdLst>
                <a:gd name="T0" fmla="*/ 0 w 228"/>
                <a:gd name="T1" fmla="*/ 1 w 228"/>
                <a:gd name="T2" fmla="*/ 1 w 228"/>
                <a:gd name="T3" fmla="*/ 0 60000 65536"/>
                <a:gd name="T4" fmla="*/ 0 60000 65536"/>
                <a:gd name="T5" fmla="*/ 0 60000 65536"/>
                <a:gd name="T6" fmla="*/ 0 w 228"/>
                <a:gd name="T7" fmla="*/ 228 w 228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228">
                  <a:moveTo>
                    <a:pt x="0" y="0"/>
                  </a:moveTo>
                  <a:lnTo>
                    <a:pt x="226" y="0"/>
                  </a:lnTo>
                  <a:lnTo>
                    <a:pt x="22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92" name="Freeform 185"/>
            <p:cNvSpPr>
              <a:spLocks/>
            </p:cNvSpPr>
            <p:nvPr/>
          </p:nvSpPr>
          <p:spPr bwMode="auto">
            <a:xfrm>
              <a:off x="802" y="4093"/>
              <a:ext cx="143" cy="1"/>
            </a:xfrm>
            <a:custGeom>
              <a:avLst/>
              <a:gdLst>
                <a:gd name="T0" fmla="*/ 1 w 224"/>
                <a:gd name="T1" fmla="*/ 0 h 1"/>
                <a:gd name="T2" fmla="*/ 1 w 224"/>
                <a:gd name="T3" fmla="*/ 0 h 1"/>
                <a:gd name="T4" fmla="*/ 0 w 224"/>
                <a:gd name="T5" fmla="*/ 0 h 1"/>
                <a:gd name="T6" fmla="*/ 0 60000 65536"/>
                <a:gd name="T7" fmla="*/ 0 60000 65536"/>
                <a:gd name="T8" fmla="*/ 0 60000 65536"/>
                <a:gd name="T9" fmla="*/ 0 w 224"/>
                <a:gd name="T10" fmla="*/ 0 h 1"/>
                <a:gd name="T11" fmla="*/ 224 w 22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4" h="1">
                  <a:moveTo>
                    <a:pt x="22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93" name="Freeform 186"/>
            <p:cNvSpPr>
              <a:spLocks/>
            </p:cNvSpPr>
            <p:nvPr/>
          </p:nvSpPr>
          <p:spPr bwMode="auto">
            <a:xfrm>
              <a:off x="801" y="4090"/>
              <a:ext cx="144" cy="3"/>
            </a:xfrm>
            <a:custGeom>
              <a:avLst/>
              <a:gdLst>
                <a:gd name="T0" fmla="*/ 1 w 226"/>
                <a:gd name="T1" fmla="*/ 1 h 5"/>
                <a:gd name="T2" fmla="*/ 0 w 226"/>
                <a:gd name="T3" fmla="*/ 0 h 5"/>
                <a:gd name="T4" fmla="*/ 1 w 226"/>
                <a:gd name="T5" fmla="*/ 0 h 5"/>
                <a:gd name="T6" fmla="*/ 1 w 226"/>
                <a:gd name="T7" fmla="*/ 1 h 5"/>
                <a:gd name="T8" fmla="*/ 1 w 226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6"/>
                <a:gd name="T16" fmla="*/ 0 h 5"/>
                <a:gd name="T17" fmla="*/ 226 w 226"/>
                <a:gd name="T18" fmla="*/ 5 h 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6" h="5">
                  <a:moveTo>
                    <a:pt x="4" y="5"/>
                  </a:moveTo>
                  <a:lnTo>
                    <a:pt x="0" y="0"/>
                  </a:lnTo>
                  <a:lnTo>
                    <a:pt x="226" y="0"/>
                  </a:lnTo>
                  <a:lnTo>
                    <a:pt x="226" y="5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94" name="Freeform 187"/>
            <p:cNvSpPr>
              <a:spLocks/>
            </p:cNvSpPr>
            <p:nvPr/>
          </p:nvSpPr>
          <p:spPr bwMode="auto">
            <a:xfrm>
              <a:off x="801" y="4088"/>
              <a:ext cx="0" cy="21"/>
            </a:xfrm>
            <a:custGeom>
              <a:avLst/>
              <a:gdLst>
                <a:gd name="T0" fmla="*/ 1 h 33"/>
                <a:gd name="T1" fmla="*/ 1 h 33"/>
                <a:gd name="T2" fmla="*/ 0 h 33"/>
                <a:gd name="T3" fmla="*/ 0 60000 65536"/>
                <a:gd name="T4" fmla="*/ 0 60000 65536"/>
                <a:gd name="T5" fmla="*/ 0 60000 65536"/>
                <a:gd name="T6" fmla="*/ 0 h 33"/>
                <a:gd name="T7" fmla="*/ 33 h 33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33">
                  <a:moveTo>
                    <a:pt x="0" y="33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95" name="Freeform 188"/>
            <p:cNvSpPr>
              <a:spLocks/>
            </p:cNvSpPr>
            <p:nvPr/>
          </p:nvSpPr>
          <p:spPr bwMode="auto">
            <a:xfrm>
              <a:off x="804" y="4093"/>
              <a:ext cx="1" cy="17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1 h 28"/>
                <a:gd name="T4" fmla="*/ 0 w 1"/>
                <a:gd name="T5" fmla="*/ 1 h 28"/>
                <a:gd name="T6" fmla="*/ 0 60000 65536"/>
                <a:gd name="T7" fmla="*/ 0 60000 65536"/>
                <a:gd name="T8" fmla="*/ 0 60000 65536"/>
                <a:gd name="T9" fmla="*/ 0 w 1"/>
                <a:gd name="T10" fmla="*/ 0 h 28"/>
                <a:gd name="T11" fmla="*/ 1 w 1"/>
                <a:gd name="T12" fmla="*/ 28 h 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28">
                  <a:moveTo>
                    <a:pt x="0" y="0"/>
                  </a:moveTo>
                  <a:lnTo>
                    <a:pt x="0" y="26"/>
                  </a:lnTo>
                  <a:lnTo>
                    <a:pt x="0" y="28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96" name="Freeform 189"/>
            <p:cNvSpPr>
              <a:spLocks/>
            </p:cNvSpPr>
            <p:nvPr/>
          </p:nvSpPr>
          <p:spPr bwMode="auto">
            <a:xfrm>
              <a:off x="801" y="4109"/>
              <a:ext cx="5" cy="0"/>
            </a:xfrm>
            <a:custGeom>
              <a:avLst/>
              <a:gdLst>
                <a:gd name="T0" fmla="*/ 0 w 7"/>
                <a:gd name="T1" fmla="*/ 1 w 7"/>
                <a:gd name="T2" fmla="*/ 1 w 7"/>
                <a:gd name="T3" fmla="*/ 0 60000 65536"/>
                <a:gd name="T4" fmla="*/ 0 60000 65536"/>
                <a:gd name="T5" fmla="*/ 0 60000 65536"/>
                <a:gd name="T6" fmla="*/ 0 w 7"/>
                <a:gd name="T7" fmla="*/ 7 w 7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7">
                  <a:moveTo>
                    <a:pt x="0" y="0"/>
                  </a:moveTo>
                  <a:lnTo>
                    <a:pt x="4" y="0"/>
                  </a:lnTo>
                  <a:lnTo>
                    <a:pt x="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97" name="Freeform 190"/>
            <p:cNvSpPr>
              <a:spLocks/>
            </p:cNvSpPr>
            <p:nvPr/>
          </p:nvSpPr>
          <p:spPr bwMode="auto">
            <a:xfrm>
              <a:off x="801" y="4090"/>
              <a:ext cx="3" cy="19"/>
            </a:xfrm>
            <a:custGeom>
              <a:avLst/>
              <a:gdLst>
                <a:gd name="T0" fmla="*/ 2 w 4"/>
                <a:gd name="T1" fmla="*/ 1 h 31"/>
                <a:gd name="T2" fmla="*/ 0 w 4"/>
                <a:gd name="T3" fmla="*/ 1 h 31"/>
                <a:gd name="T4" fmla="*/ 0 w 4"/>
                <a:gd name="T5" fmla="*/ 0 h 31"/>
                <a:gd name="T6" fmla="*/ 2 w 4"/>
                <a:gd name="T7" fmla="*/ 1 h 31"/>
                <a:gd name="T8" fmla="*/ 2 w 4"/>
                <a:gd name="T9" fmla="*/ 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"/>
                <a:gd name="T16" fmla="*/ 0 h 31"/>
                <a:gd name="T17" fmla="*/ 4 w 4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" h="31">
                  <a:moveTo>
                    <a:pt x="4" y="31"/>
                  </a:moveTo>
                  <a:lnTo>
                    <a:pt x="0" y="31"/>
                  </a:lnTo>
                  <a:lnTo>
                    <a:pt x="0" y="0"/>
                  </a:lnTo>
                  <a:lnTo>
                    <a:pt x="4" y="5"/>
                  </a:lnTo>
                  <a:lnTo>
                    <a:pt x="4" y="31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98" name="Freeform 191"/>
            <p:cNvSpPr>
              <a:spLocks/>
            </p:cNvSpPr>
            <p:nvPr/>
          </p:nvSpPr>
          <p:spPr bwMode="auto">
            <a:xfrm>
              <a:off x="873" y="3982"/>
              <a:ext cx="46" cy="42"/>
            </a:xfrm>
            <a:custGeom>
              <a:avLst/>
              <a:gdLst>
                <a:gd name="T0" fmla="*/ 1 w 73"/>
                <a:gd name="T1" fmla="*/ 1 h 70"/>
                <a:gd name="T2" fmla="*/ 1 w 73"/>
                <a:gd name="T3" fmla="*/ 1 h 70"/>
                <a:gd name="T4" fmla="*/ 1 w 73"/>
                <a:gd name="T5" fmla="*/ 1 h 70"/>
                <a:gd name="T6" fmla="*/ 1 w 73"/>
                <a:gd name="T7" fmla="*/ 1 h 70"/>
                <a:gd name="T8" fmla="*/ 1 w 73"/>
                <a:gd name="T9" fmla="*/ 1 h 70"/>
                <a:gd name="T10" fmla="*/ 1 w 73"/>
                <a:gd name="T11" fmla="*/ 1 h 70"/>
                <a:gd name="T12" fmla="*/ 1 w 73"/>
                <a:gd name="T13" fmla="*/ 1 h 70"/>
                <a:gd name="T14" fmla="*/ 1 w 73"/>
                <a:gd name="T15" fmla="*/ 1 h 70"/>
                <a:gd name="T16" fmla="*/ 1 w 73"/>
                <a:gd name="T17" fmla="*/ 1 h 70"/>
                <a:gd name="T18" fmla="*/ 1 w 73"/>
                <a:gd name="T19" fmla="*/ 1 h 70"/>
                <a:gd name="T20" fmla="*/ 1 w 73"/>
                <a:gd name="T21" fmla="*/ 0 h 70"/>
                <a:gd name="T22" fmla="*/ 0 w 73"/>
                <a:gd name="T23" fmla="*/ 0 h 70"/>
                <a:gd name="T24" fmla="*/ 1 w 73"/>
                <a:gd name="T25" fmla="*/ 1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3"/>
                <a:gd name="T40" fmla="*/ 0 h 70"/>
                <a:gd name="T41" fmla="*/ 73 w 73"/>
                <a:gd name="T42" fmla="*/ 70 h 7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3" h="70">
                  <a:moveTo>
                    <a:pt x="2" y="22"/>
                  </a:moveTo>
                  <a:lnTo>
                    <a:pt x="13" y="41"/>
                  </a:lnTo>
                  <a:lnTo>
                    <a:pt x="29" y="57"/>
                  </a:lnTo>
                  <a:lnTo>
                    <a:pt x="49" y="68"/>
                  </a:lnTo>
                  <a:lnTo>
                    <a:pt x="73" y="70"/>
                  </a:lnTo>
                  <a:lnTo>
                    <a:pt x="73" y="68"/>
                  </a:lnTo>
                  <a:lnTo>
                    <a:pt x="51" y="63"/>
                  </a:lnTo>
                  <a:lnTo>
                    <a:pt x="31" y="55"/>
                  </a:lnTo>
                  <a:lnTo>
                    <a:pt x="15" y="39"/>
                  </a:lnTo>
                  <a:lnTo>
                    <a:pt x="7" y="2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99" name="Freeform 192"/>
            <p:cNvSpPr>
              <a:spLocks/>
            </p:cNvSpPr>
            <p:nvPr/>
          </p:nvSpPr>
          <p:spPr bwMode="auto">
            <a:xfrm>
              <a:off x="872" y="3981"/>
              <a:ext cx="2" cy="14"/>
            </a:xfrm>
            <a:custGeom>
              <a:avLst/>
              <a:gdLst>
                <a:gd name="T0" fmla="*/ 1 w 4"/>
                <a:gd name="T1" fmla="*/ 1 h 24"/>
                <a:gd name="T2" fmla="*/ 1 w 4"/>
                <a:gd name="T3" fmla="*/ 1 h 24"/>
                <a:gd name="T4" fmla="*/ 0 w 4"/>
                <a:gd name="T5" fmla="*/ 0 h 24"/>
                <a:gd name="T6" fmla="*/ 0 60000 65536"/>
                <a:gd name="T7" fmla="*/ 0 60000 65536"/>
                <a:gd name="T8" fmla="*/ 0 60000 65536"/>
                <a:gd name="T9" fmla="*/ 0 w 4"/>
                <a:gd name="T10" fmla="*/ 0 h 24"/>
                <a:gd name="T11" fmla="*/ 4 w 4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24">
                  <a:moveTo>
                    <a:pt x="4" y="24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00" name="Freeform 193"/>
            <p:cNvSpPr>
              <a:spLocks/>
            </p:cNvSpPr>
            <p:nvPr/>
          </p:nvSpPr>
          <p:spPr bwMode="auto">
            <a:xfrm>
              <a:off x="873" y="3994"/>
              <a:ext cx="9" cy="13"/>
            </a:xfrm>
            <a:custGeom>
              <a:avLst/>
              <a:gdLst>
                <a:gd name="T0" fmla="*/ 1 w 13"/>
                <a:gd name="T1" fmla="*/ 1 h 21"/>
                <a:gd name="T2" fmla="*/ 1 w 13"/>
                <a:gd name="T3" fmla="*/ 1 h 21"/>
                <a:gd name="T4" fmla="*/ 0 w 13"/>
                <a:gd name="T5" fmla="*/ 0 h 21"/>
                <a:gd name="T6" fmla="*/ 0 60000 65536"/>
                <a:gd name="T7" fmla="*/ 0 60000 65536"/>
                <a:gd name="T8" fmla="*/ 0 60000 65536"/>
                <a:gd name="T9" fmla="*/ 0 w 13"/>
                <a:gd name="T10" fmla="*/ 0 h 21"/>
                <a:gd name="T11" fmla="*/ 13 w 13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21">
                  <a:moveTo>
                    <a:pt x="13" y="21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01" name="Freeform 194"/>
            <p:cNvSpPr>
              <a:spLocks/>
            </p:cNvSpPr>
            <p:nvPr/>
          </p:nvSpPr>
          <p:spPr bwMode="auto">
            <a:xfrm>
              <a:off x="880" y="4005"/>
              <a:ext cx="11" cy="12"/>
            </a:xfrm>
            <a:custGeom>
              <a:avLst/>
              <a:gdLst>
                <a:gd name="T0" fmla="*/ 1 w 18"/>
                <a:gd name="T1" fmla="*/ 1 h 18"/>
                <a:gd name="T2" fmla="*/ 1 w 18"/>
                <a:gd name="T3" fmla="*/ 1 h 18"/>
                <a:gd name="T4" fmla="*/ 0 w 18"/>
                <a:gd name="T5" fmla="*/ 0 h 18"/>
                <a:gd name="T6" fmla="*/ 0 60000 65536"/>
                <a:gd name="T7" fmla="*/ 0 60000 65536"/>
                <a:gd name="T8" fmla="*/ 0 60000 65536"/>
                <a:gd name="T9" fmla="*/ 0 w 18"/>
                <a:gd name="T10" fmla="*/ 0 h 18"/>
                <a:gd name="T11" fmla="*/ 18 w 18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18">
                  <a:moveTo>
                    <a:pt x="18" y="18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02" name="Freeform 195"/>
            <p:cNvSpPr>
              <a:spLocks/>
            </p:cNvSpPr>
            <p:nvPr/>
          </p:nvSpPr>
          <p:spPr bwMode="auto">
            <a:xfrm>
              <a:off x="890" y="4016"/>
              <a:ext cx="14" cy="7"/>
            </a:xfrm>
            <a:custGeom>
              <a:avLst/>
              <a:gdLst>
                <a:gd name="T0" fmla="*/ 1 w 23"/>
                <a:gd name="T1" fmla="*/ 1 h 13"/>
                <a:gd name="T2" fmla="*/ 1 w 23"/>
                <a:gd name="T3" fmla="*/ 1 h 13"/>
                <a:gd name="T4" fmla="*/ 0 w 23"/>
                <a:gd name="T5" fmla="*/ 0 h 13"/>
                <a:gd name="T6" fmla="*/ 0 60000 65536"/>
                <a:gd name="T7" fmla="*/ 0 60000 65536"/>
                <a:gd name="T8" fmla="*/ 0 60000 65536"/>
                <a:gd name="T9" fmla="*/ 0 w 23"/>
                <a:gd name="T10" fmla="*/ 0 h 13"/>
                <a:gd name="T11" fmla="*/ 23 w 23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13">
                  <a:moveTo>
                    <a:pt x="23" y="13"/>
                  </a:moveTo>
                  <a:lnTo>
                    <a:pt x="3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03" name="Freeform 196"/>
            <p:cNvSpPr>
              <a:spLocks/>
            </p:cNvSpPr>
            <p:nvPr/>
          </p:nvSpPr>
          <p:spPr bwMode="auto">
            <a:xfrm>
              <a:off x="902" y="4021"/>
              <a:ext cx="17" cy="3"/>
            </a:xfrm>
            <a:custGeom>
              <a:avLst/>
              <a:gdLst>
                <a:gd name="T0" fmla="*/ 1 w 27"/>
                <a:gd name="T1" fmla="*/ 1 h 5"/>
                <a:gd name="T2" fmla="*/ 1 w 27"/>
                <a:gd name="T3" fmla="*/ 1 h 5"/>
                <a:gd name="T4" fmla="*/ 0 w 27"/>
                <a:gd name="T5" fmla="*/ 0 h 5"/>
                <a:gd name="T6" fmla="*/ 0 60000 65536"/>
                <a:gd name="T7" fmla="*/ 0 60000 65536"/>
                <a:gd name="T8" fmla="*/ 0 60000 65536"/>
                <a:gd name="T9" fmla="*/ 0 w 27"/>
                <a:gd name="T10" fmla="*/ 0 h 5"/>
                <a:gd name="T11" fmla="*/ 27 w 27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" h="5">
                  <a:moveTo>
                    <a:pt x="27" y="5"/>
                  </a:moveTo>
                  <a:lnTo>
                    <a:pt x="3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04" name="Freeform 197"/>
            <p:cNvSpPr>
              <a:spLocks/>
            </p:cNvSpPr>
            <p:nvPr/>
          </p:nvSpPr>
          <p:spPr bwMode="auto">
            <a:xfrm>
              <a:off x="873" y="3981"/>
              <a:ext cx="4" cy="13"/>
            </a:xfrm>
            <a:custGeom>
              <a:avLst/>
              <a:gdLst>
                <a:gd name="T0" fmla="*/ 1 w 7"/>
                <a:gd name="T1" fmla="*/ 1 h 22"/>
                <a:gd name="T2" fmla="*/ 1 w 7"/>
                <a:gd name="T3" fmla="*/ 1 h 22"/>
                <a:gd name="T4" fmla="*/ 0 w 7"/>
                <a:gd name="T5" fmla="*/ 0 h 22"/>
                <a:gd name="T6" fmla="*/ 0 60000 65536"/>
                <a:gd name="T7" fmla="*/ 0 60000 65536"/>
                <a:gd name="T8" fmla="*/ 0 60000 65536"/>
                <a:gd name="T9" fmla="*/ 0 w 7"/>
                <a:gd name="T10" fmla="*/ 0 h 22"/>
                <a:gd name="T11" fmla="*/ 7 w 7"/>
                <a:gd name="T12" fmla="*/ 22 h 2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22">
                  <a:moveTo>
                    <a:pt x="7" y="22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05" name="Freeform 198"/>
            <p:cNvSpPr>
              <a:spLocks/>
            </p:cNvSpPr>
            <p:nvPr/>
          </p:nvSpPr>
          <p:spPr bwMode="auto">
            <a:xfrm>
              <a:off x="876" y="3992"/>
              <a:ext cx="7" cy="13"/>
            </a:xfrm>
            <a:custGeom>
              <a:avLst/>
              <a:gdLst>
                <a:gd name="T0" fmla="*/ 1 w 11"/>
                <a:gd name="T1" fmla="*/ 1 h 22"/>
                <a:gd name="T2" fmla="*/ 1 w 11"/>
                <a:gd name="T3" fmla="*/ 1 h 22"/>
                <a:gd name="T4" fmla="*/ 0 w 11"/>
                <a:gd name="T5" fmla="*/ 0 h 22"/>
                <a:gd name="T6" fmla="*/ 0 60000 65536"/>
                <a:gd name="T7" fmla="*/ 0 60000 65536"/>
                <a:gd name="T8" fmla="*/ 0 60000 65536"/>
                <a:gd name="T9" fmla="*/ 0 w 11"/>
                <a:gd name="T10" fmla="*/ 0 h 22"/>
                <a:gd name="T11" fmla="*/ 11 w 11"/>
                <a:gd name="T12" fmla="*/ 22 h 2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22">
                  <a:moveTo>
                    <a:pt x="11" y="22"/>
                  </a:moveTo>
                  <a:lnTo>
                    <a:pt x="3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06" name="Freeform 199"/>
            <p:cNvSpPr>
              <a:spLocks/>
            </p:cNvSpPr>
            <p:nvPr/>
          </p:nvSpPr>
          <p:spPr bwMode="auto">
            <a:xfrm>
              <a:off x="882" y="4004"/>
              <a:ext cx="11" cy="12"/>
            </a:xfrm>
            <a:custGeom>
              <a:avLst/>
              <a:gdLst>
                <a:gd name="T0" fmla="*/ 1 w 18"/>
                <a:gd name="T1" fmla="*/ 1 h 18"/>
                <a:gd name="T2" fmla="*/ 1 w 18"/>
                <a:gd name="T3" fmla="*/ 1 h 18"/>
                <a:gd name="T4" fmla="*/ 0 w 18"/>
                <a:gd name="T5" fmla="*/ 0 h 18"/>
                <a:gd name="T6" fmla="*/ 0 60000 65536"/>
                <a:gd name="T7" fmla="*/ 0 60000 65536"/>
                <a:gd name="T8" fmla="*/ 0 60000 65536"/>
                <a:gd name="T9" fmla="*/ 0 w 18"/>
                <a:gd name="T10" fmla="*/ 0 h 18"/>
                <a:gd name="T11" fmla="*/ 18 w 18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18">
                  <a:moveTo>
                    <a:pt x="18" y="18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07" name="Freeform 200"/>
            <p:cNvSpPr>
              <a:spLocks/>
            </p:cNvSpPr>
            <p:nvPr/>
          </p:nvSpPr>
          <p:spPr bwMode="auto">
            <a:xfrm>
              <a:off x="891" y="4014"/>
              <a:ext cx="14" cy="6"/>
            </a:xfrm>
            <a:custGeom>
              <a:avLst/>
              <a:gdLst>
                <a:gd name="T0" fmla="*/ 1 w 22"/>
                <a:gd name="T1" fmla="*/ 1 h 11"/>
                <a:gd name="T2" fmla="*/ 1 w 22"/>
                <a:gd name="T3" fmla="*/ 1 h 11"/>
                <a:gd name="T4" fmla="*/ 0 w 22"/>
                <a:gd name="T5" fmla="*/ 0 h 11"/>
                <a:gd name="T6" fmla="*/ 0 60000 65536"/>
                <a:gd name="T7" fmla="*/ 0 60000 65536"/>
                <a:gd name="T8" fmla="*/ 0 60000 65536"/>
                <a:gd name="T9" fmla="*/ 0 w 22"/>
                <a:gd name="T10" fmla="*/ 0 h 11"/>
                <a:gd name="T11" fmla="*/ 22 w 22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" h="11">
                  <a:moveTo>
                    <a:pt x="22" y="11"/>
                  </a:moveTo>
                  <a:lnTo>
                    <a:pt x="2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08" name="Freeform 201"/>
            <p:cNvSpPr>
              <a:spLocks/>
            </p:cNvSpPr>
            <p:nvPr/>
          </p:nvSpPr>
          <p:spPr bwMode="auto">
            <a:xfrm>
              <a:off x="904" y="4020"/>
              <a:ext cx="15" cy="3"/>
            </a:xfrm>
            <a:custGeom>
              <a:avLst/>
              <a:gdLst>
                <a:gd name="T0" fmla="*/ 1 w 24"/>
                <a:gd name="T1" fmla="*/ 0 h 7"/>
                <a:gd name="T2" fmla="*/ 1 w 24"/>
                <a:gd name="T3" fmla="*/ 0 h 7"/>
                <a:gd name="T4" fmla="*/ 0 w 24"/>
                <a:gd name="T5" fmla="*/ 0 h 7"/>
                <a:gd name="T6" fmla="*/ 0 60000 65536"/>
                <a:gd name="T7" fmla="*/ 0 60000 65536"/>
                <a:gd name="T8" fmla="*/ 0 60000 65536"/>
                <a:gd name="T9" fmla="*/ 0 w 24"/>
                <a:gd name="T10" fmla="*/ 0 h 7"/>
                <a:gd name="T11" fmla="*/ 24 w 24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7">
                  <a:moveTo>
                    <a:pt x="24" y="7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09" name="Freeform 202"/>
            <p:cNvSpPr>
              <a:spLocks/>
            </p:cNvSpPr>
            <p:nvPr/>
          </p:nvSpPr>
          <p:spPr bwMode="auto">
            <a:xfrm>
              <a:off x="873" y="3982"/>
              <a:ext cx="3" cy="1"/>
            </a:xfrm>
            <a:custGeom>
              <a:avLst/>
              <a:gdLst>
                <a:gd name="T0" fmla="*/ 0 w 4"/>
                <a:gd name="T1" fmla="*/ 0 h 1"/>
                <a:gd name="T2" fmla="*/ 2 w 4"/>
                <a:gd name="T3" fmla="*/ 0 h 1"/>
                <a:gd name="T4" fmla="*/ 2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10" name="Freeform 203"/>
            <p:cNvSpPr>
              <a:spLocks/>
            </p:cNvSpPr>
            <p:nvPr/>
          </p:nvSpPr>
          <p:spPr bwMode="auto">
            <a:xfrm>
              <a:off x="919" y="4021"/>
              <a:ext cx="2" cy="3"/>
            </a:xfrm>
            <a:custGeom>
              <a:avLst/>
              <a:gdLst>
                <a:gd name="T0" fmla="*/ 0 w 2"/>
                <a:gd name="T1" fmla="*/ 1 h 5"/>
                <a:gd name="T2" fmla="*/ 0 w 2"/>
                <a:gd name="T3" fmla="*/ 1 h 5"/>
                <a:gd name="T4" fmla="*/ 0 w 2"/>
                <a:gd name="T5" fmla="*/ 0 h 5"/>
                <a:gd name="T6" fmla="*/ 0 60000 65536"/>
                <a:gd name="T7" fmla="*/ 0 60000 65536"/>
                <a:gd name="T8" fmla="*/ 0 60000 65536"/>
                <a:gd name="T9" fmla="*/ 0 w 2"/>
                <a:gd name="T10" fmla="*/ 0 h 5"/>
                <a:gd name="T11" fmla="*/ 2 w 2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5">
                  <a:moveTo>
                    <a:pt x="0" y="5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11" name="Freeform 204"/>
            <p:cNvSpPr>
              <a:spLocks/>
            </p:cNvSpPr>
            <p:nvPr/>
          </p:nvSpPr>
          <p:spPr bwMode="auto">
            <a:xfrm>
              <a:off x="873" y="3821"/>
              <a:ext cx="46" cy="43"/>
            </a:xfrm>
            <a:custGeom>
              <a:avLst/>
              <a:gdLst>
                <a:gd name="T0" fmla="*/ 1 w 73"/>
                <a:gd name="T1" fmla="*/ 1 h 72"/>
                <a:gd name="T2" fmla="*/ 1 w 73"/>
                <a:gd name="T3" fmla="*/ 1 h 72"/>
                <a:gd name="T4" fmla="*/ 1 w 73"/>
                <a:gd name="T5" fmla="*/ 1 h 72"/>
                <a:gd name="T6" fmla="*/ 1 w 73"/>
                <a:gd name="T7" fmla="*/ 1 h 72"/>
                <a:gd name="T8" fmla="*/ 0 w 73"/>
                <a:gd name="T9" fmla="*/ 1 h 72"/>
                <a:gd name="T10" fmla="*/ 1 w 73"/>
                <a:gd name="T11" fmla="*/ 1 h 72"/>
                <a:gd name="T12" fmla="*/ 1 w 73"/>
                <a:gd name="T13" fmla="*/ 1 h 72"/>
                <a:gd name="T14" fmla="*/ 1 w 73"/>
                <a:gd name="T15" fmla="*/ 1 h 72"/>
                <a:gd name="T16" fmla="*/ 1 w 73"/>
                <a:gd name="T17" fmla="*/ 1 h 72"/>
                <a:gd name="T18" fmla="*/ 1 w 73"/>
                <a:gd name="T19" fmla="*/ 1 h 72"/>
                <a:gd name="T20" fmla="*/ 1 w 73"/>
                <a:gd name="T21" fmla="*/ 1 h 72"/>
                <a:gd name="T22" fmla="*/ 1 w 73"/>
                <a:gd name="T23" fmla="*/ 0 h 72"/>
                <a:gd name="T24" fmla="*/ 1 w 73"/>
                <a:gd name="T25" fmla="*/ 1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3"/>
                <a:gd name="T40" fmla="*/ 0 h 72"/>
                <a:gd name="T41" fmla="*/ 73 w 73"/>
                <a:gd name="T42" fmla="*/ 72 h 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3" h="72">
                  <a:moveTo>
                    <a:pt x="49" y="4"/>
                  </a:moveTo>
                  <a:lnTo>
                    <a:pt x="29" y="15"/>
                  </a:lnTo>
                  <a:lnTo>
                    <a:pt x="13" y="31"/>
                  </a:lnTo>
                  <a:lnTo>
                    <a:pt x="2" y="50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7" y="50"/>
                  </a:lnTo>
                  <a:lnTo>
                    <a:pt x="15" y="33"/>
                  </a:lnTo>
                  <a:lnTo>
                    <a:pt x="31" y="17"/>
                  </a:lnTo>
                  <a:lnTo>
                    <a:pt x="51" y="7"/>
                  </a:lnTo>
                  <a:lnTo>
                    <a:pt x="73" y="4"/>
                  </a:lnTo>
                  <a:lnTo>
                    <a:pt x="73" y="0"/>
                  </a:lnTo>
                  <a:lnTo>
                    <a:pt x="49" y="4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12" name="Freeform 205"/>
            <p:cNvSpPr>
              <a:spLocks/>
            </p:cNvSpPr>
            <p:nvPr/>
          </p:nvSpPr>
          <p:spPr bwMode="auto">
            <a:xfrm>
              <a:off x="904" y="3819"/>
              <a:ext cx="18" cy="4"/>
            </a:xfrm>
            <a:custGeom>
              <a:avLst/>
              <a:gdLst>
                <a:gd name="T0" fmla="*/ 0 w 26"/>
                <a:gd name="T1" fmla="*/ 1 h 6"/>
                <a:gd name="T2" fmla="*/ 1 w 26"/>
                <a:gd name="T3" fmla="*/ 1 h 6"/>
                <a:gd name="T4" fmla="*/ 1 w 26"/>
                <a:gd name="T5" fmla="*/ 0 h 6"/>
                <a:gd name="T6" fmla="*/ 0 60000 65536"/>
                <a:gd name="T7" fmla="*/ 0 60000 65536"/>
                <a:gd name="T8" fmla="*/ 0 60000 65536"/>
                <a:gd name="T9" fmla="*/ 0 w 26"/>
                <a:gd name="T10" fmla="*/ 0 h 6"/>
                <a:gd name="T11" fmla="*/ 26 w 26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" h="6">
                  <a:moveTo>
                    <a:pt x="0" y="6"/>
                  </a:moveTo>
                  <a:lnTo>
                    <a:pt x="24" y="2"/>
                  </a:lnTo>
                  <a:lnTo>
                    <a:pt x="2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13" name="Freeform 206"/>
            <p:cNvSpPr>
              <a:spLocks/>
            </p:cNvSpPr>
            <p:nvPr/>
          </p:nvSpPr>
          <p:spPr bwMode="auto">
            <a:xfrm>
              <a:off x="891" y="3822"/>
              <a:ext cx="14" cy="7"/>
            </a:xfrm>
            <a:custGeom>
              <a:avLst/>
              <a:gdLst>
                <a:gd name="T0" fmla="*/ 0 w 22"/>
                <a:gd name="T1" fmla="*/ 1 h 13"/>
                <a:gd name="T2" fmla="*/ 1 w 22"/>
                <a:gd name="T3" fmla="*/ 1 h 13"/>
                <a:gd name="T4" fmla="*/ 1 w 22"/>
                <a:gd name="T5" fmla="*/ 0 h 13"/>
                <a:gd name="T6" fmla="*/ 0 60000 65536"/>
                <a:gd name="T7" fmla="*/ 0 60000 65536"/>
                <a:gd name="T8" fmla="*/ 0 60000 65536"/>
                <a:gd name="T9" fmla="*/ 0 w 22"/>
                <a:gd name="T10" fmla="*/ 0 h 13"/>
                <a:gd name="T11" fmla="*/ 22 w 22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" h="13">
                  <a:moveTo>
                    <a:pt x="0" y="13"/>
                  </a:moveTo>
                  <a:lnTo>
                    <a:pt x="20" y="2"/>
                  </a:lnTo>
                  <a:lnTo>
                    <a:pt x="2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14" name="Freeform 207"/>
            <p:cNvSpPr>
              <a:spLocks/>
            </p:cNvSpPr>
            <p:nvPr/>
          </p:nvSpPr>
          <p:spPr bwMode="auto">
            <a:xfrm>
              <a:off x="882" y="3828"/>
              <a:ext cx="11" cy="12"/>
            </a:xfrm>
            <a:custGeom>
              <a:avLst/>
              <a:gdLst>
                <a:gd name="T0" fmla="*/ 0 w 18"/>
                <a:gd name="T1" fmla="*/ 1 h 18"/>
                <a:gd name="T2" fmla="*/ 1 w 18"/>
                <a:gd name="T3" fmla="*/ 1 h 18"/>
                <a:gd name="T4" fmla="*/ 1 w 18"/>
                <a:gd name="T5" fmla="*/ 0 h 18"/>
                <a:gd name="T6" fmla="*/ 0 60000 65536"/>
                <a:gd name="T7" fmla="*/ 0 60000 65536"/>
                <a:gd name="T8" fmla="*/ 0 60000 65536"/>
                <a:gd name="T9" fmla="*/ 0 w 18"/>
                <a:gd name="T10" fmla="*/ 0 h 18"/>
                <a:gd name="T11" fmla="*/ 18 w 18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18">
                  <a:moveTo>
                    <a:pt x="0" y="18"/>
                  </a:moveTo>
                  <a:lnTo>
                    <a:pt x="16" y="2"/>
                  </a:lnTo>
                  <a:lnTo>
                    <a:pt x="1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15" name="Freeform 208"/>
            <p:cNvSpPr>
              <a:spLocks/>
            </p:cNvSpPr>
            <p:nvPr/>
          </p:nvSpPr>
          <p:spPr bwMode="auto">
            <a:xfrm>
              <a:off x="874" y="3838"/>
              <a:ext cx="9" cy="13"/>
            </a:xfrm>
            <a:custGeom>
              <a:avLst/>
              <a:gdLst>
                <a:gd name="T0" fmla="*/ 0 w 13"/>
                <a:gd name="T1" fmla="*/ 1 h 22"/>
                <a:gd name="T2" fmla="*/ 1 w 13"/>
                <a:gd name="T3" fmla="*/ 1 h 22"/>
                <a:gd name="T4" fmla="*/ 1 w 13"/>
                <a:gd name="T5" fmla="*/ 0 h 22"/>
                <a:gd name="T6" fmla="*/ 0 60000 65536"/>
                <a:gd name="T7" fmla="*/ 0 60000 65536"/>
                <a:gd name="T8" fmla="*/ 0 60000 65536"/>
                <a:gd name="T9" fmla="*/ 0 w 13"/>
                <a:gd name="T10" fmla="*/ 0 h 22"/>
                <a:gd name="T11" fmla="*/ 13 w 13"/>
                <a:gd name="T12" fmla="*/ 22 h 2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22">
                  <a:moveTo>
                    <a:pt x="0" y="22"/>
                  </a:moveTo>
                  <a:lnTo>
                    <a:pt x="11" y="3"/>
                  </a:lnTo>
                  <a:lnTo>
                    <a:pt x="1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16" name="Freeform 209"/>
            <p:cNvSpPr>
              <a:spLocks/>
            </p:cNvSpPr>
            <p:nvPr/>
          </p:nvSpPr>
          <p:spPr bwMode="auto">
            <a:xfrm>
              <a:off x="873" y="3850"/>
              <a:ext cx="3" cy="14"/>
            </a:xfrm>
            <a:custGeom>
              <a:avLst/>
              <a:gdLst>
                <a:gd name="T0" fmla="*/ 0 w 4"/>
                <a:gd name="T1" fmla="*/ 1 h 24"/>
                <a:gd name="T2" fmla="*/ 2 w 4"/>
                <a:gd name="T3" fmla="*/ 1 h 24"/>
                <a:gd name="T4" fmla="*/ 2 w 4"/>
                <a:gd name="T5" fmla="*/ 0 h 24"/>
                <a:gd name="T6" fmla="*/ 0 60000 65536"/>
                <a:gd name="T7" fmla="*/ 0 60000 65536"/>
                <a:gd name="T8" fmla="*/ 0 60000 65536"/>
                <a:gd name="T9" fmla="*/ 0 w 4"/>
                <a:gd name="T10" fmla="*/ 0 h 24"/>
                <a:gd name="T11" fmla="*/ 4 w 4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24">
                  <a:moveTo>
                    <a:pt x="0" y="24"/>
                  </a:moveTo>
                  <a:lnTo>
                    <a:pt x="2" y="2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17" name="Freeform 210"/>
            <p:cNvSpPr>
              <a:spLocks/>
            </p:cNvSpPr>
            <p:nvPr/>
          </p:nvSpPr>
          <p:spPr bwMode="auto">
            <a:xfrm>
              <a:off x="905" y="3822"/>
              <a:ext cx="17" cy="3"/>
            </a:xfrm>
            <a:custGeom>
              <a:avLst/>
              <a:gdLst>
                <a:gd name="T0" fmla="*/ 0 w 24"/>
                <a:gd name="T1" fmla="*/ 1 h 5"/>
                <a:gd name="T2" fmla="*/ 1 w 24"/>
                <a:gd name="T3" fmla="*/ 1 h 5"/>
                <a:gd name="T4" fmla="*/ 1 w 24"/>
                <a:gd name="T5" fmla="*/ 0 h 5"/>
                <a:gd name="T6" fmla="*/ 0 60000 65536"/>
                <a:gd name="T7" fmla="*/ 0 60000 65536"/>
                <a:gd name="T8" fmla="*/ 0 60000 65536"/>
                <a:gd name="T9" fmla="*/ 0 w 24"/>
                <a:gd name="T10" fmla="*/ 0 h 5"/>
                <a:gd name="T11" fmla="*/ 24 w 24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5">
                  <a:moveTo>
                    <a:pt x="0" y="5"/>
                  </a:moveTo>
                  <a:lnTo>
                    <a:pt x="22" y="2"/>
                  </a:lnTo>
                  <a:lnTo>
                    <a:pt x="2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18" name="Freeform 211"/>
            <p:cNvSpPr>
              <a:spLocks/>
            </p:cNvSpPr>
            <p:nvPr/>
          </p:nvSpPr>
          <p:spPr bwMode="auto">
            <a:xfrm>
              <a:off x="893" y="3823"/>
              <a:ext cx="15" cy="8"/>
            </a:xfrm>
            <a:custGeom>
              <a:avLst/>
              <a:gdLst>
                <a:gd name="T0" fmla="*/ 0 w 22"/>
                <a:gd name="T1" fmla="*/ 1 h 13"/>
                <a:gd name="T2" fmla="*/ 1 w 22"/>
                <a:gd name="T3" fmla="*/ 1 h 13"/>
                <a:gd name="T4" fmla="*/ 1 w 22"/>
                <a:gd name="T5" fmla="*/ 0 h 13"/>
                <a:gd name="T6" fmla="*/ 0 60000 65536"/>
                <a:gd name="T7" fmla="*/ 0 60000 65536"/>
                <a:gd name="T8" fmla="*/ 0 60000 65536"/>
                <a:gd name="T9" fmla="*/ 0 w 22"/>
                <a:gd name="T10" fmla="*/ 0 h 13"/>
                <a:gd name="T11" fmla="*/ 22 w 22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" h="13">
                  <a:moveTo>
                    <a:pt x="0" y="13"/>
                  </a:moveTo>
                  <a:lnTo>
                    <a:pt x="20" y="3"/>
                  </a:lnTo>
                  <a:lnTo>
                    <a:pt x="2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19" name="Freeform 212"/>
            <p:cNvSpPr>
              <a:spLocks/>
            </p:cNvSpPr>
            <p:nvPr/>
          </p:nvSpPr>
          <p:spPr bwMode="auto">
            <a:xfrm>
              <a:off x="883" y="3829"/>
              <a:ext cx="12" cy="12"/>
            </a:xfrm>
            <a:custGeom>
              <a:avLst/>
              <a:gdLst>
                <a:gd name="T0" fmla="*/ 0 w 18"/>
                <a:gd name="T1" fmla="*/ 1 h 18"/>
                <a:gd name="T2" fmla="*/ 1 w 18"/>
                <a:gd name="T3" fmla="*/ 1 h 18"/>
                <a:gd name="T4" fmla="*/ 1 w 18"/>
                <a:gd name="T5" fmla="*/ 0 h 18"/>
                <a:gd name="T6" fmla="*/ 0 60000 65536"/>
                <a:gd name="T7" fmla="*/ 0 60000 65536"/>
                <a:gd name="T8" fmla="*/ 0 60000 65536"/>
                <a:gd name="T9" fmla="*/ 0 w 18"/>
                <a:gd name="T10" fmla="*/ 0 h 18"/>
                <a:gd name="T11" fmla="*/ 18 w 18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18">
                  <a:moveTo>
                    <a:pt x="0" y="18"/>
                  </a:moveTo>
                  <a:lnTo>
                    <a:pt x="16" y="2"/>
                  </a:lnTo>
                  <a:lnTo>
                    <a:pt x="1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20" name="Freeform 213"/>
            <p:cNvSpPr>
              <a:spLocks/>
            </p:cNvSpPr>
            <p:nvPr/>
          </p:nvSpPr>
          <p:spPr bwMode="auto">
            <a:xfrm>
              <a:off x="877" y="3840"/>
              <a:ext cx="8" cy="11"/>
            </a:xfrm>
            <a:custGeom>
              <a:avLst/>
              <a:gdLst>
                <a:gd name="T0" fmla="*/ 0 w 11"/>
                <a:gd name="T1" fmla="*/ 1 h 19"/>
                <a:gd name="T2" fmla="*/ 1 w 11"/>
                <a:gd name="T3" fmla="*/ 1 h 19"/>
                <a:gd name="T4" fmla="*/ 1 w 11"/>
                <a:gd name="T5" fmla="*/ 0 h 19"/>
                <a:gd name="T6" fmla="*/ 0 60000 65536"/>
                <a:gd name="T7" fmla="*/ 0 60000 65536"/>
                <a:gd name="T8" fmla="*/ 0 60000 65536"/>
                <a:gd name="T9" fmla="*/ 0 w 11"/>
                <a:gd name="T10" fmla="*/ 0 h 19"/>
                <a:gd name="T11" fmla="*/ 11 w 11"/>
                <a:gd name="T12" fmla="*/ 19 h 1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19">
                  <a:moveTo>
                    <a:pt x="0" y="19"/>
                  </a:moveTo>
                  <a:lnTo>
                    <a:pt x="8" y="2"/>
                  </a:lnTo>
                  <a:lnTo>
                    <a:pt x="1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21" name="Freeform 214"/>
            <p:cNvSpPr>
              <a:spLocks/>
            </p:cNvSpPr>
            <p:nvPr/>
          </p:nvSpPr>
          <p:spPr bwMode="auto">
            <a:xfrm>
              <a:off x="874" y="3850"/>
              <a:ext cx="5" cy="14"/>
            </a:xfrm>
            <a:custGeom>
              <a:avLst/>
              <a:gdLst>
                <a:gd name="T0" fmla="*/ 0 w 7"/>
                <a:gd name="T1" fmla="*/ 1 h 24"/>
                <a:gd name="T2" fmla="*/ 1 w 7"/>
                <a:gd name="T3" fmla="*/ 1 h 24"/>
                <a:gd name="T4" fmla="*/ 1 w 7"/>
                <a:gd name="T5" fmla="*/ 0 h 24"/>
                <a:gd name="T6" fmla="*/ 0 60000 65536"/>
                <a:gd name="T7" fmla="*/ 0 60000 65536"/>
                <a:gd name="T8" fmla="*/ 0 60000 65536"/>
                <a:gd name="T9" fmla="*/ 0 w 7"/>
                <a:gd name="T10" fmla="*/ 0 h 24"/>
                <a:gd name="T11" fmla="*/ 7 w 7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24">
                  <a:moveTo>
                    <a:pt x="0" y="24"/>
                  </a:moveTo>
                  <a:lnTo>
                    <a:pt x="5" y="2"/>
                  </a:lnTo>
                  <a:lnTo>
                    <a:pt x="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22" name="Freeform 215"/>
            <p:cNvSpPr>
              <a:spLocks/>
            </p:cNvSpPr>
            <p:nvPr/>
          </p:nvSpPr>
          <p:spPr bwMode="auto">
            <a:xfrm>
              <a:off x="919" y="3821"/>
              <a:ext cx="2" cy="4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1 h 7"/>
                <a:gd name="T4" fmla="*/ 0 w 2"/>
                <a:gd name="T5" fmla="*/ 1 h 7"/>
                <a:gd name="T6" fmla="*/ 0 60000 65536"/>
                <a:gd name="T7" fmla="*/ 0 60000 65536"/>
                <a:gd name="T8" fmla="*/ 0 60000 65536"/>
                <a:gd name="T9" fmla="*/ 0 w 2"/>
                <a:gd name="T10" fmla="*/ 0 h 7"/>
                <a:gd name="T11" fmla="*/ 2 w 2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7">
                  <a:moveTo>
                    <a:pt x="0" y="0"/>
                  </a:moveTo>
                  <a:lnTo>
                    <a:pt x="0" y="4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23" name="Freeform 216"/>
            <p:cNvSpPr>
              <a:spLocks/>
            </p:cNvSpPr>
            <p:nvPr/>
          </p:nvSpPr>
          <p:spPr bwMode="auto">
            <a:xfrm>
              <a:off x="873" y="3864"/>
              <a:ext cx="3" cy="1"/>
            </a:xfrm>
            <a:custGeom>
              <a:avLst/>
              <a:gdLst>
                <a:gd name="T0" fmla="*/ 0 w 4"/>
                <a:gd name="T1" fmla="*/ 0 h 1"/>
                <a:gd name="T2" fmla="*/ 2 w 4"/>
                <a:gd name="T3" fmla="*/ 0 h 1"/>
                <a:gd name="T4" fmla="*/ 2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24" name="Freeform 217"/>
            <p:cNvSpPr>
              <a:spLocks/>
            </p:cNvSpPr>
            <p:nvPr/>
          </p:nvSpPr>
          <p:spPr bwMode="auto">
            <a:xfrm>
              <a:off x="2649" y="3074"/>
              <a:ext cx="15" cy="17"/>
            </a:xfrm>
            <a:custGeom>
              <a:avLst/>
              <a:gdLst>
                <a:gd name="T0" fmla="*/ 1 w 24"/>
                <a:gd name="T1" fmla="*/ 0 h 27"/>
                <a:gd name="T2" fmla="*/ 1 w 24"/>
                <a:gd name="T3" fmla="*/ 1 h 27"/>
                <a:gd name="T4" fmla="*/ 0 w 24"/>
                <a:gd name="T5" fmla="*/ 1 h 27"/>
                <a:gd name="T6" fmla="*/ 0 60000 65536"/>
                <a:gd name="T7" fmla="*/ 0 60000 65536"/>
                <a:gd name="T8" fmla="*/ 0 60000 65536"/>
                <a:gd name="T9" fmla="*/ 0 w 24"/>
                <a:gd name="T10" fmla="*/ 0 h 27"/>
                <a:gd name="T11" fmla="*/ 24 w 24"/>
                <a:gd name="T12" fmla="*/ 27 h 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27">
                  <a:moveTo>
                    <a:pt x="24" y="0"/>
                  </a:moveTo>
                  <a:lnTo>
                    <a:pt x="2" y="24"/>
                  </a:lnTo>
                  <a:lnTo>
                    <a:pt x="0" y="2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25" name="Freeform 218"/>
            <p:cNvSpPr>
              <a:spLocks/>
            </p:cNvSpPr>
            <p:nvPr/>
          </p:nvSpPr>
          <p:spPr bwMode="auto">
            <a:xfrm>
              <a:off x="2650" y="3073"/>
              <a:ext cx="31" cy="31"/>
            </a:xfrm>
            <a:custGeom>
              <a:avLst/>
              <a:gdLst>
                <a:gd name="T0" fmla="*/ 0 w 49"/>
                <a:gd name="T1" fmla="*/ 1 h 50"/>
                <a:gd name="T2" fmla="*/ 1 w 49"/>
                <a:gd name="T3" fmla="*/ 1 h 50"/>
                <a:gd name="T4" fmla="*/ 1 w 49"/>
                <a:gd name="T5" fmla="*/ 0 h 50"/>
                <a:gd name="T6" fmla="*/ 0 60000 65536"/>
                <a:gd name="T7" fmla="*/ 0 60000 65536"/>
                <a:gd name="T8" fmla="*/ 0 60000 65536"/>
                <a:gd name="T9" fmla="*/ 0 w 49"/>
                <a:gd name="T10" fmla="*/ 0 h 50"/>
                <a:gd name="T11" fmla="*/ 49 w 49"/>
                <a:gd name="T12" fmla="*/ 50 h 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9" h="50">
                  <a:moveTo>
                    <a:pt x="0" y="50"/>
                  </a:moveTo>
                  <a:lnTo>
                    <a:pt x="46" y="2"/>
                  </a:lnTo>
                  <a:lnTo>
                    <a:pt x="4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26" name="Freeform 219"/>
            <p:cNvSpPr>
              <a:spLocks/>
            </p:cNvSpPr>
            <p:nvPr/>
          </p:nvSpPr>
          <p:spPr bwMode="auto">
            <a:xfrm>
              <a:off x="2649" y="3074"/>
              <a:ext cx="47" cy="46"/>
            </a:xfrm>
            <a:custGeom>
              <a:avLst/>
              <a:gdLst>
                <a:gd name="T0" fmla="*/ 1 w 75"/>
                <a:gd name="T1" fmla="*/ 0 h 75"/>
                <a:gd name="T2" fmla="*/ 1 w 75"/>
                <a:gd name="T3" fmla="*/ 1 h 75"/>
                <a:gd name="T4" fmla="*/ 0 w 75"/>
                <a:gd name="T5" fmla="*/ 1 h 75"/>
                <a:gd name="T6" fmla="*/ 0 60000 65536"/>
                <a:gd name="T7" fmla="*/ 0 60000 65536"/>
                <a:gd name="T8" fmla="*/ 0 60000 65536"/>
                <a:gd name="T9" fmla="*/ 0 w 75"/>
                <a:gd name="T10" fmla="*/ 0 h 75"/>
                <a:gd name="T11" fmla="*/ 75 w 75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5" h="75">
                  <a:moveTo>
                    <a:pt x="75" y="0"/>
                  </a:moveTo>
                  <a:lnTo>
                    <a:pt x="2" y="73"/>
                  </a:lnTo>
                  <a:lnTo>
                    <a:pt x="0" y="7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27" name="Freeform 220"/>
            <p:cNvSpPr>
              <a:spLocks/>
            </p:cNvSpPr>
            <p:nvPr/>
          </p:nvSpPr>
          <p:spPr bwMode="auto">
            <a:xfrm>
              <a:off x="2650" y="3073"/>
              <a:ext cx="64" cy="62"/>
            </a:xfrm>
            <a:custGeom>
              <a:avLst/>
              <a:gdLst>
                <a:gd name="T0" fmla="*/ 0 w 100"/>
                <a:gd name="T1" fmla="*/ 1 h 101"/>
                <a:gd name="T2" fmla="*/ 1 w 100"/>
                <a:gd name="T3" fmla="*/ 1 h 101"/>
                <a:gd name="T4" fmla="*/ 1 w 100"/>
                <a:gd name="T5" fmla="*/ 0 h 101"/>
                <a:gd name="T6" fmla="*/ 0 60000 65536"/>
                <a:gd name="T7" fmla="*/ 0 60000 65536"/>
                <a:gd name="T8" fmla="*/ 0 60000 65536"/>
                <a:gd name="T9" fmla="*/ 0 w 100"/>
                <a:gd name="T10" fmla="*/ 0 h 101"/>
                <a:gd name="T11" fmla="*/ 100 w 100"/>
                <a:gd name="T12" fmla="*/ 101 h 10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101">
                  <a:moveTo>
                    <a:pt x="0" y="101"/>
                  </a:moveTo>
                  <a:lnTo>
                    <a:pt x="97" y="2"/>
                  </a:lnTo>
                  <a:lnTo>
                    <a:pt x="10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28" name="Freeform 221"/>
            <p:cNvSpPr>
              <a:spLocks/>
            </p:cNvSpPr>
            <p:nvPr/>
          </p:nvSpPr>
          <p:spPr bwMode="auto">
            <a:xfrm>
              <a:off x="2649" y="3074"/>
              <a:ext cx="79" cy="76"/>
            </a:xfrm>
            <a:custGeom>
              <a:avLst/>
              <a:gdLst>
                <a:gd name="T0" fmla="*/ 1 w 124"/>
                <a:gd name="T1" fmla="*/ 0 h 125"/>
                <a:gd name="T2" fmla="*/ 1 w 124"/>
                <a:gd name="T3" fmla="*/ 1 h 125"/>
                <a:gd name="T4" fmla="*/ 0 w 124"/>
                <a:gd name="T5" fmla="*/ 1 h 125"/>
                <a:gd name="T6" fmla="*/ 0 60000 65536"/>
                <a:gd name="T7" fmla="*/ 0 60000 65536"/>
                <a:gd name="T8" fmla="*/ 0 60000 65536"/>
                <a:gd name="T9" fmla="*/ 0 w 124"/>
                <a:gd name="T10" fmla="*/ 0 h 125"/>
                <a:gd name="T11" fmla="*/ 124 w 124"/>
                <a:gd name="T12" fmla="*/ 125 h 1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4" h="125">
                  <a:moveTo>
                    <a:pt x="124" y="0"/>
                  </a:moveTo>
                  <a:lnTo>
                    <a:pt x="2" y="123"/>
                  </a:lnTo>
                  <a:lnTo>
                    <a:pt x="0" y="12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29" name="Freeform 222"/>
            <p:cNvSpPr>
              <a:spLocks/>
            </p:cNvSpPr>
            <p:nvPr/>
          </p:nvSpPr>
          <p:spPr bwMode="auto">
            <a:xfrm>
              <a:off x="2650" y="3073"/>
              <a:ext cx="95" cy="91"/>
            </a:xfrm>
            <a:custGeom>
              <a:avLst/>
              <a:gdLst>
                <a:gd name="T0" fmla="*/ 0 w 150"/>
                <a:gd name="T1" fmla="*/ 1 h 149"/>
                <a:gd name="T2" fmla="*/ 1 w 150"/>
                <a:gd name="T3" fmla="*/ 1 h 149"/>
                <a:gd name="T4" fmla="*/ 1 w 150"/>
                <a:gd name="T5" fmla="*/ 0 h 149"/>
                <a:gd name="T6" fmla="*/ 0 60000 65536"/>
                <a:gd name="T7" fmla="*/ 0 60000 65536"/>
                <a:gd name="T8" fmla="*/ 0 60000 65536"/>
                <a:gd name="T9" fmla="*/ 0 w 150"/>
                <a:gd name="T10" fmla="*/ 0 h 149"/>
                <a:gd name="T11" fmla="*/ 150 w 150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0" h="149">
                  <a:moveTo>
                    <a:pt x="0" y="149"/>
                  </a:moveTo>
                  <a:lnTo>
                    <a:pt x="148" y="2"/>
                  </a:lnTo>
                  <a:lnTo>
                    <a:pt x="15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30" name="Freeform 223"/>
            <p:cNvSpPr>
              <a:spLocks/>
            </p:cNvSpPr>
            <p:nvPr/>
          </p:nvSpPr>
          <p:spPr bwMode="auto">
            <a:xfrm>
              <a:off x="2649" y="3074"/>
              <a:ext cx="111" cy="107"/>
            </a:xfrm>
            <a:custGeom>
              <a:avLst/>
              <a:gdLst>
                <a:gd name="T0" fmla="*/ 1 w 175"/>
                <a:gd name="T1" fmla="*/ 0 h 175"/>
                <a:gd name="T2" fmla="*/ 1 w 175"/>
                <a:gd name="T3" fmla="*/ 1 h 175"/>
                <a:gd name="T4" fmla="*/ 0 w 175"/>
                <a:gd name="T5" fmla="*/ 1 h 175"/>
                <a:gd name="T6" fmla="*/ 0 60000 65536"/>
                <a:gd name="T7" fmla="*/ 0 60000 65536"/>
                <a:gd name="T8" fmla="*/ 0 60000 65536"/>
                <a:gd name="T9" fmla="*/ 0 w 175"/>
                <a:gd name="T10" fmla="*/ 0 h 175"/>
                <a:gd name="T11" fmla="*/ 175 w 175"/>
                <a:gd name="T12" fmla="*/ 175 h 1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5" h="175">
                  <a:moveTo>
                    <a:pt x="175" y="0"/>
                  </a:moveTo>
                  <a:lnTo>
                    <a:pt x="2" y="173"/>
                  </a:lnTo>
                  <a:lnTo>
                    <a:pt x="0" y="17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31" name="Freeform 224"/>
            <p:cNvSpPr>
              <a:spLocks/>
            </p:cNvSpPr>
            <p:nvPr/>
          </p:nvSpPr>
          <p:spPr bwMode="auto">
            <a:xfrm>
              <a:off x="2650" y="3073"/>
              <a:ext cx="126" cy="121"/>
            </a:xfrm>
            <a:custGeom>
              <a:avLst/>
              <a:gdLst>
                <a:gd name="T0" fmla="*/ 0 w 199"/>
                <a:gd name="T1" fmla="*/ 1 h 199"/>
                <a:gd name="T2" fmla="*/ 1 w 199"/>
                <a:gd name="T3" fmla="*/ 1 h 199"/>
                <a:gd name="T4" fmla="*/ 1 w 199"/>
                <a:gd name="T5" fmla="*/ 0 h 199"/>
                <a:gd name="T6" fmla="*/ 0 60000 65536"/>
                <a:gd name="T7" fmla="*/ 0 60000 65536"/>
                <a:gd name="T8" fmla="*/ 0 60000 65536"/>
                <a:gd name="T9" fmla="*/ 0 w 199"/>
                <a:gd name="T10" fmla="*/ 0 h 199"/>
                <a:gd name="T11" fmla="*/ 199 w 199"/>
                <a:gd name="T12" fmla="*/ 199 h 19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9" h="199">
                  <a:moveTo>
                    <a:pt x="0" y="199"/>
                  </a:moveTo>
                  <a:lnTo>
                    <a:pt x="197" y="2"/>
                  </a:lnTo>
                  <a:lnTo>
                    <a:pt x="19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32" name="Freeform 225"/>
            <p:cNvSpPr>
              <a:spLocks/>
            </p:cNvSpPr>
            <p:nvPr/>
          </p:nvSpPr>
          <p:spPr bwMode="auto">
            <a:xfrm>
              <a:off x="2649" y="3074"/>
              <a:ext cx="144" cy="136"/>
            </a:xfrm>
            <a:custGeom>
              <a:avLst/>
              <a:gdLst>
                <a:gd name="T0" fmla="*/ 1 w 226"/>
                <a:gd name="T1" fmla="*/ 0 h 224"/>
                <a:gd name="T2" fmla="*/ 1 w 226"/>
                <a:gd name="T3" fmla="*/ 1 h 224"/>
                <a:gd name="T4" fmla="*/ 0 w 226"/>
                <a:gd name="T5" fmla="*/ 1 h 224"/>
                <a:gd name="T6" fmla="*/ 0 60000 65536"/>
                <a:gd name="T7" fmla="*/ 0 60000 65536"/>
                <a:gd name="T8" fmla="*/ 0 60000 65536"/>
                <a:gd name="T9" fmla="*/ 0 w 226"/>
                <a:gd name="T10" fmla="*/ 0 h 224"/>
                <a:gd name="T11" fmla="*/ 226 w 226"/>
                <a:gd name="T12" fmla="*/ 224 h 2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6" h="224">
                  <a:moveTo>
                    <a:pt x="226" y="0"/>
                  </a:moveTo>
                  <a:lnTo>
                    <a:pt x="2" y="221"/>
                  </a:lnTo>
                  <a:lnTo>
                    <a:pt x="0" y="22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33" name="Freeform 226"/>
            <p:cNvSpPr>
              <a:spLocks/>
            </p:cNvSpPr>
            <p:nvPr/>
          </p:nvSpPr>
          <p:spPr bwMode="auto">
            <a:xfrm>
              <a:off x="2650" y="3073"/>
              <a:ext cx="159" cy="152"/>
            </a:xfrm>
            <a:custGeom>
              <a:avLst/>
              <a:gdLst>
                <a:gd name="T0" fmla="*/ 0 w 250"/>
                <a:gd name="T1" fmla="*/ 1 h 250"/>
                <a:gd name="T2" fmla="*/ 1 w 250"/>
                <a:gd name="T3" fmla="*/ 1 h 250"/>
                <a:gd name="T4" fmla="*/ 1 w 250"/>
                <a:gd name="T5" fmla="*/ 0 h 250"/>
                <a:gd name="T6" fmla="*/ 0 60000 65536"/>
                <a:gd name="T7" fmla="*/ 0 60000 65536"/>
                <a:gd name="T8" fmla="*/ 0 60000 65536"/>
                <a:gd name="T9" fmla="*/ 0 w 250"/>
                <a:gd name="T10" fmla="*/ 0 h 250"/>
                <a:gd name="T11" fmla="*/ 250 w 250"/>
                <a:gd name="T12" fmla="*/ 250 h 2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0" h="250">
                  <a:moveTo>
                    <a:pt x="0" y="250"/>
                  </a:moveTo>
                  <a:lnTo>
                    <a:pt x="248" y="2"/>
                  </a:lnTo>
                  <a:lnTo>
                    <a:pt x="25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34" name="Freeform 227"/>
            <p:cNvSpPr>
              <a:spLocks/>
            </p:cNvSpPr>
            <p:nvPr/>
          </p:nvSpPr>
          <p:spPr bwMode="auto">
            <a:xfrm>
              <a:off x="2649" y="3074"/>
              <a:ext cx="174" cy="167"/>
            </a:xfrm>
            <a:custGeom>
              <a:avLst/>
              <a:gdLst>
                <a:gd name="T0" fmla="*/ 1 w 274"/>
                <a:gd name="T1" fmla="*/ 0 h 274"/>
                <a:gd name="T2" fmla="*/ 1 w 274"/>
                <a:gd name="T3" fmla="*/ 1 h 274"/>
                <a:gd name="T4" fmla="*/ 0 w 274"/>
                <a:gd name="T5" fmla="*/ 1 h 274"/>
                <a:gd name="T6" fmla="*/ 0 60000 65536"/>
                <a:gd name="T7" fmla="*/ 0 60000 65536"/>
                <a:gd name="T8" fmla="*/ 0 60000 65536"/>
                <a:gd name="T9" fmla="*/ 0 w 274"/>
                <a:gd name="T10" fmla="*/ 0 h 274"/>
                <a:gd name="T11" fmla="*/ 274 w 274"/>
                <a:gd name="T12" fmla="*/ 274 h 2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4" h="274">
                  <a:moveTo>
                    <a:pt x="274" y="0"/>
                  </a:moveTo>
                  <a:lnTo>
                    <a:pt x="2" y="272"/>
                  </a:lnTo>
                  <a:lnTo>
                    <a:pt x="0" y="27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35" name="Freeform 228"/>
            <p:cNvSpPr>
              <a:spLocks/>
            </p:cNvSpPr>
            <p:nvPr/>
          </p:nvSpPr>
          <p:spPr bwMode="auto">
            <a:xfrm>
              <a:off x="2650" y="3073"/>
              <a:ext cx="191" cy="181"/>
            </a:xfrm>
            <a:custGeom>
              <a:avLst/>
              <a:gdLst>
                <a:gd name="T0" fmla="*/ 0 w 301"/>
                <a:gd name="T1" fmla="*/ 1 h 298"/>
                <a:gd name="T2" fmla="*/ 1 w 301"/>
                <a:gd name="T3" fmla="*/ 1 h 298"/>
                <a:gd name="T4" fmla="*/ 1 w 301"/>
                <a:gd name="T5" fmla="*/ 0 h 298"/>
                <a:gd name="T6" fmla="*/ 0 60000 65536"/>
                <a:gd name="T7" fmla="*/ 0 60000 65536"/>
                <a:gd name="T8" fmla="*/ 0 60000 65536"/>
                <a:gd name="T9" fmla="*/ 0 w 301"/>
                <a:gd name="T10" fmla="*/ 0 h 298"/>
                <a:gd name="T11" fmla="*/ 301 w 301"/>
                <a:gd name="T12" fmla="*/ 298 h 29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1" h="298">
                  <a:moveTo>
                    <a:pt x="0" y="298"/>
                  </a:moveTo>
                  <a:lnTo>
                    <a:pt x="299" y="2"/>
                  </a:lnTo>
                  <a:lnTo>
                    <a:pt x="30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36" name="Freeform 229"/>
            <p:cNvSpPr>
              <a:spLocks/>
            </p:cNvSpPr>
            <p:nvPr/>
          </p:nvSpPr>
          <p:spPr bwMode="auto">
            <a:xfrm>
              <a:off x="2649" y="3085"/>
              <a:ext cx="196" cy="186"/>
            </a:xfrm>
            <a:custGeom>
              <a:avLst/>
              <a:gdLst>
                <a:gd name="T0" fmla="*/ 1 w 307"/>
                <a:gd name="T1" fmla="*/ 0 h 306"/>
                <a:gd name="T2" fmla="*/ 1 w 307"/>
                <a:gd name="T3" fmla="*/ 1 h 306"/>
                <a:gd name="T4" fmla="*/ 0 w 307"/>
                <a:gd name="T5" fmla="*/ 1 h 306"/>
                <a:gd name="T6" fmla="*/ 0 60000 65536"/>
                <a:gd name="T7" fmla="*/ 0 60000 65536"/>
                <a:gd name="T8" fmla="*/ 0 60000 65536"/>
                <a:gd name="T9" fmla="*/ 0 w 307"/>
                <a:gd name="T10" fmla="*/ 0 h 306"/>
                <a:gd name="T11" fmla="*/ 307 w 307"/>
                <a:gd name="T12" fmla="*/ 306 h 3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7" h="306">
                  <a:moveTo>
                    <a:pt x="307" y="0"/>
                  </a:moveTo>
                  <a:lnTo>
                    <a:pt x="2" y="304"/>
                  </a:lnTo>
                  <a:lnTo>
                    <a:pt x="0" y="306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37" name="Freeform 230"/>
            <p:cNvSpPr>
              <a:spLocks/>
            </p:cNvSpPr>
            <p:nvPr/>
          </p:nvSpPr>
          <p:spPr bwMode="auto">
            <a:xfrm>
              <a:off x="2650" y="3098"/>
              <a:ext cx="197" cy="187"/>
            </a:xfrm>
            <a:custGeom>
              <a:avLst/>
              <a:gdLst>
                <a:gd name="T0" fmla="*/ 0 w 308"/>
                <a:gd name="T1" fmla="*/ 1 h 306"/>
                <a:gd name="T2" fmla="*/ 1 w 308"/>
                <a:gd name="T3" fmla="*/ 1 h 306"/>
                <a:gd name="T4" fmla="*/ 1 w 308"/>
                <a:gd name="T5" fmla="*/ 0 h 306"/>
                <a:gd name="T6" fmla="*/ 0 60000 65536"/>
                <a:gd name="T7" fmla="*/ 0 60000 65536"/>
                <a:gd name="T8" fmla="*/ 0 60000 65536"/>
                <a:gd name="T9" fmla="*/ 0 w 308"/>
                <a:gd name="T10" fmla="*/ 0 h 306"/>
                <a:gd name="T11" fmla="*/ 308 w 308"/>
                <a:gd name="T12" fmla="*/ 306 h 3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8" h="306">
                  <a:moveTo>
                    <a:pt x="0" y="306"/>
                  </a:moveTo>
                  <a:lnTo>
                    <a:pt x="305" y="2"/>
                  </a:lnTo>
                  <a:lnTo>
                    <a:pt x="30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38" name="Freeform 231"/>
            <p:cNvSpPr>
              <a:spLocks/>
            </p:cNvSpPr>
            <p:nvPr/>
          </p:nvSpPr>
          <p:spPr bwMode="auto">
            <a:xfrm>
              <a:off x="2649" y="3116"/>
              <a:ext cx="196" cy="185"/>
            </a:xfrm>
            <a:custGeom>
              <a:avLst/>
              <a:gdLst>
                <a:gd name="T0" fmla="*/ 1 w 307"/>
                <a:gd name="T1" fmla="*/ 0 h 304"/>
                <a:gd name="T2" fmla="*/ 1 w 307"/>
                <a:gd name="T3" fmla="*/ 1 h 304"/>
                <a:gd name="T4" fmla="*/ 0 w 307"/>
                <a:gd name="T5" fmla="*/ 1 h 304"/>
                <a:gd name="T6" fmla="*/ 0 60000 65536"/>
                <a:gd name="T7" fmla="*/ 0 60000 65536"/>
                <a:gd name="T8" fmla="*/ 0 60000 65536"/>
                <a:gd name="T9" fmla="*/ 0 w 307"/>
                <a:gd name="T10" fmla="*/ 0 h 304"/>
                <a:gd name="T11" fmla="*/ 307 w 307"/>
                <a:gd name="T12" fmla="*/ 304 h 30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7" h="304">
                  <a:moveTo>
                    <a:pt x="307" y="0"/>
                  </a:moveTo>
                  <a:lnTo>
                    <a:pt x="2" y="302"/>
                  </a:lnTo>
                  <a:lnTo>
                    <a:pt x="0" y="30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39" name="Freeform 232"/>
            <p:cNvSpPr>
              <a:spLocks/>
            </p:cNvSpPr>
            <p:nvPr/>
          </p:nvSpPr>
          <p:spPr bwMode="auto">
            <a:xfrm>
              <a:off x="2650" y="3129"/>
              <a:ext cx="197" cy="187"/>
            </a:xfrm>
            <a:custGeom>
              <a:avLst/>
              <a:gdLst>
                <a:gd name="T0" fmla="*/ 0 w 308"/>
                <a:gd name="T1" fmla="*/ 1 h 307"/>
                <a:gd name="T2" fmla="*/ 1 w 308"/>
                <a:gd name="T3" fmla="*/ 1 h 307"/>
                <a:gd name="T4" fmla="*/ 1 w 308"/>
                <a:gd name="T5" fmla="*/ 0 h 307"/>
                <a:gd name="T6" fmla="*/ 0 60000 65536"/>
                <a:gd name="T7" fmla="*/ 0 60000 65536"/>
                <a:gd name="T8" fmla="*/ 0 60000 65536"/>
                <a:gd name="T9" fmla="*/ 0 w 308"/>
                <a:gd name="T10" fmla="*/ 0 h 307"/>
                <a:gd name="T11" fmla="*/ 308 w 308"/>
                <a:gd name="T12" fmla="*/ 307 h 30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8" h="307">
                  <a:moveTo>
                    <a:pt x="0" y="307"/>
                  </a:moveTo>
                  <a:lnTo>
                    <a:pt x="305" y="2"/>
                  </a:lnTo>
                  <a:lnTo>
                    <a:pt x="30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40" name="Freeform 233"/>
            <p:cNvSpPr>
              <a:spLocks/>
            </p:cNvSpPr>
            <p:nvPr/>
          </p:nvSpPr>
          <p:spPr bwMode="auto">
            <a:xfrm>
              <a:off x="2649" y="3145"/>
              <a:ext cx="196" cy="187"/>
            </a:xfrm>
            <a:custGeom>
              <a:avLst/>
              <a:gdLst>
                <a:gd name="T0" fmla="*/ 1 w 307"/>
                <a:gd name="T1" fmla="*/ 0 h 307"/>
                <a:gd name="T2" fmla="*/ 1 w 307"/>
                <a:gd name="T3" fmla="*/ 1 h 307"/>
                <a:gd name="T4" fmla="*/ 0 w 307"/>
                <a:gd name="T5" fmla="*/ 1 h 307"/>
                <a:gd name="T6" fmla="*/ 0 60000 65536"/>
                <a:gd name="T7" fmla="*/ 0 60000 65536"/>
                <a:gd name="T8" fmla="*/ 0 60000 65536"/>
                <a:gd name="T9" fmla="*/ 0 w 307"/>
                <a:gd name="T10" fmla="*/ 0 h 307"/>
                <a:gd name="T11" fmla="*/ 307 w 307"/>
                <a:gd name="T12" fmla="*/ 307 h 30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7" h="307">
                  <a:moveTo>
                    <a:pt x="307" y="0"/>
                  </a:moveTo>
                  <a:lnTo>
                    <a:pt x="2" y="305"/>
                  </a:lnTo>
                  <a:lnTo>
                    <a:pt x="0" y="30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41" name="Freeform 234"/>
            <p:cNvSpPr>
              <a:spLocks/>
            </p:cNvSpPr>
            <p:nvPr/>
          </p:nvSpPr>
          <p:spPr bwMode="auto">
            <a:xfrm>
              <a:off x="2650" y="3159"/>
              <a:ext cx="197" cy="186"/>
            </a:xfrm>
            <a:custGeom>
              <a:avLst/>
              <a:gdLst>
                <a:gd name="T0" fmla="*/ 0 w 308"/>
                <a:gd name="T1" fmla="*/ 1 h 305"/>
                <a:gd name="T2" fmla="*/ 1 w 308"/>
                <a:gd name="T3" fmla="*/ 1 h 305"/>
                <a:gd name="T4" fmla="*/ 1 w 308"/>
                <a:gd name="T5" fmla="*/ 0 h 305"/>
                <a:gd name="T6" fmla="*/ 0 60000 65536"/>
                <a:gd name="T7" fmla="*/ 0 60000 65536"/>
                <a:gd name="T8" fmla="*/ 0 60000 65536"/>
                <a:gd name="T9" fmla="*/ 0 w 308"/>
                <a:gd name="T10" fmla="*/ 0 h 305"/>
                <a:gd name="T11" fmla="*/ 308 w 308"/>
                <a:gd name="T12" fmla="*/ 305 h 3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8" h="305">
                  <a:moveTo>
                    <a:pt x="0" y="305"/>
                  </a:moveTo>
                  <a:lnTo>
                    <a:pt x="305" y="3"/>
                  </a:lnTo>
                  <a:lnTo>
                    <a:pt x="30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42" name="Freeform 235"/>
            <p:cNvSpPr>
              <a:spLocks/>
            </p:cNvSpPr>
            <p:nvPr/>
          </p:nvSpPr>
          <p:spPr bwMode="auto">
            <a:xfrm>
              <a:off x="2649" y="3176"/>
              <a:ext cx="196" cy="185"/>
            </a:xfrm>
            <a:custGeom>
              <a:avLst/>
              <a:gdLst>
                <a:gd name="T0" fmla="*/ 1 w 307"/>
                <a:gd name="T1" fmla="*/ 0 h 304"/>
                <a:gd name="T2" fmla="*/ 1 w 307"/>
                <a:gd name="T3" fmla="*/ 1 h 304"/>
                <a:gd name="T4" fmla="*/ 0 w 307"/>
                <a:gd name="T5" fmla="*/ 1 h 304"/>
                <a:gd name="T6" fmla="*/ 0 60000 65536"/>
                <a:gd name="T7" fmla="*/ 0 60000 65536"/>
                <a:gd name="T8" fmla="*/ 0 60000 65536"/>
                <a:gd name="T9" fmla="*/ 0 w 307"/>
                <a:gd name="T10" fmla="*/ 0 h 304"/>
                <a:gd name="T11" fmla="*/ 307 w 307"/>
                <a:gd name="T12" fmla="*/ 304 h 30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7" h="304">
                  <a:moveTo>
                    <a:pt x="307" y="0"/>
                  </a:moveTo>
                  <a:lnTo>
                    <a:pt x="2" y="302"/>
                  </a:lnTo>
                  <a:lnTo>
                    <a:pt x="0" y="30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43" name="Freeform 236"/>
            <p:cNvSpPr>
              <a:spLocks/>
            </p:cNvSpPr>
            <p:nvPr/>
          </p:nvSpPr>
          <p:spPr bwMode="auto">
            <a:xfrm>
              <a:off x="2650" y="3189"/>
              <a:ext cx="197" cy="187"/>
            </a:xfrm>
            <a:custGeom>
              <a:avLst/>
              <a:gdLst>
                <a:gd name="T0" fmla="*/ 0 w 308"/>
                <a:gd name="T1" fmla="*/ 1 h 306"/>
                <a:gd name="T2" fmla="*/ 1 w 308"/>
                <a:gd name="T3" fmla="*/ 1 h 306"/>
                <a:gd name="T4" fmla="*/ 1 w 308"/>
                <a:gd name="T5" fmla="*/ 0 h 306"/>
                <a:gd name="T6" fmla="*/ 0 60000 65536"/>
                <a:gd name="T7" fmla="*/ 0 60000 65536"/>
                <a:gd name="T8" fmla="*/ 0 60000 65536"/>
                <a:gd name="T9" fmla="*/ 0 w 308"/>
                <a:gd name="T10" fmla="*/ 0 h 306"/>
                <a:gd name="T11" fmla="*/ 308 w 308"/>
                <a:gd name="T12" fmla="*/ 306 h 3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8" h="306">
                  <a:moveTo>
                    <a:pt x="0" y="306"/>
                  </a:moveTo>
                  <a:lnTo>
                    <a:pt x="305" y="2"/>
                  </a:lnTo>
                  <a:lnTo>
                    <a:pt x="30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44" name="Freeform 237"/>
            <p:cNvSpPr>
              <a:spLocks/>
            </p:cNvSpPr>
            <p:nvPr/>
          </p:nvSpPr>
          <p:spPr bwMode="auto">
            <a:xfrm>
              <a:off x="2649" y="3206"/>
              <a:ext cx="196" cy="186"/>
            </a:xfrm>
            <a:custGeom>
              <a:avLst/>
              <a:gdLst>
                <a:gd name="T0" fmla="*/ 1 w 307"/>
                <a:gd name="T1" fmla="*/ 0 h 304"/>
                <a:gd name="T2" fmla="*/ 1 w 307"/>
                <a:gd name="T3" fmla="*/ 1 h 304"/>
                <a:gd name="T4" fmla="*/ 0 w 307"/>
                <a:gd name="T5" fmla="*/ 1 h 304"/>
                <a:gd name="T6" fmla="*/ 0 60000 65536"/>
                <a:gd name="T7" fmla="*/ 0 60000 65536"/>
                <a:gd name="T8" fmla="*/ 0 60000 65536"/>
                <a:gd name="T9" fmla="*/ 0 w 307"/>
                <a:gd name="T10" fmla="*/ 0 h 304"/>
                <a:gd name="T11" fmla="*/ 307 w 307"/>
                <a:gd name="T12" fmla="*/ 304 h 30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7" h="304">
                  <a:moveTo>
                    <a:pt x="307" y="0"/>
                  </a:moveTo>
                  <a:lnTo>
                    <a:pt x="2" y="302"/>
                  </a:lnTo>
                  <a:lnTo>
                    <a:pt x="0" y="30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45" name="Freeform 238"/>
            <p:cNvSpPr>
              <a:spLocks/>
            </p:cNvSpPr>
            <p:nvPr/>
          </p:nvSpPr>
          <p:spPr bwMode="auto">
            <a:xfrm>
              <a:off x="2650" y="3220"/>
              <a:ext cx="197" cy="185"/>
            </a:xfrm>
            <a:custGeom>
              <a:avLst/>
              <a:gdLst>
                <a:gd name="T0" fmla="*/ 0 w 308"/>
                <a:gd name="T1" fmla="*/ 1 h 304"/>
                <a:gd name="T2" fmla="*/ 1 w 308"/>
                <a:gd name="T3" fmla="*/ 1 h 304"/>
                <a:gd name="T4" fmla="*/ 1 w 308"/>
                <a:gd name="T5" fmla="*/ 0 h 304"/>
                <a:gd name="T6" fmla="*/ 0 60000 65536"/>
                <a:gd name="T7" fmla="*/ 0 60000 65536"/>
                <a:gd name="T8" fmla="*/ 0 60000 65536"/>
                <a:gd name="T9" fmla="*/ 0 w 308"/>
                <a:gd name="T10" fmla="*/ 0 h 304"/>
                <a:gd name="T11" fmla="*/ 308 w 308"/>
                <a:gd name="T12" fmla="*/ 304 h 30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8" h="304">
                  <a:moveTo>
                    <a:pt x="0" y="304"/>
                  </a:moveTo>
                  <a:lnTo>
                    <a:pt x="305" y="2"/>
                  </a:lnTo>
                  <a:lnTo>
                    <a:pt x="30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46" name="Freeform 239"/>
            <p:cNvSpPr>
              <a:spLocks/>
            </p:cNvSpPr>
            <p:nvPr/>
          </p:nvSpPr>
          <p:spPr bwMode="auto">
            <a:xfrm>
              <a:off x="2649" y="3236"/>
              <a:ext cx="196" cy="187"/>
            </a:xfrm>
            <a:custGeom>
              <a:avLst/>
              <a:gdLst>
                <a:gd name="T0" fmla="*/ 1 w 307"/>
                <a:gd name="T1" fmla="*/ 0 h 307"/>
                <a:gd name="T2" fmla="*/ 1 w 307"/>
                <a:gd name="T3" fmla="*/ 1 h 307"/>
                <a:gd name="T4" fmla="*/ 0 w 307"/>
                <a:gd name="T5" fmla="*/ 1 h 307"/>
                <a:gd name="T6" fmla="*/ 0 60000 65536"/>
                <a:gd name="T7" fmla="*/ 0 60000 65536"/>
                <a:gd name="T8" fmla="*/ 0 60000 65536"/>
                <a:gd name="T9" fmla="*/ 0 w 307"/>
                <a:gd name="T10" fmla="*/ 0 h 307"/>
                <a:gd name="T11" fmla="*/ 307 w 307"/>
                <a:gd name="T12" fmla="*/ 307 h 30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7" h="307">
                  <a:moveTo>
                    <a:pt x="307" y="0"/>
                  </a:moveTo>
                  <a:lnTo>
                    <a:pt x="2" y="304"/>
                  </a:lnTo>
                  <a:lnTo>
                    <a:pt x="0" y="30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47" name="Freeform 240"/>
            <p:cNvSpPr>
              <a:spLocks/>
            </p:cNvSpPr>
            <p:nvPr/>
          </p:nvSpPr>
          <p:spPr bwMode="auto">
            <a:xfrm>
              <a:off x="2650" y="3249"/>
              <a:ext cx="197" cy="187"/>
            </a:xfrm>
            <a:custGeom>
              <a:avLst/>
              <a:gdLst>
                <a:gd name="T0" fmla="*/ 0 w 308"/>
                <a:gd name="T1" fmla="*/ 1 h 307"/>
                <a:gd name="T2" fmla="*/ 1 w 308"/>
                <a:gd name="T3" fmla="*/ 1 h 307"/>
                <a:gd name="T4" fmla="*/ 1 w 308"/>
                <a:gd name="T5" fmla="*/ 0 h 307"/>
                <a:gd name="T6" fmla="*/ 0 60000 65536"/>
                <a:gd name="T7" fmla="*/ 0 60000 65536"/>
                <a:gd name="T8" fmla="*/ 0 60000 65536"/>
                <a:gd name="T9" fmla="*/ 0 w 308"/>
                <a:gd name="T10" fmla="*/ 0 h 307"/>
                <a:gd name="T11" fmla="*/ 308 w 308"/>
                <a:gd name="T12" fmla="*/ 307 h 30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8" h="307">
                  <a:moveTo>
                    <a:pt x="0" y="307"/>
                  </a:moveTo>
                  <a:lnTo>
                    <a:pt x="305" y="2"/>
                  </a:lnTo>
                  <a:lnTo>
                    <a:pt x="30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48" name="Freeform 241"/>
            <p:cNvSpPr>
              <a:spLocks/>
            </p:cNvSpPr>
            <p:nvPr/>
          </p:nvSpPr>
          <p:spPr bwMode="auto">
            <a:xfrm>
              <a:off x="2649" y="3267"/>
              <a:ext cx="196" cy="185"/>
            </a:xfrm>
            <a:custGeom>
              <a:avLst/>
              <a:gdLst>
                <a:gd name="T0" fmla="*/ 1 w 307"/>
                <a:gd name="T1" fmla="*/ 0 h 304"/>
                <a:gd name="T2" fmla="*/ 1 w 307"/>
                <a:gd name="T3" fmla="*/ 1 h 304"/>
                <a:gd name="T4" fmla="*/ 0 w 307"/>
                <a:gd name="T5" fmla="*/ 1 h 304"/>
                <a:gd name="T6" fmla="*/ 0 60000 65536"/>
                <a:gd name="T7" fmla="*/ 0 60000 65536"/>
                <a:gd name="T8" fmla="*/ 0 60000 65536"/>
                <a:gd name="T9" fmla="*/ 0 w 307"/>
                <a:gd name="T10" fmla="*/ 0 h 304"/>
                <a:gd name="T11" fmla="*/ 307 w 307"/>
                <a:gd name="T12" fmla="*/ 304 h 30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7" h="304">
                  <a:moveTo>
                    <a:pt x="307" y="0"/>
                  </a:moveTo>
                  <a:lnTo>
                    <a:pt x="2" y="302"/>
                  </a:lnTo>
                  <a:lnTo>
                    <a:pt x="0" y="30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49" name="Freeform 242"/>
            <p:cNvSpPr>
              <a:spLocks/>
            </p:cNvSpPr>
            <p:nvPr/>
          </p:nvSpPr>
          <p:spPr bwMode="auto">
            <a:xfrm>
              <a:off x="2650" y="3280"/>
              <a:ext cx="197" cy="186"/>
            </a:xfrm>
            <a:custGeom>
              <a:avLst/>
              <a:gdLst>
                <a:gd name="T0" fmla="*/ 0 w 308"/>
                <a:gd name="T1" fmla="*/ 1 h 307"/>
                <a:gd name="T2" fmla="*/ 1 w 308"/>
                <a:gd name="T3" fmla="*/ 1 h 307"/>
                <a:gd name="T4" fmla="*/ 1 w 308"/>
                <a:gd name="T5" fmla="*/ 0 h 307"/>
                <a:gd name="T6" fmla="*/ 0 60000 65536"/>
                <a:gd name="T7" fmla="*/ 0 60000 65536"/>
                <a:gd name="T8" fmla="*/ 0 60000 65536"/>
                <a:gd name="T9" fmla="*/ 0 w 308"/>
                <a:gd name="T10" fmla="*/ 0 h 307"/>
                <a:gd name="T11" fmla="*/ 308 w 308"/>
                <a:gd name="T12" fmla="*/ 307 h 30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8" h="307">
                  <a:moveTo>
                    <a:pt x="0" y="307"/>
                  </a:moveTo>
                  <a:lnTo>
                    <a:pt x="305" y="3"/>
                  </a:lnTo>
                  <a:lnTo>
                    <a:pt x="30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3450" name="Group 243"/>
            <p:cNvGrpSpPr>
              <a:grpSpLocks/>
            </p:cNvGrpSpPr>
            <p:nvPr/>
          </p:nvGrpSpPr>
          <p:grpSpPr bwMode="auto">
            <a:xfrm>
              <a:off x="1472" y="3073"/>
              <a:ext cx="1376" cy="1036"/>
              <a:chOff x="1380" y="1885"/>
              <a:chExt cx="2154" cy="1700"/>
            </a:xfrm>
          </p:grpSpPr>
          <p:sp>
            <p:nvSpPr>
              <p:cNvPr id="54925" name="Freeform 244"/>
              <p:cNvSpPr>
                <a:spLocks/>
              </p:cNvSpPr>
              <p:nvPr/>
            </p:nvSpPr>
            <p:spPr bwMode="auto">
              <a:xfrm>
                <a:off x="3222" y="2251"/>
                <a:ext cx="307" cy="306"/>
              </a:xfrm>
              <a:custGeom>
                <a:avLst/>
                <a:gdLst>
                  <a:gd name="T0" fmla="*/ 307 w 307"/>
                  <a:gd name="T1" fmla="*/ 0 h 306"/>
                  <a:gd name="T2" fmla="*/ 2 w 307"/>
                  <a:gd name="T3" fmla="*/ 304 h 306"/>
                  <a:gd name="T4" fmla="*/ 0 w 307"/>
                  <a:gd name="T5" fmla="*/ 306 h 306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6"/>
                  <a:gd name="T11" fmla="*/ 307 w 307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6">
                    <a:moveTo>
                      <a:pt x="307" y="0"/>
                    </a:moveTo>
                    <a:lnTo>
                      <a:pt x="2" y="304"/>
                    </a:lnTo>
                    <a:lnTo>
                      <a:pt x="0" y="3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26" name="Freeform 245"/>
              <p:cNvSpPr>
                <a:spLocks/>
              </p:cNvSpPr>
              <p:nvPr/>
            </p:nvSpPr>
            <p:spPr bwMode="auto">
              <a:xfrm>
                <a:off x="3224" y="2275"/>
                <a:ext cx="308" cy="304"/>
              </a:xfrm>
              <a:custGeom>
                <a:avLst/>
                <a:gdLst>
                  <a:gd name="T0" fmla="*/ 0 w 308"/>
                  <a:gd name="T1" fmla="*/ 304 h 304"/>
                  <a:gd name="T2" fmla="*/ 305 w 308"/>
                  <a:gd name="T3" fmla="*/ 2 h 304"/>
                  <a:gd name="T4" fmla="*/ 308 w 308"/>
                  <a:gd name="T5" fmla="*/ 0 h 304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4"/>
                  <a:gd name="T11" fmla="*/ 308 w 308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4">
                    <a:moveTo>
                      <a:pt x="0" y="304"/>
                    </a:moveTo>
                    <a:lnTo>
                      <a:pt x="305" y="2"/>
                    </a:lnTo>
                    <a:lnTo>
                      <a:pt x="30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27" name="Freeform 246"/>
              <p:cNvSpPr>
                <a:spLocks/>
              </p:cNvSpPr>
              <p:nvPr/>
            </p:nvSpPr>
            <p:spPr bwMode="auto">
              <a:xfrm>
                <a:off x="3222" y="2301"/>
                <a:ext cx="307" cy="306"/>
              </a:xfrm>
              <a:custGeom>
                <a:avLst/>
                <a:gdLst>
                  <a:gd name="T0" fmla="*/ 307 w 307"/>
                  <a:gd name="T1" fmla="*/ 0 h 306"/>
                  <a:gd name="T2" fmla="*/ 2 w 307"/>
                  <a:gd name="T3" fmla="*/ 304 h 306"/>
                  <a:gd name="T4" fmla="*/ 0 w 307"/>
                  <a:gd name="T5" fmla="*/ 306 h 306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6"/>
                  <a:gd name="T11" fmla="*/ 307 w 307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6">
                    <a:moveTo>
                      <a:pt x="307" y="0"/>
                    </a:moveTo>
                    <a:lnTo>
                      <a:pt x="2" y="304"/>
                    </a:lnTo>
                    <a:lnTo>
                      <a:pt x="0" y="3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28" name="Freeform 247"/>
              <p:cNvSpPr>
                <a:spLocks/>
              </p:cNvSpPr>
              <p:nvPr/>
            </p:nvSpPr>
            <p:spPr bwMode="auto">
              <a:xfrm>
                <a:off x="3224" y="2323"/>
                <a:ext cx="308" cy="306"/>
              </a:xfrm>
              <a:custGeom>
                <a:avLst/>
                <a:gdLst>
                  <a:gd name="T0" fmla="*/ 0 w 308"/>
                  <a:gd name="T1" fmla="*/ 306 h 306"/>
                  <a:gd name="T2" fmla="*/ 305 w 308"/>
                  <a:gd name="T3" fmla="*/ 2 h 306"/>
                  <a:gd name="T4" fmla="*/ 308 w 308"/>
                  <a:gd name="T5" fmla="*/ 0 h 306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6"/>
                  <a:gd name="T11" fmla="*/ 308 w 308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6">
                    <a:moveTo>
                      <a:pt x="0" y="306"/>
                    </a:moveTo>
                    <a:lnTo>
                      <a:pt x="305" y="2"/>
                    </a:lnTo>
                    <a:lnTo>
                      <a:pt x="30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29" name="Freeform 248"/>
              <p:cNvSpPr>
                <a:spLocks/>
              </p:cNvSpPr>
              <p:nvPr/>
            </p:nvSpPr>
            <p:spPr bwMode="auto">
              <a:xfrm>
                <a:off x="3222" y="2351"/>
                <a:ext cx="307" cy="305"/>
              </a:xfrm>
              <a:custGeom>
                <a:avLst/>
                <a:gdLst>
                  <a:gd name="T0" fmla="*/ 307 w 307"/>
                  <a:gd name="T1" fmla="*/ 0 h 305"/>
                  <a:gd name="T2" fmla="*/ 2 w 307"/>
                  <a:gd name="T3" fmla="*/ 302 h 305"/>
                  <a:gd name="T4" fmla="*/ 0 w 307"/>
                  <a:gd name="T5" fmla="*/ 305 h 305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5"/>
                  <a:gd name="T11" fmla="*/ 307 w 307"/>
                  <a:gd name="T12" fmla="*/ 305 h 3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5">
                    <a:moveTo>
                      <a:pt x="307" y="0"/>
                    </a:moveTo>
                    <a:lnTo>
                      <a:pt x="2" y="302"/>
                    </a:lnTo>
                    <a:lnTo>
                      <a:pt x="0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30" name="Freeform 249"/>
              <p:cNvSpPr>
                <a:spLocks/>
              </p:cNvSpPr>
              <p:nvPr/>
            </p:nvSpPr>
            <p:spPr bwMode="auto">
              <a:xfrm>
                <a:off x="3224" y="2373"/>
                <a:ext cx="308" cy="305"/>
              </a:xfrm>
              <a:custGeom>
                <a:avLst/>
                <a:gdLst>
                  <a:gd name="T0" fmla="*/ 0 w 308"/>
                  <a:gd name="T1" fmla="*/ 305 h 305"/>
                  <a:gd name="T2" fmla="*/ 305 w 308"/>
                  <a:gd name="T3" fmla="*/ 2 h 305"/>
                  <a:gd name="T4" fmla="*/ 308 w 308"/>
                  <a:gd name="T5" fmla="*/ 0 h 305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5"/>
                  <a:gd name="T11" fmla="*/ 308 w 308"/>
                  <a:gd name="T12" fmla="*/ 305 h 3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5">
                    <a:moveTo>
                      <a:pt x="0" y="305"/>
                    </a:moveTo>
                    <a:lnTo>
                      <a:pt x="305" y="2"/>
                    </a:lnTo>
                    <a:lnTo>
                      <a:pt x="30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31" name="Freeform 250"/>
              <p:cNvSpPr>
                <a:spLocks/>
              </p:cNvSpPr>
              <p:nvPr/>
            </p:nvSpPr>
            <p:spPr bwMode="auto">
              <a:xfrm>
                <a:off x="3222" y="2400"/>
                <a:ext cx="307" cy="306"/>
              </a:xfrm>
              <a:custGeom>
                <a:avLst/>
                <a:gdLst>
                  <a:gd name="T0" fmla="*/ 307 w 307"/>
                  <a:gd name="T1" fmla="*/ 0 h 306"/>
                  <a:gd name="T2" fmla="*/ 2 w 307"/>
                  <a:gd name="T3" fmla="*/ 304 h 306"/>
                  <a:gd name="T4" fmla="*/ 0 w 307"/>
                  <a:gd name="T5" fmla="*/ 306 h 306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6"/>
                  <a:gd name="T11" fmla="*/ 307 w 307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6">
                    <a:moveTo>
                      <a:pt x="307" y="0"/>
                    </a:moveTo>
                    <a:lnTo>
                      <a:pt x="2" y="304"/>
                    </a:lnTo>
                    <a:lnTo>
                      <a:pt x="0" y="3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32" name="Freeform 251"/>
              <p:cNvSpPr>
                <a:spLocks/>
              </p:cNvSpPr>
              <p:nvPr/>
            </p:nvSpPr>
            <p:spPr bwMode="auto">
              <a:xfrm>
                <a:off x="3224" y="2424"/>
                <a:ext cx="308" cy="304"/>
              </a:xfrm>
              <a:custGeom>
                <a:avLst/>
                <a:gdLst>
                  <a:gd name="T0" fmla="*/ 0 w 308"/>
                  <a:gd name="T1" fmla="*/ 304 h 304"/>
                  <a:gd name="T2" fmla="*/ 305 w 308"/>
                  <a:gd name="T3" fmla="*/ 2 h 304"/>
                  <a:gd name="T4" fmla="*/ 308 w 308"/>
                  <a:gd name="T5" fmla="*/ 0 h 304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4"/>
                  <a:gd name="T11" fmla="*/ 308 w 308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4">
                    <a:moveTo>
                      <a:pt x="0" y="304"/>
                    </a:moveTo>
                    <a:lnTo>
                      <a:pt x="305" y="2"/>
                    </a:lnTo>
                    <a:lnTo>
                      <a:pt x="30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33" name="Freeform 252"/>
              <p:cNvSpPr>
                <a:spLocks/>
              </p:cNvSpPr>
              <p:nvPr/>
            </p:nvSpPr>
            <p:spPr bwMode="auto">
              <a:xfrm>
                <a:off x="3222" y="2450"/>
                <a:ext cx="307" cy="304"/>
              </a:xfrm>
              <a:custGeom>
                <a:avLst/>
                <a:gdLst>
                  <a:gd name="T0" fmla="*/ 307 w 307"/>
                  <a:gd name="T1" fmla="*/ 0 h 304"/>
                  <a:gd name="T2" fmla="*/ 2 w 307"/>
                  <a:gd name="T3" fmla="*/ 302 h 304"/>
                  <a:gd name="T4" fmla="*/ 0 w 307"/>
                  <a:gd name="T5" fmla="*/ 304 h 304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4"/>
                  <a:gd name="T11" fmla="*/ 307 w 307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4">
                    <a:moveTo>
                      <a:pt x="307" y="0"/>
                    </a:moveTo>
                    <a:lnTo>
                      <a:pt x="2" y="302"/>
                    </a:lnTo>
                    <a:lnTo>
                      <a:pt x="0" y="3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34" name="Freeform 253"/>
              <p:cNvSpPr>
                <a:spLocks/>
              </p:cNvSpPr>
              <p:nvPr/>
            </p:nvSpPr>
            <p:spPr bwMode="auto">
              <a:xfrm>
                <a:off x="3224" y="2476"/>
                <a:ext cx="308" cy="304"/>
              </a:xfrm>
              <a:custGeom>
                <a:avLst/>
                <a:gdLst>
                  <a:gd name="T0" fmla="*/ 0 w 308"/>
                  <a:gd name="T1" fmla="*/ 304 h 304"/>
                  <a:gd name="T2" fmla="*/ 305 w 308"/>
                  <a:gd name="T3" fmla="*/ 2 h 304"/>
                  <a:gd name="T4" fmla="*/ 308 w 308"/>
                  <a:gd name="T5" fmla="*/ 0 h 304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4"/>
                  <a:gd name="T11" fmla="*/ 308 w 308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4">
                    <a:moveTo>
                      <a:pt x="0" y="304"/>
                    </a:moveTo>
                    <a:lnTo>
                      <a:pt x="305" y="2"/>
                    </a:lnTo>
                    <a:lnTo>
                      <a:pt x="30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35" name="Freeform 254"/>
              <p:cNvSpPr>
                <a:spLocks/>
              </p:cNvSpPr>
              <p:nvPr/>
            </p:nvSpPr>
            <p:spPr bwMode="auto">
              <a:xfrm>
                <a:off x="3222" y="2502"/>
                <a:ext cx="307" cy="305"/>
              </a:xfrm>
              <a:custGeom>
                <a:avLst/>
                <a:gdLst>
                  <a:gd name="T0" fmla="*/ 307 w 307"/>
                  <a:gd name="T1" fmla="*/ 0 h 305"/>
                  <a:gd name="T2" fmla="*/ 2 w 307"/>
                  <a:gd name="T3" fmla="*/ 303 h 305"/>
                  <a:gd name="T4" fmla="*/ 0 w 307"/>
                  <a:gd name="T5" fmla="*/ 305 h 305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5"/>
                  <a:gd name="T11" fmla="*/ 307 w 307"/>
                  <a:gd name="T12" fmla="*/ 305 h 3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5">
                    <a:moveTo>
                      <a:pt x="307" y="0"/>
                    </a:moveTo>
                    <a:lnTo>
                      <a:pt x="2" y="303"/>
                    </a:lnTo>
                    <a:lnTo>
                      <a:pt x="0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36" name="Freeform 255"/>
              <p:cNvSpPr>
                <a:spLocks/>
              </p:cNvSpPr>
              <p:nvPr/>
            </p:nvSpPr>
            <p:spPr bwMode="auto">
              <a:xfrm>
                <a:off x="3224" y="2524"/>
                <a:ext cx="308" cy="307"/>
              </a:xfrm>
              <a:custGeom>
                <a:avLst/>
                <a:gdLst>
                  <a:gd name="T0" fmla="*/ 0 w 308"/>
                  <a:gd name="T1" fmla="*/ 307 h 307"/>
                  <a:gd name="T2" fmla="*/ 305 w 308"/>
                  <a:gd name="T3" fmla="*/ 3 h 307"/>
                  <a:gd name="T4" fmla="*/ 308 w 308"/>
                  <a:gd name="T5" fmla="*/ 0 h 307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7"/>
                  <a:gd name="T11" fmla="*/ 308 w 308"/>
                  <a:gd name="T12" fmla="*/ 307 h 3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7">
                    <a:moveTo>
                      <a:pt x="0" y="307"/>
                    </a:moveTo>
                    <a:lnTo>
                      <a:pt x="305" y="3"/>
                    </a:lnTo>
                    <a:lnTo>
                      <a:pt x="30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37" name="Freeform 256"/>
              <p:cNvSpPr>
                <a:spLocks/>
              </p:cNvSpPr>
              <p:nvPr/>
            </p:nvSpPr>
            <p:spPr bwMode="auto">
              <a:xfrm>
                <a:off x="3222" y="2553"/>
                <a:ext cx="307" cy="304"/>
              </a:xfrm>
              <a:custGeom>
                <a:avLst/>
                <a:gdLst>
                  <a:gd name="T0" fmla="*/ 307 w 307"/>
                  <a:gd name="T1" fmla="*/ 0 h 304"/>
                  <a:gd name="T2" fmla="*/ 2 w 307"/>
                  <a:gd name="T3" fmla="*/ 302 h 304"/>
                  <a:gd name="T4" fmla="*/ 0 w 307"/>
                  <a:gd name="T5" fmla="*/ 304 h 304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4"/>
                  <a:gd name="T11" fmla="*/ 307 w 307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4">
                    <a:moveTo>
                      <a:pt x="307" y="0"/>
                    </a:moveTo>
                    <a:lnTo>
                      <a:pt x="2" y="302"/>
                    </a:lnTo>
                    <a:lnTo>
                      <a:pt x="0" y="3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38" name="Freeform 257"/>
              <p:cNvSpPr>
                <a:spLocks/>
              </p:cNvSpPr>
              <p:nvPr/>
            </p:nvSpPr>
            <p:spPr bwMode="auto">
              <a:xfrm>
                <a:off x="3224" y="2575"/>
                <a:ext cx="308" cy="304"/>
              </a:xfrm>
              <a:custGeom>
                <a:avLst/>
                <a:gdLst>
                  <a:gd name="T0" fmla="*/ 0 w 308"/>
                  <a:gd name="T1" fmla="*/ 304 h 304"/>
                  <a:gd name="T2" fmla="*/ 305 w 308"/>
                  <a:gd name="T3" fmla="*/ 2 h 304"/>
                  <a:gd name="T4" fmla="*/ 308 w 308"/>
                  <a:gd name="T5" fmla="*/ 0 h 304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4"/>
                  <a:gd name="T11" fmla="*/ 308 w 308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4">
                    <a:moveTo>
                      <a:pt x="0" y="304"/>
                    </a:moveTo>
                    <a:lnTo>
                      <a:pt x="305" y="2"/>
                    </a:lnTo>
                    <a:lnTo>
                      <a:pt x="30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39" name="Freeform 258"/>
              <p:cNvSpPr>
                <a:spLocks/>
              </p:cNvSpPr>
              <p:nvPr/>
            </p:nvSpPr>
            <p:spPr bwMode="auto">
              <a:xfrm>
                <a:off x="3222" y="2601"/>
                <a:ext cx="307" cy="306"/>
              </a:xfrm>
              <a:custGeom>
                <a:avLst/>
                <a:gdLst>
                  <a:gd name="T0" fmla="*/ 307 w 307"/>
                  <a:gd name="T1" fmla="*/ 0 h 306"/>
                  <a:gd name="T2" fmla="*/ 2 w 307"/>
                  <a:gd name="T3" fmla="*/ 304 h 306"/>
                  <a:gd name="T4" fmla="*/ 0 w 307"/>
                  <a:gd name="T5" fmla="*/ 306 h 306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6"/>
                  <a:gd name="T11" fmla="*/ 307 w 307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6">
                    <a:moveTo>
                      <a:pt x="307" y="0"/>
                    </a:moveTo>
                    <a:lnTo>
                      <a:pt x="2" y="304"/>
                    </a:lnTo>
                    <a:lnTo>
                      <a:pt x="0" y="3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40" name="Freeform 259"/>
              <p:cNvSpPr>
                <a:spLocks/>
              </p:cNvSpPr>
              <p:nvPr/>
            </p:nvSpPr>
            <p:spPr bwMode="auto">
              <a:xfrm>
                <a:off x="3224" y="2623"/>
                <a:ext cx="308" cy="306"/>
              </a:xfrm>
              <a:custGeom>
                <a:avLst/>
                <a:gdLst>
                  <a:gd name="T0" fmla="*/ 0 w 308"/>
                  <a:gd name="T1" fmla="*/ 306 h 306"/>
                  <a:gd name="T2" fmla="*/ 305 w 308"/>
                  <a:gd name="T3" fmla="*/ 2 h 306"/>
                  <a:gd name="T4" fmla="*/ 308 w 308"/>
                  <a:gd name="T5" fmla="*/ 0 h 306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6"/>
                  <a:gd name="T11" fmla="*/ 308 w 308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6">
                    <a:moveTo>
                      <a:pt x="0" y="306"/>
                    </a:moveTo>
                    <a:lnTo>
                      <a:pt x="305" y="2"/>
                    </a:lnTo>
                    <a:lnTo>
                      <a:pt x="30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41" name="Freeform 260"/>
              <p:cNvSpPr>
                <a:spLocks/>
              </p:cNvSpPr>
              <p:nvPr/>
            </p:nvSpPr>
            <p:spPr bwMode="auto">
              <a:xfrm>
                <a:off x="3222" y="2651"/>
                <a:ext cx="307" cy="305"/>
              </a:xfrm>
              <a:custGeom>
                <a:avLst/>
                <a:gdLst>
                  <a:gd name="T0" fmla="*/ 307 w 307"/>
                  <a:gd name="T1" fmla="*/ 0 h 305"/>
                  <a:gd name="T2" fmla="*/ 2 w 307"/>
                  <a:gd name="T3" fmla="*/ 302 h 305"/>
                  <a:gd name="T4" fmla="*/ 0 w 307"/>
                  <a:gd name="T5" fmla="*/ 305 h 305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5"/>
                  <a:gd name="T11" fmla="*/ 307 w 307"/>
                  <a:gd name="T12" fmla="*/ 305 h 3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5">
                    <a:moveTo>
                      <a:pt x="307" y="0"/>
                    </a:moveTo>
                    <a:lnTo>
                      <a:pt x="2" y="302"/>
                    </a:lnTo>
                    <a:lnTo>
                      <a:pt x="0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42" name="Freeform 261"/>
              <p:cNvSpPr>
                <a:spLocks/>
              </p:cNvSpPr>
              <p:nvPr/>
            </p:nvSpPr>
            <p:spPr bwMode="auto">
              <a:xfrm>
                <a:off x="3224" y="2673"/>
                <a:ext cx="308" cy="307"/>
              </a:xfrm>
              <a:custGeom>
                <a:avLst/>
                <a:gdLst>
                  <a:gd name="T0" fmla="*/ 0 w 308"/>
                  <a:gd name="T1" fmla="*/ 307 h 307"/>
                  <a:gd name="T2" fmla="*/ 305 w 308"/>
                  <a:gd name="T3" fmla="*/ 2 h 307"/>
                  <a:gd name="T4" fmla="*/ 308 w 308"/>
                  <a:gd name="T5" fmla="*/ 0 h 307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7"/>
                  <a:gd name="T11" fmla="*/ 308 w 308"/>
                  <a:gd name="T12" fmla="*/ 307 h 3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7">
                    <a:moveTo>
                      <a:pt x="0" y="307"/>
                    </a:moveTo>
                    <a:lnTo>
                      <a:pt x="305" y="2"/>
                    </a:lnTo>
                    <a:lnTo>
                      <a:pt x="30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43" name="Freeform 262"/>
              <p:cNvSpPr>
                <a:spLocks/>
              </p:cNvSpPr>
              <p:nvPr/>
            </p:nvSpPr>
            <p:spPr bwMode="auto">
              <a:xfrm>
                <a:off x="3222" y="2699"/>
                <a:ext cx="307" cy="307"/>
              </a:xfrm>
              <a:custGeom>
                <a:avLst/>
                <a:gdLst>
                  <a:gd name="T0" fmla="*/ 307 w 307"/>
                  <a:gd name="T1" fmla="*/ 0 h 307"/>
                  <a:gd name="T2" fmla="*/ 2 w 307"/>
                  <a:gd name="T3" fmla="*/ 305 h 307"/>
                  <a:gd name="T4" fmla="*/ 0 w 307"/>
                  <a:gd name="T5" fmla="*/ 307 h 307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7"/>
                  <a:gd name="T11" fmla="*/ 307 w 307"/>
                  <a:gd name="T12" fmla="*/ 307 h 3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7">
                    <a:moveTo>
                      <a:pt x="307" y="0"/>
                    </a:moveTo>
                    <a:lnTo>
                      <a:pt x="2" y="305"/>
                    </a:lnTo>
                    <a:lnTo>
                      <a:pt x="0" y="3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44" name="Freeform 263"/>
              <p:cNvSpPr>
                <a:spLocks/>
              </p:cNvSpPr>
              <p:nvPr/>
            </p:nvSpPr>
            <p:spPr bwMode="auto">
              <a:xfrm>
                <a:off x="3224" y="2724"/>
                <a:ext cx="308" cy="304"/>
              </a:xfrm>
              <a:custGeom>
                <a:avLst/>
                <a:gdLst>
                  <a:gd name="T0" fmla="*/ 0 w 308"/>
                  <a:gd name="T1" fmla="*/ 304 h 304"/>
                  <a:gd name="T2" fmla="*/ 305 w 308"/>
                  <a:gd name="T3" fmla="*/ 2 h 304"/>
                  <a:gd name="T4" fmla="*/ 308 w 308"/>
                  <a:gd name="T5" fmla="*/ 0 h 304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4"/>
                  <a:gd name="T11" fmla="*/ 308 w 308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4">
                    <a:moveTo>
                      <a:pt x="0" y="304"/>
                    </a:moveTo>
                    <a:lnTo>
                      <a:pt x="305" y="2"/>
                    </a:lnTo>
                    <a:lnTo>
                      <a:pt x="30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45" name="Freeform 264"/>
              <p:cNvSpPr>
                <a:spLocks/>
              </p:cNvSpPr>
              <p:nvPr/>
            </p:nvSpPr>
            <p:spPr bwMode="auto">
              <a:xfrm>
                <a:off x="3222" y="2750"/>
                <a:ext cx="307" cy="306"/>
              </a:xfrm>
              <a:custGeom>
                <a:avLst/>
                <a:gdLst>
                  <a:gd name="T0" fmla="*/ 307 w 307"/>
                  <a:gd name="T1" fmla="*/ 0 h 306"/>
                  <a:gd name="T2" fmla="*/ 2 w 307"/>
                  <a:gd name="T3" fmla="*/ 304 h 306"/>
                  <a:gd name="T4" fmla="*/ 0 w 307"/>
                  <a:gd name="T5" fmla="*/ 306 h 306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6"/>
                  <a:gd name="T11" fmla="*/ 307 w 307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6">
                    <a:moveTo>
                      <a:pt x="307" y="0"/>
                    </a:moveTo>
                    <a:lnTo>
                      <a:pt x="2" y="304"/>
                    </a:lnTo>
                    <a:lnTo>
                      <a:pt x="0" y="3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46" name="Freeform 265"/>
              <p:cNvSpPr>
                <a:spLocks/>
              </p:cNvSpPr>
              <p:nvPr/>
            </p:nvSpPr>
            <p:spPr bwMode="auto">
              <a:xfrm>
                <a:off x="3224" y="2772"/>
                <a:ext cx="308" cy="306"/>
              </a:xfrm>
              <a:custGeom>
                <a:avLst/>
                <a:gdLst>
                  <a:gd name="T0" fmla="*/ 0 w 308"/>
                  <a:gd name="T1" fmla="*/ 306 h 306"/>
                  <a:gd name="T2" fmla="*/ 305 w 308"/>
                  <a:gd name="T3" fmla="*/ 2 h 306"/>
                  <a:gd name="T4" fmla="*/ 308 w 308"/>
                  <a:gd name="T5" fmla="*/ 0 h 306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6"/>
                  <a:gd name="T11" fmla="*/ 308 w 308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6">
                    <a:moveTo>
                      <a:pt x="0" y="306"/>
                    </a:moveTo>
                    <a:lnTo>
                      <a:pt x="305" y="2"/>
                    </a:lnTo>
                    <a:lnTo>
                      <a:pt x="30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47" name="Freeform 266"/>
              <p:cNvSpPr>
                <a:spLocks/>
              </p:cNvSpPr>
              <p:nvPr/>
            </p:nvSpPr>
            <p:spPr bwMode="auto">
              <a:xfrm>
                <a:off x="3222" y="2800"/>
                <a:ext cx="307" cy="304"/>
              </a:xfrm>
              <a:custGeom>
                <a:avLst/>
                <a:gdLst>
                  <a:gd name="T0" fmla="*/ 307 w 307"/>
                  <a:gd name="T1" fmla="*/ 0 h 304"/>
                  <a:gd name="T2" fmla="*/ 2 w 307"/>
                  <a:gd name="T3" fmla="*/ 302 h 304"/>
                  <a:gd name="T4" fmla="*/ 0 w 307"/>
                  <a:gd name="T5" fmla="*/ 304 h 304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4"/>
                  <a:gd name="T11" fmla="*/ 307 w 307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4">
                    <a:moveTo>
                      <a:pt x="307" y="0"/>
                    </a:moveTo>
                    <a:lnTo>
                      <a:pt x="2" y="302"/>
                    </a:lnTo>
                    <a:lnTo>
                      <a:pt x="0" y="3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48" name="Freeform 267"/>
              <p:cNvSpPr>
                <a:spLocks/>
              </p:cNvSpPr>
              <p:nvPr/>
            </p:nvSpPr>
            <p:spPr bwMode="auto">
              <a:xfrm>
                <a:off x="3224" y="2822"/>
                <a:ext cx="308" cy="304"/>
              </a:xfrm>
              <a:custGeom>
                <a:avLst/>
                <a:gdLst>
                  <a:gd name="T0" fmla="*/ 0 w 308"/>
                  <a:gd name="T1" fmla="*/ 304 h 304"/>
                  <a:gd name="T2" fmla="*/ 305 w 308"/>
                  <a:gd name="T3" fmla="*/ 2 h 304"/>
                  <a:gd name="T4" fmla="*/ 308 w 308"/>
                  <a:gd name="T5" fmla="*/ 0 h 304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4"/>
                  <a:gd name="T11" fmla="*/ 308 w 308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4">
                    <a:moveTo>
                      <a:pt x="0" y="304"/>
                    </a:moveTo>
                    <a:lnTo>
                      <a:pt x="305" y="2"/>
                    </a:lnTo>
                    <a:lnTo>
                      <a:pt x="30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49" name="Freeform 268"/>
              <p:cNvSpPr>
                <a:spLocks/>
              </p:cNvSpPr>
              <p:nvPr/>
            </p:nvSpPr>
            <p:spPr bwMode="auto">
              <a:xfrm>
                <a:off x="3222" y="2848"/>
                <a:ext cx="307" cy="307"/>
              </a:xfrm>
              <a:custGeom>
                <a:avLst/>
                <a:gdLst>
                  <a:gd name="T0" fmla="*/ 307 w 307"/>
                  <a:gd name="T1" fmla="*/ 0 h 307"/>
                  <a:gd name="T2" fmla="*/ 2 w 307"/>
                  <a:gd name="T3" fmla="*/ 305 h 307"/>
                  <a:gd name="T4" fmla="*/ 0 w 307"/>
                  <a:gd name="T5" fmla="*/ 307 h 307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7"/>
                  <a:gd name="T11" fmla="*/ 307 w 307"/>
                  <a:gd name="T12" fmla="*/ 307 h 3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7">
                    <a:moveTo>
                      <a:pt x="307" y="0"/>
                    </a:moveTo>
                    <a:lnTo>
                      <a:pt x="2" y="305"/>
                    </a:lnTo>
                    <a:lnTo>
                      <a:pt x="0" y="3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50" name="Freeform 269"/>
              <p:cNvSpPr>
                <a:spLocks/>
              </p:cNvSpPr>
              <p:nvPr/>
            </p:nvSpPr>
            <p:spPr bwMode="auto">
              <a:xfrm>
                <a:off x="3224" y="2872"/>
                <a:ext cx="308" cy="305"/>
              </a:xfrm>
              <a:custGeom>
                <a:avLst/>
                <a:gdLst>
                  <a:gd name="T0" fmla="*/ 0 w 308"/>
                  <a:gd name="T1" fmla="*/ 305 h 305"/>
                  <a:gd name="T2" fmla="*/ 305 w 308"/>
                  <a:gd name="T3" fmla="*/ 3 h 305"/>
                  <a:gd name="T4" fmla="*/ 308 w 308"/>
                  <a:gd name="T5" fmla="*/ 0 h 305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5"/>
                  <a:gd name="T11" fmla="*/ 308 w 308"/>
                  <a:gd name="T12" fmla="*/ 305 h 3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5">
                    <a:moveTo>
                      <a:pt x="0" y="305"/>
                    </a:moveTo>
                    <a:lnTo>
                      <a:pt x="305" y="3"/>
                    </a:lnTo>
                    <a:lnTo>
                      <a:pt x="30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51" name="Freeform 270"/>
              <p:cNvSpPr>
                <a:spLocks/>
              </p:cNvSpPr>
              <p:nvPr/>
            </p:nvSpPr>
            <p:spPr bwMode="auto">
              <a:xfrm>
                <a:off x="3222" y="2899"/>
                <a:ext cx="307" cy="304"/>
              </a:xfrm>
              <a:custGeom>
                <a:avLst/>
                <a:gdLst>
                  <a:gd name="T0" fmla="*/ 307 w 307"/>
                  <a:gd name="T1" fmla="*/ 0 h 304"/>
                  <a:gd name="T2" fmla="*/ 2 w 307"/>
                  <a:gd name="T3" fmla="*/ 302 h 304"/>
                  <a:gd name="T4" fmla="*/ 0 w 307"/>
                  <a:gd name="T5" fmla="*/ 304 h 304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4"/>
                  <a:gd name="T11" fmla="*/ 307 w 307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4">
                    <a:moveTo>
                      <a:pt x="307" y="0"/>
                    </a:moveTo>
                    <a:lnTo>
                      <a:pt x="2" y="302"/>
                    </a:lnTo>
                    <a:lnTo>
                      <a:pt x="0" y="3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52" name="Freeform 271"/>
              <p:cNvSpPr>
                <a:spLocks/>
              </p:cNvSpPr>
              <p:nvPr/>
            </p:nvSpPr>
            <p:spPr bwMode="auto">
              <a:xfrm>
                <a:off x="3224" y="2921"/>
                <a:ext cx="308" cy="306"/>
              </a:xfrm>
              <a:custGeom>
                <a:avLst/>
                <a:gdLst>
                  <a:gd name="T0" fmla="*/ 0 w 308"/>
                  <a:gd name="T1" fmla="*/ 306 h 306"/>
                  <a:gd name="T2" fmla="*/ 305 w 308"/>
                  <a:gd name="T3" fmla="*/ 2 h 306"/>
                  <a:gd name="T4" fmla="*/ 308 w 308"/>
                  <a:gd name="T5" fmla="*/ 0 h 306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6"/>
                  <a:gd name="T11" fmla="*/ 308 w 308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6">
                    <a:moveTo>
                      <a:pt x="0" y="306"/>
                    </a:moveTo>
                    <a:lnTo>
                      <a:pt x="305" y="2"/>
                    </a:lnTo>
                    <a:lnTo>
                      <a:pt x="30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53" name="Freeform 272"/>
              <p:cNvSpPr>
                <a:spLocks/>
              </p:cNvSpPr>
              <p:nvPr/>
            </p:nvSpPr>
            <p:spPr bwMode="auto">
              <a:xfrm>
                <a:off x="3222" y="2949"/>
                <a:ext cx="307" cy="304"/>
              </a:xfrm>
              <a:custGeom>
                <a:avLst/>
                <a:gdLst>
                  <a:gd name="T0" fmla="*/ 307 w 307"/>
                  <a:gd name="T1" fmla="*/ 0 h 304"/>
                  <a:gd name="T2" fmla="*/ 2 w 307"/>
                  <a:gd name="T3" fmla="*/ 302 h 304"/>
                  <a:gd name="T4" fmla="*/ 0 w 307"/>
                  <a:gd name="T5" fmla="*/ 304 h 304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4"/>
                  <a:gd name="T11" fmla="*/ 307 w 307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4">
                    <a:moveTo>
                      <a:pt x="307" y="0"/>
                    </a:moveTo>
                    <a:lnTo>
                      <a:pt x="2" y="302"/>
                    </a:lnTo>
                    <a:lnTo>
                      <a:pt x="0" y="3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54" name="Freeform 273"/>
              <p:cNvSpPr>
                <a:spLocks/>
              </p:cNvSpPr>
              <p:nvPr/>
            </p:nvSpPr>
            <p:spPr bwMode="auto">
              <a:xfrm>
                <a:off x="3224" y="2971"/>
                <a:ext cx="308" cy="304"/>
              </a:xfrm>
              <a:custGeom>
                <a:avLst/>
                <a:gdLst>
                  <a:gd name="T0" fmla="*/ 0 w 308"/>
                  <a:gd name="T1" fmla="*/ 304 h 304"/>
                  <a:gd name="T2" fmla="*/ 305 w 308"/>
                  <a:gd name="T3" fmla="*/ 2 h 304"/>
                  <a:gd name="T4" fmla="*/ 308 w 308"/>
                  <a:gd name="T5" fmla="*/ 0 h 304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4"/>
                  <a:gd name="T11" fmla="*/ 308 w 308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4">
                    <a:moveTo>
                      <a:pt x="0" y="304"/>
                    </a:moveTo>
                    <a:lnTo>
                      <a:pt x="305" y="2"/>
                    </a:lnTo>
                    <a:lnTo>
                      <a:pt x="30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55" name="Freeform 274"/>
              <p:cNvSpPr>
                <a:spLocks/>
              </p:cNvSpPr>
              <p:nvPr/>
            </p:nvSpPr>
            <p:spPr bwMode="auto">
              <a:xfrm>
                <a:off x="3222" y="2997"/>
                <a:ext cx="307" cy="307"/>
              </a:xfrm>
              <a:custGeom>
                <a:avLst/>
                <a:gdLst>
                  <a:gd name="T0" fmla="*/ 307 w 307"/>
                  <a:gd name="T1" fmla="*/ 0 h 307"/>
                  <a:gd name="T2" fmla="*/ 2 w 307"/>
                  <a:gd name="T3" fmla="*/ 304 h 307"/>
                  <a:gd name="T4" fmla="*/ 0 w 307"/>
                  <a:gd name="T5" fmla="*/ 307 h 307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7"/>
                  <a:gd name="T11" fmla="*/ 307 w 307"/>
                  <a:gd name="T12" fmla="*/ 307 h 3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7">
                    <a:moveTo>
                      <a:pt x="307" y="0"/>
                    </a:moveTo>
                    <a:lnTo>
                      <a:pt x="2" y="304"/>
                    </a:lnTo>
                    <a:lnTo>
                      <a:pt x="0" y="3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56" name="Freeform 275"/>
              <p:cNvSpPr>
                <a:spLocks/>
              </p:cNvSpPr>
              <p:nvPr/>
            </p:nvSpPr>
            <p:spPr bwMode="auto">
              <a:xfrm>
                <a:off x="3242" y="3019"/>
                <a:ext cx="290" cy="287"/>
              </a:xfrm>
              <a:custGeom>
                <a:avLst/>
                <a:gdLst>
                  <a:gd name="T0" fmla="*/ 0 w 290"/>
                  <a:gd name="T1" fmla="*/ 287 h 287"/>
                  <a:gd name="T2" fmla="*/ 287 w 290"/>
                  <a:gd name="T3" fmla="*/ 2 h 287"/>
                  <a:gd name="T4" fmla="*/ 290 w 290"/>
                  <a:gd name="T5" fmla="*/ 0 h 287"/>
                  <a:gd name="T6" fmla="*/ 0 60000 65536"/>
                  <a:gd name="T7" fmla="*/ 0 60000 65536"/>
                  <a:gd name="T8" fmla="*/ 0 60000 65536"/>
                  <a:gd name="T9" fmla="*/ 0 w 290"/>
                  <a:gd name="T10" fmla="*/ 0 h 287"/>
                  <a:gd name="T11" fmla="*/ 290 w 290"/>
                  <a:gd name="T12" fmla="*/ 287 h 2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90" h="287">
                    <a:moveTo>
                      <a:pt x="0" y="287"/>
                    </a:moveTo>
                    <a:lnTo>
                      <a:pt x="287" y="2"/>
                    </a:lnTo>
                    <a:lnTo>
                      <a:pt x="29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57" name="Freeform 276"/>
              <p:cNvSpPr>
                <a:spLocks/>
              </p:cNvSpPr>
              <p:nvPr/>
            </p:nvSpPr>
            <p:spPr bwMode="auto">
              <a:xfrm>
                <a:off x="3266" y="3047"/>
                <a:ext cx="263" cy="261"/>
              </a:xfrm>
              <a:custGeom>
                <a:avLst/>
                <a:gdLst>
                  <a:gd name="T0" fmla="*/ 263 w 263"/>
                  <a:gd name="T1" fmla="*/ 0 h 261"/>
                  <a:gd name="T2" fmla="*/ 2 w 263"/>
                  <a:gd name="T3" fmla="*/ 259 h 261"/>
                  <a:gd name="T4" fmla="*/ 0 w 263"/>
                  <a:gd name="T5" fmla="*/ 261 h 261"/>
                  <a:gd name="T6" fmla="*/ 0 60000 65536"/>
                  <a:gd name="T7" fmla="*/ 0 60000 65536"/>
                  <a:gd name="T8" fmla="*/ 0 60000 65536"/>
                  <a:gd name="T9" fmla="*/ 0 w 263"/>
                  <a:gd name="T10" fmla="*/ 0 h 261"/>
                  <a:gd name="T11" fmla="*/ 263 w 263"/>
                  <a:gd name="T12" fmla="*/ 261 h 26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3" h="261">
                    <a:moveTo>
                      <a:pt x="263" y="0"/>
                    </a:moveTo>
                    <a:lnTo>
                      <a:pt x="2" y="259"/>
                    </a:lnTo>
                    <a:lnTo>
                      <a:pt x="0" y="26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58" name="Freeform 277"/>
              <p:cNvSpPr>
                <a:spLocks/>
              </p:cNvSpPr>
              <p:nvPr/>
            </p:nvSpPr>
            <p:spPr bwMode="auto">
              <a:xfrm>
                <a:off x="3293" y="3069"/>
                <a:ext cx="239" cy="237"/>
              </a:xfrm>
              <a:custGeom>
                <a:avLst/>
                <a:gdLst>
                  <a:gd name="T0" fmla="*/ 0 w 239"/>
                  <a:gd name="T1" fmla="*/ 237 h 237"/>
                  <a:gd name="T2" fmla="*/ 236 w 239"/>
                  <a:gd name="T3" fmla="*/ 3 h 237"/>
                  <a:gd name="T4" fmla="*/ 239 w 239"/>
                  <a:gd name="T5" fmla="*/ 0 h 237"/>
                  <a:gd name="T6" fmla="*/ 0 60000 65536"/>
                  <a:gd name="T7" fmla="*/ 0 60000 65536"/>
                  <a:gd name="T8" fmla="*/ 0 60000 65536"/>
                  <a:gd name="T9" fmla="*/ 0 w 239"/>
                  <a:gd name="T10" fmla="*/ 0 h 237"/>
                  <a:gd name="T11" fmla="*/ 239 w 239"/>
                  <a:gd name="T12" fmla="*/ 237 h 23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9" h="237">
                    <a:moveTo>
                      <a:pt x="0" y="237"/>
                    </a:moveTo>
                    <a:lnTo>
                      <a:pt x="236" y="3"/>
                    </a:lnTo>
                    <a:lnTo>
                      <a:pt x="2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59" name="Freeform 278"/>
              <p:cNvSpPr>
                <a:spLocks/>
              </p:cNvSpPr>
              <p:nvPr/>
            </p:nvSpPr>
            <p:spPr bwMode="auto">
              <a:xfrm>
                <a:off x="3315" y="3096"/>
                <a:ext cx="214" cy="212"/>
              </a:xfrm>
              <a:custGeom>
                <a:avLst/>
                <a:gdLst>
                  <a:gd name="T0" fmla="*/ 214 w 214"/>
                  <a:gd name="T1" fmla="*/ 0 h 212"/>
                  <a:gd name="T2" fmla="*/ 2 w 214"/>
                  <a:gd name="T3" fmla="*/ 210 h 212"/>
                  <a:gd name="T4" fmla="*/ 0 w 214"/>
                  <a:gd name="T5" fmla="*/ 212 h 212"/>
                  <a:gd name="T6" fmla="*/ 0 60000 65536"/>
                  <a:gd name="T7" fmla="*/ 0 60000 65536"/>
                  <a:gd name="T8" fmla="*/ 0 60000 65536"/>
                  <a:gd name="T9" fmla="*/ 0 w 214"/>
                  <a:gd name="T10" fmla="*/ 0 h 212"/>
                  <a:gd name="T11" fmla="*/ 214 w 214"/>
                  <a:gd name="T12" fmla="*/ 212 h 21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4" h="212">
                    <a:moveTo>
                      <a:pt x="214" y="0"/>
                    </a:moveTo>
                    <a:lnTo>
                      <a:pt x="2" y="210"/>
                    </a:lnTo>
                    <a:lnTo>
                      <a:pt x="0" y="2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60" name="Freeform 279"/>
              <p:cNvSpPr>
                <a:spLocks/>
              </p:cNvSpPr>
              <p:nvPr/>
            </p:nvSpPr>
            <p:spPr bwMode="auto">
              <a:xfrm>
                <a:off x="3341" y="3120"/>
                <a:ext cx="191" cy="186"/>
              </a:xfrm>
              <a:custGeom>
                <a:avLst/>
                <a:gdLst>
                  <a:gd name="T0" fmla="*/ 0 w 191"/>
                  <a:gd name="T1" fmla="*/ 186 h 186"/>
                  <a:gd name="T2" fmla="*/ 188 w 191"/>
                  <a:gd name="T3" fmla="*/ 2 h 186"/>
                  <a:gd name="T4" fmla="*/ 191 w 191"/>
                  <a:gd name="T5" fmla="*/ 0 h 186"/>
                  <a:gd name="T6" fmla="*/ 0 60000 65536"/>
                  <a:gd name="T7" fmla="*/ 0 60000 65536"/>
                  <a:gd name="T8" fmla="*/ 0 60000 65536"/>
                  <a:gd name="T9" fmla="*/ 0 w 191"/>
                  <a:gd name="T10" fmla="*/ 0 h 186"/>
                  <a:gd name="T11" fmla="*/ 191 w 191"/>
                  <a:gd name="T12" fmla="*/ 186 h 18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1" h="186">
                    <a:moveTo>
                      <a:pt x="0" y="186"/>
                    </a:moveTo>
                    <a:lnTo>
                      <a:pt x="188" y="2"/>
                    </a:lnTo>
                    <a:lnTo>
                      <a:pt x="19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61" name="Freeform 280"/>
              <p:cNvSpPr>
                <a:spLocks/>
              </p:cNvSpPr>
              <p:nvPr/>
            </p:nvSpPr>
            <p:spPr bwMode="auto">
              <a:xfrm>
                <a:off x="3366" y="3146"/>
                <a:ext cx="163" cy="164"/>
              </a:xfrm>
              <a:custGeom>
                <a:avLst/>
                <a:gdLst>
                  <a:gd name="T0" fmla="*/ 163 w 163"/>
                  <a:gd name="T1" fmla="*/ 0 h 164"/>
                  <a:gd name="T2" fmla="*/ 2 w 163"/>
                  <a:gd name="T3" fmla="*/ 162 h 164"/>
                  <a:gd name="T4" fmla="*/ 0 w 163"/>
                  <a:gd name="T5" fmla="*/ 164 h 164"/>
                  <a:gd name="T6" fmla="*/ 0 60000 65536"/>
                  <a:gd name="T7" fmla="*/ 0 60000 65536"/>
                  <a:gd name="T8" fmla="*/ 0 60000 65536"/>
                  <a:gd name="T9" fmla="*/ 0 w 163"/>
                  <a:gd name="T10" fmla="*/ 0 h 164"/>
                  <a:gd name="T11" fmla="*/ 163 w 163"/>
                  <a:gd name="T12" fmla="*/ 164 h 16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3" h="164">
                    <a:moveTo>
                      <a:pt x="163" y="0"/>
                    </a:moveTo>
                    <a:lnTo>
                      <a:pt x="2" y="162"/>
                    </a:lnTo>
                    <a:lnTo>
                      <a:pt x="0" y="16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62" name="Freeform 281"/>
              <p:cNvSpPr>
                <a:spLocks/>
              </p:cNvSpPr>
              <p:nvPr/>
            </p:nvSpPr>
            <p:spPr bwMode="auto">
              <a:xfrm>
                <a:off x="3392" y="3168"/>
                <a:ext cx="140" cy="140"/>
              </a:xfrm>
              <a:custGeom>
                <a:avLst/>
                <a:gdLst>
                  <a:gd name="T0" fmla="*/ 0 w 140"/>
                  <a:gd name="T1" fmla="*/ 140 h 140"/>
                  <a:gd name="T2" fmla="*/ 137 w 140"/>
                  <a:gd name="T3" fmla="*/ 2 h 140"/>
                  <a:gd name="T4" fmla="*/ 140 w 140"/>
                  <a:gd name="T5" fmla="*/ 0 h 140"/>
                  <a:gd name="T6" fmla="*/ 0 60000 65536"/>
                  <a:gd name="T7" fmla="*/ 0 60000 65536"/>
                  <a:gd name="T8" fmla="*/ 0 60000 65536"/>
                  <a:gd name="T9" fmla="*/ 0 w 140"/>
                  <a:gd name="T10" fmla="*/ 0 h 140"/>
                  <a:gd name="T11" fmla="*/ 140 w 140"/>
                  <a:gd name="T12" fmla="*/ 140 h 14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0" h="140">
                    <a:moveTo>
                      <a:pt x="0" y="140"/>
                    </a:moveTo>
                    <a:lnTo>
                      <a:pt x="137" y="2"/>
                    </a:lnTo>
                    <a:lnTo>
                      <a:pt x="1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63" name="Freeform 282"/>
              <p:cNvSpPr>
                <a:spLocks/>
              </p:cNvSpPr>
              <p:nvPr/>
            </p:nvSpPr>
            <p:spPr bwMode="auto">
              <a:xfrm>
                <a:off x="3414" y="3196"/>
                <a:ext cx="115" cy="114"/>
              </a:xfrm>
              <a:custGeom>
                <a:avLst/>
                <a:gdLst>
                  <a:gd name="T0" fmla="*/ 115 w 115"/>
                  <a:gd name="T1" fmla="*/ 0 h 114"/>
                  <a:gd name="T2" fmla="*/ 3 w 115"/>
                  <a:gd name="T3" fmla="*/ 112 h 114"/>
                  <a:gd name="T4" fmla="*/ 0 w 115"/>
                  <a:gd name="T5" fmla="*/ 114 h 114"/>
                  <a:gd name="T6" fmla="*/ 0 60000 65536"/>
                  <a:gd name="T7" fmla="*/ 0 60000 65536"/>
                  <a:gd name="T8" fmla="*/ 0 60000 65536"/>
                  <a:gd name="T9" fmla="*/ 0 w 115"/>
                  <a:gd name="T10" fmla="*/ 0 h 114"/>
                  <a:gd name="T11" fmla="*/ 115 w 115"/>
                  <a:gd name="T12" fmla="*/ 114 h 11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5" h="114">
                    <a:moveTo>
                      <a:pt x="115" y="0"/>
                    </a:moveTo>
                    <a:lnTo>
                      <a:pt x="3" y="112"/>
                    </a:lnTo>
                    <a:lnTo>
                      <a:pt x="0" y="1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64" name="Freeform 283"/>
              <p:cNvSpPr>
                <a:spLocks/>
              </p:cNvSpPr>
              <p:nvPr/>
            </p:nvSpPr>
            <p:spPr bwMode="auto">
              <a:xfrm>
                <a:off x="3443" y="3218"/>
                <a:ext cx="89" cy="90"/>
              </a:xfrm>
              <a:custGeom>
                <a:avLst/>
                <a:gdLst>
                  <a:gd name="T0" fmla="*/ 0 w 89"/>
                  <a:gd name="T1" fmla="*/ 90 h 90"/>
                  <a:gd name="T2" fmla="*/ 86 w 89"/>
                  <a:gd name="T3" fmla="*/ 2 h 90"/>
                  <a:gd name="T4" fmla="*/ 89 w 89"/>
                  <a:gd name="T5" fmla="*/ 0 h 90"/>
                  <a:gd name="T6" fmla="*/ 0 60000 65536"/>
                  <a:gd name="T7" fmla="*/ 0 60000 65536"/>
                  <a:gd name="T8" fmla="*/ 0 60000 65536"/>
                  <a:gd name="T9" fmla="*/ 0 w 89"/>
                  <a:gd name="T10" fmla="*/ 0 h 90"/>
                  <a:gd name="T11" fmla="*/ 89 w 89"/>
                  <a:gd name="T12" fmla="*/ 90 h 9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" h="90">
                    <a:moveTo>
                      <a:pt x="0" y="90"/>
                    </a:moveTo>
                    <a:lnTo>
                      <a:pt x="86" y="2"/>
                    </a:lnTo>
                    <a:lnTo>
                      <a:pt x="8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65" name="Freeform 284"/>
              <p:cNvSpPr>
                <a:spLocks/>
              </p:cNvSpPr>
              <p:nvPr/>
            </p:nvSpPr>
            <p:spPr bwMode="auto">
              <a:xfrm>
                <a:off x="3465" y="3244"/>
                <a:ext cx="64" cy="66"/>
              </a:xfrm>
              <a:custGeom>
                <a:avLst/>
                <a:gdLst>
                  <a:gd name="T0" fmla="*/ 64 w 64"/>
                  <a:gd name="T1" fmla="*/ 0 h 66"/>
                  <a:gd name="T2" fmla="*/ 2 w 64"/>
                  <a:gd name="T3" fmla="*/ 64 h 66"/>
                  <a:gd name="T4" fmla="*/ 0 w 64"/>
                  <a:gd name="T5" fmla="*/ 66 h 66"/>
                  <a:gd name="T6" fmla="*/ 0 60000 65536"/>
                  <a:gd name="T7" fmla="*/ 0 60000 65536"/>
                  <a:gd name="T8" fmla="*/ 0 60000 65536"/>
                  <a:gd name="T9" fmla="*/ 0 w 64"/>
                  <a:gd name="T10" fmla="*/ 0 h 66"/>
                  <a:gd name="T11" fmla="*/ 64 w 64"/>
                  <a:gd name="T12" fmla="*/ 66 h 6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4" h="66">
                    <a:moveTo>
                      <a:pt x="64" y="0"/>
                    </a:moveTo>
                    <a:lnTo>
                      <a:pt x="2" y="64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66" name="Freeform 285"/>
              <p:cNvSpPr>
                <a:spLocks/>
              </p:cNvSpPr>
              <p:nvPr/>
            </p:nvSpPr>
            <p:spPr bwMode="auto">
              <a:xfrm>
                <a:off x="3492" y="3269"/>
                <a:ext cx="40" cy="39"/>
              </a:xfrm>
              <a:custGeom>
                <a:avLst/>
                <a:gdLst>
                  <a:gd name="T0" fmla="*/ 0 w 40"/>
                  <a:gd name="T1" fmla="*/ 39 h 39"/>
                  <a:gd name="T2" fmla="*/ 37 w 40"/>
                  <a:gd name="T3" fmla="*/ 2 h 39"/>
                  <a:gd name="T4" fmla="*/ 40 w 40"/>
                  <a:gd name="T5" fmla="*/ 0 h 39"/>
                  <a:gd name="T6" fmla="*/ 0 60000 65536"/>
                  <a:gd name="T7" fmla="*/ 0 60000 65536"/>
                  <a:gd name="T8" fmla="*/ 0 60000 65536"/>
                  <a:gd name="T9" fmla="*/ 0 w 40"/>
                  <a:gd name="T10" fmla="*/ 0 h 39"/>
                  <a:gd name="T11" fmla="*/ 40 w 40"/>
                  <a:gd name="T12" fmla="*/ 39 h 3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" h="39">
                    <a:moveTo>
                      <a:pt x="0" y="39"/>
                    </a:moveTo>
                    <a:lnTo>
                      <a:pt x="37" y="2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67" name="Freeform 286"/>
              <p:cNvSpPr>
                <a:spLocks/>
              </p:cNvSpPr>
              <p:nvPr/>
            </p:nvSpPr>
            <p:spPr bwMode="auto">
              <a:xfrm>
                <a:off x="3516" y="3295"/>
                <a:ext cx="13" cy="15"/>
              </a:xfrm>
              <a:custGeom>
                <a:avLst/>
                <a:gdLst>
                  <a:gd name="T0" fmla="*/ 13 w 13"/>
                  <a:gd name="T1" fmla="*/ 0 h 15"/>
                  <a:gd name="T2" fmla="*/ 2 w 13"/>
                  <a:gd name="T3" fmla="*/ 13 h 15"/>
                  <a:gd name="T4" fmla="*/ 0 w 13"/>
                  <a:gd name="T5" fmla="*/ 15 h 15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5"/>
                  <a:gd name="T11" fmla="*/ 13 w 13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5">
                    <a:moveTo>
                      <a:pt x="13" y="0"/>
                    </a:moveTo>
                    <a:lnTo>
                      <a:pt x="2" y="13"/>
                    </a:lnTo>
                    <a:lnTo>
                      <a:pt x="0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68" name="Freeform 287"/>
              <p:cNvSpPr>
                <a:spLocks/>
              </p:cNvSpPr>
              <p:nvPr/>
            </p:nvSpPr>
            <p:spPr bwMode="auto">
              <a:xfrm>
                <a:off x="3525" y="1885"/>
                <a:ext cx="4" cy="7"/>
              </a:xfrm>
              <a:custGeom>
                <a:avLst/>
                <a:gdLst>
                  <a:gd name="T0" fmla="*/ 4 w 4"/>
                  <a:gd name="T1" fmla="*/ 7 h 7"/>
                  <a:gd name="T2" fmla="*/ 2 w 4"/>
                  <a:gd name="T3" fmla="*/ 2 h 7"/>
                  <a:gd name="T4" fmla="*/ 0 w 4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7"/>
                  <a:gd name="T11" fmla="*/ 4 w 4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7">
                    <a:moveTo>
                      <a:pt x="4" y="7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69" name="Freeform 288"/>
              <p:cNvSpPr>
                <a:spLocks/>
              </p:cNvSpPr>
              <p:nvPr/>
            </p:nvSpPr>
            <p:spPr bwMode="auto">
              <a:xfrm>
                <a:off x="3503" y="1887"/>
                <a:ext cx="29" cy="31"/>
              </a:xfrm>
              <a:custGeom>
                <a:avLst/>
                <a:gdLst>
                  <a:gd name="T0" fmla="*/ 0 w 29"/>
                  <a:gd name="T1" fmla="*/ 0 h 31"/>
                  <a:gd name="T2" fmla="*/ 26 w 29"/>
                  <a:gd name="T3" fmla="*/ 29 h 31"/>
                  <a:gd name="T4" fmla="*/ 29 w 29"/>
                  <a:gd name="T5" fmla="*/ 31 h 31"/>
                  <a:gd name="T6" fmla="*/ 0 60000 65536"/>
                  <a:gd name="T7" fmla="*/ 0 60000 65536"/>
                  <a:gd name="T8" fmla="*/ 0 60000 65536"/>
                  <a:gd name="T9" fmla="*/ 0 w 29"/>
                  <a:gd name="T10" fmla="*/ 0 h 31"/>
                  <a:gd name="T11" fmla="*/ 29 w 29"/>
                  <a:gd name="T12" fmla="*/ 31 h 3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9" h="31">
                    <a:moveTo>
                      <a:pt x="0" y="0"/>
                    </a:moveTo>
                    <a:lnTo>
                      <a:pt x="26" y="29"/>
                    </a:lnTo>
                    <a:lnTo>
                      <a:pt x="29" y="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70" name="Freeform 289"/>
              <p:cNvSpPr>
                <a:spLocks/>
              </p:cNvSpPr>
              <p:nvPr/>
            </p:nvSpPr>
            <p:spPr bwMode="auto">
              <a:xfrm>
                <a:off x="3474" y="1885"/>
                <a:ext cx="55" cy="55"/>
              </a:xfrm>
              <a:custGeom>
                <a:avLst/>
                <a:gdLst>
                  <a:gd name="T0" fmla="*/ 55 w 55"/>
                  <a:gd name="T1" fmla="*/ 55 h 55"/>
                  <a:gd name="T2" fmla="*/ 2 w 55"/>
                  <a:gd name="T3" fmla="*/ 2 h 55"/>
                  <a:gd name="T4" fmla="*/ 0 w 55"/>
                  <a:gd name="T5" fmla="*/ 0 h 55"/>
                  <a:gd name="T6" fmla="*/ 0 60000 65536"/>
                  <a:gd name="T7" fmla="*/ 0 60000 65536"/>
                  <a:gd name="T8" fmla="*/ 0 60000 65536"/>
                  <a:gd name="T9" fmla="*/ 0 w 55"/>
                  <a:gd name="T10" fmla="*/ 0 h 55"/>
                  <a:gd name="T11" fmla="*/ 55 w 55"/>
                  <a:gd name="T12" fmla="*/ 55 h 5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5" h="55">
                    <a:moveTo>
                      <a:pt x="55" y="55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71" name="Freeform 290"/>
              <p:cNvSpPr>
                <a:spLocks/>
              </p:cNvSpPr>
              <p:nvPr/>
            </p:nvSpPr>
            <p:spPr bwMode="auto">
              <a:xfrm>
                <a:off x="3452" y="1887"/>
                <a:ext cx="80" cy="79"/>
              </a:xfrm>
              <a:custGeom>
                <a:avLst/>
                <a:gdLst>
                  <a:gd name="T0" fmla="*/ 0 w 80"/>
                  <a:gd name="T1" fmla="*/ 0 h 79"/>
                  <a:gd name="T2" fmla="*/ 77 w 80"/>
                  <a:gd name="T3" fmla="*/ 77 h 79"/>
                  <a:gd name="T4" fmla="*/ 80 w 80"/>
                  <a:gd name="T5" fmla="*/ 79 h 79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79"/>
                  <a:gd name="T11" fmla="*/ 80 w 80"/>
                  <a:gd name="T12" fmla="*/ 79 h 7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79">
                    <a:moveTo>
                      <a:pt x="0" y="0"/>
                    </a:moveTo>
                    <a:lnTo>
                      <a:pt x="77" y="77"/>
                    </a:lnTo>
                    <a:lnTo>
                      <a:pt x="80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72" name="Freeform 291"/>
              <p:cNvSpPr>
                <a:spLocks/>
              </p:cNvSpPr>
              <p:nvPr/>
            </p:nvSpPr>
            <p:spPr bwMode="auto">
              <a:xfrm>
                <a:off x="3425" y="1885"/>
                <a:ext cx="104" cy="105"/>
              </a:xfrm>
              <a:custGeom>
                <a:avLst/>
                <a:gdLst>
                  <a:gd name="T0" fmla="*/ 104 w 104"/>
                  <a:gd name="T1" fmla="*/ 105 h 105"/>
                  <a:gd name="T2" fmla="*/ 3 w 104"/>
                  <a:gd name="T3" fmla="*/ 2 h 105"/>
                  <a:gd name="T4" fmla="*/ 0 w 104"/>
                  <a:gd name="T5" fmla="*/ 0 h 105"/>
                  <a:gd name="T6" fmla="*/ 0 60000 65536"/>
                  <a:gd name="T7" fmla="*/ 0 60000 65536"/>
                  <a:gd name="T8" fmla="*/ 0 60000 65536"/>
                  <a:gd name="T9" fmla="*/ 0 w 104"/>
                  <a:gd name="T10" fmla="*/ 0 h 105"/>
                  <a:gd name="T11" fmla="*/ 104 w 104"/>
                  <a:gd name="T12" fmla="*/ 105 h 1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4" h="105">
                    <a:moveTo>
                      <a:pt x="104" y="105"/>
                    </a:move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73" name="Freeform 292"/>
              <p:cNvSpPr>
                <a:spLocks/>
              </p:cNvSpPr>
              <p:nvPr/>
            </p:nvSpPr>
            <p:spPr bwMode="auto">
              <a:xfrm>
                <a:off x="3401" y="1887"/>
                <a:ext cx="131" cy="129"/>
              </a:xfrm>
              <a:custGeom>
                <a:avLst/>
                <a:gdLst>
                  <a:gd name="T0" fmla="*/ 0 w 131"/>
                  <a:gd name="T1" fmla="*/ 0 h 129"/>
                  <a:gd name="T2" fmla="*/ 128 w 131"/>
                  <a:gd name="T3" fmla="*/ 127 h 129"/>
                  <a:gd name="T4" fmla="*/ 131 w 131"/>
                  <a:gd name="T5" fmla="*/ 129 h 129"/>
                  <a:gd name="T6" fmla="*/ 0 60000 65536"/>
                  <a:gd name="T7" fmla="*/ 0 60000 65536"/>
                  <a:gd name="T8" fmla="*/ 0 60000 65536"/>
                  <a:gd name="T9" fmla="*/ 0 w 131"/>
                  <a:gd name="T10" fmla="*/ 0 h 129"/>
                  <a:gd name="T11" fmla="*/ 131 w 131"/>
                  <a:gd name="T12" fmla="*/ 129 h 12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1" h="129">
                    <a:moveTo>
                      <a:pt x="0" y="0"/>
                    </a:moveTo>
                    <a:lnTo>
                      <a:pt x="128" y="127"/>
                    </a:lnTo>
                    <a:lnTo>
                      <a:pt x="131" y="1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74" name="Freeform 293"/>
              <p:cNvSpPr>
                <a:spLocks/>
              </p:cNvSpPr>
              <p:nvPr/>
            </p:nvSpPr>
            <p:spPr bwMode="auto">
              <a:xfrm>
                <a:off x="3374" y="1885"/>
                <a:ext cx="155" cy="153"/>
              </a:xfrm>
              <a:custGeom>
                <a:avLst/>
                <a:gdLst>
                  <a:gd name="T0" fmla="*/ 155 w 155"/>
                  <a:gd name="T1" fmla="*/ 153 h 153"/>
                  <a:gd name="T2" fmla="*/ 3 w 155"/>
                  <a:gd name="T3" fmla="*/ 2 h 153"/>
                  <a:gd name="T4" fmla="*/ 0 w 155"/>
                  <a:gd name="T5" fmla="*/ 0 h 153"/>
                  <a:gd name="T6" fmla="*/ 0 60000 65536"/>
                  <a:gd name="T7" fmla="*/ 0 60000 65536"/>
                  <a:gd name="T8" fmla="*/ 0 60000 65536"/>
                  <a:gd name="T9" fmla="*/ 0 w 155"/>
                  <a:gd name="T10" fmla="*/ 0 h 153"/>
                  <a:gd name="T11" fmla="*/ 155 w 155"/>
                  <a:gd name="T12" fmla="*/ 153 h 15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5" h="153">
                    <a:moveTo>
                      <a:pt x="155" y="153"/>
                    </a:move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75" name="Freeform 294"/>
              <p:cNvSpPr>
                <a:spLocks/>
              </p:cNvSpPr>
              <p:nvPr/>
            </p:nvSpPr>
            <p:spPr bwMode="auto">
              <a:xfrm>
                <a:off x="3352" y="1887"/>
                <a:ext cx="180" cy="180"/>
              </a:xfrm>
              <a:custGeom>
                <a:avLst/>
                <a:gdLst>
                  <a:gd name="T0" fmla="*/ 0 w 180"/>
                  <a:gd name="T1" fmla="*/ 0 h 180"/>
                  <a:gd name="T2" fmla="*/ 177 w 180"/>
                  <a:gd name="T3" fmla="*/ 178 h 180"/>
                  <a:gd name="T4" fmla="*/ 180 w 180"/>
                  <a:gd name="T5" fmla="*/ 180 h 180"/>
                  <a:gd name="T6" fmla="*/ 0 60000 65536"/>
                  <a:gd name="T7" fmla="*/ 0 60000 65536"/>
                  <a:gd name="T8" fmla="*/ 0 60000 65536"/>
                  <a:gd name="T9" fmla="*/ 0 w 180"/>
                  <a:gd name="T10" fmla="*/ 0 h 180"/>
                  <a:gd name="T11" fmla="*/ 180 w 180"/>
                  <a:gd name="T12" fmla="*/ 180 h 18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0" h="180">
                    <a:moveTo>
                      <a:pt x="0" y="0"/>
                    </a:moveTo>
                    <a:lnTo>
                      <a:pt x="177" y="178"/>
                    </a:lnTo>
                    <a:lnTo>
                      <a:pt x="180" y="1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76" name="Freeform 295"/>
              <p:cNvSpPr>
                <a:spLocks/>
              </p:cNvSpPr>
              <p:nvPr/>
            </p:nvSpPr>
            <p:spPr bwMode="auto">
              <a:xfrm>
                <a:off x="3324" y="1885"/>
                <a:ext cx="205" cy="204"/>
              </a:xfrm>
              <a:custGeom>
                <a:avLst/>
                <a:gdLst>
                  <a:gd name="T0" fmla="*/ 205 w 205"/>
                  <a:gd name="T1" fmla="*/ 204 h 204"/>
                  <a:gd name="T2" fmla="*/ 2 w 205"/>
                  <a:gd name="T3" fmla="*/ 2 h 204"/>
                  <a:gd name="T4" fmla="*/ 0 w 205"/>
                  <a:gd name="T5" fmla="*/ 0 h 204"/>
                  <a:gd name="T6" fmla="*/ 0 60000 65536"/>
                  <a:gd name="T7" fmla="*/ 0 60000 65536"/>
                  <a:gd name="T8" fmla="*/ 0 60000 65536"/>
                  <a:gd name="T9" fmla="*/ 0 w 205"/>
                  <a:gd name="T10" fmla="*/ 0 h 204"/>
                  <a:gd name="T11" fmla="*/ 205 w 205"/>
                  <a:gd name="T12" fmla="*/ 204 h 2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5" h="204">
                    <a:moveTo>
                      <a:pt x="205" y="20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77" name="Freeform 296"/>
              <p:cNvSpPr>
                <a:spLocks/>
              </p:cNvSpPr>
              <p:nvPr/>
            </p:nvSpPr>
            <p:spPr bwMode="auto">
              <a:xfrm>
                <a:off x="3301" y="1887"/>
                <a:ext cx="231" cy="228"/>
              </a:xfrm>
              <a:custGeom>
                <a:avLst/>
                <a:gdLst>
                  <a:gd name="T0" fmla="*/ 0 w 231"/>
                  <a:gd name="T1" fmla="*/ 0 h 228"/>
                  <a:gd name="T2" fmla="*/ 228 w 231"/>
                  <a:gd name="T3" fmla="*/ 226 h 228"/>
                  <a:gd name="T4" fmla="*/ 231 w 231"/>
                  <a:gd name="T5" fmla="*/ 228 h 228"/>
                  <a:gd name="T6" fmla="*/ 0 60000 65536"/>
                  <a:gd name="T7" fmla="*/ 0 60000 65536"/>
                  <a:gd name="T8" fmla="*/ 0 60000 65536"/>
                  <a:gd name="T9" fmla="*/ 0 w 231"/>
                  <a:gd name="T10" fmla="*/ 0 h 228"/>
                  <a:gd name="T11" fmla="*/ 231 w 231"/>
                  <a:gd name="T12" fmla="*/ 228 h 22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1" h="228">
                    <a:moveTo>
                      <a:pt x="0" y="0"/>
                    </a:moveTo>
                    <a:lnTo>
                      <a:pt x="228" y="226"/>
                    </a:lnTo>
                    <a:lnTo>
                      <a:pt x="231" y="22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78" name="Freeform 297"/>
              <p:cNvSpPr>
                <a:spLocks/>
              </p:cNvSpPr>
              <p:nvPr/>
            </p:nvSpPr>
            <p:spPr bwMode="auto">
              <a:xfrm>
                <a:off x="3275" y="1885"/>
                <a:ext cx="254" cy="254"/>
              </a:xfrm>
              <a:custGeom>
                <a:avLst/>
                <a:gdLst>
                  <a:gd name="T0" fmla="*/ 254 w 254"/>
                  <a:gd name="T1" fmla="*/ 254 h 254"/>
                  <a:gd name="T2" fmla="*/ 2 w 254"/>
                  <a:gd name="T3" fmla="*/ 2 h 254"/>
                  <a:gd name="T4" fmla="*/ 0 w 254"/>
                  <a:gd name="T5" fmla="*/ 0 h 254"/>
                  <a:gd name="T6" fmla="*/ 0 60000 65536"/>
                  <a:gd name="T7" fmla="*/ 0 60000 65536"/>
                  <a:gd name="T8" fmla="*/ 0 60000 65536"/>
                  <a:gd name="T9" fmla="*/ 0 w 254"/>
                  <a:gd name="T10" fmla="*/ 0 h 254"/>
                  <a:gd name="T11" fmla="*/ 254 w 254"/>
                  <a:gd name="T12" fmla="*/ 254 h 25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4" h="254">
                    <a:moveTo>
                      <a:pt x="254" y="25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79" name="Freeform 298"/>
              <p:cNvSpPr>
                <a:spLocks/>
              </p:cNvSpPr>
              <p:nvPr/>
            </p:nvSpPr>
            <p:spPr bwMode="auto">
              <a:xfrm>
                <a:off x="3250" y="1887"/>
                <a:ext cx="282" cy="278"/>
              </a:xfrm>
              <a:custGeom>
                <a:avLst/>
                <a:gdLst>
                  <a:gd name="T0" fmla="*/ 0 w 282"/>
                  <a:gd name="T1" fmla="*/ 0 h 278"/>
                  <a:gd name="T2" fmla="*/ 279 w 282"/>
                  <a:gd name="T3" fmla="*/ 276 h 278"/>
                  <a:gd name="T4" fmla="*/ 282 w 282"/>
                  <a:gd name="T5" fmla="*/ 278 h 278"/>
                  <a:gd name="T6" fmla="*/ 0 60000 65536"/>
                  <a:gd name="T7" fmla="*/ 0 60000 65536"/>
                  <a:gd name="T8" fmla="*/ 0 60000 65536"/>
                  <a:gd name="T9" fmla="*/ 0 w 282"/>
                  <a:gd name="T10" fmla="*/ 0 h 278"/>
                  <a:gd name="T11" fmla="*/ 282 w 282"/>
                  <a:gd name="T12" fmla="*/ 278 h 27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2" h="278">
                    <a:moveTo>
                      <a:pt x="0" y="0"/>
                    </a:moveTo>
                    <a:lnTo>
                      <a:pt x="279" y="276"/>
                    </a:lnTo>
                    <a:lnTo>
                      <a:pt x="282" y="27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80" name="Freeform 299"/>
              <p:cNvSpPr>
                <a:spLocks/>
              </p:cNvSpPr>
              <p:nvPr/>
            </p:nvSpPr>
            <p:spPr bwMode="auto">
              <a:xfrm>
                <a:off x="3224" y="1885"/>
                <a:ext cx="305" cy="302"/>
              </a:xfrm>
              <a:custGeom>
                <a:avLst/>
                <a:gdLst>
                  <a:gd name="T0" fmla="*/ 305 w 305"/>
                  <a:gd name="T1" fmla="*/ 302 h 302"/>
                  <a:gd name="T2" fmla="*/ 2 w 305"/>
                  <a:gd name="T3" fmla="*/ 2 h 302"/>
                  <a:gd name="T4" fmla="*/ 0 w 305"/>
                  <a:gd name="T5" fmla="*/ 0 h 302"/>
                  <a:gd name="T6" fmla="*/ 0 60000 65536"/>
                  <a:gd name="T7" fmla="*/ 0 60000 65536"/>
                  <a:gd name="T8" fmla="*/ 0 60000 65536"/>
                  <a:gd name="T9" fmla="*/ 0 w 305"/>
                  <a:gd name="T10" fmla="*/ 0 h 302"/>
                  <a:gd name="T11" fmla="*/ 305 w 305"/>
                  <a:gd name="T12" fmla="*/ 302 h 3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5" h="302">
                    <a:moveTo>
                      <a:pt x="305" y="302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81" name="Freeform 300"/>
              <p:cNvSpPr>
                <a:spLocks/>
              </p:cNvSpPr>
              <p:nvPr/>
            </p:nvSpPr>
            <p:spPr bwMode="auto">
              <a:xfrm>
                <a:off x="3224" y="1909"/>
                <a:ext cx="308" cy="307"/>
              </a:xfrm>
              <a:custGeom>
                <a:avLst/>
                <a:gdLst>
                  <a:gd name="T0" fmla="*/ 0 w 308"/>
                  <a:gd name="T1" fmla="*/ 0 h 307"/>
                  <a:gd name="T2" fmla="*/ 305 w 308"/>
                  <a:gd name="T3" fmla="*/ 304 h 307"/>
                  <a:gd name="T4" fmla="*/ 308 w 308"/>
                  <a:gd name="T5" fmla="*/ 307 h 307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7"/>
                  <a:gd name="T11" fmla="*/ 308 w 308"/>
                  <a:gd name="T12" fmla="*/ 307 h 3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7">
                    <a:moveTo>
                      <a:pt x="0" y="0"/>
                    </a:moveTo>
                    <a:lnTo>
                      <a:pt x="305" y="304"/>
                    </a:lnTo>
                    <a:lnTo>
                      <a:pt x="308" y="3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82" name="Freeform 301"/>
              <p:cNvSpPr>
                <a:spLocks/>
              </p:cNvSpPr>
              <p:nvPr/>
            </p:nvSpPr>
            <p:spPr bwMode="auto">
              <a:xfrm>
                <a:off x="3222" y="1931"/>
                <a:ext cx="307" cy="307"/>
              </a:xfrm>
              <a:custGeom>
                <a:avLst/>
                <a:gdLst>
                  <a:gd name="T0" fmla="*/ 307 w 307"/>
                  <a:gd name="T1" fmla="*/ 307 h 307"/>
                  <a:gd name="T2" fmla="*/ 2 w 307"/>
                  <a:gd name="T3" fmla="*/ 2 h 307"/>
                  <a:gd name="T4" fmla="*/ 0 w 307"/>
                  <a:gd name="T5" fmla="*/ 0 h 307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7"/>
                  <a:gd name="T11" fmla="*/ 307 w 307"/>
                  <a:gd name="T12" fmla="*/ 307 h 3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7">
                    <a:moveTo>
                      <a:pt x="307" y="307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83" name="Freeform 302"/>
              <p:cNvSpPr>
                <a:spLocks/>
              </p:cNvSpPr>
              <p:nvPr/>
            </p:nvSpPr>
            <p:spPr bwMode="auto">
              <a:xfrm>
                <a:off x="3224" y="1960"/>
                <a:ext cx="308" cy="304"/>
              </a:xfrm>
              <a:custGeom>
                <a:avLst/>
                <a:gdLst>
                  <a:gd name="T0" fmla="*/ 0 w 308"/>
                  <a:gd name="T1" fmla="*/ 0 h 304"/>
                  <a:gd name="T2" fmla="*/ 305 w 308"/>
                  <a:gd name="T3" fmla="*/ 302 h 304"/>
                  <a:gd name="T4" fmla="*/ 308 w 308"/>
                  <a:gd name="T5" fmla="*/ 304 h 304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4"/>
                  <a:gd name="T11" fmla="*/ 308 w 308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4">
                    <a:moveTo>
                      <a:pt x="0" y="0"/>
                    </a:moveTo>
                    <a:lnTo>
                      <a:pt x="305" y="302"/>
                    </a:lnTo>
                    <a:lnTo>
                      <a:pt x="308" y="3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84" name="Freeform 303"/>
              <p:cNvSpPr>
                <a:spLocks/>
              </p:cNvSpPr>
              <p:nvPr/>
            </p:nvSpPr>
            <p:spPr bwMode="auto">
              <a:xfrm>
                <a:off x="3222" y="1981"/>
                <a:ext cx="307" cy="305"/>
              </a:xfrm>
              <a:custGeom>
                <a:avLst/>
                <a:gdLst>
                  <a:gd name="T0" fmla="*/ 307 w 307"/>
                  <a:gd name="T1" fmla="*/ 305 h 305"/>
                  <a:gd name="T2" fmla="*/ 2 w 307"/>
                  <a:gd name="T3" fmla="*/ 3 h 305"/>
                  <a:gd name="T4" fmla="*/ 0 w 307"/>
                  <a:gd name="T5" fmla="*/ 0 h 305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5"/>
                  <a:gd name="T11" fmla="*/ 307 w 307"/>
                  <a:gd name="T12" fmla="*/ 305 h 3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5">
                    <a:moveTo>
                      <a:pt x="307" y="305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85" name="Freeform 304"/>
              <p:cNvSpPr>
                <a:spLocks/>
              </p:cNvSpPr>
              <p:nvPr/>
            </p:nvSpPr>
            <p:spPr bwMode="auto">
              <a:xfrm>
                <a:off x="3224" y="2008"/>
                <a:ext cx="308" cy="306"/>
              </a:xfrm>
              <a:custGeom>
                <a:avLst/>
                <a:gdLst>
                  <a:gd name="T0" fmla="*/ 0 w 308"/>
                  <a:gd name="T1" fmla="*/ 0 h 306"/>
                  <a:gd name="T2" fmla="*/ 305 w 308"/>
                  <a:gd name="T3" fmla="*/ 304 h 306"/>
                  <a:gd name="T4" fmla="*/ 308 w 308"/>
                  <a:gd name="T5" fmla="*/ 306 h 306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6"/>
                  <a:gd name="T11" fmla="*/ 308 w 308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6">
                    <a:moveTo>
                      <a:pt x="0" y="0"/>
                    </a:moveTo>
                    <a:lnTo>
                      <a:pt x="305" y="304"/>
                    </a:lnTo>
                    <a:lnTo>
                      <a:pt x="308" y="3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86" name="Freeform 305"/>
              <p:cNvSpPr>
                <a:spLocks/>
              </p:cNvSpPr>
              <p:nvPr/>
            </p:nvSpPr>
            <p:spPr bwMode="auto">
              <a:xfrm>
                <a:off x="3222" y="2032"/>
                <a:ext cx="307" cy="304"/>
              </a:xfrm>
              <a:custGeom>
                <a:avLst/>
                <a:gdLst>
                  <a:gd name="T0" fmla="*/ 307 w 307"/>
                  <a:gd name="T1" fmla="*/ 304 h 304"/>
                  <a:gd name="T2" fmla="*/ 2 w 307"/>
                  <a:gd name="T3" fmla="*/ 2 h 304"/>
                  <a:gd name="T4" fmla="*/ 0 w 307"/>
                  <a:gd name="T5" fmla="*/ 0 h 304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4"/>
                  <a:gd name="T11" fmla="*/ 307 w 307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4">
                    <a:moveTo>
                      <a:pt x="307" y="30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87" name="Freeform 306"/>
              <p:cNvSpPr>
                <a:spLocks/>
              </p:cNvSpPr>
              <p:nvPr/>
            </p:nvSpPr>
            <p:spPr bwMode="auto">
              <a:xfrm>
                <a:off x="3224" y="2058"/>
                <a:ext cx="308" cy="304"/>
              </a:xfrm>
              <a:custGeom>
                <a:avLst/>
                <a:gdLst>
                  <a:gd name="T0" fmla="*/ 0 w 308"/>
                  <a:gd name="T1" fmla="*/ 0 h 304"/>
                  <a:gd name="T2" fmla="*/ 305 w 308"/>
                  <a:gd name="T3" fmla="*/ 302 h 304"/>
                  <a:gd name="T4" fmla="*/ 308 w 308"/>
                  <a:gd name="T5" fmla="*/ 304 h 304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4"/>
                  <a:gd name="T11" fmla="*/ 308 w 308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4">
                    <a:moveTo>
                      <a:pt x="0" y="0"/>
                    </a:moveTo>
                    <a:lnTo>
                      <a:pt x="305" y="302"/>
                    </a:lnTo>
                    <a:lnTo>
                      <a:pt x="308" y="3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88" name="Freeform 307"/>
              <p:cNvSpPr>
                <a:spLocks/>
              </p:cNvSpPr>
              <p:nvPr/>
            </p:nvSpPr>
            <p:spPr bwMode="auto">
              <a:xfrm>
                <a:off x="3222" y="2080"/>
                <a:ext cx="307" cy="306"/>
              </a:xfrm>
              <a:custGeom>
                <a:avLst/>
                <a:gdLst>
                  <a:gd name="T0" fmla="*/ 307 w 307"/>
                  <a:gd name="T1" fmla="*/ 306 h 306"/>
                  <a:gd name="T2" fmla="*/ 2 w 307"/>
                  <a:gd name="T3" fmla="*/ 2 h 306"/>
                  <a:gd name="T4" fmla="*/ 0 w 307"/>
                  <a:gd name="T5" fmla="*/ 0 h 306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6"/>
                  <a:gd name="T11" fmla="*/ 307 w 307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6">
                    <a:moveTo>
                      <a:pt x="307" y="30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89" name="Freeform 308"/>
              <p:cNvSpPr>
                <a:spLocks/>
              </p:cNvSpPr>
              <p:nvPr/>
            </p:nvSpPr>
            <p:spPr bwMode="auto">
              <a:xfrm>
                <a:off x="3224" y="2108"/>
                <a:ext cx="308" cy="305"/>
              </a:xfrm>
              <a:custGeom>
                <a:avLst/>
                <a:gdLst>
                  <a:gd name="T0" fmla="*/ 0 w 308"/>
                  <a:gd name="T1" fmla="*/ 0 h 305"/>
                  <a:gd name="T2" fmla="*/ 305 w 308"/>
                  <a:gd name="T3" fmla="*/ 302 h 305"/>
                  <a:gd name="T4" fmla="*/ 308 w 308"/>
                  <a:gd name="T5" fmla="*/ 305 h 305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5"/>
                  <a:gd name="T11" fmla="*/ 308 w 308"/>
                  <a:gd name="T12" fmla="*/ 305 h 3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5">
                    <a:moveTo>
                      <a:pt x="0" y="0"/>
                    </a:moveTo>
                    <a:lnTo>
                      <a:pt x="305" y="302"/>
                    </a:lnTo>
                    <a:lnTo>
                      <a:pt x="308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90" name="Freeform 309"/>
              <p:cNvSpPr>
                <a:spLocks/>
              </p:cNvSpPr>
              <p:nvPr/>
            </p:nvSpPr>
            <p:spPr bwMode="auto">
              <a:xfrm>
                <a:off x="3222" y="2130"/>
                <a:ext cx="307" cy="305"/>
              </a:xfrm>
              <a:custGeom>
                <a:avLst/>
                <a:gdLst>
                  <a:gd name="T0" fmla="*/ 307 w 307"/>
                  <a:gd name="T1" fmla="*/ 305 h 305"/>
                  <a:gd name="T2" fmla="*/ 2 w 307"/>
                  <a:gd name="T3" fmla="*/ 2 h 305"/>
                  <a:gd name="T4" fmla="*/ 0 w 307"/>
                  <a:gd name="T5" fmla="*/ 0 h 305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5"/>
                  <a:gd name="T11" fmla="*/ 307 w 307"/>
                  <a:gd name="T12" fmla="*/ 305 h 3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5">
                    <a:moveTo>
                      <a:pt x="307" y="305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91" name="Freeform 310"/>
              <p:cNvSpPr>
                <a:spLocks/>
              </p:cNvSpPr>
              <p:nvPr/>
            </p:nvSpPr>
            <p:spPr bwMode="auto">
              <a:xfrm>
                <a:off x="3224" y="2157"/>
                <a:ext cx="308" cy="306"/>
              </a:xfrm>
              <a:custGeom>
                <a:avLst/>
                <a:gdLst>
                  <a:gd name="T0" fmla="*/ 0 w 308"/>
                  <a:gd name="T1" fmla="*/ 0 h 306"/>
                  <a:gd name="T2" fmla="*/ 305 w 308"/>
                  <a:gd name="T3" fmla="*/ 304 h 306"/>
                  <a:gd name="T4" fmla="*/ 308 w 308"/>
                  <a:gd name="T5" fmla="*/ 306 h 306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6"/>
                  <a:gd name="T11" fmla="*/ 308 w 308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6">
                    <a:moveTo>
                      <a:pt x="0" y="0"/>
                    </a:moveTo>
                    <a:lnTo>
                      <a:pt x="305" y="304"/>
                    </a:lnTo>
                    <a:lnTo>
                      <a:pt x="308" y="3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92" name="Freeform 311"/>
              <p:cNvSpPr>
                <a:spLocks/>
              </p:cNvSpPr>
              <p:nvPr/>
            </p:nvSpPr>
            <p:spPr bwMode="auto">
              <a:xfrm>
                <a:off x="3222" y="2178"/>
                <a:ext cx="307" cy="307"/>
              </a:xfrm>
              <a:custGeom>
                <a:avLst/>
                <a:gdLst>
                  <a:gd name="T0" fmla="*/ 307 w 307"/>
                  <a:gd name="T1" fmla="*/ 307 h 307"/>
                  <a:gd name="T2" fmla="*/ 2 w 307"/>
                  <a:gd name="T3" fmla="*/ 3 h 307"/>
                  <a:gd name="T4" fmla="*/ 0 w 307"/>
                  <a:gd name="T5" fmla="*/ 0 h 307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7"/>
                  <a:gd name="T11" fmla="*/ 307 w 307"/>
                  <a:gd name="T12" fmla="*/ 307 h 3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7">
                    <a:moveTo>
                      <a:pt x="307" y="307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93" name="Freeform 312"/>
              <p:cNvSpPr>
                <a:spLocks/>
              </p:cNvSpPr>
              <p:nvPr/>
            </p:nvSpPr>
            <p:spPr bwMode="auto">
              <a:xfrm>
                <a:off x="3224" y="2207"/>
                <a:ext cx="308" cy="304"/>
              </a:xfrm>
              <a:custGeom>
                <a:avLst/>
                <a:gdLst>
                  <a:gd name="T0" fmla="*/ 0 w 308"/>
                  <a:gd name="T1" fmla="*/ 0 h 304"/>
                  <a:gd name="T2" fmla="*/ 305 w 308"/>
                  <a:gd name="T3" fmla="*/ 302 h 304"/>
                  <a:gd name="T4" fmla="*/ 308 w 308"/>
                  <a:gd name="T5" fmla="*/ 304 h 304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4"/>
                  <a:gd name="T11" fmla="*/ 308 w 308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4">
                    <a:moveTo>
                      <a:pt x="0" y="0"/>
                    </a:moveTo>
                    <a:lnTo>
                      <a:pt x="305" y="302"/>
                    </a:lnTo>
                    <a:lnTo>
                      <a:pt x="308" y="3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94" name="Freeform 313"/>
              <p:cNvSpPr>
                <a:spLocks/>
              </p:cNvSpPr>
              <p:nvPr/>
            </p:nvSpPr>
            <p:spPr bwMode="auto">
              <a:xfrm>
                <a:off x="3222" y="2229"/>
                <a:ext cx="307" cy="306"/>
              </a:xfrm>
              <a:custGeom>
                <a:avLst/>
                <a:gdLst>
                  <a:gd name="T0" fmla="*/ 307 w 307"/>
                  <a:gd name="T1" fmla="*/ 306 h 306"/>
                  <a:gd name="T2" fmla="*/ 2 w 307"/>
                  <a:gd name="T3" fmla="*/ 2 h 306"/>
                  <a:gd name="T4" fmla="*/ 0 w 307"/>
                  <a:gd name="T5" fmla="*/ 0 h 306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6"/>
                  <a:gd name="T11" fmla="*/ 307 w 307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6">
                    <a:moveTo>
                      <a:pt x="307" y="30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95" name="Freeform 314"/>
              <p:cNvSpPr>
                <a:spLocks/>
              </p:cNvSpPr>
              <p:nvPr/>
            </p:nvSpPr>
            <p:spPr bwMode="auto">
              <a:xfrm>
                <a:off x="3224" y="2255"/>
                <a:ext cx="308" cy="307"/>
              </a:xfrm>
              <a:custGeom>
                <a:avLst/>
                <a:gdLst>
                  <a:gd name="T0" fmla="*/ 0 w 308"/>
                  <a:gd name="T1" fmla="*/ 0 h 307"/>
                  <a:gd name="T2" fmla="*/ 305 w 308"/>
                  <a:gd name="T3" fmla="*/ 304 h 307"/>
                  <a:gd name="T4" fmla="*/ 308 w 308"/>
                  <a:gd name="T5" fmla="*/ 307 h 307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7"/>
                  <a:gd name="T11" fmla="*/ 308 w 308"/>
                  <a:gd name="T12" fmla="*/ 307 h 3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7">
                    <a:moveTo>
                      <a:pt x="0" y="0"/>
                    </a:moveTo>
                    <a:lnTo>
                      <a:pt x="305" y="304"/>
                    </a:lnTo>
                    <a:lnTo>
                      <a:pt x="308" y="3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96" name="Freeform 315"/>
              <p:cNvSpPr>
                <a:spLocks/>
              </p:cNvSpPr>
              <p:nvPr/>
            </p:nvSpPr>
            <p:spPr bwMode="auto">
              <a:xfrm>
                <a:off x="3222" y="2279"/>
                <a:ext cx="307" cy="304"/>
              </a:xfrm>
              <a:custGeom>
                <a:avLst/>
                <a:gdLst>
                  <a:gd name="T0" fmla="*/ 307 w 307"/>
                  <a:gd name="T1" fmla="*/ 304 h 304"/>
                  <a:gd name="T2" fmla="*/ 2 w 307"/>
                  <a:gd name="T3" fmla="*/ 2 h 304"/>
                  <a:gd name="T4" fmla="*/ 0 w 307"/>
                  <a:gd name="T5" fmla="*/ 0 h 304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4"/>
                  <a:gd name="T11" fmla="*/ 307 w 307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4">
                    <a:moveTo>
                      <a:pt x="307" y="30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97" name="Freeform 316"/>
              <p:cNvSpPr>
                <a:spLocks/>
              </p:cNvSpPr>
              <p:nvPr/>
            </p:nvSpPr>
            <p:spPr bwMode="auto">
              <a:xfrm>
                <a:off x="3224" y="2305"/>
                <a:ext cx="308" cy="307"/>
              </a:xfrm>
              <a:custGeom>
                <a:avLst/>
                <a:gdLst>
                  <a:gd name="T0" fmla="*/ 0 w 308"/>
                  <a:gd name="T1" fmla="*/ 0 h 307"/>
                  <a:gd name="T2" fmla="*/ 305 w 308"/>
                  <a:gd name="T3" fmla="*/ 305 h 307"/>
                  <a:gd name="T4" fmla="*/ 308 w 308"/>
                  <a:gd name="T5" fmla="*/ 307 h 307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7"/>
                  <a:gd name="T11" fmla="*/ 308 w 308"/>
                  <a:gd name="T12" fmla="*/ 307 h 3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7">
                    <a:moveTo>
                      <a:pt x="0" y="0"/>
                    </a:moveTo>
                    <a:lnTo>
                      <a:pt x="305" y="305"/>
                    </a:lnTo>
                    <a:lnTo>
                      <a:pt x="308" y="3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98" name="Freeform 317"/>
              <p:cNvSpPr>
                <a:spLocks/>
              </p:cNvSpPr>
              <p:nvPr/>
            </p:nvSpPr>
            <p:spPr bwMode="auto">
              <a:xfrm>
                <a:off x="3222" y="2327"/>
                <a:ext cx="307" cy="307"/>
              </a:xfrm>
              <a:custGeom>
                <a:avLst/>
                <a:gdLst>
                  <a:gd name="T0" fmla="*/ 307 w 307"/>
                  <a:gd name="T1" fmla="*/ 307 h 307"/>
                  <a:gd name="T2" fmla="*/ 2 w 307"/>
                  <a:gd name="T3" fmla="*/ 3 h 307"/>
                  <a:gd name="T4" fmla="*/ 0 w 307"/>
                  <a:gd name="T5" fmla="*/ 0 h 307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7"/>
                  <a:gd name="T11" fmla="*/ 307 w 307"/>
                  <a:gd name="T12" fmla="*/ 307 h 3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7">
                    <a:moveTo>
                      <a:pt x="307" y="307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99" name="Freeform 318"/>
              <p:cNvSpPr>
                <a:spLocks/>
              </p:cNvSpPr>
              <p:nvPr/>
            </p:nvSpPr>
            <p:spPr bwMode="auto">
              <a:xfrm>
                <a:off x="3224" y="2356"/>
                <a:ext cx="308" cy="304"/>
              </a:xfrm>
              <a:custGeom>
                <a:avLst/>
                <a:gdLst>
                  <a:gd name="T0" fmla="*/ 0 w 308"/>
                  <a:gd name="T1" fmla="*/ 0 h 304"/>
                  <a:gd name="T2" fmla="*/ 305 w 308"/>
                  <a:gd name="T3" fmla="*/ 302 h 304"/>
                  <a:gd name="T4" fmla="*/ 308 w 308"/>
                  <a:gd name="T5" fmla="*/ 304 h 304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4"/>
                  <a:gd name="T11" fmla="*/ 308 w 308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4">
                    <a:moveTo>
                      <a:pt x="0" y="0"/>
                    </a:moveTo>
                    <a:lnTo>
                      <a:pt x="305" y="302"/>
                    </a:lnTo>
                    <a:lnTo>
                      <a:pt x="308" y="3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00" name="Freeform 319"/>
              <p:cNvSpPr>
                <a:spLocks/>
              </p:cNvSpPr>
              <p:nvPr/>
            </p:nvSpPr>
            <p:spPr bwMode="auto">
              <a:xfrm>
                <a:off x="3222" y="2378"/>
                <a:ext cx="307" cy="304"/>
              </a:xfrm>
              <a:custGeom>
                <a:avLst/>
                <a:gdLst>
                  <a:gd name="T0" fmla="*/ 307 w 307"/>
                  <a:gd name="T1" fmla="*/ 304 h 304"/>
                  <a:gd name="T2" fmla="*/ 2 w 307"/>
                  <a:gd name="T3" fmla="*/ 2 h 304"/>
                  <a:gd name="T4" fmla="*/ 0 w 307"/>
                  <a:gd name="T5" fmla="*/ 0 h 304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4"/>
                  <a:gd name="T11" fmla="*/ 307 w 307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4">
                    <a:moveTo>
                      <a:pt x="307" y="30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01" name="Freeform 320"/>
              <p:cNvSpPr>
                <a:spLocks/>
              </p:cNvSpPr>
              <p:nvPr/>
            </p:nvSpPr>
            <p:spPr bwMode="auto">
              <a:xfrm>
                <a:off x="3224" y="2404"/>
                <a:ext cx="308" cy="306"/>
              </a:xfrm>
              <a:custGeom>
                <a:avLst/>
                <a:gdLst>
                  <a:gd name="T0" fmla="*/ 0 w 308"/>
                  <a:gd name="T1" fmla="*/ 0 h 306"/>
                  <a:gd name="T2" fmla="*/ 305 w 308"/>
                  <a:gd name="T3" fmla="*/ 304 h 306"/>
                  <a:gd name="T4" fmla="*/ 308 w 308"/>
                  <a:gd name="T5" fmla="*/ 306 h 306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6"/>
                  <a:gd name="T11" fmla="*/ 308 w 308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6">
                    <a:moveTo>
                      <a:pt x="0" y="0"/>
                    </a:moveTo>
                    <a:lnTo>
                      <a:pt x="305" y="304"/>
                    </a:lnTo>
                    <a:lnTo>
                      <a:pt x="308" y="3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02" name="Freeform 321"/>
              <p:cNvSpPr>
                <a:spLocks/>
              </p:cNvSpPr>
              <p:nvPr/>
            </p:nvSpPr>
            <p:spPr bwMode="auto">
              <a:xfrm>
                <a:off x="3222" y="2428"/>
                <a:ext cx="307" cy="304"/>
              </a:xfrm>
              <a:custGeom>
                <a:avLst/>
                <a:gdLst>
                  <a:gd name="T0" fmla="*/ 307 w 307"/>
                  <a:gd name="T1" fmla="*/ 304 h 304"/>
                  <a:gd name="T2" fmla="*/ 2 w 307"/>
                  <a:gd name="T3" fmla="*/ 2 h 304"/>
                  <a:gd name="T4" fmla="*/ 0 w 307"/>
                  <a:gd name="T5" fmla="*/ 0 h 304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4"/>
                  <a:gd name="T11" fmla="*/ 307 w 307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4">
                    <a:moveTo>
                      <a:pt x="307" y="30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03" name="Freeform 322"/>
              <p:cNvSpPr>
                <a:spLocks/>
              </p:cNvSpPr>
              <p:nvPr/>
            </p:nvSpPr>
            <p:spPr bwMode="auto">
              <a:xfrm>
                <a:off x="3224" y="2456"/>
                <a:ext cx="308" cy="307"/>
              </a:xfrm>
              <a:custGeom>
                <a:avLst/>
                <a:gdLst>
                  <a:gd name="T0" fmla="*/ 0 w 308"/>
                  <a:gd name="T1" fmla="*/ 0 h 307"/>
                  <a:gd name="T2" fmla="*/ 305 w 308"/>
                  <a:gd name="T3" fmla="*/ 305 h 307"/>
                  <a:gd name="T4" fmla="*/ 308 w 308"/>
                  <a:gd name="T5" fmla="*/ 307 h 307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7"/>
                  <a:gd name="T11" fmla="*/ 308 w 308"/>
                  <a:gd name="T12" fmla="*/ 307 h 3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7">
                    <a:moveTo>
                      <a:pt x="0" y="0"/>
                    </a:moveTo>
                    <a:lnTo>
                      <a:pt x="305" y="305"/>
                    </a:lnTo>
                    <a:lnTo>
                      <a:pt x="308" y="3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04" name="Freeform 323"/>
              <p:cNvSpPr>
                <a:spLocks/>
              </p:cNvSpPr>
              <p:nvPr/>
            </p:nvSpPr>
            <p:spPr bwMode="auto">
              <a:xfrm>
                <a:off x="3222" y="2481"/>
                <a:ext cx="307" cy="304"/>
              </a:xfrm>
              <a:custGeom>
                <a:avLst/>
                <a:gdLst>
                  <a:gd name="T0" fmla="*/ 307 w 307"/>
                  <a:gd name="T1" fmla="*/ 304 h 304"/>
                  <a:gd name="T2" fmla="*/ 2 w 307"/>
                  <a:gd name="T3" fmla="*/ 2 h 304"/>
                  <a:gd name="T4" fmla="*/ 0 w 307"/>
                  <a:gd name="T5" fmla="*/ 0 h 304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4"/>
                  <a:gd name="T11" fmla="*/ 307 w 307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4">
                    <a:moveTo>
                      <a:pt x="307" y="30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05" name="Freeform 324"/>
              <p:cNvSpPr>
                <a:spLocks/>
              </p:cNvSpPr>
              <p:nvPr/>
            </p:nvSpPr>
            <p:spPr bwMode="auto">
              <a:xfrm>
                <a:off x="3224" y="2507"/>
                <a:ext cx="308" cy="304"/>
              </a:xfrm>
              <a:custGeom>
                <a:avLst/>
                <a:gdLst>
                  <a:gd name="T0" fmla="*/ 0 w 308"/>
                  <a:gd name="T1" fmla="*/ 0 h 304"/>
                  <a:gd name="T2" fmla="*/ 305 w 308"/>
                  <a:gd name="T3" fmla="*/ 302 h 304"/>
                  <a:gd name="T4" fmla="*/ 308 w 308"/>
                  <a:gd name="T5" fmla="*/ 304 h 304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4"/>
                  <a:gd name="T11" fmla="*/ 308 w 308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4">
                    <a:moveTo>
                      <a:pt x="0" y="0"/>
                    </a:moveTo>
                    <a:lnTo>
                      <a:pt x="305" y="302"/>
                    </a:lnTo>
                    <a:lnTo>
                      <a:pt x="308" y="3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06" name="Freeform 325"/>
              <p:cNvSpPr>
                <a:spLocks/>
              </p:cNvSpPr>
              <p:nvPr/>
            </p:nvSpPr>
            <p:spPr bwMode="auto">
              <a:xfrm>
                <a:off x="3222" y="2529"/>
                <a:ext cx="307" cy="306"/>
              </a:xfrm>
              <a:custGeom>
                <a:avLst/>
                <a:gdLst>
                  <a:gd name="T0" fmla="*/ 307 w 307"/>
                  <a:gd name="T1" fmla="*/ 306 h 306"/>
                  <a:gd name="T2" fmla="*/ 2 w 307"/>
                  <a:gd name="T3" fmla="*/ 2 h 306"/>
                  <a:gd name="T4" fmla="*/ 0 w 307"/>
                  <a:gd name="T5" fmla="*/ 0 h 306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6"/>
                  <a:gd name="T11" fmla="*/ 307 w 307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6">
                    <a:moveTo>
                      <a:pt x="307" y="30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07" name="Freeform 326"/>
              <p:cNvSpPr>
                <a:spLocks/>
              </p:cNvSpPr>
              <p:nvPr/>
            </p:nvSpPr>
            <p:spPr bwMode="auto">
              <a:xfrm>
                <a:off x="3224" y="2557"/>
                <a:ext cx="308" cy="304"/>
              </a:xfrm>
              <a:custGeom>
                <a:avLst/>
                <a:gdLst>
                  <a:gd name="T0" fmla="*/ 0 w 308"/>
                  <a:gd name="T1" fmla="*/ 0 h 304"/>
                  <a:gd name="T2" fmla="*/ 305 w 308"/>
                  <a:gd name="T3" fmla="*/ 302 h 304"/>
                  <a:gd name="T4" fmla="*/ 308 w 308"/>
                  <a:gd name="T5" fmla="*/ 304 h 304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4"/>
                  <a:gd name="T11" fmla="*/ 308 w 308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4">
                    <a:moveTo>
                      <a:pt x="0" y="0"/>
                    </a:moveTo>
                    <a:lnTo>
                      <a:pt x="305" y="302"/>
                    </a:lnTo>
                    <a:lnTo>
                      <a:pt x="308" y="3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08" name="Freeform 327"/>
              <p:cNvSpPr>
                <a:spLocks/>
              </p:cNvSpPr>
              <p:nvPr/>
            </p:nvSpPr>
            <p:spPr bwMode="auto">
              <a:xfrm>
                <a:off x="3222" y="2579"/>
                <a:ext cx="307" cy="304"/>
              </a:xfrm>
              <a:custGeom>
                <a:avLst/>
                <a:gdLst>
                  <a:gd name="T0" fmla="*/ 307 w 307"/>
                  <a:gd name="T1" fmla="*/ 304 h 304"/>
                  <a:gd name="T2" fmla="*/ 2 w 307"/>
                  <a:gd name="T3" fmla="*/ 2 h 304"/>
                  <a:gd name="T4" fmla="*/ 0 w 307"/>
                  <a:gd name="T5" fmla="*/ 0 h 304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4"/>
                  <a:gd name="T11" fmla="*/ 307 w 307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4">
                    <a:moveTo>
                      <a:pt x="307" y="30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09" name="Freeform 328"/>
              <p:cNvSpPr>
                <a:spLocks/>
              </p:cNvSpPr>
              <p:nvPr/>
            </p:nvSpPr>
            <p:spPr bwMode="auto">
              <a:xfrm>
                <a:off x="3224" y="2605"/>
                <a:ext cx="308" cy="307"/>
              </a:xfrm>
              <a:custGeom>
                <a:avLst/>
                <a:gdLst>
                  <a:gd name="T0" fmla="*/ 0 w 308"/>
                  <a:gd name="T1" fmla="*/ 0 h 307"/>
                  <a:gd name="T2" fmla="*/ 305 w 308"/>
                  <a:gd name="T3" fmla="*/ 305 h 307"/>
                  <a:gd name="T4" fmla="*/ 308 w 308"/>
                  <a:gd name="T5" fmla="*/ 307 h 307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7"/>
                  <a:gd name="T11" fmla="*/ 308 w 308"/>
                  <a:gd name="T12" fmla="*/ 307 h 3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7">
                    <a:moveTo>
                      <a:pt x="0" y="0"/>
                    </a:moveTo>
                    <a:lnTo>
                      <a:pt x="305" y="305"/>
                    </a:lnTo>
                    <a:lnTo>
                      <a:pt x="308" y="3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10" name="Freeform 329"/>
              <p:cNvSpPr>
                <a:spLocks/>
              </p:cNvSpPr>
              <p:nvPr/>
            </p:nvSpPr>
            <p:spPr bwMode="auto">
              <a:xfrm>
                <a:off x="3222" y="2627"/>
                <a:ext cx="307" cy="307"/>
              </a:xfrm>
              <a:custGeom>
                <a:avLst/>
                <a:gdLst>
                  <a:gd name="T0" fmla="*/ 307 w 307"/>
                  <a:gd name="T1" fmla="*/ 307 h 307"/>
                  <a:gd name="T2" fmla="*/ 2 w 307"/>
                  <a:gd name="T3" fmla="*/ 2 h 307"/>
                  <a:gd name="T4" fmla="*/ 0 w 307"/>
                  <a:gd name="T5" fmla="*/ 0 h 307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7"/>
                  <a:gd name="T11" fmla="*/ 307 w 307"/>
                  <a:gd name="T12" fmla="*/ 307 h 3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7">
                    <a:moveTo>
                      <a:pt x="307" y="307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11" name="Freeform 330"/>
              <p:cNvSpPr>
                <a:spLocks/>
              </p:cNvSpPr>
              <p:nvPr/>
            </p:nvSpPr>
            <p:spPr bwMode="auto">
              <a:xfrm>
                <a:off x="3224" y="2656"/>
                <a:ext cx="308" cy="304"/>
              </a:xfrm>
              <a:custGeom>
                <a:avLst/>
                <a:gdLst>
                  <a:gd name="T0" fmla="*/ 0 w 308"/>
                  <a:gd name="T1" fmla="*/ 0 h 304"/>
                  <a:gd name="T2" fmla="*/ 305 w 308"/>
                  <a:gd name="T3" fmla="*/ 302 h 304"/>
                  <a:gd name="T4" fmla="*/ 308 w 308"/>
                  <a:gd name="T5" fmla="*/ 304 h 304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4"/>
                  <a:gd name="T11" fmla="*/ 308 w 308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4">
                    <a:moveTo>
                      <a:pt x="0" y="0"/>
                    </a:moveTo>
                    <a:lnTo>
                      <a:pt x="305" y="302"/>
                    </a:lnTo>
                    <a:lnTo>
                      <a:pt x="308" y="3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12" name="Freeform 331"/>
              <p:cNvSpPr>
                <a:spLocks/>
              </p:cNvSpPr>
              <p:nvPr/>
            </p:nvSpPr>
            <p:spPr bwMode="auto">
              <a:xfrm>
                <a:off x="3222" y="2678"/>
                <a:ext cx="307" cy="306"/>
              </a:xfrm>
              <a:custGeom>
                <a:avLst/>
                <a:gdLst>
                  <a:gd name="T0" fmla="*/ 307 w 307"/>
                  <a:gd name="T1" fmla="*/ 306 h 306"/>
                  <a:gd name="T2" fmla="*/ 2 w 307"/>
                  <a:gd name="T3" fmla="*/ 2 h 306"/>
                  <a:gd name="T4" fmla="*/ 0 w 307"/>
                  <a:gd name="T5" fmla="*/ 0 h 306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6"/>
                  <a:gd name="T11" fmla="*/ 307 w 307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6">
                    <a:moveTo>
                      <a:pt x="307" y="30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13" name="Freeform 332"/>
              <p:cNvSpPr>
                <a:spLocks/>
              </p:cNvSpPr>
              <p:nvPr/>
            </p:nvSpPr>
            <p:spPr bwMode="auto">
              <a:xfrm>
                <a:off x="3224" y="2704"/>
                <a:ext cx="308" cy="306"/>
              </a:xfrm>
              <a:custGeom>
                <a:avLst/>
                <a:gdLst>
                  <a:gd name="T0" fmla="*/ 0 w 308"/>
                  <a:gd name="T1" fmla="*/ 0 h 306"/>
                  <a:gd name="T2" fmla="*/ 305 w 308"/>
                  <a:gd name="T3" fmla="*/ 304 h 306"/>
                  <a:gd name="T4" fmla="*/ 308 w 308"/>
                  <a:gd name="T5" fmla="*/ 306 h 306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6"/>
                  <a:gd name="T11" fmla="*/ 308 w 308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6">
                    <a:moveTo>
                      <a:pt x="0" y="0"/>
                    </a:moveTo>
                    <a:lnTo>
                      <a:pt x="305" y="304"/>
                    </a:lnTo>
                    <a:lnTo>
                      <a:pt x="308" y="3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14" name="Freeform 333"/>
              <p:cNvSpPr>
                <a:spLocks/>
              </p:cNvSpPr>
              <p:nvPr/>
            </p:nvSpPr>
            <p:spPr bwMode="auto">
              <a:xfrm>
                <a:off x="3222" y="2728"/>
                <a:ext cx="307" cy="304"/>
              </a:xfrm>
              <a:custGeom>
                <a:avLst/>
                <a:gdLst>
                  <a:gd name="T0" fmla="*/ 307 w 307"/>
                  <a:gd name="T1" fmla="*/ 304 h 304"/>
                  <a:gd name="T2" fmla="*/ 2 w 307"/>
                  <a:gd name="T3" fmla="*/ 2 h 304"/>
                  <a:gd name="T4" fmla="*/ 0 w 307"/>
                  <a:gd name="T5" fmla="*/ 0 h 304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4"/>
                  <a:gd name="T11" fmla="*/ 307 w 307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4">
                    <a:moveTo>
                      <a:pt x="307" y="30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15" name="Freeform 334"/>
              <p:cNvSpPr>
                <a:spLocks/>
              </p:cNvSpPr>
              <p:nvPr/>
            </p:nvSpPr>
            <p:spPr bwMode="auto">
              <a:xfrm>
                <a:off x="3224" y="2754"/>
                <a:ext cx="308" cy="307"/>
              </a:xfrm>
              <a:custGeom>
                <a:avLst/>
                <a:gdLst>
                  <a:gd name="T0" fmla="*/ 0 w 308"/>
                  <a:gd name="T1" fmla="*/ 0 h 307"/>
                  <a:gd name="T2" fmla="*/ 305 w 308"/>
                  <a:gd name="T3" fmla="*/ 304 h 307"/>
                  <a:gd name="T4" fmla="*/ 308 w 308"/>
                  <a:gd name="T5" fmla="*/ 307 h 307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7"/>
                  <a:gd name="T11" fmla="*/ 308 w 308"/>
                  <a:gd name="T12" fmla="*/ 307 h 3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7">
                    <a:moveTo>
                      <a:pt x="0" y="0"/>
                    </a:moveTo>
                    <a:lnTo>
                      <a:pt x="305" y="304"/>
                    </a:lnTo>
                    <a:lnTo>
                      <a:pt x="308" y="3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16" name="Freeform 335"/>
              <p:cNvSpPr>
                <a:spLocks/>
              </p:cNvSpPr>
              <p:nvPr/>
            </p:nvSpPr>
            <p:spPr bwMode="auto">
              <a:xfrm>
                <a:off x="3222" y="2776"/>
                <a:ext cx="307" cy="307"/>
              </a:xfrm>
              <a:custGeom>
                <a:avLst/>
                <a:gdLst>
                  <a:gd name="T0" fmla="*/ 307 w 307"/>
                  <a:gd name="T1" fmla="*/ 307 h 307"/>
                  <a:gd name="T2" fmla="*/ 2 w 307"/>
                  <a:gd name="T3" fmla="*/ 2 h 307"/>
                  <a:gd name="T4" fmla="*/ 0 w 307"/>
                  <a:gd name="T5" fmla="*/ 0 h 307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7"/>
                  <a:gd name="T11" fmla="*/ 307 w 307"/>
                  <a:gd name="T12" fmla="*/ 307 h 3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7">
                    <a:moveTo>
                      <a:pt x="307" y="307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17" name="Freeform 336"/>
              <p:cNvSpPr>
                <a:spLocks/>
              </p:cNvSpPr>
              <p:nvPr/>
            </p:nvSpPr>
            <p:spPr bwMode="auto">
              <a:xfrm>
                <a:off x="3224" y="2805"/>
                <a:ext cx="308" cy="304"/>
              </a:xfrm>
              <a:custGeom>
                <a:avLst/>
                <a:gdLst>
                  <a:gd name="T0" fmla="*/ 0 w 308"/>
                  <a:gd name="T1" fmla="*/ 0 h 304"/>
                  <a:gd name="T2" fmla="*/ 305 w 308"/>
                  <a:gd name="T3" fmla="*/ 302 h 304"/>
                  <a:gd name="T4" fmla="*/ 308 w 308"/>
                  <a:gd name="T5" fmla="*/ 304 h 304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4"/>
                  <a:gd name="T11" fmla="*/ 308 w 308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4">
                    <a:moveTo>
                      <a:pt x="0" y="0"/>
                    </a:moveTo>
                    <a:lnTo>
                      <a:pt x="305" y="302"/>
                    </a:lnTo>
                    <a:lnTo>
                      <a:pt x="308" y="3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18" name="Freeform 337"/>
              <p:cNvSpPr>
                <a:spLocks/>
              </p:cNvSpPr>
              <p:nvPr/>
            </p:nvSpPr>
            <p:spPr bwMode="auto">
              <a:xfrm>
                <a:off x="3222" y="2826"/>
                <a:ext cx="307" cy="305"/>
              </a:xfrm>
              <a:custGeom>
                <a:avLst/>
                <a:gdLst>
                  <a:gd name="T0" fmla="*/ 307 w 307"/>
                  <a:gd name="T1" fmla="*/ 305 h 305"/>
                  <a:gd name="T2" fmla="*/ 2 w 307"/>
                  <a:gd name="T3" fmla="*/ 3 h 305"/>
                  <a:gd name="T4" fmla="*/ 0 w 307"/>
                  <a:gd name="T5" fmla="*/ 0 h 305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5"/>
                  <a:gd name="T11" fmla="*/ 307 w 307"/>
                  <a:gd name="T12" fmla="*/ 305 h 3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5">
                    <a:moveTo>
                      <a:pt x="307" y="305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19" name="Freeform 338"/>
              <p:cNvSpPr>
                <a:spLocks/>
              </p:cNvSpPr>
              <p:nvPr/>
            </p:nvSpPr>
            <p:spPr bwMode="auto">
              <a:xfrm>
                <a:off x="3224" y="2853"/>
                <a:ext cx="308" cy="306"/>
              </a:xfrm>
              <a:custGeom>
                <a:avLst/>
                <a:gdLst>
                  <a:gd name="T0" fmla="*/ 0 w 308"/>
                  <a:gd name="T1" fmla="*/ 0 h 306"/>
                  <a:gd name="T2" fmla="*/ 305 w 308"/>
                  <a:gd name="T3" fmla="*/ 304 h 306"/>
                  <a:gd name="T4" fmla="*/ 308 w 308"/>
                  <a:gd name="T5" fmla="*/ 306 h 306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6"/>
                  <a:gd name="T11" fmla="*/ 308 w 308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6">
                    <a:moveTo>
                      <a:pt x="0" y="0"/>
                    </a:moveTo>
                    <a:lnTo>
                      <a:pt x="305" y="304"/>
                    </a:lnTo>
                    <a:lnTo>
                      <a:pt x="308" y="3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20" name="Freeform 339"/>
              <p:cNvSpPr>
                <a:spLocks/>
              </p:cNvSpPr>
              <p:nvPr/>
            </p:nvSpPr>
            <p:spPr bwMode="auto">
              <a:xfrm>
                <a:off x="3222" y="2877"/>
                <a:ext cx="307" cy="304"/>
              </a:xfrm>
              <a:custGeom>
                <a:avLst/>
                <a:gdLst>
                  <a:gd name="T0" fmla="*/ 307 w 307"/>
                  <a:gd name="T1" fmla="*/ 304 h 304"/>
                  <a:gd name="T2" fmla="*/ 2 w 307"/>
                  <a:gd name="T3" fmla="*/ 2 h 304"/>
                  <a:gd name="T4" fmla="*/ 0 w 307"/>
                  <a:gd name="T5" fmla="*/ 0 h 304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4"/>
                  <a:gd name="T11" fmla="*/ 307 w 307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4">
                    <a:moveTo>
                      <a:pt x="307" y="30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21" name="Freeform 340"/>
              <p:cNvSpPr>
                <a:spLocks/>
              </p:cNvSpPr>
              <p:nvPr/>
            </p:nvSpPr>
            <p:spPr bwMode="auto">
              <a:xfrm>
                <a:off x="3224" y="2903"/>
                <a:ext cx="308" cy="304"/>
              </a:xfrm>
              <a:custGeom>
                <a:avLst/>
                <a:gdLst>
                  <a:gd name="T0" fmla="*/ 0 w 308"/>
                  <a:gd name="T1" fmla="*/ 0 h 304"/>
                  <a:gd name="T2" fmla="*/ 305 w 308"/>
                  <a:gd name="T3" fmla="*/ 302 h 304"/>
                  <a:gd name="T4" fmla="*/ 308 w 308"/>
                  <a:gd name="T5" fmla="*/ 304 h 304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4"/>
                  <a:gd name="T11" fmla="*/ 308 w 308"/>
                  <a:gd name="T12" fmla="*/ 304 h 3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4">
                    <a:moveTo>
                      <a:pt x="0" y="0"/>
                    </a:moveTo>
                    <a:lnTo>
                      <a:pt x="305" y="302"/>
                    </a:lnTo>
                    <a:lnTo>
                      <a:pt x="308" y="3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22" name="Freeform 341"/>
              <p:cNvSpPr>
                <a:spLocks/>
              </p:cNvSpPr>
              <p:nvPr/>
            </p:nvSpPr>
            <p:spPr bwMode="auto">
              <a:xfrm>
                <a:off x="3222" y="2925"/>
                <a:ext cx="307" cy="306"/>
              </a:xfrm>
              <a:custGeom>
                <a:avLst/>
                <a:gdLst>
                  <a:gd name="T0" fmla="*/ 307 w 307"/>
                  <a:gd name="T1" fmla="*/ 306 h 306"/>
                  <a:gd name="T2" fmla="*/ 2 w 307"/>
                  <a:gd name="T3" fmla="*/ 2 h 306"/>
                  <a:gd name="T4" fmla="*/ 0 w 307"/>
                  <a:gd name="T5" fmla="*/ 0 h 306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6"/>
                  <a:gd name="T11" fmla="*/ 307 w 307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6">
                    <a:moveTo>
                      <a:pt x="307" y="30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23" name="Freeform 342"/>
              <p:cNvSpPr>
                <a:spLocks/>
              </p:cNvSpPr>
              <p:nvPr/>
            </p:nvSpPr>
            <p:spPr bwMode="auto">
              <a:xfrm>
                <a:off x="3224" y="2951"/>
                <a:ext cx="308" cy="307"/>
              </a:xfrm>
              <a:custGeom>
                <a:avLst/>
                <a:gdLst>
                  <a:gd name="T0" fmla="*/ 0 w 308"/>
                  <a:gd name="T1" fmla="*/ 0 h 307"/>
                  <a:gd name="T2" fmla="*/ 305 w 308"/>
                  <a:gd name="T3" fmla="*/ 304 h 307"/>
                  <a:gd name="T4" fmla="*/ 308 w 308"/>
                  <a:gd name="T5" fmla="*/ 307 h 307"/>
                  <a:gd name="T6" fmla="*/ 0 60000 65536"/>
                  <a:gd name="T7" fmla="*/ 0 60000 65536"/>
                  <a:gd name="T8" fmla="*/ 0 60000 65536"/>
                  <a:gd name="T9" fmla="*/ 0 w 308"/>
                  <a:gd name="T10" fmla="*/ 0 h 307"/>
                  <a:gd name="T11" fmla="*/ 308 w 308"/>
                  <a:gd name="T12" fmla="*/ 307 h 3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8" h="307">
                    <a:moveTo>
                      <a:pt x="0" y="0"/>
                    </a:moveTo>
                    <a:lnTo>
                      <a:pt x="305" y="304"/>
                    </a:lnTo>
                    <a:lnTo>
                      <a:pt x="308" y="3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24" name="Freeform 343"/>
              <p:cNvSpPr>
                <a:spLocks/>
              </p:cNvSpPr>
              <p:nvPr/>
            </p:nvSpPr>
            <p:spPr bwMode="auto">
              <a:xfrm>
                <a:off x="3222" y="2975"/>
                <a:ext cx="307" cy="305"/>
              </a:xfrm>
              <a:custGeom>
                <a:avLst/>
                <a:gdLst>
                  <a:gd name="T0" fmla="*/ 307 w 307"/>
                  <a:gd name="T1" fmla="*/ 305 h 305"/>
                  <a:gd name="T2" fmla="*/ 2 w 307"/>
                  <a:gd name="T3" fmla="*/ 2 h 305"/>
                  <a:gd name="T4" fmla="*/ 0 w 307"/>
                  <a:gd name="T5" fmla="*/ 0 h 305"/>
                  <a:gd name="T6" fmla="*/ 0 60000 65536"/>
                  <a:gd name="T7" fmla="*/ 0 60000 65536"/>
                  <a:gd name="T8" fmla="*/ 0 60000 65536"/>
                  <a:gd name="T9" fmla="*/ 0 w 307"/>
                  <a:gd name="T10" fmla="*/ 0 h 305"/>
                  <a:gd name="T11" fmla="*/ 307 w 307"/>
                  <a:gd name="T12" fmla="*/ 305 h 3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7" h="305">
                    <a:moveTo>
                      <a:pt x="307" y="305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25" name="Freeform 344"/>
              <p:cNvSpPr>
                <a:spLocks/>
              </p:cNvSpPr>
              <p:nvPr/>
            </p:nvSpPr>
            <p:spPr bwMode="auto">
              <a:xfrm>
                <a:off x="3224" y="3002"/>
                <a:ext cx="310" cy="306"/>
              </a:xfrm>
              <a:custGeom>
                <a:avLst/>
                <a:gdLst>
                  <a:gd name="T0" fmla="*/ 0 w 310"/>
                  <a:gd name="T1" fmla="*/ 0 h 306"/>
                  <a:gd name="T2" fmla="*/ 308 w 310"/>
                  <a:gd name="T3" fmla="*/ 304 h 306"/>
                  <a:gd name="T4" fmla="*/ 310 w 310"/>
                  <a:gd name="T5" fmla="*/ 306 h 306"/>
                  <a:gd name="T6" fmla="*/ 0 60000 65536"/>
                  <a:gd name="T7" fmla="*/ 0 60000 65536"/>
                  <a:gd name="T8" fmla="*/ 0 60000 65536"/>
                  <a:gd name="T9" fmla="*/ 0 w 310"/>
                  <a:gd name="T10" fmla="*/ 0 h 306"/>
                  <a:gd name="T11" fmla="*/ 310 w 310"/>
                  <a:gd name="T12" fmla="*/ 306 h 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10" h="306">
                    <a:moveTo>
                      <a:pt x="0" y="0"/>
                    </a:moveTo>
                    <a:lnTo>
                      <a:pt x="308" y="304"/>
                    </a:lnTo>
                    <a:lnTo>
                      <a:pt x="310" y="3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26" name="Freeform 345"/>
              <p:cNvSpPr>
                <a:spLocks/>
              </p:cNvSpPr>
              <p:nvPr/>
            </p:nvSpPr>
            <p:spPr bwMode="auto">
              <a:xfrm>
                <a:off x="3222" y="3023"/>
                <a:ext cx="285" cy="283"/>
              </a:xfrm>
              <a:custGeom>
                <a:avLst/>
                <a:gdLst>
                  <a:gd name="T0" fmla="*/ 285 w 285"/>
                  <a:gd name="T1" fmla="*/ 283 h 283"/>
                  <a:gd name="T2" fmla="*/ 2 w 285"/>
                  <a:gd name="T3" fmla="*/ 3 h 283"/>
                  <a:gd name="T4" fmla="*/ 0 w 285"/>
                  <a:gd name="T5" fmla="*/ 0 h 283"/>
                  <a:gd name="T6" fmla="*/ 0 60000 65536"/>
                  <a:gd name="T7" fmla="*/ 0 60000 65536"/>
                  <a:gd name="T8" fmla="*/ 0 60000 65536"/>
                  <a:gd name="T9" fmla="*/ 0 w 285"/>
                  <a:gd name="T10" fmla="*/ 0 h 283"/>
                  <a:gd name="T11" fmla="*/ 285 w 285"/>
                  <a:gd name="T12" fmla="*/ 283 h 28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5" h="283">
                    <a:moveTo>
                      <a:pt x="285" y="283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27" name="Freeform 346"/>
              <p:cNvSpPr>
                <a:spLocks/>
              </p:cNvSpPr>
              <p:nvPr/>
            </p:nvSpPr>
            <p:spPr bwMode="auto">
              <a:xfrm>
                <a:off x="3224" y="3052"/>
                <a:ext cx="259" cy="256"/>
              </a:xfrm>
              <a:custGeom>
                <a:avLst/>
                <a:gdLst>
                  <a:gd name="T0" fmla="*/ 0 w 259"/>
                  <a:gd name="T1" fmla="*/ 0 h 256"/>
                  <a:gd name="T2" fmla="*/ 257 w 259"/>
                  <a:gd name="T3" fmla="*/ 254 h 256"/>
                  <a:gd name="T4" fmla="*/ 259 w 259"/>
                  <a:gd name="T5" fmla="*/ 256 h 256"/>
                  <a:gd name="T6" fmla="*/ 0 60000 65536"/>
                  <a:gd name="T7" fmla="*/ 0 60000 65536"/>
                  <a:gd name="T8" fmla="*/ 0 60000 65536"/>
                  <a:gd name="T9" fmla="*/ 0 w 259"/>
                  <a:gd name="T10" fmla="*/ 0 h 256"/>
                  <a:gd name="T11" fmla="*/ 259 w 259"/>
                  <a:gd name="T12" fmla="*/ 256 h 25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" h="256">
                    <a:moveTo>
                      <a:pt x="0" y="0"/>
                    </a:moveTo>
                    <a:lnTo>
                      <a:pt x="257" y="254"/>
                    </a:lnTo>
                    <a:lnTo>
                      <a:pt x="259" y="25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28" name="Freeform 347"/>
              <p:cNvSpPr>
                <a:spLocks/>
              </p:cNvSpPr>
              <p:nvPr/>
            </p:nvSpPr>
            <p:spPr bwMode="auto">
              <a:xfrm>
                <a:off x="3222" y="3074"/>
                <a:ext cx="234" cy="232"/>
              </a:xfrm>
              <a:custGeom>
                <a:avLst/>
                <a:gdLst>
                  <a:gd name="T0" fmla="*/ 234 w 234"/>
                  <a:gd name="T1" fmla="*/ 232 h 232"/>
                  <a:gd name="T2" fmla="*/ 2 w 234"/>
                  <a:gd name="T3" fmla="*/ 2 h 232"/>
                  <a:gd name="T4" fmla="*/ 0 w 234"/>
                  <a:gd name="T5" fmla="*/ 0 h 232"/>
                  <a:gd name="T6" fmla="*/ 0 60000 65536"/>
                  <a:gd name="T7" fmla="*/ 0 60000 65536"/>
                  <a:gd name="T8" fmla="*/ 0 60000 65536"/>
                  <a:gd name="T9" fmla="*/ 0 w 234"/>
                  <a:gd name="T10" fmla="*/ 0 h 232"/>
                  <a:gd name="T11" fmla="*/ 234 w 234"/>
                  <a:gd name="T12" fmla="*/ 232 h 23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4" h="232">
                    <a:moveTo>
                      <a:pt x="234" y="232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29" name="Freeform 348"/>
              <p:cNvSpPr>
                <a:spLocks/>
              </p:cNvSpPr>
              <p:nvPr/>
            </p:nvSpPr>
            <p:spPr bwMode="auto">
              <a:xfrm>
                <a:off x="3224" y="3100"/>
                <a:ext cx="210" cy="208"/>
              </a:xfrm>
              <a:custGeom>
                <a:avLst/>
                <a:gdLst>
                  <a:gd name="T0" fmla="*/ 0 w 210"/>
                  <a:gd name="T1" fmla="*/ 0 h 208"/>
                  <a:gd name="T2" fmla="*/ 208 w 210"/>
                  <a:gd name="T3" fmla="*/ 206 h 208"/>
                  <a:gd name="T4" fmla="*/ 210 w 210"/>
                  <a:gd name="T5" fmla="*/ 208 h 208"/>
                  <a:gd name="T6" fmla="*/ 0 60000 65536"/>
                  <a:gd name="T7" fmla="*/ 0 60000 65536"/>
                  <a:gd name="T8" fmla="*/ 0 60000 65536"/>
                  <a:gd name="T9" fmla="*/ 0 w 210"/>
                  <a:gd name="T10" fmla="*/ 0 h 208"/>
                  <a:gd name="T11" fmla="*/ 210 w 210"/>
                  <a:gd name="T12" fmla="*/ 208 h 20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0" h="208">
                    <a:moveTo>
                      <a:pt x="0" y="0"/>
                    </a:moveTo>
                    <a:lnTo>
                      <a:pt x="208" y="206"/>
                    </a:lnTo>
                    <a:lnTo>
                      <a:pt x="210" y="20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30" name="Freeform 349"/>
              <p:cNvSpPr>
                <a:spLocks/>
              </p:cNvSpPr>
              <p:nvPr/>
            </p:nvSpPr>
            <p:spPr bwMode="auto">
              <a:xfrm>
                <a:off x="3222" y="3124"/>
                <a:ext cx="183" cy="182"/>
              </a:xfrm>
              <a:custGeom>
                <a:avLst/>
                <a:gdLst>
                  <a:gd name="T0" fmla="*/ 183 w 183"/>
                  <a:gd name="T1" fmla="*/ 182 h 182"/>
                  <a:gd name="T2" fmla="*/ 2 w 183"/>
                  <a:gd name="T3" fmla="*/ 2 h 182"/>
                  <a:gd name="T4" fmla="*/ 0 w 183"/>
                  <a:gd name="T5" fmla="*/ 0 h 182"/>
                  <a:gd name="T6" fmla="*/ 0 60000 65536"/>
                  <a:gd name="T7" fmla="*/ 0 60000 65536"/>
                  <a:gd name="T8" fmla="*/ 0 60000 65536"/>
                  <a:gd name="T9" fmla="*/ 0 w 183"/>
                  <a:gd name="T10" fmla="*/ 0 h 182"/>
                  <a:gd name="T11" fmla="*/ 183 w 183"/>
                  <a:gd name="T12" fmla="*/ 182 h 18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3" h="182">
                    <a:moveTo>
                      <a:pt x="183" y="182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31" name="Freeform 350"/>
              <p:cNvSpPr>
                <a:spLocks/>
              </p:cNvSpPr>
              <p:nvPr/>
            </p:nvSpPr>
            <p:spPr bwMode="auto">
              <a:xfrm>
                <a:off x="3224" y="3150"/>
                <a:ext cx="159" cy="158"/>
              </a:xfrm>
              <a:custGeom>
                <a:avLst/>
                <a:gdLst>
                  <a:gd name="T0" fmla="*/ 0 w 159"/>
                  <a:gd name="T1" fmla="*/ 0 h 158"/>
                  <a:gd name="T2" fmla="*/ 157 w 159"/>
                  <a:gd name="T3" fmla="*/ 156 h 158"/>
                  <a:gd name="T4" fmla="*/ 159 w 159"/>
                  <a:gd name="T5" fmla="*/ 158 h 158"/>
                  <a:gd name="T6" fmla="*/ 0 60000 65536"/>
                  <a:gd name="T7" fmla="*/ 0 60000 65536"/>
                  <a:gd name="T8" fmla="*/ 0 60000 65536"/>
                  <a:gd name="T9" fmla="*/ 0 w 159"/>
                  <a:gd name="T10" fmla="*/ 0 h 158"/>
                  <a:gd name="T11" fmla="*/ 159 w 159"/>
                  <a:gd name="T12" fmla="*/ 158 h 15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9" h="158">
                    <a:moveTo>
                      <a:pt x="0" y="0"/>
                    </a:moveTo>
                    <a:lnTo>
                      <a:pt x="157" y="156"/>
                    </a:lnTo>
                    <a:lnTo>
                      <a:pt x="159" y="15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32" name="Freeform 351"/>
              <p:cNvSpPr>
                <a:spLocks/>
              </p:cNvSpPr>
              <p:nvPr/>
            </p:nvSpPr>
            <p:spPr bwMode="auto">
              <a:xfrm>
                <a:off x="3222" y="3172"/>
                <a:ext cx="135" cy="134"/>
              </a:xfrm>
              <a:custGeom>
                <a:avLst/>
                <a:gdLst>
                  <a:gd name="T0" fmla="*/ 135 w 135"/>
                  <a:gd name="T1" fmla="*/ 134 h 134"/>
                  <a:gd name="T2" fmla="*/ 2 w 135"/>
                  <a:gd name="T3" fmla="*/ 2 h 134"/>
                  <a:gd name="T4" fmla="*/ 0 w 135"/>
                  <a:gd name="T5" fmla="*/ 0 h 134"/>
                  <a:gd name="T6" fmla="*/ 0 60000 65536"/>
                  <a:gd name="T7" fmla="*/ 0 60000 65536"/>
                  <a:gd name="T8" fmla="*/ 0 60000 65536"/>
                  <a:gd name="T9" fmla="*/ 0 w 135"/>
                  <a:gd name="T10" fmla="*/ 0 h 134"/>
                  <a:gd name="T11" fmla="*/ 135 w 135"/>
                  <a:gd name="T12" fmla="*/ 134 h 13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5" h="134">
                    <a:moveTo>
                      <a:pt x="135" y="13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33" name="Freeform 352"/>
              <p:cNvSpPr>
                <a:spLocks/>
              </p:cNvSpPr>
              <p:nvPr/>
            </p:nvSpPr>
            <p:spPr bwMode="auto">
              <a:xfrm>
                <a:off x="3224" y="3201"/>
                <a:ext cx="108" cy="107"/>
              </a:xfrm>
              <a:custGeom>
                <a:avLst/>
                <a:gdLst>
                  <a:gd name="T0" fmla="*/ 0 w 108"/>
                  <a:gd name="T1" fmla="*/ 0 h 107"/>
                  <a:gd name="T2" fmla="*/ 106 w 108"/>
                  <a:gd name="T3" fmla="*/ 105 h 107"/>
                  <a:gd name="T4" fmla="*/ 108 w 108"/>
                  <a:gd name="T5" fmla="*/ 107 h 107"/>
                  <a:gd name="T6" fmla="*/ 0 60000 65536"/>
                  <a:gd name="T7" fmla="*/ 0 60000 65536"/>
                  <a:gd name="T8" fmla="*/ 0 60000 65536"/>
                  <a:gd name="T9" fmla="*/ 0 w 108"/>
                  <a:gd name="T10" fmla="*/ 0 h 107"/>
                  <a:gd name="T11" fmla="*/ 108 w 108"/>
                  <a:gd name="T12" fmla="*/ 107 h 10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8" h="107">
                    <a:moveTo>
                      <a:pt x="0" y="0"/>
                    </a:moveTo>
                    <a:lnTo>
                      <a:pt x="106" y="105"/>
                    </a:lnTo>
                    <a:lnTo>
                      <a:pt x="108" y="1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34" name="Freeform 353"/>
              <p:cNvSpPr>
                <a:spLocks/>
              </p:cNvSpPr>
              <p:nvPr/>
            </p:nvSpPr>
            <p:spPr bwMode="auto">
              <a:xfrm>
                <a:off x="3222" y="3223"/>
                <a:ext cx="84" cy="83"/>
              </a:xfrm>
              <a:custGeom>
                <a:avLst/>
                <a:gdLst>
                  <a:gd name="T0" fmla="*/ 84 w 84"/>
                  <a:gd name="T1" fmla="*/ 83 h 83"/>
                  <a:gd name="T2" fmla="*/ 2 w 84"/>
                  <a:gd name="T3" fmla="*/ 2 h 83"/>
                  <a:gd name="T4" fmla="*/ 0 w 84"/>
                  <a:gd name="T5" fmla="*/ 0 h 83"/>
                  <a:gd name="T6" fmla="*/ 0 60000 65536"/>
                  <a:gd name="T7" fmla="*/ 0 60000 65536"/>
                  <a:gd name="T8" fmla="*/ 0 60000 65536"/>
                  <a:gd name="T9" fmla="*/ 0 w 84"/>
                  <a:gd name="T10" fmla="*/ 0 h 83"/>
                  <a:gd name="T11" fmla="*/ 84 w 84"/>
                  <a:gd name="T12" fmla="*/ 83 h 8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4" h="83">
                    <a:moveTo>
                      <a:pt x="84" y="83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35" name="Freeform 354"/>
              <p:cNvSpPr>
                <a:spLocks/>
              </p:cNvSpPr>
              <p:nvPr/>
            </p:nvSpPr>
            <p:spPr bwMode="auto">
              <a:xfrm>
                <a:off x="3224" y="3249"/>
                <a:ext cx="60" cy="59"/>
              </a:xfrm>
              <a:custGeom>
                <a:avLst/>
                <a:gdLst>
                  <a:gd name="T0" fmla="*/ 0 w 60"/>
                  <a:gd name="T1" fmla="*/ 0 h 59"/>
                  <a:gd name="T2" fmla="*/ 57 w 60"/>
                  <a:gd name="T3" fmla="*/ 57 h 59"/>
                  <a:gd name="T4" fmla="*/ 60 w 60"/>
                  <a:gd name="T5" fmla="*/ 59 h 59"/>
                  <a:gd name="T6" fmla="*/ 0 60000 65536"/>
                  <a:gd name="T7" fmla="*/ 0 60000 65536"/>
                  <a:gd name="T8" fmla="*/ 0 60000 65536"/>
                  <a:gd name="T9" fmla="*/ 0 w 60"/>
                  <a:gd name="T10" fmla="*/ 0 h 59"/>
                  <a:gd name="T11" fmla="*/ 60 w 60"/>
                  <a:gd name="T12" fmla="*/ 59 h 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0" h="59">
                    <a:moveTo>
                      <a:pt x="0" y="0"/>
                    </a:moveTo>
                    <a:lnTo>
                      <a:pt x="57" y="57"/>
                    </a:lnTo>
                    <a:lnTo>
                      <a:pt x="60" y="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36" name="Freeform 355"/>
              <p:cNvSpPr>
                <a:spLocks/>
              </p:cNvSpPr>
              <p:nvPr/>
            </p:nvSpPr>
            <p:spPr bwMode="auto">
              <a:xfrm>
                <a:off x="3222" y="3273"/>
                <a:ext cx="33" cy="33"/>
              </a:xfrm>
              <a:custGeom>
                <a:avLst/>
                <a:gdLst>
                  <a:gd name="T0" fmla="*/ 33 w 33"/>
                  <a:gd name="T1" fmla="*/ 33 h 33"/>
                  <a:gd name="T2" fmla="*/ 2 w 33"/>
                  <a:gd name="T3" fmla="*/ 2 h 33"/>
                  <a:gd name="T4" fmla="*/ 0 w 33"/>
                  <a:gd name="T5" fmla="*/ 0 h 33"/>
                  <a:gd name="T6" fmla="*/ 0 60000 65536"/>
                  <a:gd name="T7" fmla="*/ 0 60000 65536"/>
                  <a:gd name="T8" fmla="*/ 0 60000 65536"/>
                  <a:gd name="T9" fmla="*/ 0 w 33"/>
                  <a:gd name="T10" fmla="*/ 0 h 33"/>
                  <a:gd name="T11" fmla="*/ 33 w 33"/>
                  <a:gd name="T12" fmla="*/ 33 h 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" h="33">
                    <a:moveTo>
                      <a:pt x="33" y="33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37" name="Freeform 356"/>
              <p:cNvSpPr>
                <a:spLocks/>
              </p:cNvSpPr>
              <p:nvPr/>
            </p:nvSpPr>
            <p:spPr bwMode="auto">
              <a:xfrm>
                <a:off x="3224" y="3299"/>
                <a:ext cx="9" cy="9"/>
              </a:xfrm>
              <a:custGeom>
                <a:avLst/>
                <a:gdLst>
                  <a:gd name="T0" fmla="*/ 0 w 9"/>
                  <a:gd name="T1" fmla="*/ 0 h 9"/>
                  <a:gd name="T2" fmla="*/ 7 w 9"/>
                  <a:gd name="T3" fmla="*/ 7 h 9"/>
                  <a:gd name="T4" fmla="*/ 9 w 9"/>
                  <a:gd name="T5" fmla="*/ 9 h 9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9"/>
                  <a:gd name="T11" fmla="*/ 9 w 9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9">
                    <a:moveTo>
                      <a:pt x="0" y="0"/>
                    </a:moveTo>
                    <a:lnTo>
                      <a:pt x="7" y="7"/>
                    </a:lnTo>
                    <a:lnTo>
                      <a:pt x="9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38" name="Rectangle 357"/>
              <p:cNvSpPr>
                <a:spLocks noChangeArrowheads="1"/>
              </p:cNvSpPr>
              <p:nvPr/>
            </p:nvSpPr>
            <p:spPr bwMode="auto">
              <a:xfrm>
                <a:off x="1787" y="2772"/>
                <a:ext cx="2" cy="81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39" name="Freeform 358"/>
              <p:cNvSpPr>
                <a:spLocks/>
              </p:cNvSpPr>
              <p:nvPr/>
            </p:nvSpPr>
            <p:spPr bwMode="auto">
              <a:xfrm>
                <a:off x="1787" y="2769"/>
                <a:ext cx="1" cy="815"/>
              </a:xfrm>
              <a:custGeom>
                <a:avLst/>
                <a:gdLst>
                  <a:gd name="T0" fmla="*/ 0 w 1"/>
                  <a:gd name="T1" fmla="*/ 815 h 815"/>
                  <a:gd name="T2" fmla="*/ 0 w 1"/>
                  <a:gd name="T3" fmla="*/ 3 h 815"/>
                  <a:gd name="T4" fmla="*/ 0 w 1"/>
                  <a:gd name="T5" fmla="*/ 0 h 81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15"/>
                  <a:gd name="T11" fmla="*/ 1 w 1"/>
                  <a:gd name="T12" fmla="*/ 815 h 8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15">
                    <a:moveTo>
                      <a:pt x="0" y="81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40" name="Freeform 359"/>
              <p:cNvSpPr>
                <a:spLocks/>
              </p:cNvSpPr>
              <p:nvPr/>
            </p:nvSpPr>
            <p:spPr bwMode="auto">
              <a:xfrm>
                <a:off x="1787" y="3584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41" name="Freeform 360"/>
              <p:cNvSpPr>
                <a:spLocks/>
              </p:cNvSpPr>
              <p:nvPr/>
            </p:nvSpPr>
            <p:spPr bwMode="auto">
              <a:xfrm>
                <a:off x="1787" y="2772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42" name="Freeform 361"/>
              <p:cNvSpPr>
                <a:spLocks/>
              </p:cNvSpPr>
              <p:nvPr/>
            </p:nvSpPr>
            <p:spPr bwMode="auto">
              <a:xfrm>
                <a:off x="1789" y="2769"/>
                <a:ext cx="1" cy="815"/>
              </a:xfrm>
              <a:custGeom>
                <a:avLst/>
                <a:gdLst>
                  <a:gd name="T0" fmla="*/ 0 w 1"/>
                  <a:gd name="T1" fmla="*/ 815 h 815"/>
                  <a:gd name="T2" fmla="*/ 0 w 1"/>
                  <a:gd name="T3" fmla="*/ 3 h 815"/>
                  <a:gd name="T4" fmla="*/ 0 w 1"/>
                  <a:gd name="T5" fmla="*/ 0 h 81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15"/>
                  <a:gd name="T11" fmla="*/ 1 w 1"/>
                  <a:gd name="T12" fmla="*/ 815 h 8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15">
                    <a:moveTo>
                      <a:pt x="0" y="81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43" name="Rectangle 362"/>
              <p:cNvSpPr>
                <a:spLocks noChangeArrowheads="1"/>
              </p:cNvSpPr>
              <p:nvPr/>
            </p:nvSpPr>
            <p:spPr bwMode="auto">
              <a:xfrm>
                <a:off x="1592" y="2772"/>
                <a:ext cx="4" cy="81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44" name="Freeform 363"/>
              <p:cNvSpPr>
                <a:spLocks/>
              </p:cNvSpPr>
              <p:nvPr/>
            </p:nvSpPr>
            <p:spPr bwMode="auto">
              <a:xfrm>
                <a:off x="1592" y="2769"/>
                <a:ext cx="1" cy="815"/>
              </a:xfrm>
              <a:custGeom>
                <a:avLst/>
                <a:gdLst>
                  <a:gd name="T0" fmla="*/ 0 w 1"/>
                  <a:gd name="T1" fmla="*/ 815 h 815"/>
                  <a:gd name="T2" fmla="*/ 0 w 1"/>
                  <a:gd name="T3" fmla="*/ 3 h 815"/>
                  <a:gd name="T4" fmla="*/ 0 w 1"/>
                  <a:gd name="T5" fmla="*/ 0 h 81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15"/>
                  <a:gd name="T11" fmla="*/ 1 w 1"/>
                  <a:gd name="T12" fmla="*/ 815 h 8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15">
                    <a:moveTo>
                      <a:pt x="0" y="81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45" name="Freeform 364"/>
              <p:cNvSpPr>
                <a:spLocks/>
              </p:cNvSpPr>
              <p:nvPr/>
            </p:nvSpPr>
            <p:spPr bwMode="auto">
              <a:xfrm>
                <a:off x="1592" y="3584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4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4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46" name="Freeform 365"/>
              <p:cNvSpPr>
                <a:spLocks/>
              </p:cNvSpPr>
              <p:nvPr/>
            </p:nvSpPr>
            <p:spPr bwMode="auto">
              <a:xfrm>
                <a:off x="1592" y="2772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4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4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47" name="Freeform 366"/>
              <p:cNvSpPr>
                <a:spLocks/>
              </p:cNvSpPr>
              <p:nvPr/>
            </p:nvSpPr>
            <p:spPr bwMode="auto">
              <a:xfrm>
                <a:off x="1596" y="2769"/>
                <a:ext cx="1" cy="815"/>
              </a:xfrm>
              <a:custGeom>
                <a:avLst/>
                <a:gdLst>
                  <a:gd name="T0" fmla="*/ 0 w 1"/>
                  <a:gd name="T1" fmla="*/ 815 h 815"/>
                  <a:gd name="T2" fmla="*/ 0 w 1"/>
                  <a:gd name="T3" fmla="*/ 3 h 815"/>
                  <a:gd name="T4" fmla="*/ 0 w 1"/>
                  <a:gd name="T5" fmla="*/ 0 h 81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15"/>
                  <a:gd name="T11" fmla="*/ 1 w 1"/>
                  <a:gd name="T12" fmla="*/ 815 h 8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15">
                    <a:moveTo>
                      <a:pt x="0" y="81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48" name="Rectangle 367"/>
              <p:cNvSpPr>
                <a:spLocks noChangeArrowheads="1"/>
              </p:cNvSpPr>
              <p:nvPr/>
            </p:nvSpPr>
            <p:spPr bwMode="auto">
              <a:xfrm>
                <a:off x="2834" y="2774"/>
                <a:ext cx="2" cy="810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49" name="Freeform 368"/>
              <p:cNvSpPr>
                <a:spLocks/>
              </p:cNvSpPr>
              <p:nvPr/>
            </p:nvSpPr>
            <p:spPr bwMode="auto">
              <a:xfrm>
                <a:off x="2834" y="2772"/>
                <a:ext cx="1" cy="812"/>
              </a:xfrm>
              <a:custGeom>
                <a:avLst/>
                <a:gdLst>
                  <a:gd name="T0" fmla="*/ 0 w 1"/>
                  <a:gd name="T1" fmla="*/ 812 h 812"/>
                  <a:gd name="T2" fmla="*/ 0 w 1"/>
                  <a:gd name="T3" fmla="*/ 2 h 812"/>
                  <a:gd name="T4" fmla="*/ 0 w 1"/>
                  <a:gd name="T5" fmla="*/ 0 h 81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12"/>
                  <a:gd name="T11" fmla="*/ 1 w 1"/>
                  <a:gd name="T12" fmla="*/ 812 h 81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12">
                    <a:moveTo>
                      <a:pt x="0" y="81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50" name="Freeform 369"/>
              <p:cNvSpPr>
                <a:spLocks/>
              </p:cNvSpPr>
              <p:nvPr/>
            </p:nvSpPr>
            <p:spPr bwMode="auto">
              <a:xfrm>
                <a:off x="2834" y="3584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51" name="Freeform 370"/>
              <p:cNvSpPr>
                <a:spLocks/>
              </p:cNvSpPr>
              <p:nvPr/>
            </p:nvSpPr>
            <p:spPr bwMode="auto">
              <a:xfrm>
                <a:off x="2834" y="2774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52" name="Freeform 371"/>
              <p:cNvSpPr>
                <a:spLocks/>
              </p:cNvSpPr>
              <p:nvPr/>
            </p:nvSpPr>
            <p:spPr bwMode="auto">
              <a:xfrm>
                <a:off x="2836" y="2772"/>
                <a:ext cx="1" cy="812"/>
              </a:xfrm>
              <a:custGeom>
                <a:avLst/>
                <a:gdLst>
                  <a:gd name="T0" fmla="*/ 0 w 1"/>
                  <a:gd name="T1" fmla="*/ 812 h 812"/>
                  <a:gd name="T2" fmla="*/ 0 w 1"/>
                  <a:gd name="T3" fmla="*/ 2 h 812"/>
                  <a:gd name="T4" fmla="*/ 0 w 1"/>
                  <a:gd name="T5" fmla="*/ 0 h 81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12"/>
                  <a:gd name="T11" fmla="*/ 1 w 1"/>
                  <a:gd name="T12" fmla="*/ 812 h 81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12">
                    <a:moveTo>
                      <a:pt x="0" y="81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53" name="Rectangle 372"/>
              <p:cNvSpPr>
                <a:spLocks noChangeArrowheads="1"/>
              </p:cNvSpPr>
              <p:nvPr/>
            </p:nvSpPr>
            <p:spPr bwMode="auto">
              <a:xfrm>
                <a:off x="2635" y="2772"/>
                <a:ext cx="2" cy="81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54" name="Freeform 373"/>
              <p:cNvSpPr>
                <a:spLocks/>
              </p:cNvSpPr>
              <p:nvPr/>
            </p:nvSpPr>
            <p:spPr bwMode="auto">
              <a:xfrm>
                <a:off x="2635" y="2769"/>
                <a:ext cx="1" cy="815"/>
              </a:xfrm>
              <a:custGeom>
                <a:avLst/>
                <a:gdLst>
                  <a:gd name="T0" fmla="*/ 0 w 1"/>
                  <a:gd name="T1" fmla="*/ 815 h 815"/>
                  <a:gd name="T2" fmla="*/ 0 w 1"/>
                  <a:gd name="T3" fmla="*/ 3 h 815"/>
                  <a:gd name="T4" fmla="*/ 0 w 1"/>
                  <a:gd name="T5" fmla="*/ 0 h 81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15"/>
                  <a:gd name="T11" fmla="*/ 1 w 1"/>
                  <a:gd name="T12" fmla="*/ 815 h 8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15">
                    <a:moveTo>
                      <a:pt x="0" y="81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55" name="Freeform 374"/>
              <p:cNvSpPr>
                <a:spLocks/>
              </p:cNvSpPr>
              <p:nvPr/>
            </p:nvSpPr>
            <p:spPr bwMode="auto">
              <a:xfrm>
                <a:off x="2635" y="3584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56" name="Freeform 375"/>
              <p:cNvSpPr>
                <a:spLocks/>
              </p:cNvSpPr>
              <p:nvPr/>
            </p:nvSpPr>
            <p:spPr bwMode="auto">
              <a:xfrm>
                <a:off x="2635" y="2772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57" name="Freeform 376"/>
              <p:cNvSpPr>
                <a:spLocks/>
              </p:cNvSpPr>
              <p:nvPr/>
            </p:nvSpPr>
            <p:spPr bwMode="auto">
              <a:xfrm>
                <a:off x="2637" y="2769"/>
                <a:ext cx="1" cy="815"/>
              </a:xfrm>
              <a:custGeom>
                <a:avLst/>
                <a:gdLst>
                  <a:gd name="T0" fmla="*/ 0 w 1"/>
                  <a:gd name="T1" fmla="*/ 815 h 815"/>
                  <a:gd name="T2" fmla="*/ 0 w 1"/>
                  <a:gd name="T3" fmla="*/ 3 h 815"/>
                  <a:gd name="T4" fmla="*/ 0 w 1"/>
                  <a:gd name="T5" fmla="*/ 0 h 81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15"/>
                  <a:gd name="T11" fmla="*/ 1 w 1"/>
                  <a:gd name="T12" fmla="*/ 815 h 8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15">
                    <a:moveTo>
                      <a:pt x="0" y="81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58" name="Rectangle 377"/>
              <p:cNvSpPr>
                <a:spLocks noChangeArrowheads="1"/>
              </p:cNvSpPr>
              <p:nvPr/>
            </p:nvSpPr>
            <p:spPr bwMode="auto">
              <a:xfrm>
                <a:off x="1490" y="2424"/>
                <a:ext cx="5" cy="97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59" name="Freeform 378"/>
              <p:cNvSpPr>
                <a:spLocks/>
              </p:cNvSpPr>
              <p:nvPr/>
            </p:nvSpPr>
            <p:spPr bwMode="auto">
              <a:xfrm>
                <a:off x="1490" y="2421"/>
                <a:ext cx="1" cy="975"/>
              </a:xfrm>
              <a:custGeom>
                <a:avLst/>
                <a:gdLst>
                  <a:gd name="T0" fmla="*/ 0 w 1"/>
                  <a:gd name="T1" fmla="*/ 975 h 975"/>
                  <a:gd name="T2" fmla="*/ 0 w 1"/>
                  <a:gd name="T3" fmla="*/ 3 h 975"/>
                  <a:gd name="T4" fmla="*/ 0 w 1"/>
                  <a:gd name="T5" fmla="*/ 0 h 97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75"/>
                  <a:gd name="T11" fmla="*/ 1 w 1"/>
                  <a:gd name="T12" fmla="*/ 975 h 9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75">
                    <a:moveTo>
                      <a:pt x="0" y="97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60" name="Freeform 379"/>
              <p:cNvSpPr>
                <a:spLocks/>
              </p:cNvSpPr>
              <p:nvPr/>
            </p:nvSpPr>
            <p:spPr bwMode="auto">
              <a:xfrm>
                <a:off x="1490" y="3396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5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5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61" name="Freeform 380"/>
              <p:cNvSpPr>
                <a:spLocks/>
              </p:cNvSpPr>
              <p:nvPr/>
            </p:nvSpPr>
            <p:spPr bwMode="auto">
              <a:xfrm>
                <a:off x="1490" y="2424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5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5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62" name="Freeform 381"/>
              <p:cNvSpPr>
                <a:spLocks/>
              </p:cNvSpPr>
              <p:nvPr/>
            </p:nvSpPr>
            <p:spPr bwMode="auto">
              <a:xfrm>
                <a:off x="1495" y="2421"/>
                <a:ext cx="1" cy="975"/>
              </a:xfrm>
              <a:custGeom>
                <a:avLst/>
                <a:gdLst>
                  <a:gd name="T0" fmla="*/ 0 w 1"/>
                  <a:gd name="T1" fmla="*/ 975 h 975"/>
                  <a:gd name="T2" fmla="*/ 0 w 1"/>
                  <a:gd name="T3" fmla="*/ 3 h 975"/>
                  <a:gd name="T4" fmla="*/ 0 w 1"/>
                  <a:gd name="T5" fmla="*/ 0 h 97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75"/>
                  <a:gd name="T11" fmla="*/ 1 w 1"/>
                  <a:gd name="T12" fmla="*/ 975 h 9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75">
                    <a:moveTo>
                      <a:pt x="0" y="97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63" name="Rectangle 382"/>
              <p:cNvSpPr>
                <a:spLocks noChangeArrowheads="1"/>
              </p:cNvSpPr>
              <p:nvPr/>
            </p:nvSpPr>
            <p:spPr bwMode="auto">
              <a:xfrm>
                <a:off x="1468" y="2424"/>
                <a:ext cx="2" cy="97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64" name="Freeform 383"/>
              <p:cNvSpPr>
                <a:spLocks/>
              </p:cNvSpPr>
              <p:nvPr/>
            </p:nvSpPr>
            <p:spPr bwMode="auto">
              <a:xfrm>
                <a:off x="1468" y="2421"/>
                <a:ext cx="1" cy="975"/>
              </a:xfrm>
              <a:custGeom>
                <a:avLst/>
                <a:gdLst>
                  <a:gd name="T0" fmla="*/ 0 w 1"/>
                  <a:gd name="T1" fmla="*/ 975 h 975"/>
                  <a:gd name="T2" fmla="*/ 0 w 1"/>
                  <a:gd name="T3" fmla="*/ 3 h 975"/>
                  <a:gd name="T4" fmla="*/ 0 w 1"/>
                  <a:gd name="T5" fmla="*/ 0 h 97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75"/>
                  <a:gd name="T11" fmla="*/ 1 w 1"/>
                  <a:gd name="T12" fmla="*/ 975 h 9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75">
                    <a:moveTo>
                      <a:pt x="0" y="97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65" name="Freeform 384"/>
              <p:cNvSpPr>
                <a:spLocks/>
              </p:cNvSpPr>
              <p:nvPr/>
            </p:nvSpPr>
            <p:spPr bwMode="auto">
              <a:xfrm>
                <a:off x="1468" y="3396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66" name="Freeform 385"/>
              <p:cNvSpPr>
                <a:spLocks/>
              </p:cNvSpPr>
              <p:nvPr/>
            </p:nvSpPr>
            <p:spPr bwMode="auto">
              <a:xfrm>
                <a:off x="1468" y="2424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67" name="Freeform 386"/>
              <p:cNvSpPr>
                <a:spLocks/>
              </p:cNvSpPr>
              <p:nvPr/>
            </p:nvSpPr>
            <p:spPr bwMode="auto">
              <a:xfrm>
                <a:off x="1470" y="2421"/>
                <a:ext cx="1" cy="975"/>
              </a:xfrm>
              <a:custGeom>
                <a:avLst/>
                <a:gdLst>
                  <a:gd name="T0" fmla="*/ 0 w 1"/>
                  <a:gd name="T1" fmla="*/ 975 h 975"/>
                  <a:gd name="T2" fmla="*/ 0 w 1"/>
                  <a:gd name="T3" fmla="*/ 3 h 975"/>
                  <a:gd name="T4" fmla="*/ 0 w 1"/>
                  <a:gd name="T5" fmla="*/ 0 h 97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75"/>
                  <a:gd name="T11" fmla="*/ 1 w 1"/>
                  <a:gd name="T12" fmla="*/ 975 h 9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75">
                    <a:moveTo>
                      <a:pt x="0" y="97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68" name="Rectangle 387"/>
              <p:cNvSpPr>
                <a:spLocks noChangeArrowheads="1"/>
              </p:cNvSpPr>
              <p:nvPr/>
            </p:nvSpPr>
            <p:spPr bwMode="auto">
              <a:xfrm>
                <a:off x="1446" y="2424"/>
                <a:ext cx="4" cy="97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69" name="Freeform 388"/>
              <p:cNvSpPr>
                <a:spLocks/>
              </p:cNvSpPr>
              <p:nvPr/>
            </p:nvSpPr>
            <p:spPr bwMode="auto">
              <a:xfrm>
                <a:off x="1446" y="2421"/>
                <a:ext cx="1" cy="975"/>
              </a:xfrm>
              <a:custGeom>
                <a:avLst/>
                <a:gdLst>
                  <a:gd name="T0" fmla="*/ 0 w 1"/>
                  <a:gd name="T1" fmla="*/ 975 h 975"/>
                  <a:gd name="T2" fmla="*/ 0 w 1"/>
                  <a:gd name="T3" fmla="*/ 3 h 975"/>
                  <a:gd name="T4" fmla="*/ 0 w 1"/>
                  <a:gd name="T5" fmla="*/ 0 h 97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75"/>
                  <a:gd name="T11" fmla="*/ 1 w 1"/>
                  <a:gd name="T12" fmla="*/ 975 h 9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75">
                    <a:moveTo>
                      <a:pt x="0" y="97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70" name="Freeform 389"/>
              <p:cNvSpPr>
                <a:spLocks/>
              </p:cNvSpPr>
              <p:nvPr/>
            </p:nvSpPr>
            <p:spPr bwMode="auto">
              <a:xfrm>
                <a:off x="1446" y="3396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4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4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71" name="Freeform 390"/>
              <p:cNvSpPr>
                <a:spLocks/>
              </p:cNvSpPr>
              <p:nvPr/>
            </p:nvSpPr>
            <p:spPr bwMode="auto">
              <a:xfrm>
                <a:off x="1446" y="2424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4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4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72" name="Freeform 391"/>
              <p:cNvSpPr>
                <a:spLocks/>
              </p:cNvSpPr>
              <p:nvPr/>
            </p:nvSpPr>
            <p:spPr bwMode="auto">
              <a:xfrm>
                <a:off x="1450" y="2421"/>
                <a:ext cx="1" cy="975"/>
              </a:xfrm>
              <a:custGeom>
                <a:avLst/>
                <a:gdLst>
                  <a:gd name="T0" fmla="*/ 0 w 1"/>
                  <a:gd name="T1" fmla="*/ 975 h 975"/>
                  <a:gd name="T2" fmla="*/ 0 w 1"/>
                  <a:gd name="T3" fmla="*/ 3 h 975"/>
                  <a:gd name="T4" fmla="*/ 0 w 1"/>
                  <a:gd name="T5" fmla="*/ 0 h 97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75"/>
                  <a:gd name="T11" fmla="*/ 1 w 1"/>
                  <a:gd name="T12" fmla="*/ 975 h 9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75">
                    <a:moveTo>
                      <a:pt x="0" y="97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73" name="Rectangle 392"/>
              <p:cNvSpPr>
                <a:spLocks noChangeArrowheads="1"/>
              </p:cNvSpPr>
              <p:nvPr/>
            </p:nvSpPr>
            <p:spPr bwMode="auto">
              <a:xfrm>
                <a:off x="1404" y="2424"/>
                <a:ext cx="2" cy="97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74" name="Freeform 393"/>
              <p:cNvSpPr>
                <a:spLocks/>
              </p:cNvSpPr>
              <p:nvPr/>
            </p:nvSpPr>
            <p:spPr bwMode="auto">
              <a:xfrm>
                <a:off x="1404" y="2421"/>
                <a:ext cx="1" cy="975"/>
              </a:xfrm>
              <a:custGeom>
                <a:avLst/>
                <a:gdLst>
                  <a:gd name="T0" fmla="*/ 0 w 1"/>
                  <a:gd name="T1" fmla="*/ 975 h 975"/>
                  <a:gd name="T2" fmla="*/ 0 w 1"/>
                  <a:gd name="T3" fmla="*/ 3 h 975"/>
                  <a:gd name="T4" fmla="*/ 0 w 1"/>
                  <a:gd name="T5" fmla="*/ 0 h 97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75"/>
                  <a:gd name="T11" fmla="*/ 1 w 1"/>
                  <a:gd name="T12" fmla="*/ 975 h 9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75">
                    <a:moveTo>
                      <a:pt x="0" y="97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75" name="Freeform 394"/>
              <p:cNvSpPr>
                <a:spLocks/>
              </p:cNvSpPr>
              <p:nvPr/>
            </p:nvSpPr>
            <p:spPr bwMode="auto">
              <a:xfrm>
                <a:off x="1404" y="3396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76" name="Freeform 395"/>
              <p:cNvSpPr>
                <a:spLocks/>
              </p:cNvSpPr>
              <p:nvPr/>
            </p:nvSpPr>
            <p:spPr bwMode="auto">
              <a:xfrm>
                <a:off x="1404" y="2424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77" name="Freeform 396"/>
              <p:cNvSpPr>
                <a:spLocks/>
              </p:cNvSpPr>
              <p:nvPr/>
            </p:nvSpPr>
            <p:spPr bwMode="auto">
              <a:xfrm>
                <a:off x="1406" y="2421"/>
                <a:ext cx="1" cy="975"/>
              </a:xfrm>
              <a:custGeom>
                <a:avLst/>
                <a:gdLst>
                  <a:gd name="T0" fmla="*/ 0 w 1"/>
                  <a:gd name="T1" fmla="*/ 975 h 975"/>
                  <a:gd name="T2" fmla="*/ 0 w 1"/>
                  <a:gd name="T3" fmla="*/ 3 h 975"/>
                  <a:gd name="T4" fmla="*/ 0 w 1"/>
                  <a:gd name="T5" fmla="*/ 0 h 97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75"/>
                  <a:gd name="T11" fmla="*/ 1 w 1"/>
                  <a:gd name="T12" fmla="*/ 975 h 9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75">
                    <a:moveTo>
                      <a:pt x="0" y="97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78" name="Rectangle 397"/>
              <p:cNvSpPr>
                <a:spLocks noChangeArrowheads="1"/>
              </p:cNvSpPr>
              <p:nvPr/>
            </p:nvSpPr>
            <p:spPr bwMode="auto">
              <a:xfrm>
                <a:off x="1380" y="2424"/>
                <a:ext cx="4" cy="97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79" name="Freeform 398"/>
              <p:cNvSpPr>
                <a:spLocks/>
              </p:cNvSpPr>
              <p:nvPr/>
            </p:nvSpPr>
            <p:spPr bwMode="auto">
              <a:xfrm>
                <a:off x="1380" y="2421"/>
                <a:ext cx="1" cy="975"/>
              </a:xfrm>
              <a:custGeom>
                <a:avLst/>
                <a:gdLst>
                  <a:gd name="T0" fmla="*/ 0 w 1"/>
                  <a:gd name="T1" fmla="*/ 975 h 975"/>
                  <a:gd name="T2" fmla="*/ 0 w 1"/>
                  <a:gd name="T3" fmla="*/ 3 h 975"/>
                  <a:gd name="T4" fmla="*/ 0 w 1"/>
                  <a:gd name="T5" fmla="*/ 0 h 97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75"/>
                  <a:gd name="T11" fmla="*/ 1 w 1"/>
                  <a:gd name="T12" fmla="*/ 975 h 9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75">
                    <a:moveTo>
                      <a:pt x="0" y="97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80" name="Freeform 399"/>
              <p:cNvSpPr>
                <a:spLocks/>
              </p:cNvSpPr>
              <p:nvPr/>
            </p:nvSpPr>
            <p:spPr bwMode="auto">
              <a:xfrm>
                <a:off x="1380" y="3396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4 w 6"/>
                  <a:gd name="T3" fmla="*/ 0 h 1"/>
                  <a:gd name="T4" fmla="*/ 6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0" y="0"/>
                    </a:moveTo>
                    <a:lnTo>
                      <a:pt x="4" y="0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81" name="Freeform 400"/>
              <p:cNvSpPr>
                <a:spLocks/>
              </p:cNvSpPr>
              <p:nvPr/>
            </p:nvSpPr>
            <p:spPr bwMode="auto">
              <a:xfrm>
                <a:off x="1380" y="2424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4 w 6"/>
                  <a:gd name="T3" fmla="*/ 0 h 1"/>
                  <a:gd name="T4" fmla="*/ 6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0" y="0"/>
                    </a:moveTo>
                    <a:lnTo>
                      <a:pt x="4" y="0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82" name="Freeform 401"/>
              <p:cNvSpPr>
                <a:spLocks/>
              </p:cNvSpPr>
              <p:nvPr/>
            </p:nvSpPr>
            <p:spPr bwMode="auto">
              <a:xfrm>
                <a:off x="1384" y="2421"/>
                <a:ext cx="1" cy="975"/>
              </a:xfrm>
              <a:custGeom>
                <a:avLst/>
                <a:gdLst>
                  <a:gd name="T0" fmla="*/ 0 w 1"/>
                  <a:gd name="T1" fmla="*/ 975 h 975"/>
                  <a:gd name="T2" fmla="*/ 0 w 1"/>
                  <a:gd name="T3" fmla="*/ 3 h 975"/>
                  <a:gd name="T4" fmla="*/ 0 w 1"/>
                  <a:gd name="T5" fmla="*/ 0 h 97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75"/>
                  <a:gd name="T11" fmla="*/ 1 w 1"/>
                  <a:gd name="T12" fmla="*/ 975 h 9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75">
                    <a:moveTo>
                      <a:pt x="0" y="97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83" name="Rectangle 402"/>
              <p:cNvSpPr>
                <a:spLocks noChangeArrowheads="1"/>
              </p:cNvSpPr>
              <p:nvPr/>
            </p:nvSpPr>
            <p:spPr bwMode="auto">
              <a:xfrm>
                <a:off x="1424" y="2424"/>
                <a:ext cx="2" cy="97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84" name="Freeform 403"/>
              <p:cNvSpPr>
                <a:spLocks/>
              </p:cNvSpPr>
              <p:nvPr/>
            </p:nvSpPr>
            <p:spPr bwMode="auto">
              <a:xfrm>
                <a:off x="1426" y="2424"/>
                <a:ext cx="1" cy="974"/>
              </a:xfrm>
              <a:custGeom>
                <a:avLst/>
                <a:gdLst>
                  <a:gd name="T0" fmla="*/ 0 w 1"/>
                  <a:gd name="T1" fmla="*/ 0 h 974"/>
                  <a:gd name="T2" fmla="*/ 0 w 1"/>
                  <a:gd name="T3" fmla="*/ 972 h 974"/>
                  <a:gd name="T4" fmla="*/ 0 w 1"/>
                  <a:gd name="T5" fmla="*/ 974 h 97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74"/>
                  <a:gd name="T11" fmla="*/ 1 w 1"/>
                  <a:gd name="T12" fmla="*/ 974 h 9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74">
                    <a:moveTo>
                      <a:pt x="0" y="0"/>
                    </a:moveTo>
                    <a:lnTo>
                      <a:pt x="0" y="972"/>
                    </a:lnTo>
                    <a:lnTo>
                      <a:pt x="0" y="9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85" name="Freeform 404"/>
              <p:cNvSpPr>
                <a:spLocks/>
              </p:cNvSpPr>
              <p:nvPr/>
            </p:nvSpPr>
            <p:spPr bwMode="auto">
              <a:xfrm>
                <a:off x="1422" y="2424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86" name="Freeform 405"/>
              <p:cNvSpPr>
                <a:spLocks/>
              </p:cNvSpPr>
              <p:nvPr/>
            </p:nvSpPr>
            <p:spPr bwMode="auto">
              <a:xfrm>
                <a:off x="1422" y="33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87" name="Freeform 406"/>
              <p:cNvSpPr>
                <a:spLocks/>
              </p:cNvSpPr>
              <p:nvPr/>
            </p:nvSpPr>
            <p:spPr bwMode="auto">
              <a:xfrm>
                <a:off x="1424" y="2424"/>
                <a:ext cx="1" cy="974"/>
              </a:xfrm>
              <a:custGeom>
                <a:avLst/>
                <a:gdLst>
                  <a:gd name="T0" fmla="*/ 0 w 1"/>
                  <a:gd name="T1" fmla="*/ 0 h 974"/>
                  <a:gd name="T2" fmla="*/ 0 w 1"/>
                  <a:gd name="T3" fmla="*/ 972 h 974"/>
                  <a:gd name="T4" fmla="*/ 0 w 1"/>
                  <a:gd name="T5" fmla="*/ 974 h 97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74"/>
                  <a:gd name="T11" fmla="*/ 1 w 1"/>
                  <a:gd name="T12" fmla="*/ 974 h 9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74">
                    <a:moveTo>
                      <a:pt x="0" y="0"/>
                    </a:moveTo>
                    <a:lnTo>
                      <a:pt x="0" y="972"/>
                    </a:lnTo>
                    <a:lnTo>
                      <a:pt x="0" y="9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88" name="Freeform 407"/>
              <p:cNvSpPr>
                <a:spLocks/>
              </p:cNvSpPr>
              <p:nvPr/>
            </p:nvSpPr>
            <p:spPr bwMode="auto">
              <a:xfrm>
                <a:off x="1380" y="2424"/>
                <a:ext cx="19" cy="17"/>
              </a:xfrm>
              <a:custGeom>
                <a:avLst/>
                <a:gdLst>
                  <a:gd name="T0" fmla="*/ 19 w 19"/>
                  <a:gd name="T1" fmla="*/ 0 h 17"/>
                  <a:gd name="T2" fmla="*/ 2 w 19"/>
                  <a:gd name="T3" fmla="*/ 15 h 17"/>
                  <a:gd name="T4" fmla="*/ 0 w 19"/>
                  <a:gd name="T5" fmla="*/ 17 h 17"/>
                  <a:gd name="T6" fmla="*/ 0 60000 65536"/>
                  <a:gd name="T7" fmla="*/ 0 60000 65536"/>
                  <a:gd name="T8" fmla="*/ 0 60000 65536"/>
                  <a:gd name="T9" fmla="*/ 0 w 19"/>
                  <a:gd name="T10" fmla="*/ 0 h 17"/>
                  <a:gd name="T11" fmla="*/ 19 w 19"/>
                  <a:gd name="T12" fmla="*/ 17 h 1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" h="17">
                    <a:moveTo>
                      <a:pt x="19" y="0"/>
                    </a:moveTo>
                    <a:lnTo>
                      <a:pt x="2" y="15"/>
                    </a:lnTo>
                    <a:lnTo>
                      <a:pt x="0" y="1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89" name="Freeform 408"/>
              <p:cNvSpPr>
                <a:spLocks/>
              </p:cNvSpPr>
              <p:nvPr/>
            </p:nvSpPr>
            <p:spPr bwMode="auto">
              <a:xfrm>
                <a:off x="1382" y="2441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90" name="Freeform 409"/>
              <p:cNvSpPr>
                <a:spLocks/>
              </p:cNvSpPr>
              <p:nvPr/>
            </p:nvSpPr>
            <p:spPr bwMode="auto">
              <a:xfrm>
                <a:off x="1380" y="2467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91" name="Freeform 410"/>
              <p:cNvSpPr>
                <a:spLocks/>
              </p:cNvSpPr>
              <p:nvPr/>
            </p:nvSpPr>
            <p:spPr bwMode="auto">
              <a:xfrm>
                <a:off x="1382" y="2489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92" name="Freeform 411"/>
              <p:cNvSpPr>
                <a:spLocks/>
              </p:cNvSpPr>
              <p:nvPr/>
            </p:nvSpPr>
            <p:spPr bwMode="auto">
              <a:xfrm>
                <a:off x="1380" y="2518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93" name="Freeform 412"/>
              <p:cNvSpPr>
                <a:spLocks/>
              </p:cNvSpPr>
              <p:nvPr/>
            </p:nvSpPr>
            <p:spPr bwMode="auto">
              <a:xfrm>
                <a:off x="1382" y="2540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94" name="Freeform 413"/>
              <p:cNvSpPr>
                <a:spLocks/>
              </p:cNvSpPr>
              <p:nvPr/>
            </p:nvSpPr>
            <p:spPr bwMode="auto">
              <a:xfrm>
                <a:off x="1380" y="2566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95" name="Freeform 414"/>
              <p:cNvSpPr>
                <a:spLocks/>
              </p:cNvSpPr>
              <p:nvPr/>
            </p:nvSpPr>
            <p:spPr bwMode="auto">
              <a:xfrm>
                <a:off x="1382" y="2590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96" name="Freeform 415"/>
              <p:cNvSpPr>
                <a:spLocks/>
              </p:cNvSpPr>
              <p:nvPr/>
            </p:nvSpPr>
            <p:spPr bwMode="auto">
              <a:xfrm>
                <a:off x="1380" y="2616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97" name="Freeform 416"/>
              <p:cNvSpPr>
                <a:spLocks/>
              </p:cNvSpPr>
              <p:nvPr/>
            </p:nvSpPr>
            <p:spPr bwMode="auto">
              <a:xfrm>
                <a:off x="1382" y="2638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98" name="Freeform 417"/>
              <p:cNvSpPr>
                <a:spLocks/>
              </p:cNvSpPr>
              <p:nvPr/>
            </p:nvSpPr>
            <p:spPr bwMode="auto">
              <a:xfrm>
                <a:off x="1380" y="2667"/>
                <a:ext cx="24" cy="21"/>
              </a:xfrm>
              <a:custGeom>
                <a:avLst/>
                <a:gdLst>
                  <a:gd name="T0" fmla="*/ 24 w 24"/>
                  <a:gd name="T1" fmla="*/ 0 h 21"/>
                  <a:gd name="T2" fmla="*/ 2 w 24"/>
                  <a:gd name="T3" fmla="*/ 19 h 21"/>
                  <a:gd name="T4" fmla="*/ 0 w 24"/>
                  <a:gd name="T5" fmla="*/ 21 h 2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1"/>
                  <a:gd name="T11" fmla="*/ 24 w 24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1">
                    <a:moveTo>
                      <a:pt x="24" y="0"/>
                    </a:moveTo>
                    <a:lnTo>
                      <a:pt x="2" y="19"/>
                    </a:lnTo>
                    <a:lnTo>
                      <a:pt x="0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99" name="Freeform 418"/>
              <p:cNvSpPr>
                <a:spLocks/>
              </p:cNvSpPr>
              <p:nvPr/>
            </p:nvSpPr>
            <p:spPr bwMode="auto">
              <a:xfrm>
                <a:off x="1382" y="2688"/>
                <a:ext cx="24" cy="25"/>
              </a:xfrm>
              <a:custGeom>
                <a:avLst/>
                <a:gdLst>
                  <a:gd name="T0" fmla="*/ 0 w 24"/>
                  <a:gd name="T1" fmla="*/ 25 h 25"/>
                  <a:gd name="T2" fmla="*/ 22 w 24"/>
                  <a:gd name="T3" fmla="*/ 3 h 25"/>
                  <a:gd name="T4" fmla="*/ 24 w 24"/>
                  <a:gd name="T5" fmla="*/ 0 h 25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5"/>
                  <a:gd name="T11" fmla="*/ 24 w 24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5">
                    <a:moveTo>
                      <a:pt x="0" y="25"/>
                    </a:moveTo>
                    <a:lnTo>
                      <a:pt x="22" y="3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00" name="Freeform 419"/>
              <p:cNvSpPr>
                <a:spLocks/>
              </p:cNvSpPr>
              <p:nvPr/>
            </p:nvSpPr>
            <p:spPr bwMode="auto">
              <a:xfrm>
                <a:off x="1380" y="2715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01" name="Freeform 420"/>
              <p:cNvSpPr>
                <a:spLocks/>
              </p:cNvSpPr>
              <p:nvPr/>
            </p:nvSpPr>
            <p:spPr bwMode="auto">
              <a:xfrm>
                <a:off x="1382" y="2739"/>
                <a:ext cx="24" cy="22"/>
              </a:xfrm>
              <a:custGeom>
                <a:avLst/>
                <a:gdLst>
                  <a:gd name="T0" fmla="*/ 0 w 24"/>
                  <a:gd name="T1" fmla="*/ 22 h 22"/>
                  <a:gd name="T2" fmla="*/ 22 w 24"/>
                  <a:gd name="T3" fmla="*/ 2 h 22"/>
                  <a:gd name="T4" fmla="*/ 24 w 24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2"/>
                  <a:gd name="T11" fmla="*/ 24 w 24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2">
                    <a:moveTo>
                      <a:pt x="0" y="22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02" name="Freeform 421"/>
              <p:cNvSpPr>
                <a:spLocks/>
              </p:cNvSpPr>
              <p:nvPr/>
            </p:nvSpPr>
            <p:spPr bwMode="auto">
              <a:xfrm>
                <a:off x="1380" y="2765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03" name="Freeform 422"/>
              <p:cNvSpPr>
                <a:spLocks/>
              </p:cNvSpPr>
              <p:nvPr/>
            </p:nvSpPr>
            <p:spPr bwMode="auto">
              <a:xfrm>
                <a:off x="1382" y="2787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04" name="Freeform 423"/>
              <p:cNvSpPr>
                <a:spLocks/>
              </p:cNvSpPr>
              <p:nvPr/>
            </p:nvSpPr>
            <p:spPr bwMode="auto">
              <a:xfrm>
                <a:off x="1380" y="2813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05" name="Freeform 424"/>
              <p:cNvSpPr>
                <a:spLocks/>
              </p:cNvSpPr>
              <p:nvPr/>
            </p:nvSpPr>
            <p:spPr bwMode="auto">
              <a:xfrm>
                <a:off x="1382" y="2837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3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3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06" name="Freeform 425"/>
              <p:cNvSpPr>
                <a:spLocks/>
              </p:cNvSpPr>
              <p:nvPr/>
            </p:nvSpPr>
            <p:spPr bwMode="auto">
              <a:xfrm>
                <a:off x="1380" y="2864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1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1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07" name="Freeform 426"/>
              <p:cNvSpPr>
                <a:spLocks/>
              </p:cNvSpPr>
              <p:nvPr/>
            </p:nvSpPr>
            <p:spPr bwMode="auto">
              <a:xfrm>
                <a:off x="1382" y="2885"/>
                <a:ext cx="24" cy="25"/>
              </a:xfrm>
              <a:custGeom>
                <a:avLst/>
                <a:gdLst>
                  <a:gd name="T0" fmla="*/ 0 w 24"/>
                  <a:gd name="T1" fmla="*/ 25 h 25"/>
                  <a:gd name="T2" fmla="*/ 22 w 24"/>
                  <a:gd name="T3" fmla="*/ 3 h 25"/>
                  <a:gd name="T4" fmla="*/ 24 w 24"/>
                  <a:gd name="T5" fmla="*/ 0 h 25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5"/>
                  <a:gd name="T11" fmla="*/ 24 w 24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5">
                    <a:moveTo>
                      <a:pt x="0" y="25"/>
                    </a:moveTo>
                    <a:lnTo>
                      <a:pt x="22" y="3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08" name="Freeform 427"/>
              <p:cNvSpPr>
                <a:spLocks/>
              </p:cNvSpPr>
              <p:nvPr/>
            </p:nvSpPr>
            <p:spPr bwMode="auto">
              <a:xfrm>
                <a:off x="1380" y="2914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09" name="Freeform 428"/>
              <p:cNvSpPr>
                <a:spLocks/>
              </p:cNvSpPr>
              <p:nvPr/>
            </p:nvSpPr>
            <p:spPr bwMode="auto">
              <a:xfrm>
                <a:off x="1382" y="2936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10" name="Freeform 429"/>
              <p:cNvSpPr>
                <a:spLocks/>
              </p:cNvSpPr>
              <p:nvPr/>
            </p:nvSpPr>
            <p:spPr bwMode="auto">
              <a:xfrm>
                <a:off x="1380" y="2962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11" name="Freeform 430"/>
              <p:cNvSpPr>
                <a:spLocks/>
              </p:cNvSpPr>
              <p:nvPr/>
            </p:nvSpPr>
            <p:spPr bwMode="auto">
              <a:xfrm>
                <a:off x="1382" y="2986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12" name="Freeform 431"/>
              <p:cNvSpPr>
                <a:spLocks/>
              </p:cNvSpPr>
              <p:nvPr/>
            </p:nvSpPr>
            <p:spPr bwMode="auto">
              <a:xfrm>
                <a:off x="1380" y="3012"/>
                <a:ext cx="24" cy="25"/>
              </a:xfrm>
              <a:custGeom>
                <a:avLst/>
                <a:gdLst>
                  <a:gd name="T0" fmla="*/ 24 w 24"/>
                  <a:gd name="T1" fmla="*/ 0 h 25"/>
                  <a:gd name="T2" fmla="*/ 2 w 24"/>
                  <a:gd name="T3" fmla="*/ 22 h 25"/>
                  <a:gd name="T4" fmla="*/ 0 w 24"/>
                  <a:gd name="T5" fmla="*/ 25 h 25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5"/>
                  <a:gd name="T11" fmla="*/ 24 w 24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5">
                    <a:moveTo>
                      <a:pt x="24" y="0"/>
                    </a:moveTo>
                    <a:lnTo>
                      <a:pt x="2" y="22"/>
                    </a:lnTo>
                    <a:lnTo>
                      <a:pt x="0" y="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13" name="Freeform 432"/>
              <p:cNvSpPr>
                <a:spLocks/>
              </p:cNvSpPr>
              <p:nvPr/>
            </p:nvSpPr>
            <p:spPr bwMode="auto">
              <a:xfrm>
                <a:off x="1382" y="3034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3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3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14" name="Freeform 433"/>
              <p:cNvSpPr>
                <a:spLocks/>
              </p:cNvSpPr>
              <p:nvPr/>
            </p:nvSpPr>
            <p:spPr bwMode="auto">
              <a:xfrm>
                <a:off x="1380" y="3063"/>
                <a:ext cx="24" cy="22"/>
              </a:xfrm>
              <a:custGeom>
                <a:avLst/>
                <a:gdLst>
                  <a:gd name="T0" fmla="*/ 24 w 24"/>
                  <a:gd name="T1" fmla="*/ 0 h 22"/>
                  <a:gd name="T2" fmla="*/ 2 w 24"/>
                  <a:gd name="T3" fmla="*/ 20 h 22"/>
                  <a:gd name="T4" fmla="*/ 0 w 24"/>
                  <a:gd name="T5" fmla="*/ 22 h 22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2"/>
                  <a:gd name="T11" fmla="*/ 24 w 24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2">
                    <a:moveTo>
                      <a:pt x="24" y="0"/>
                    </a:moveTo>
                    <a:lnTo>
                      <a:pt x="2" y="20"/>
                    </a:lnTo>
                    <a:lnTo>
                      <a:pt x="0" y="2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15" name="Freeform 434"/>
              <p:cNvSpPr>
                <a:spLocks/>
              </p:cNvSpPr>
              <p:nvPr/>
            </p:nvSpPr>
            <p:spPr bwMode="auto">
              <a:xfrm>
                <a:off x="1382" y="3085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16" name="Freeform 435"/>
              <p:cNvSpPr>
                <a:spLocks/>
              </p:cNvSpPr>
              <p:nvPr/>
            </p:nvSpPr>
            <p:spPr bwMode="auto">
              <a:xfrm>
                <a:off x="1380" y="3111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17" name="Freeform 436"/>
              <p:cNvSpPr>
                <a:spLocks/>
              </p:cNvSpPr>
              <p:nvPr/>
            </p:nvSpPr>
            <p:spPr bwMode="auto">
              <a:xfrm>
                <a:off x="1382" y="3133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18" name="Freeform 437"/>
              <p:cNvSpPr>
                <a:spLocks/>
              </p:cNvSpPr>
              <p:nvPr/>
            </p:nvSpPr>
            <p:spPr bwMode="auto">
              <a:xfrm>
                <a:off x="1380" y="3161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19" name="Freeform 438"/>
              <p:cNvSpPr>
                <a:spLocks/>
              </p:cNvSpPr>
              <p:nvPr/>
            </p:nvSpPr>
            <p:spPr bwMode="auto">
              <a:xfrm>
                <a:off x="1382" y="3183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20" name="Freeform 439"/>
              <p:cNvSpPr>
                <a:spLocks/>
              </p:cNvSpPr>
              <p:nvPr/>
            </p:nvSpPr>
            <p:spPr bwMode="auto">
              <a:xfrm>
                <a:off x="1380" y="3209"/>
                <a:ext cx="24" cy="25"/>
              </a:xfrm>
              <a:custGeom>
                <a:avLst/>
                <a:gdLst>
                  <a:gd name="T0" fmla="*/ 24 w 24"/>
                  <a:gd name="T1" fmla="*/ 0 h 25"/>
                  <a:gd name="T2" fmla="*/ 2 w 24"/>
                  <a:gd name="T3" fmla="*/ 22 h 25"/>
                  <a:gd name="T4" fmla="*/ 0 w 24"/>
                  <a:gd name="T5" fmla="*/ 25 h 25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5"/>
                  <a:gd name="T11" fmla="*/ 24 w 24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5">
                    <a:moveTo>
                      <a:pt x="24" y="0"/>
                    </a:moveTo>
                    <a:lnTo>
                      <a:pt x="2" y="22"/>
                    </a:lnTo>
                    <a:lnTo>
                      <a:pt x="0" y="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21" name="Freeform 440"/>
              <p:cNvSpPr>
                <a:spLocks/>
              </p:cNvSpPr>
              <p:nvPr/>
            </p:nvSpPr>
            <p:spPr bwMode="auto">
              <a:xfrm>
                <a:off x="1382" y="3234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22" name="Freeform 441"/>
              <p:cNvSpPr>
                <a:spLocks/>
              </p:cNvSpPr>
              <p:nvPr/>
            </p:nvSpPr>
            <p:spPr bwMode="auto">
              <a:xfrm>
                <a:off x="1380" y="3260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23" name="Freeform 442"/>
              <p:cNvSpPr>
                <a:spLocks/>
              </p:cNvSpPr>
              <p:nvPr/>
            </p:nvSpPr>
            <p:spPr bwMode="auto">
              <a:xfrm>
                <a:off x="1382" y="3286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24" name="Freeform 443"/>
              <p:cNvSpPr>
                <a:spLocks/>
              </p:cNvSpPr>
              <p:nvPr/>
            </p:nvSpPr>
            <p:spPr bwMode="auto">
              <a:xfrm>
                <a:off x="1380" y="3312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3451" name="Group 444"/>
            <p:cNvGrpSpPr>
              <a:grpSpLocks/>
            </p:cNvGrpSpPr>
            <p:nvPr/>
          </p:nvGrpSpPr>
          <p:grpSpPr bwMode="auto">
            <a:xfrm>
              <a:off x="1472" y="3399"/>
              <a:ext cx="74" cy="595"/>
              <a:chOff x="1380" y="2419"/>
              <a:chExt cx="115" cy="977"/>
            </a:xfrm>
          </p:grpSpPr>
          <p:sp>
            <p:nvSpPr>
              <p:cNvPr id="54725" name="Freeform 445"/>
              <p:cNvSpPr>
                <a:spLocks/>
              </p:cNvSpPr>
              <p:nvPr/>
            </p:nvSpPr>
            <p:spPr bwMode="auto">
              <a:xfrm>
                <a:off x="1382" y="3334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26" name="Freeform 446"/>
              <p:cNvSpPr>
                <a:spLocks/>
              </p:cNvSpPr>
              <p:nvPr/>
            </p:nvSpPr>
            <p:spPr bwMode="auto">
              <a:xfrm>
                <a:off x="1380" y="3363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27" name="Freeform 447"/>
              <p:cNvSpPr>
                <a:spLocks/>
              </p:cNvSpPr>
              <p:nvPr/>
            </p:nvSpPr>
            <p:spPr bwMode="auto">
              <a:xfrm>
                <a:off x="1395" y="3385"/>
                <a:ext cx="11" cy="11"/>
              </a:xfrm>
              <a:custGeom>
                <a:avLst/>
                <a:gdLst>
                  <a:gd name="T0" fmla="*/ 0 w 11"/>
                  <a:gd name="T1" fmla="*/ 11 h 11"/>
                  <a:gd name="T2" fmla="*/ 9 w 11"/>
                  <a:gd name="T3" fmla="*/ 2 h 11"/>
                  <a:gd name="T4" fmla="*/ 11 w 11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11"/>
                  <a:gd name="T11" fmla="*/ 11 w 11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11">
                    <a:moveTo>
                      <a:pt x="0" y="11"/>
                    </a:moveTo>
                    <a:lnTo>
                      <a:pt x="9" y="2"/>
                    </a:lnTo>
                    <a:lnTo>
                      <a:pt x="1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28" name="Freeform 448"/>
              <p:cNvSpPr>
                <a:spLocks/>
              </p:cNvSpPr>
              <p:nvPr/>
            </p:nvSpPr>
            <p:spPr bwMode="auto">
              <a:xfrm>
                <a:off x="1382" y="2419"/>
                <a:ext cx="22" cy="24"/>
              </a:xfrm>
              <a:custGeom>
                <a:avLst/>
                <a:gdLst>
                  <a:gd name="T0" fmla="*/ 22 w 22"/>
                  <a:gd name="T1" fmla="*/ 24 h 24"/>
                  <a:gd name="T2" fmla="*/ 2 w 22"/>
                  <a:gd name="T3" fmla="*/ 2 h 24"/>
                  <a:gd name="T4" fmla="*/ 0 w 22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24"/>
                  <a:gd name="T11" fmla="*/ 22 w 22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24">
                    <a:moveTo>
                      <a:pt x="22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29" name="Freeform 449"/>
              <p:cNvSpPr>
                <a:spLocks/>
              </p:cNvSpPr>
              <p:nvPr/>
            </p:nvSpPr>
            <p:spPr bwMode="auto">
              <a:xfrm>
                <a:off x="1382" y="2446"/>
                <a:ext cx="24" cy="24"/>
              </a:xfrm>
              <a:custGeom>
                <a:avLst/>
                <a:gdLst>
                  <a:gd name="T0" fmla="*/ 0 w 24"/>
                  <a:gd name="T1" fmla="*/ 0 h 24"/>
                  <a:gd name="T2" fmla="*/ 22 w 24"/>
                  <a:gd name="T3" fmla="*/ 21 h 24"/>
                  <a:gd name="T4" fmla="*/ 24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0"/>
                    </a:moveTo>
                    <a:lnTo>
                      <a:pt x="22" y="21"/>
                    </a:lnTo>
                    <a:lnTo>
                      <a:pt x="24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30" name="Freeform 450"/>
              <p:cNvSpPr>
                <a:spLocks/>
              </p:cNvSpPr>
              <p:nvPr/>
            </p:nvSpPr>
            <p:spPr bwMode="auto">
              <a:xfrm>
                <a:off x="1380" y="2467"/>
                <a:ext cx="24" cy="27"/>
              </a:xfrm>
              <a:custGeom>
                <a:avLst/>
                <a:gdLst>
                  <a:gd name="T0" fmla="*/ 24 w 24"/>
                  <a:gd name="T1" fmla="*/ 27 h 27"/>
                  <a:gd name="T2" fmla="*/ 2 w 24"/>
                  <a:gd name="T3" fmla="*/ 3 h 27"/>
                  <a:gd name="T4" fmla="*/ 0 w 24"/>
                  <a:gd name="T5" fmla="*/ 0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24" y="27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31" name="Freeform 451"/>
              <p:cNvSpPr>
                <a:spLocks/>
              </p:cNvSpPr>
              <p:nvPr/>
            </p:nvSpPr>
            <p:spPr bwMode="auto">
              <a:xfrm>
                <a:off x="1382" y="2494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32" name="Freeform 452"/>
              <p:cNvSpPr>
                <a:spLocks/>
              </p:cNvSpPr>
              <p:nvPr/>
            </p:nvSpPr>
            <p:spPr bwMode="auto">
              <a:xfrm>
                <a:off x="1380" y="2518"/>
                <a:ext cx="24" cy="24"/>
              </a:xfrm>
              <a:custGeom>
                <a:avLst/>
                <a:gdLst>
                  <a:gd name="T0" fmla="*/ 24 w 24"/>
                  <a:gd name="T1" fmla="*/ 24 h 24"/>
                  <a:gd name="T2" fmla="*/ 2 w 24"/>
                  <a:gd name="T3" fmla="*/ 2 h 24"/>
                  <a:gd name="T4" fmla="*/ 0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33" name="Freeform 453"/>
              <p:cNvSpPr>
                <a:spLocks/>
              </p:cNvSpPr>
              <p:nvPr/>
            </p:nvSpPr>
            <p:spPr bwMode="auto">
              <a:xfrm>
                <a:off x="1382" y="2544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34" name="Freeform 454"/>
              <p:cNvSpPr>
                <a:spLocks/>
              </p:cNvSpPr>
              <p:nvPr/>
            </p:nvSpPr>
            <p:spPr bwMode="auto">
              <a:xfrm>
                <a:off x="1380" y="2566"/>
                <a:ext cx="24" cy="26"/>
              </a:xfrm>
              <a:custGeom>
                <a:avLst/>
                <a:gdLst>
                  <a:gd name="T0" fmla="*/ 24 w 24"/>
                  <a:gd name="T1" fmla="*/ 26 h 26"/>
                  <a:gd name="T2" fmla="*/ 2 w 24"/>
                  <a:gd name="T3" fmla="*/ 2 h 26"/>
                  <a:gd name="T4" fmla="*/ 0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35" name="Freeform 455"/>
              <p:cNvSpPr>
                <a:spLocks/>
              </p:cNvSpPr>
              <p:nvPr/>
            </p:nvSpPr>
            <p:spPr bwMode="auto">
              <a:xfrm>
                <a:off x="1382" y="2594"/>
                <a:ext cx="24" cy="24"/>
              </a:xfrm>
              <a:custGeom>
                <a:avLst/>
                <a:gdLst>
                  <a:gd name="T0" fmla="*/ 0 w 24"/>
                  <a:gd name="T1" fmla="*/ 0 h 24"/>
                  <a:gd name="T2" fmla="*/ 22 w 24"/>
                  <a:gd name="T3" fmla="*/ 22 h 24"/>
                  <a:gd name="T4" fmla="*/ 24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0"/>
                    </a:moveTo>
                    <a:lnTo>
                      <a:pt x="22" y="22"/>
                    </a:lnTo>
                    <a:lnTo>
                      <a:pt x="24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36" name="Freeform 456"/>
              <p:cNvSpPr>
                <a:spLocks/>
              </p:cNvSpPr>
              <p:nvPr/>
            </p:nvSpPr>
            <p:spPr bwMode="auto">
              <a:xfrm>
                <a:off x="1380" y="2616"/>
                <a:ext cx="24" cy="27"/>
              </a:xfrm>
              <a:custGeom>
                <a:avLst/>
                <a:gdLst>
                  <a:gd name="T0" fmla="*/ 24 w 24"/>
                  <a:gd name="T1" fmla="*/ 27 h 27"/>
                  <a:gd name="T2" fmla="*/ 2 w 24"/>
                  <a:gd name="T3" fmla="*/ 2 h 27"/>
                  <a:gd name="T4" fmla="*/ 0 w 24"/>
                  <a:gd name="T5" fmla="*/ 0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24" y="27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37" name="Freeform 457"/>
              <p:cNvSpPr>
                <a:spLocks/>
              </p:cNvSpPr>
              <p:nvPr/>
            </p:nvSpPr>
            <p:spPr bwMode="auto">
              <a:xfrm>
                <a:off x="1382" y="2643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38" name="Freeform 458"/>
              <p:cNvSpPr>
                <a:spLocks/>
              </p:cNvSpPr>
              <p:nvPr/>
            </p:nvSpPr>
            <p:spPr bwMode="auto">
              <a:xfrm>
                <a:off x="1380" y="2667"/>
                <a:ext cx="24" cy="24"/>
              </a:xfrm>
              <a:custGeom>
                <a:avLst/>
                <a:gdLst>
                  <a:gd name="T0" fmla="*/ 24 w 24"/>
                  <a:gd name="T1" fmla="*/ 24 h 24"/>
                  <a:gd name="T2" fmla="*/ 2 w 24"/>
                  <a:gd name="T3" fmla="*/ 2 h 24"/>
                  <a:gd name="T4" fmla="*/ 0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39" name="Freeform 459"/>
              <p:cNvSpPr>
                <a:spLocks/>
              </p:cNvSpPr>
              <p:nvPr/>
            </p:nvSpPr>
            <p:spPr bwMode="auto">
              <a:xfrm>
                <a:off x="1382" y="2693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40" name="Freeform 460"/>
              <p:cNvSpPr>
                <a:spLocks/>
              </p:cNvSpPr>
              <p:nvPr/>
            </p:nvSpPr>
            <p:spPr bwMode="auto">
              <a:xfrm>
                <a:off x="1380" y="2715"/>
                <a:ext cx="24" cy="26"/>
              </a:xfrm>
              <a:custGeom>
                <a:avLst/>
                <a:gdLst>
                  <a:gd name="T0" fmla="*/ 24 w 24"/>
                  <a:gd name="T1" fmla="*/ 26 h 26"/>
                  <a:gd name="T2" fmla="*/ 2 w 24"/>
                  <a:gd name="T3" fmla="*/ 2 h 26"/>
                  <a:gd name="T4" fmla="*/ 0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41" name="Freeform 461"/>
              <p:cNvSpPr>
                <a:spLocks/>
              </p:cNvSpPr>
              <p:nvPr/>
            </p:nvSpPr>
            <p:spPr bwMode="auto">
              <a:xfrm>
                <a:off x="1382" y="2743"/>
                <a:ext cx="24" cy="24"/>
              </a:xfrm>
              <a:custGeom>
                <a:avLst/>
                <a:gdLst>
                  <a:gd name="T0" fmla="*/ 0 w 24"/>
                  <a:gd name="T1" fmla="*/ 0 h 24"/>
                  <a:gd name="T2" fmla="*/ 22 w 24"/>
                  <a:gd name="T3" fmla="*/ 22 h 24"/>
                  <a:gd name="T4" fmla="*/ 24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0"/>
                    </a:moveTo>
                    <a:lnTo>
                      <a:pt x="22" y="22"/>
                    </a:lnTo>
                    <a:lnTo>
                      <a:pt x="24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42" name="Freeform 462"/>
              <p:cNvSpPr>
                <a:spLocks/>
              </p:cNvSpPr>
              <p:nvPr/>
            </p:nvSpPr>
            <p:spPr bwMode="auto">
              <a:xfrm>
                <a:off x="1380" y="2765"/>
                <a:ext cx="24" cy="24"/>
              </a:xfrm>
              <a:custGeom>
                <a:avLst/>
                <a:gdLst>
                  <a:gd name="T0" fmla="*/ 24 w 24"/>
                  <a:gd name="T1" fmla="*/ 24 h 24"/>
                  <a:gd name="T2" fmla="*/ 2 w 24"/>
                  <a:gd name="T3" fmla="*/ 2 h 24"/>
                  <a:gd name="T4" fmla="*/ 0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43" name="Freeform 463"/>
              <p:cNvSpPr>
                <a:spLocks/>
              </p:cNvSpPr>
              <p:nvPr/>
            </p:nvSpPr>
            <p:spPr bwMode="auto">
              <a:xfrm>
                <a:off x="1382" y="2791"/>
                <a:ext cx="24" cy="27"/>
              </a:xfrm>
              <a:custGeom>
                <a:avLst/>
                <a:gdLst>
                  <a:gd name="T0" fmla="*/ 0 w 24"/>
                  <a:gd name="T1" fmla="*/ 0 h 27"/>
                  <a:gd name="T2" fmla="*/ 22 w 24"/>
                  <a:gd name="T3" fmla="*/ 24 h 27"/>
                  <a:gd name="T4" fmla="*/ 24 w 24"/>
                  <a:gd name="T5" fmla="*/ 27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0" y="0"/>
                    </a:moveTo>
                    <a:lnTo>
                      <a:pt x="22" y="24"/>
                    </a:lnTo>
                    <a:lnTo>
                      <a:pt x="24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44" name="Freeform 464"/>
              <p:cNvSpPr>
                <a:spLocks/>
              </p:cNvSpPr>
              <p:nvPr/>
            </p:nvSpPr>
            <p:spPr bwMode="auto">
              <a:xfrm>
                <a:off x="1380" y="2815"/>
                <a:ext cx="24" cy="25"/>
              </a:xfrm>
              <a:custGeom>
                <a:avLst/>
                <a:gdLst>
                  <a:gd name="T0" fmla="*/ 24 w 24"/>
                  <a:gd name="T1" fmla="*/ 25 h 25"/>
                  <a:gd name="T2" fmla="*/ 2 w 24"/>
                  <a:gd name="T3" fmla="*/ 3 h 25"/>
                  <a:gd name="T4" fmla="*/ 0 w 24"/>
                  <a:gd name="T5" fmla="*/ 0 h 25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5"/>
                  <a:gd name="T11" fmla="*/ 24 w 24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5">
                    <a:moveTo>
                      <a:pt x="24" y="25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45" name="Freeform 465"/>
              <p:cNvSpPr>
                <a:spLocks/>
              </p:cNvSpPr>
              <p:nvPr/>
            </p:nvSpPr>
            <p:spPr bwMode="auto">
              <a:xfrm>
                <a:off x="1382" y="2842"/>
                <a:ext cx="24" cy="24"/>
              </a:xfrm>
              <a:custGeom>
                <a:avLst/>
                <a:gdLst>
                  <a:gd name="T0" fmla="*/ 0 w 24"/>
                  <a:gd name="T1" fmla="*/ 0 h 24"/>
                  <a:gd name="T2" fmla="*/ 22 w 24"/>
                  <a:gd name="T3" fmla="*/ 22 h 24"/>
                  <a:gd name="T4" fmla="*/ 24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0"/>
                    </a:moveTo>
                    <a:lnTo>
                      <a:pt x="22" y="22"/>
                    </a:lnTo>
                    <a:lnTo>
                      <a:pt x="24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46" name="Freeform 466"/>
              <p:cNvSpPr>
                <a:spLocks/>
              </p:cNvSpPr>
              <p:nvPr/>
            </p:nvSpPr>
            <p:spPr bwMode="auto">
              <a:xfrm>
                <a:off x="1380" y="2864"/>
                <a:ext cx="24" cy="26"/>
              </a:xfrm>
              <a:custGeom>
                <a:avLst/>
                <a:gdLst>
                  <a:gd name="T0" fmla="*/ 24 w 24"/>
                  <a:gd name="T1" fmla="*/ 26 h 26"/>
                  <a:gd name="T2" fmla="*/ 2 w 24"/>
                  <a:gd name="T3" fmla="*/ 2 h 26"/>
                  <a:gd name="T4" fmla="*/ 0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47" name="Freeform 467"/>
              <p:cNvSpPr>
                <a:spLocks/>
              </p:cNvSpPr>
              <p:nvPr/>
            </p:nvSpPr>
            <p:spPr bwMode="auto">
              <a:xfrm>
                <a:off x="1382" y="2890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48" name="Freeform 468"/>
              <p:cNvSpPr>
                <a:spLocks/>
              </p:cNvSpPr>
              <p:nvPr/>
            </p:nvSpPr>
            <p:spPr bwMode="auto">
              <a:xfrm>
                <a:off x="1380" y="2914"/>
                <a:ext cx="24" cy="24"/>
              </a:xfrm>
              <a:custGeom>
                <a:avLst/>
                <a:gdLst>
                  <a:gd name="T0" fmla="*/ 24 w 24"/>
                  <a:gd name="T1" fmla="*/ 24 h 24"/>
                  <a:gd name="T2" fmla="*/ 2 w 24"/>
                  <a:gd name="T3" fmla="*/ 2 h 24"/>
                  <a:gd name="T4" fmla="*/ 0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49" name="Freeform 469"/>
              <p:cNvSpPr>
                <a:spLocks/>
              </p:cNvSpPr>
              <p:nvPr/>
            </p:nvSpPr>
            <p:spPr bwMode="auto">
              <a:xfrm>
                <a:off x="1382" y="2940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50" name="Freeform 470"/>
              <p:cNvSpPr>
                <a:spLocks/>
              </p:cNvSpPr>
              <p:nvPr/>
            </p:nvSpPr>
            <p:spPr bwMode="auto">
              <a:xfrm>
                <a:off x="1380" y="2962"/>
                <a:ext cx="24" cy="26"/>
              </a:xfrm>
              <a:custGeom>
                <a:avLst/>
                <a:gdLst>
                  <a:gd name="T0" fmla="*/ 24 w 24"/>
                  <a:gd name="T1" fmla="*/ 26 h 26"/>
                  <a:gd name="T2" fmla="*/ 2 w 24"/>
                  <a:gd name="T3" fmla="*/ 2 h 26"/>
                  <a:gd name="T4" fmla="*/ 0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51" name="Freeform 471"/>
              <p:cNvSpPr>
                <a:spLocks/>
              </p:cNvSpPr>
              <p:nvPr/>
            </p:nvSpPr>
            <p:spPr bwMode="auto">
              <a:xfrm>
                <a:off x="1382" y="2991"/>
                <a:ext cx="24" cy="24"/>
              </a:xfrm>
              <a:custGeom>
                <a:avLst/>
                <a:gdLst>
                  <a:gd name="T0" fmla="*/ 0 w 24"/>
                  <a:gd name="T1" fmla="*/ 0 h 24"/>
                  <a:gd name="T2" fmla="*/ 22 w 24"/>
                  <a:gd name="T3" fmla="*/ 21 h 24"/>
                  <a:gd name="T4" fmla="*/ 24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0"/>
                    </a:moveTo>
                    <a:lnTo>
                      <a:pt x="22" y="21"/>
                    </a:lnTo>
                    <a:lnTo>
                      <a:pt x="24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52" name="Freeform 472"/>
              <p:cNvSpPr>
                <a:spLocks/>
              </p:cNvSpPr>
              <p:nvPr/>
            </p:nvSpPr>
            <p:spPr bwMode="auto">
              <a:xfrm>
                <a:off x="1380" y="3012"/>
                <a:ext cx="24" cy="27"/>
              </a:xfrm>
              <a:custGeom>
                <a:avLst/>
                <a:gdLst>
                  <a:gd name="T0" fmla="*/ 24 w 24"/>
                  <a:gd name="T1" fmla="*/ 27 h 27"/>
                  <a:gd name="T2" fmla="*/ 2 w 24"/>
                  <a:gd name="T3" fmla="*/ 3 h 27"/>
                  <a:gd name="T4" fmla="*/ 0 w 24"/>
                  <a:gd name="T5" fmla="*/ 0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24" y="27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53" name="Freeform 473"/>
              <p:cNvSpPr>
                <a:spLocks/>
              </p:cNvSpPr>
              <p:nvPr/>
            </p:nvSpPr>
            <p:spPr bwMode="auto">
              <a:xfrm>
                <a:off x="1382" y="3039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54" name="Freeform 474"/>
              <p:cNvSpPr>
                <a:spLocks/>
              </p:cNvSpPr>
              <p:nvPr/>
            </p:nvSpPr>
            <p:spPr bwMode="auto">
              <a:xfrm>
                <a:off x="1380" y="3063"/>
                <a:ext cx="24" cy="24"/>
              </a:xfrm>
              <a:custGeom>
                <a:avLst/>
                <a:gdLst>
                  <a:gd name="T0" fmla="*/ 24 w 24"/>
                  <a:gd name="T1" fmla="*/ 24 h 24"/>
                  <a:gd name="T2" fmla="*/ 2 w 24"/>
                  <a:gd name="T3" fmla="*/ 2 h 24"/>
                  <a:gd name="T4" fmla="*/ 0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55" name="Freeform 475"/>
              <p:cNvSpPr>
                <a:spLocks/>
              </p:cNvSpPr>
              <p:nvPr/>
            </p:nvSpPr>
            <p:spPr bwMode="auto">
              <a:xfrm>
                <a:off x="1382" y="3089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56" name="Freeform 476"/>
              <p:cNvSpPr>
                <a:spLocks/>
              </p:cNvSpPr>
              <p:nvPr/>
            </p:nvSpPr>
            <p:spPr bwMode="auto">
              <a:xfrm>
                <a:off x="1380" y="3111"/>
                <a:ext cx="24" cy="26"/>
              </a:xfrm>
              <a:custGeom>
                <a:avLst/>
                <a:gdLst>
                  <a:gd name="T0" fmla="*/ 24 w 24"/>
                  <a:gd name="T1" fmla="*/ 26 h 26"/>
                  <a:gd name="T2" fmla="*/ 2 w 24"/>
                  <a:gd name="T3" fmla="*/ 2 h 26"/>
                  <a:gd name="T4" fmla="*/ 0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57" name="Freeform 477"/>
              <p:cNvSpPr>
                <a:spLocks/>
              </p:cNvSpPr>
              <p:nvPr/>
            </p:nvSpPr>
            <p:spPr bwMode="auto">
              <a:xfrm>
                <a:off x="1382" y="3139"/>
                <a:ext cx="24" cy="24"/>
              </a:xfrm>
              <a:custGeom>
                <a:avLst/>
                <a:gdLst>
                  <a:gd name="T0" fmla="*/ 0 w 24"/>
                  <a:gd name="T1" fmla="*/ 0 h 24"/>
                  <a:gd name="T2" fmla="*/ 22 w 24"/>
                  <a:gd name="T3" fmla="*/ 22 h 24"/>
                  <a:gd name="T4" fmla="*/ 24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0"/>
                    </a:moveTo>
                    <a:lnTo>
                      <a:pt x="22" y="22"/>
                    </a:lnTo>
                    <a:lnTo>
                      <a:pt x="24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58" name="Freeform 478"/>
              <p:cNvSpPr>
                <a:spLocks/>
              </p:cNvSpPr>
              <p:nvPr/>
            </p:nvSpPr>
            <p:spPr bwMode="auto">
              <a:xfrm>
                <a:off x="1380" y="3161"/>
                <a:ext cx="24" cy="24"/>
              </a:xfrm>
              <a:custGeom>
                <a:avLst/>
                <a:gdLst>
                  <a:gd name="T0" fmla="*/ 24 w 24"/>
                  <a:gd name="T1" fmla="*/ 24 h 24"/>
                  <a:gd name="T2" fmla="*/ 2 w 24"/>
                  <a:gd name="T3" fmla="*/ 2 h 24"/>
                  <a:gd name="T4" fmla="*/ 0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59" name="Freeform 479"/>
              <p:cNvSpPr>
                <a:spLocks/>
              </p:cNvSpPr>
              <p:nvPr/>
            </p:nvSpPr>
            <p:spPr bwMode="auto">
              <a:xfrm>
                <a:off x="1382" y="3188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60" name="Freeform 480"/>
              <p:cNvSpPr>
                <a:spLocks/>
              </p:cNvSpPr>
              <p:nvPr/>
            </p:nvSpPr>
            <p:spPr bwMode="auto">
              <a:xfrm>
                <a:off x="1380" y="3209"/>
                <a:ext cx="24" cy="27"/>
              </a:xfrm>
              <a:custGeom>
                <a:avLst/>
                <a:gdLst>
                  <a:gd name="T0" fmla="*/ 24 w 24"/>
                  <a:gd name="T1" fmla="*/ 27 h 27"/>
                  <a:gd name="T2" fmla="*/ 2 w 24"/>
                  <a:gd name="T3" fmla="*/ 3 h 27"/>
                  <a:gd name="T4" fmla="*/ 0 w 24"/>
                  <a:gd name="T5" fmla="*/ 0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24" y="27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61" name="Freeform 481"/>
              <p:cNvSpPr>
                <a:spLocks/>
              </p:cNvSpPr>
              <p:nvPr/>
            </p:nvSpPr>
            <p:spPr bwMode="auto">
              <a:xfrm>
                <a:off x="1382" y="3238"/>
                <a:ext cx="24" cy="24"/>
              </a:xfrm>
              <a:custGeom>
                <a:avLst/>
                <a:gdLst>
                  <a:gd name="T0" fmla="*/ 0 w 24"/>
                  <a:gd name="T1" fmla="*/ 0 h 24"/>
                  <a:gd name="T2" fmla="*/ 22 w 24"/>
                  <a:gd name="T3" fmla="*/ 22 h 24"/>
                  <a:gd name="T4" fmla="*/ 24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0"/>
                    </a:moveTo>
                    <a:lnTo>
                      <a:pt x="22" y="22"/>
                    </a:lnTo>
                    <a:lnTo>
                      <a:pt x="24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62" name="Freeform 482"/>
              <p:cNvSpPr>
                <a:spLocks/>
              </p:cNvSpPr>
              <p:nvPr/>
            </p:nvSpPr>
            <p:spPr bwMode="auto">
              <a:xfrm>
                <a:off x="1380" y="3260"/>
                <a:ext cx="24" cy="26"/>
              </a:xfrm>
              <a:custGeom>
                <a:avLst/>
                <a:gdLst>
                  <a:gd name="T0" fmla="*/ 24 w 24"/>
                  <a:gd name="T1" fmla="*/ 26 h 26"/>
                  <a:gd name="T2" fmla="*/ 2 w 24"/>
                  <a:gd name="T3" fmla="*/ 2 h 26"/>
                  <a:gd name="T4" fmla="*/ 0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63" name="Freeform 483"/>
              <p:cNvSpPr>
                <a:spLocks/>
              </p:cNvSpPr>
              <p:nvPr/>
            </p:nvSpPr>
            <p:spPr bwMode="auto">
              <a:xfrm>
                <a:off x="1382" y="3290"/>
                <a:ext cx="24" cy="25"/>
              </a:xfrm>
              <a:custGeom>
                <a:avLst/>
                <a:gdLst>
                  <a:gd name="T0" fmla="*/ 0 w 24"/>
                  <a:gd name="T1" fmla="*/ 0 h 25"/>
                  <a:gd name="T2" fmla="*/ 22 w 24"/>
                  <a:gd name="T3" fmla="*/ 22 h 25"/>
                  <a:gd name="T4" fmla="*/ 24 w 24"/>
                  <a:gd name="T5" fmla="*/ 25 h 25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5"/>
                  <a:gd name="T11" fmla="*/ 24 w 24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5">
                    <a:moveTo>
                      <a:pt x="0" y="0"/>
                    </a:moveTo>
                    <a:lnTo>
                      <a:pt x="22" y="22"/>
                    </a:lnTo>
                    <a:lnTo>
                      <a:pt x="24" y="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64" name="Freeform 484"/>
              <p:cNvSpPr>
                <a:spLocks/>
              </p:cNvSpPr>
              <p:nvPr/>
            </p:nvSpPr>
            <p:spPr bwMode="auto">
              <a:xfrm>
                <a:off x="1380" y="3312"/>
                <a:ext cx="24" cy="27"/>
              </a:xfrm>
              <a:custGeom>
                <a:avLst/>
                <a:gdLst>
                  <a:gd name="T0" fmla="*/ 24 w 24"/>
                  <a:gd name="T1" fmla="*/ 27 h 27"/>
                  <a:gd name="T2" fmla="*/ 2 w 24"/>
                  <a:gd name="T3" fmla="*/ 3 h 27"/>
                  <a:gd name="T4" fmla="*/ 0 w 24"/>
                  <a:gd name="T5" fmla="*/ 0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24" y="27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65" name="Freeform 485"/>
              <p:cNvSpPr>
                <a:spLocks/>
              </p:cNvSpPr>
              <p:nvPr/>
            </p:nvSpPr>
            <p:spPr bwMode="auto">
              <a:xfrm>
                <a:off x="1382" y="3339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66" name="Freeform 486"/>
              <p:cNvSpPr>
                <a:spLocks/>
              </p:cNvSpPr>
              <p:nvPr/>
            </p:nvSpPr>
            <p:spPr bwMode="auto">
              <a:xfrm>
                <a:off x="1380" y="3363"/>
                <a:ext cx="24" cy="24"/>
              </a:xfrm>
              <a:custGeom>
                <a:avLst/>
                <a:gdLst>
                  <a:gd name="T0" fmla="*/ 24 w 24"/>
                  <a:gd name="T1" fmla="*/ 24 h 24"/>
                  <a:gd name="T2" fmla="*/ 2 w 24"/>
                  <a:gd name="T3" fmla="*/ 2 h 24"/>
                  <a:gd name="T4" fmla="*/ 0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67" name="Freeform 487"/>
              <p:cNvSpPr>
                <a:spLocks/>
              </p:cNvSpPr>
              <p:nvPr/>
            </p:nvSpPr>
            <p:spPr bwMode="auto">
              <a:xfrm>
                <a:off x="1382" y="3389"/>
                <a:ext cx="6" cy="7"/>
              </a:xfrm>
              <a:custGeom>
                <a:avLst/>
                <a:gdLst>
                  <a:gd name="T0" fmla="*/ 0 w 6"/>
                  <a:gd name="T1" fmla="*/ 0 h 7"/>
                  <a:gd name="T2" fmla="*/ 4 w 6"/>
                  <a:gd name="T3" fmla="*/ 4 h 7"/>
                  <a:gd name="T4" fmla="*/ 6 w 6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7"/>
                  <a:gd name="T11" fmla="*/ 6 w 6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7">
                    <a:moveTo>
                      <a:pt x="0" y="0"/>
                    </a:moveTo>
                    <a:lnTo>
                      <a:pt x="4" y="4"/>
                    </a:lnTo>
                    <a:lnTo>
                      <a:pt x="6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68" name="Freeform 488"/>
              <p:cNvSpPr>
                <a:spLocks/>
              </p:cNvSpPr>
              <p:nvPr/>
            </p:nvSpPr>
            <p:spPr bwMode="auto">
              <a:xfrm>
                <a:off x="1422" y="2424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69" name="Freeform 489"/>
              <p:cNvSpPr>
                <a:spLocks/>
              </p:cNvSpPr>
              <p:nvPr/>
            </p:nvSpPr>
            <p:spPr bwMode="auto">
              <a:xfrm>
                <a:off x="1424" y="2443"/>
                <a:ext cx="26" cy="27"/>
              </a:xfrm>
              <a:custGeom>
                <a:avLst/>
                <a:gdLst>
                  <a:gd name="T0" fmla="*/ 0 w 26"/>
                  <a:gd name="T1" fmla="*/ 27 h 27"/>
                  <a:gd name="T2" fmla="*/ 24 w 26"/>
                  <a:gd name="T3" fmla="*/ 3 h 27"/>
                  <a:gd name="T4" fmla="*/ 26 w 26"/>
                  <a:gd name="T5" fmla="*/ 0 h 27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7"/>
                  <a:gd name="T11" fmla="*/ 26 w 26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7">
                    <a:moveTo>
                      <a:pt x="0" y="27"/>
                    </a:moveTo>
                    <a:lnTo>
                      <a:pt x="24" y="3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70" name="Freeform 490"/>
              <p:cNvSpPr>
                <a:spLocks/>
              </p:cNvSpPr>
              <p:nvPr/>
            </p:nvSpPr>
            <p:spPr bwMode="auto">
              <a:xfrm>
                <a:off x="1422" y="2472"/>
                <a:ext cx="26" cy="24"/>
              </a:xfrm>
              <a:custGeom>
                <a:avLst/>
                <a:gdLst>
                  <a:gd name="T0" fmla="*/ 26 w 26"/>
                  <a:gd name="T1" fmla="*/ 0 h 24"/>
                  <a:gd name="T2" fmla="*/ 2 w 26"/>
                  <a:gd name="T3" fmla="*/ 22 h 24"/>
                  <a:gd name="T4" fmla="*/ 0 w 26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26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71" name="Freeform 491"/>
              <p:cNvSpPr>
                <a:spLocks/>
              </p:cNvSpPr>
              <p:nvPr/>
            </p:nvSpPr>
            <p:spPr bwMode="auto">
              <a:xfrm>
                <a:off x="1424" y="2494"/>
                <a:ext cx="26" cy="24"/>
              </a:xfrm>
              <a:custGeom>
                <a:avLst/>
                <a:gdLst>
                  <a:gd name="T0" fmla="*/ 0 w 26"/>
                  <a:gd name="T1" fmla="*/ 24 h 24"/>
                  <a:gd name="T2" fmla="*/ 24 w 26"/>
                  <a:gd name="T3" fmla="*/ 2 h 24"/>
                  <a:gd name="T4" fmla="*/ 26 w 2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0" y="24"/>
                    </a:moveTo>
                    <a:lnTo>
                      <a:pt x="24" y="2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72" name="Freeform 492"/>
              <p:cNvSpPr>
                <a:spLocks/>
              </p:cNvSpPr>
              <p:nvPr/>
            </p:nvSpPr>
            <p:spPr bwMode="auto">
              <a:xfrm>
                <a:off x="1422" y="2520"/>
                <a:ext cx="26" cy="26"/>
              </a:xfrm>
              <a:custGeom>
                <a:avLst/>
                <a:gdLst>
                  <a:gd name="T0" fmla="*/ 26 w 26"/>
                  <a:gd name="T1" fmla="*/ 0 h 26"/>
                  <a:gd name="T2" fmla="*/ 2 w 26"/>
                  <a:gd name="T3" fmla="*/ 24 h 26"/>
                  <a:gd name="T4" fmla="*/ 0 w 26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26" y="0"/>
                    </a:move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73" name="Freeform 493"/>
              <p:cNvSpPr>
                <a:spLocks/>
              </p:cNvSpPr>
              <p:nvPr/>
            </p:nvSpPr>
            <p:spPr bwMode="auto">
              <a:xfrm>
                <a:off x="1424" y="2542"/>
                <a:ext cx="26" cy="26"/>
              </a:xfrm>
              <a:custGeom>
                <a:avLst/>
                <a:gdLst>
                  <a:gd name="T0" fmla="*/ 0 w 26"/>
                  <a:gd name="T1" fmla="*/ 26 h 26"/>
                  <a:gd name="T2" fmla="*/ 24 w 26"/>
                  <a:gd name="T3" fmla="*/ 2 h 26"/>
                  <a:gd name="T4" fmla="*/ 26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0" y="26"/>
                    </a:moveTo>
                    <a:lnTo>
                      <a:pt x="24" y="2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74" name="Freeform 494"/>
              <p:cNvSpPr>
                <a:spLocks/>
              </p:cNvSpPr>
              <p:nvPr/>
            </p:nvSpPr>
            <p:spPr bwMode="auto">
              <a:xfrm>
                <a:off x="1422" y="2570"/>
                <a:ext cx="26" cy="24"/>
              </a:xfrm>
              <a:custGeom>
                <a:avLst/>
                <a:gdLst>
                  <a:gd name="T0" fmla="*/ 26 w 26"/>
                  <a:gd name="T1" fmla="*/ 0 h 24"/>
                  <a:gd name="T2" fmla="*/ 2 w 26"/>
                  <a:gd name="T3" fmla="*/ 22 h 24"/>
                  <a:gd name="T4" fmla="*/ 0 w 26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26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75" name="Freeform 495"/>
              <p:cNvSpPr>
                <a:spLocks/>
              </p:cNvSpPr>
              <p:nvPr/>
            </p:nvSpPr>
            <p:spPr bwMode="auto">
              <a:xfrm>
                <a:off x="1424" y="2592"/>
                <a:ext cx="26" cy="26"/>
              </a:xfrm>
              <a:custGeom>
                <a:avLst/>
                <a:gdLst>
                  <a:gd name="T0" fmla="*/ 0 w 26"/>
                  <a:gd name="T1" fmla="*/ 26 h 26"/>
                  <a:gd name="T2" fmla="*/ 24 w 26"/>
                  <a:gd name="T3" fmla="*/ 2 h 26"/>
                  <a:gd name="T4" fmla="*/ 26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0" y="26"/>
                    </a:moveTo>
                    <a:lnTo>
                      <a:pt x="24" y="2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76" name="Freeform 496"/>
              <p:cNvSpPr>
                <a:spLocks/>
              </p:cNvSpPr>
              <p:nvPr/>
            </p:nvSpPr>
            <p:spPr bwMode="auto">
              <a:xfrm>
                <a:off x="1422" y="2618"/>
                <a:ext cx="26" cy="27"/>
              </a:xfrm>
              <a:custGeom>
                <a:avLst/>
                <a:gdLst>
                  <a:gd name="T0" fmla="*/ 26 w 26"/>
                  <a:gd name="T1" fmla="*/ 0 h 27"/>
                  <a:gd name="T2" fmla="*/ 2 w 26"/>
                  <a:gd name="T3" fmla="*/ 25 h 27"/>
                  <a:gd name="T4" fmla="*/ 0 w 26"/>
                  <a:gd name="T5" fmla="*/ 27 h 27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7"/>
                  <a:gd name="T11" fmla="*/ 26 w 26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7">
                    <a:moveTo>
                      <a:pt x="26" y="0"/>
                    </a:moveTo>
                    <a:lnTo>
                      <a:pt x="2" y="25"/>
                    </a:lnTo>
                    <a:lnTo>
                      <a:pt x="0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77" name="Freeform 497"/>
              <p:cNvSpPr>
                <a:spLocks/>
              </p:cNvSpPr>
              <p:nvPr/>
            </p:nvSpPr>
            <p:spPr bwMode="auto">
              <a:xfrm>
                <a:off x="1424" y="2643"/>
                <a:ext cx="26" cy="24"/>
              </a:xfrm>
              <a:custGeom>
                <a:avLst/>
                <a:gdLst>
                  <a:gd name="T0" fmla="*/ 0 w 26"/>
                  <a:gd name="T1" fmla="*/ 24 h 24"/>
                  <a:gd name="T2" fmla="*/ 24 w 26"/>
                  <a:gd name="T3" fmla="*/ 2 h 24"/>
                  <a:gd name="T4" fmla="*/ 26 w 2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0" y="24"/>
                    </a:moveTo>
                    <a:lnTo>
                      <a:pt x="24" y="2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78" name="Freeform 498"/>
              <p:cNvSpPr>
                <a:spLocks/>
              </p:cNvSpPr>
              <p:nvPr/>
            </p:nvSpPr>
            <p:spPr bwMode="auto">
              <a:xfrm>
                <a:off x="1422" y="2669"/>
                <a:ext cx="26" cy="26"/>
              </a:xfrm>
              <a:custGeom>
                <a:avLst/>
                <a:gdLst>
                  <a:gd name="T0" fmla="*/ 26 w 26"/>
                  <a:gd name="T1" fmla="*/ 0 h 26"/>
                  <a:gd name="T2" fmla="*/ 2 w 26"/>
                  <a:gd name="T3" fmla="*/ 24 h 26"/>
                  <a:gd name="T4" fmla="*/ 0 w 26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26" y="0"/>
                    </a:move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79" name="Freeform 499"/>
              <p:cNvSpPr>
                <a:spLocks/>
              </p:cNvSpPr>
              <p:nvPr/>
            </p:nvSpPr>
            <p:spPr bwMode="auto">
              <a:xfrm>
                <a:off x="1424" y="2691"/>
                <a:ext cx="26" cy="26"/>
              </a:xfrm>
              <a:custGeom>
                <a:avLst/>
                <a:gdLst>
                  <a:gd name="T0" fmla="*/ 0 w 26"/>
                  <a:gd name="T1" fmla="*/ 26 h 26"/>
                  <a:gd name="T2" fmla="*/ 24 w 26"/>
                  <a:gd name="T3" fmla="*/ 2 h 26"/>
                  <a:gd name="T4" fmla="*/ 26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0" y="26"/>
                    </a:moveTo>
                    <a:lnTo>
                      <a:pt x="24" y="2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80" name="Freeform 500"/>
              <p:cNvSpPr>
                <a:spLocks/>
              </p:cNvSpPr>
              <p:nvPr/>
            </p:nvSpPr>
            <p:spPr bwMode="auto">
              <a:xfrm>
                <a:off x="1422" y="2719"/>
                <a:ext cx="26" cy="24"/>
              </a:xfrm>
              <a:custGeom>
                <a:avLst/>
                <a:gdLst>
                  <a:gd name="T0" fmla="*/ 26 w 26"/>
                  <a:gd name="T1" fmla="*/ 0 h 24"/>
                  <a:gd name="T2" fmla="*/ 2 w 26"/>
                  <a:gd name="T3" fmla="*/ 22 h 24"/>
                  <a:gd name="T4" fmla="*/ 0 w 26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26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81" name="Freeform 501"/>
              <p:cNvSpPr>
                <a:spLocks/>
              </p:cNvSpPr>
              <p:nvPr/>
            </p:nvSpPr>
            <p:spPr bwMode="auto">
              <a:xfrm>
                <a:off x="1424" y="2741"/>
                <a:ext cx="26" cy="26"/>
              </a:xfrm>
              <a:custGeom>
                <a:avLst/>
                <a:gdLst>
                  <a:gd name="T0" fmla="*/ 0 w 26"/>
                  <a:gd name="T1" fmla="*/ 26 h 26"/>
                  <a:gd name="T2" fmla="*/ 24 w 26"/>
                  <a:gd name="T3" fmla="*/ 2 h 26"/>
                  <a:gd name="T4" fmla="*/ 26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0" y="26"/>
                    </a:moveTo>
                    <a:lnTo>
                      <a:pt x="24" y="2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82" name="Freeform 502"/>
              <p:cNvSpPr>
                <a:spLocks/>
              </p:cNvSpPr>
              <p:nvPr/>
            </p:nvSpPr>
            <p:spPr bwMode="auto">
              <a:xfrm>
                <a:off x="1422" y="2767"/>
                <a:ext cx="26" cy="27"/>
              </a:xfrm>
              <a:custGeom>
                <a:avLst/>
                <a:gdLst>
                  <a:gd name="T0" fmla="*/ 26 w 26"/>
                  <a:gd name="T1" fmla="*/ 0 h 27"/>
                  <a:gd name="T2" fmla="*/ 2 w 26"/>
                  <a:gd name="T3" fmla="*/ 24 h 27"/>
                  <a:gd name="T4" fmla="*/ 0 w 26"/>
                  <a:gd name="T5" fmla="*/ 27 h 27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7"/>
                  <a:gd name="T11" fmla="*/ 26 w 26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7">
                    <a:moveTo>
                      <a:pt x="26" y="0"/>
                    </a:moveTo>
                    <a:lnTo>
                      <a:pt x="2" y="24"/>
                    </a:lnTo>
                    <a:lnTo>
                      <a:pt x="0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83" name="Freeform 503"/>
              <p:cNvSpPr>
                <a:spLocks/>
              </p:cNvSpPr>
              <p:nvPr/>
            </p:nvSpPr>
            <p:spPr bwMode="auto">
              <a:xfrm>
                <a:off x="1424" y="2791"/>
                <a:ext cx="26" cy="24"/>
              </a:xfrm>
              <a:custGeom>
                <a:avLst/>
                <a:gdLst>
                  <a:gd name="T0" fmla="*/ 0 w 26"/>
                  <a:gd name="T1" fmla="*/ 24 h 24"/>
                  <a:gd name="T2" fmla="*/ 24 w 26"/>
                  <a:gd name="T3" fmla="*/ 3 h 24"/>
                  <a:gd name="T4" fmla="*/ 26 w 2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0" y="24"/>
                    </a:moveTo>
                    <a:lnTo>
                      <a:pt x="24" y="3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84" name="Freeform 504"/>
              <p:cNvSpPr>
                <a:spLocks/>
              </p:cNvSpPr>
              <p:nvPr/>
            </p:nvSpPr>
            <p:spPr bwMode="auto">
              <a:xfrm>
                <a:off x="1422" y="2818"/>
                <a:ext cx="26" cy="24"/>
              </a:xfrm>
              <a:custGeom>
                <a:avLst/>
                <a:gdLst>
                  <a:gd name="T0" fmla="*/ 26 w 26"/>
                  <a:gd name="T1" fmla="*/ 0 h 24"/>
                  <a:gd name="T2" fmla="*/ 2 w 26"/>
                  <a:gd name="T3" fmla="*/ 22 h 24"/>
                  <a:gd name="T4" fmla="*/ 0 w 26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26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85" name="Freeform 505"/>
              <p:cNvSpPr>
                <a:spLocks/>
              </p:cNvSpPr>
              <p:nvPr/>
            </p:nvSpPr>
            <p:spPr bwMode="auto">
              <a:xfrm>
                <a:off x="1424" y="2840"/>
                <a:ext cx="26" cy="26"/>
              </a:xfrm>
              <a:custGeom>
                <a:avLst/>
                <a:gdLst>
                  <a:gd name="T0" fmla="*/ 0 w 26"/>
                  <a:gd name="T1" fmla="*/ 26 h 26"/>
                  <a:gd name="T2" fmla="*/ 24 w 26"/>
                  <a:gd name="T3" fmla="*/ 2 h 26"/>
                  <a:gd name="T4" fmla="*/ 26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0" y="26"/>
                    </a:moveTo>
                    <a:lnTo>
                      <a:pt x="24" y="2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86" name="Freeform 506"/>
              <p:cNvSpPr>
                <a:spLocks/>
              </p:cNvSpPr>
              <p:nvPr/>
            </p:nvSpPr>
            <p:spPr bwMode="auto">
              <a:xfrm>
                <a:off x="1422" y="2866"/>
                <a:ext cx="26" cy="26"/>
              </a:xfrm>
              <a:custGeom>
                <a:avLst/>
                <a:gdLst>
                  <a:gd name="T0" fmla="*/ 26 w 26"/>
                  <a:gd name="T1" fmla="*/ 0 h 26"/>
                  <a:gd name="T2" fmla="*/ 2 w 26"/>
                  <a:gd name="T3" fmla="*/ 24 h 26"/>
                  <a:gd name="T4" fmla="*/ 0 w 26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26" y="0"/>
                    </a:move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87" name="Freeform 507"/>
              <p:cNvSpPr>
                <a:spLocks/>
              </p:cNvSpPr>
              <p:nvPr/>
            </p:nvSpPr>
            <p:spPr bwMode="auto">
              <a:xfrm>
                <a:off x="1424" y="2890"/>
                <a:ext cx="26" cy="24"/>
              </a:xfrm>
              <a:custGeom>
                <a:avLst/>
                <a:gdLst>
                  <a:gd name="T0" fmla="*/ 0 w 26"/>
                  <a:gd name="T1" fmla="*/ 24 h 24"/>
                  <a:gd name="T2" fmla="*/ 24 w 26"/>
                  <a:gd name="T3" fmla="*/ 2 h 24"/>
                  <a:gd name="T4" fmla="*/ 26 w 2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0" y="24"/>
                    </a:moveTo>
                    <a:lnTo>
                      <a:pt x="24" y="2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88" name="Freeform 508"/>
              <p:cNvSpPr>
                <a:spLocks/>
              </p:cNvSpPr>
              <p:nvPr/>
            </p:nvSpPr>
            <p:spPr bwMode="auto">
              <a:xfrm>
                <a:off x="1422" y="2916"/>
                <a:ext cx="26" cy="26"/>
              </a:xfrm>
              <a:custGeom>
                <a:avLst/>
                <a:gdLst>
                  <a:gd name="T0" fmla="*/ 26 w 26"/>
                  <a:gd name="T1" fmla="*/ 0 h 26"/>
                  <a:gd name="T2" fmla="*/ 2 w 26"/>
                  <a:gd name="T3" fmla="*/ 24 h 26"/>
                  <a:gd name="T4" fmla="*/ 0 w 26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26" y="0"/>
                    </a:move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89" name="Freeform 509"/>
              <p:cNvSpPr>
                <a:spLocks/>
              </p:cNvSpPr>
              <p:nvPr/>
            </p:nvSpPr>
            <p:spPr bwMode="auto">
              <a:xfrm>
                <a:off x="1424" y="2938"/>
                <a:ext cx="26" cy="26"/>
              </a:xfrm>
              <a:custGeom>
                <a:avLst/>
                <a:gdLst>
                  <a:gd name="T0" fmla="*/ 0 w 26"/>
                  <a:gd name="T1" fmla="*/ 26 h 26"/>
                  <a:gd name="T2" fmla="*/ 24 w 26"/>
                  <a:gd name="T3" fmla="*/ 2 h 26"/>
                  <a:gd name="T4" fmla="*/ 26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0" y="26"/>
                    </a:moveTo>
                    <a:lnTo>
                      <a:pt x="24" y="2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90" name="Freeform 510"/>
              <p:cNvSpPr>
                <a:spLocks/>
              </p:cNvSpPr>
              <p:nvPr/>
            </p:nvSpPr>
            <p:spPr bwMode="auto">
              <a:xfrm>
                <a:off x="1422" y="2966"/>
                <a:ext cx="26" cy="25"/>
              </a:xfrm>
              <a:custGeom>
                <a:avLst/>
                <a:gdLst>
                  <a:gd name="T0" fmla="*/ 26 w 26"/>
                  <a:gd name="T1" fmla="*/ 0 h 25"/>
                  <a:gd name="T2" fmla="*/ 2 w 26"/>
                  <a:gd name="T3" fmla="*/ 22 h 25"/>
                  <a:gd name="T4" fmla="*/ 0 w 26"/>
                  <a:gd name="T5" fmla="*/ 25 h 25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5"/>
                  <a:gd name="T11" fmla="*/ 26 w 26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5">
                    <a:moveTo>
                      <a:pt x="26" y="0"/>
                    </a:moveTo>
                    <a:lnTo>
                      <a:pt x="2" y="22"/>
                    </a:lnTo>
                    <a:lnTo>
                      <a:pt x="0" y="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91" name="Freeform 511"/>
              <p:cNvSpPr>
                <a:spLocks/>
              </p:cNvSpPr>
              <p:nvPr/>
            </p:nvSpPr>
            <p:spPr bwMode="auto">
              <a:xfrm>
                <a:off x="1424" y="2988"/>
                <a:ext cx="26" cy="27"/>
              </a:xfrm>
              <a:custGeom>
                <a:avLst/>
                <a:gdLst>
                  <a:gd name="T0" fmla="*/ 0 w 26"/>
                  <a:gd name="T1" fmla="*/ 27 h 27"/>
                  <a:gd name="T2" fmla="*/ 24 w 26"/>
                  <a:gd name="T3" fmla="*/ 3 h 27"/>
                  <a:gd name="T4" fmla="*/ 26 w 26"/>
                  <a:gd name="T5" fmla="*/ 0 h 27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7"/>
                  <a:gd name="T11" fmla="*/ 26 w 26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7">
                    <a:moveTo>
                      <a:pt x="0" y="27"/>
                    </a:moveTo>
                    <a:lnTo>
                      <a:pt x="24" y="3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92" name="Freeform 512"/>
              <p:cNvSpPr>
                <a:spLocks/>
              </p:cNvSpPr>
              <p:nvPr/>
            </p:nvSpPr>
            <p:spPr bwMode="auto">
              <a:xfrm>
                <a:off x="1422" y="3015"/>
                <a:ext cx="26" cy="26"/>
              </a:xfrm>
              <a:custGeom>
                <a:avLst/>
                <a:gdLst>
                  <a:gd name="T0" fmla="*/ 26 w 26"/>
                  <a:gd name="T1" fmla="*/ 0 h 26"/>
                  <a:gd name="T2" fmla="*/ 2 w 26"/>
                  <a:gd name="T3" fmla="*/ 24 h 26"/>
                  <a:gd name="T4" fmla="*/ 0 w 26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26" y="0"/>
                    </a:move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93" name="Freeform 513"/>
              <p:cNvSpPr>
                <a:spLocks/>
              </p:cNvSpPr>
              <p:nvPr/>
            </p:nvSpPr>
            <p:spPr bwMode="auto">
              <a:xfrm>
                <a:off x="1424" y="3039"/>
                <a:ext cx="26" cy="24"/>
              </a:xfrm>
              <a:custGeom>
                <a:avLst/>
                <a:gdLst>
                  <a:gd name="T0" fmla="*/ 0 w 26"/>
                  <a:gd name="T1" fmla="*/ 24 h 24"/>
                  <a:gd name="T2" fmla="*/ 24 w 26"/>
                  <a:gd name="T3" fmla="*/ 2 h 24"/>
                  <a:gd name="T4" fmla="*/ 26 w 2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0" y="24"/>
                    </a:moveTo>
                    <a:lnTo>
                      <a:pt x="24" y="2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94" name="Freeform 514"/>
              <p:cNvSpPr>
                <a:spLocks/>
              </p:cNvSpPr>
              <p:nvPr/>
            </p:nvSpPr>
            <p:spPr bwMode="auto">
              <a:xfrm>
                <a:off x="1422" y="3065"/>
                <a:ext cx="26" cy="26"/>
              </a:xfrm>
              <a:custGeom>
                <a:avLst/>
                <a:gdLst>
                  <a:gd name="T0" fmla="*/ 26 w 26"/>
                  <a:gd name="T1" fmla="*/ 0 h 26"/>
                  <a:gd name="T2" fmla="*/ 2 w 26"/>
                  <a:gd name="T3" fmla="*/ 24 h 26"/>
                  <a:gd name="T4" fmla="*/ 0 w 26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26" y="0"/>
                    </a:move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95" name="Freeform 515"/>
              <p:cNvSpPr>
                <a:spLocks/>
              </p:cNvSpPr>
              <p:nvPr/>
            </p:nvSpPr>
            <p:spPr bwMode="auto">
              <a:xfrm>
                <a:off x="1424" y="3087"/>
                <a:ext cx="26" cy="26"/>
              </a:xfrm>
              <a:custGeom>
                <a:avLst/>
                <a:gdLst>
                  <a:gd name="T0" fmla="*/ 0 w 26"/>
                  <a:gd name="T1" fmla="*/ 26 h 26"/>
                  <a:gd name="T2" fmla="*/ 24 w 26"/>
                  <a:gd name="T3" fmla="*/ 2 h 26"/>
                  <a:gd name="T4" fmla="*/ 26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0" y="26"/>
                    </a:moveTo>
                    <a:lnTo>
                      <a:pt x="24" y="2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96" name="Freeform 516"/>
              <p:cNvSpPr>
                <a:spLocks/>
              </p:cNvSpPr>
              <p:nvPr/>
            </p:nvSpPr>
            <p:spPr bwMode="auto">
              <a:xfrm>
                <a:off x="1422" y="3115"/>
                <a:ext cx="26" cy="24"/>
              </a:xfrm>
              <a:custGeom>
                <a:avLst/>
                <a:gdLst>
                  <a:gd name="T0" fmla="*/ 26 w 26"/>
                  <a:gd name="T1" fmla="*/ 0 h 24"/>
                  <a:gd name="T2" fmla="*/ 2 w 26"/>
                  <a:gd name="T3" fmla="*/ 22 h 24"/>
                  <a:gd name="T4" fmla="*/ 0 w 26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26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97" name="Freeform 517"/>
              <p:cNvSpPr>
                <a:spLocks/>
              </p:cNvSpPr>
              <p:nvPr/>
            </p:nvSpPr>
            <p:spPr bwMode="auto">
              <a:xfrm>
                <a:off x="1424" y="3137"/>
                <a:ext cx="26" cy="26"/>
              </a:xfrm>
              <a:custGeom>
                <a:avLst/>
                <a:gdLst>
                  <a:gd name="T0" fmla="*/ 0 w 26"/>
                  <a:gd name="T1" fmla="*/ 26 h 26"/>
                  <a:gd name="T2" fmla="*/ 24 w 26"/>
                  <a:gd name="T3" fmla="*/ 2 h 26"/>
                  <a:gd name="T4" fmla="*/ 26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0" y="26"/>
                    </a:moveTo>
                    <a:lnTo>
                      <a:pt x="24" y="2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98" name="Freeform 518"/>
              <p:cNvSpPr>
                <a:spLocks/>
              </p:cNvSpPr>
              <p:nvPr/>
            </p:nvSpPr>
            <p:spPr bwMode="auto">
              <a:xfrm>
                <a:off x="1422" y="3163"/>
                <a:ext cx="26" cy="27"/>
              </a:xfrm>
              <a:custGeom>
                <a:avLst/>
                <a:gdLst>
                  <a:gd name="T0" fmla="*/ 26 w 26"/>
                  <a:gd name="T1" fmla="*/ 0 h 27"/>
                  <a:gd name="T2" fmla="*/ 2 w 26"/>
                  <a:gd name="T3" fmla="*/ 25 h 27"/>
                  <a:gd name="T4" fmla="*/ 0 w 26"/>
                  <a:gd name="T5" fmla="*/ 27 h 27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7"/>
                  <a:gd name="T11" fmla="*/ 26 w 26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7">
                    <a:moveTo>
                      <a:pt x="26" y="0"/>
                    </a:moveTo>
                    <a:lnTo>
                      <a:pt x="2" y="25"/>
                    </a:lnTo>
                    <a:lnTo>
                      <a:pt x="0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99" name="Freeform 519"/>
              <p:cNvSpPr>
                <a:spLocks/>
              </p:cNvSpPr>
              <p:nvPr/>
            </p:nvSpPr>
            <p:spPr bwMode="auto">
              <a:xfrm>
                <a:off x="1424" y="3188"/>
                <a:ext cx="26" cy="24"/>
              </a:xfrm>
              <a:custGeom>
                <a:avLst/>
                <a:gdLst>
                  <a:gd name="T0" fmla="*/ 0 w 26"/>
                  <a:gd name="T1" fmla="*/ 24 h 24"/>
                  <a:gd name="T2" fmla="*/ 24 w 26"/>
                  <a:gd name="T3" fmla="*/ 2 h 24"/>
                  <a:gd name="T4" fmla="*/ 26 w 2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0" y="24"/>
                    </a:moveTo>
                    <a:lnTo>
                      <a:pt x="24" y="2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00" name="Freeform 520"/>
              <p:cNvSpPr>
                <a:spLocks/>
              </p:cNvSpPr>
              <p:nvPr/>
            </p:nvSpPr>
            <p:spPr bwMode="auto">
              <a:xfrm>
                <a:off x="1422" y="3214"/>
                <a:ext cx="26" cy="24"/>
              </a:xfrm>
              <a:custGeom>
                <a:avLst/>
                <a:gdLst>
                  <a:gd name="T0" fmla="*/ 26 w 26"/>
                  <a:gd name="T1" fmla="*/ 0 h 24"/>
                  <a:gd name="T2" fmla="*/ 2 w 26"/>
                  <a:gd name="T3" fmla="*/ 22 h 24"/>
                  <a:gd name="T4" fmla="*/ 0 w 26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26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01" name="Freeform 521"/>
              <p:cNvSpPr>
                <a:spLocks/>
              </p:cNvSpPr>
              <p:nvPr/>
            </p:nvSpPr>
            <p:spPr bwMode="auto">
              <a:xfrm>
                <a:off x="1424" y="3236"/>
                <a:ext cx="26" cy="26"/>
              </a:xfrm>
              <a:custGeom>
                <a:avLst/>
                <a:gdLst>
                  <a:gd name="T0" fmla="*/ 0 w 26"/>
                  <a:gd name="T1" fmla="*/ 26 h 26"/>
                  <a:gd name="T2" fmla="*/ 24 w 26"/>
                  <a:gd name="T3" fmla="*/ 2 h 26"/>
                  <a:gd name="T4" fmla="*/ 26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0" y="26"/>
                    </a:moveTo>
                    <a:lnTo>
                      <a:pt x="24" y="2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02" name="Freeform 522"/>
              <p:cNvSpPr>
                <a:spLocks/>
              </p:cNvSpPr>
              <p:nvPr/>
            </p:nvSpPr>
            <p:spPr bwMode="auto">
              <a:xfrm>
                <a:off x="1422" y="3262"/>
                <a:ext cx="26" cy="26"/>
              </a:xfrm>
              <a:custGeom>
                <a:avLst/>
                <a:gdLst>
                  <a:gd name="T0" fmla="*/ 26 w 26"/>
                  <a:gd name="T1" fmla="*/ 0 h 26"/>
                  <a:gd name="T2" fmla="*/ 2 w 26"/>
                  <a:gd name="T3" fmla="*/ 24 h 26"/>
                  <a:gd name="T4" fmla="*/ 0 w 26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26" y="0"/>
                    </a:move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03" name="Freeform 523"/>
              <p:cNvSpPr>
                <a:spLocks/>
              </p:cNvSpPr>
              <p:nvPr/>
            </p:nvSpPr>
            <p:spPr bwMode="auto">
              <a:xfrm>
                <a:off x="1424" y="3288"/>
                <a:ext cx="26" cy="27"/>
              </a:xfrm>
              <a:custGeom>
                <a:avLst/>
                <a:gdLst>
                  <a:gd name="T0" fmla="*/ 0 w 26"/>
                  <a:gd name="T1" fmla="*/ 27 h 27"/>
                  <a:gd name="T2" fmla="*/ 24 w 26"/>
                  <a:gd name="T3" fmla="*/ 2 h 27"/>
                  <a:gd name="T4" fmla="*/ 26 w 26"/>
                  <a:gd name="T5" fmla="*/ 0 h 27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7"/>
                  <a:gd name="T11" fmla="*/ 26 w 26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7">
                    <a:moveTo>
                      <a:pt x="0" y="27"/>
                    </a:moveTo>
                    <a:lnTo>
                      <a:pt x="24" y="2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04" name="Freeform 524"/>
              <p:cNvSpPr>
                <a:spLocks/>
              </p:cNvSpPr>
              <p:nvPr/>
            </p:nvSpPr>
            <p:spPr bwMode="auto">
              <a:xfrm>
                <a:off x="1422" y="3317"/>
                <a:ext cx="26" cy="24"/>
              </a:xfrm>
              <a:custGeom>
                <a:avLst/>
                <a:gdLst>
                  <a:gd name="T0" fmla="*/ 26 w 26"/>
                  <a:gd name="T1" fmla="*/ 0 h 24"/>
                  <a:gd name="T2" fmla="*/ 2 w 26"/>
                  <a:gd name="T3" fmla="*/ 22 h 24"/>
                  <a:gd name="T4" fmla="*/ 0 w 26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26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05" name="Freeform 525"/>
              <p:cNvSpPr>
                <a:spLocks/>
              </p:cNvSpPr>
              <p:nvPr/>
            </p:nvSpPr>
            <p:spPr bwMode="auto">
              <a:xfrm>
                <a:off x="1424" y="3339"/>
                <a:ext cx="26" cy="24"/>
              </a:xfrm>
              <a:custGeom>
                <a:avLst/>
                <a:gdLst>
                  <a:gd name="T0" fmla="*/ 0 w 26"/>
                  <a:gd name="T1" fmla="*/ 24 h 24"/>
                  <a:gd name="T2" fmla="*/ 24 w 26"/>
                  <a:gd name="T3" fmla="*/ 2 h 24"/>
                  <a:gd name="T4" fmla="*/ 26 w 2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0" y="24"/>
                    </a:moveTo>
                    <a:lnTo>
                      <a:pt x="24" y="2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06" name="Freeform 526"/>
              <p:cNvSpPr>
                <a:spLocks/>
              </p:cNvSpPr>
              <p:nvPr/>
            </p:nvSpPr>
            <p:spPr bwMode="auto">
              <a:xfrm>
                <a:off x="1422" y="3365"/>
                <a:ext cx="26" cy="26"/>
              </a:xfrm>
              <a:custGeom>
                <a:avLst/>
                <a:gdLst>
                  <a:gd name="T0" fmla="*/ 26 w 26"/>
                  <a:gd name="T1" fmla="*/ 0 h 26"/>
                  <a:gd name="T2" fmla="*/ 2 w 26"/>
                  <a:gd name="T3" fmla="*/ 24 h 26"/>
                  <a:gd name="T4" fmla="*/ 0 w 26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26" y="0"/>
                    </a:move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07" name="Freeform 527"/>
              <p:cNvSpPr>
                <a:spLocks/>
              </p:cNvSpPr>
              <p:nvPr/>
            </p:nvSpPr>
            <p:spPr bwMode="auto">
              <a:xfrm>
                <a:off x="1442" y="3387"/>
                <a:ext cx="8" cy="9"/>
              </a:xfrm>
              <a:custGeom>
                <a:avLst/>
                <a:gdLst>
                  <a:gd name="T0" fmla="*/ 0 w 8"/>
                  <a:gd name="T1" fmla="*/ 9 h 9"/>
                  <a:gd name="T2" fmla="*/ 6 w 8"/>
                  <a:gd name="T3" fmla="*/ 2 h 9"/>
                  <a:gd name="T4" fmla="*/ 8 w 8"/>
                  <a:gd name="T5" fmla="*/ 0 h 9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9"/>
                  <a:gd name="T11" fmla="*/ 8 w 8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9">
                    <a:moveTo>
                      <a:pt x="0" y="9"/>
                    </a:moveTo>
                    <a:lnTo>
                      <a:pt x="6" y="2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08" name="Freeform 528"/>
              <p:cNvSpPr>
                <a:spLocks/>
              </p:cNvSpPr>
              <p:nvPr/>
            </p:nvSpPr>
            <p:spPr bwMode="auto">
              <a:xfrm>
                <a:off x="1430" y="2419"/>
                <a:ext cx="18" cy="18"/>
              </a:xfrm>
              <a:custGeom>
                <a:avLst/>
                <a:gdLst>
                  <a:gd name="T0" fmla="*/ 18 w 18"/>
                  <a:gd name="T1" fmla="*/ 18 h 18"/>
                  <a:gd name="T2" fmla="*/ 3 w 18"/>
                  <a:gd name="T3" fmla="*/ 2 h 18"/>
                  <a:gd name="T4" fmla="*/ 0 w 18"/>
                  <a:gd name="T5" fmla="*/ 0 h 18"/>
                  <a:gd name="T6" fmla="*/ 0 60000 65536"/>
                  <a:gd name="T7" fmla="*/ 0 60000 65536"/>
                  <a:gd name="T8" fmla="*/ 0 60000 65536"/>
                  <a:gd name="T9" fmla="*/ 0 w 18"/>
                  <a:gd name="T10" fmla="*/ 0 h 18"/>
                  <a:gd name="T11" fmla="*/ 18 w 18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" h="18">
                    <a:moveTo>
                      <a:pt x="18" y="18"/>
                    </a:move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09" name="Freeform 529"/>
              <p:cNvSpPr>
                <a:spLocks/>
              </p:cNvSpPr>
              <p:nvPr/>
            </p:nvSpPr>
            <p:spPr bwMode="auto">
              <a:xfrm>
                <a:off x="1426" y="2439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10" name="Freeform 530"/>
              <p:cNvSpPr>
                <a:spLocks/>
              </p:cNvSpPr>
              <p:nvPr/>
            </p:nvSpPr>
            <p:spPr bwMode="auto">
              <a:xfrm>
                <a:off x="1424" y="2461"/>
                <a:ext cx="24" cy="26"/>
              </a:xfrm>
              <a:custGeom>
                <a:avLst/>
                <a:gdLst>
                  <a:gd name="T0" fmla="*/ 24 w 24"/>
                  <a:gd name="T1" fmla="*/ 26 h 26"/>
                  <a:gd name="T2" fmla="*/ 2 w 24"/>
                  <a:gd name="T3" fmla="*/ 2 h 26"/>
                  <a:gd name="T4" fmla="*/ 0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11" name="Freeform 531"/>
              <p:cNvSpPr>
                <a:spLocks/>
              </p:cNvSpPr>
              <p:nvPr/>
            </p:nvSpPr>
            <p:spPr bwMode="auto">
              <a:xfrm>
                <a:off x="1426" y="2489"/>
                <a:ext cx="24" cy="24"/>
              </a:xfrm>
              <a:custGeom>
                <a:avLst/>
                <a:gdLst>
                  <a:gd name="T0" fmla="*/ 0 w 24"/>
                  <a:gd name="T1" fmla="*/ 0 h 24"/>
                  <a:gd name="T2" fmla="*/ 22 w 24"/>
                  <a:gd name="T3" fmla="*/ 22 h 24"/>
                  <a:gd name="T4" fmla="*/ 24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0"/>
                    </a:moveTo>
                    <a:lnTo>
                      <a:pt x="22" y="22"/>
                    </a:lnTo>
                    <a:lnTo>
                      <a:pt x="24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12" name="Freeform 532"/>
              <p:cNvSpPr>
                <a:spLocks/>
              </p:cNvSpPr>
              <p:nvPr/>
            </p:nvSpPr>
            <p:spPr bwMode="auto">
              <a:xfrm>
                <a:off x="1424" y="2511"/>
                <a:ext cx="24" cy="26"/>
              </a:xfrm>
              <a:custGeom>
                <a:avLst/>
                <a:gdLst>
                  <a:gd name="T0" fmla="*/ 24 w 24"/>
                  <a:gd name="T1" fmla="*/ 26 h 26"/>
                  <a:gd name="T2" fmla="*/ 2 w 24"/>
                  <a:gd name="T3" fmla="*/ 2 h 26"/>
                  <a:gd name="T4" fmla="*/ 0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13" name="Freeform 533"/>
              <p:cNvSpPr>
                <a:spLocks/>
              </p:cNvSpPr>
              <p:nvPr/>
            </p:nvSpPr>
            <p:spPr bwMode="auto">
              <a:xfrm>
                <a:off x="1426" y="2537"/>
                <a:ext cx="24" cy="27"/>
              </a:xfrm>
              <a:custGeom>
                <a:avLst/>
                <a:gdLst>
                  <a:gd name="T0" fmla="*/ 0 w 24"/>
                  <a:gd name="T1" fmla="*/ 0 h 27"/>
                  <a:gd name="T2" fmla="*/ 22 w 24"/>
                  <a:gd name="T3" fmla="*/ 25 h 27"/>
                  <a:gd name="T4" fmla="*/ 24 w 24"/>
                  <a:gd name="T5" fmla="*/ 27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0" y="0"/>
                    </a:moveTo>
                    <a:lnTo>
                      <a:pt x="22" y="25"/>
                    </a:lnTo>
                    <a:lnTo>
                      <a:pt x="24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14" name="Freeform 534"/>
              <p:cNvSpPr>
                <a:spLocks/>
              </p:cNvSpPr>
              <p:nvPr/>
            </p:nvSpPr>
            <p:spPr bwMode="auto">
              <a:xfrm>
                <a:off x="1424" y="2562"/>
                <a:ext cx="24" cy="24"/>
              </a:xfrm>
              <a:custGeom>
                <a:avLst/>
                <a:gdLst>
                  <a:gd name="T0" fmla="*/ 24 w 24"/>
                  <a:gd name="T1" fmla="*/ 24 h 24"/>
                  <a:gd name="T2" fmla="*/ 2 w 24"/>
                  <a:gd name="T3" fmla="*/ 2 h 24"/>
                  <a:gd name="T4" fmla="*/ 0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15" name="Freeform 535"/>
              <p:cNvSpPr>
                <a:spLocks/>
              </p:cNvSpPr>
              <p:nvPr/>
            </p:nvSpPr>
            <p:spPr bwMode="auto">
              <a:xfrm>
                <a:off x="1426" y="2588"/>
                <a:ext cx="24" cy="24"/>
              </a:xfrm>
              <a:custGeom>
                <a:avLst/>
                <a:gdLst>
                  <a:gd name="T0" fmla="*/ 0 w 24"/>
                  <a:gd name="T1" fmla="*/ 0 h 24"/>
                  <a:gd name="T2" fmla="*/ 22 w 24"/>
                  <a:gd name="T3" fmla="*/ 22 h 24"/>
                  <a:gd name="T4" fmla="*/ 24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0"/>
                    </a:moveTo>
                    <a:lnTo>
                      <a:pt x="22" y="22"/>
                    </a:lnTo>
                    <a:lnTo>
                      <a:pt x="24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16" name="Freeform 536"/>
              <p:cNvSpPr>
                <a:spLocks/>
              </p:cNvSpPr>
              <p:nvPr/>
            </p:nvSpPr>
            <p:spPr bwMode="auto">
              <a:xfrm>
                <a:off x="1424" y="2610"/>
                <a:ext cx="24" cy="26"/>
              </a:xfrm>
              <a:custGeom>
                <a:avLst/>
                <a:gdLst>
                  <a:gd name="T0" fmla="*/ 24 w 24"/>
                  <a:gd name="T1" fmla="*/ 26 h 26"/>
                  <a:gd name="T2" fmla="*/ 2 w 24"/>
                  <a:gd name="T3" fmla="*/ 2 h 26"/>
                  <a:gd name="T4" fmla="*/ 0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17" name="Freeform 537"/>
              <p:cNvSpPr>
                <a:spLocks/>
              </p:cNvSpPr>
              <p:nvPr/>
            </p:nvSpPr>
            <p:spPr bwMode="auto">
              <a:xfrm>
                <a:off x="1426" y="2638"/>
                <a:ext cx="24" cy="24"/>
              </a:xfrm>
              <a:custGeom>
                <a:avLst/>
                <a:gdLst>
                  <a:gd name="T0" fmla="*/ 0 w 24"/>
                  <a:gd name="T1" fmla="*/ 0 h 24"/>
                  <a:gd name="T2" fmla="*/ 22 w 24"/>
                  <a:gd name="T3" fmla="*/ 22 h 24"/>
                  <a:gd name="T4" fmla="*/ 24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0"/>
                    </a:moveTo>
                    <a:lnTo>
                      <a:pt x="22" y="22"/>
                    </a:lnTo>
                    <a:lnTo>
                      <a:pt x="24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18" name="Freeform 538"/>
              <p:cNvSpPr>
                <a:spLocks/>
              </p:cNvSpPr>
              <p:nvPr/>
            </p:nvSpPr>
            <p:spPr bwMode="auto">
              <a:xfrm>
                <a:off x="1424" y="2660"/>
                <a:ext cx="24" cy="24"/>
              </a:xfrm>
              <a:custGeom>
                <a:avLst/>
                <a:gdLst>
                  <a:gd name="T0" fmla="*/ 24 w 24"/>
                  <a:gd name="T1" fmla="*/ 24 h 24"/>
                  <a:gd name="T2" fmla="*/ 2 w 24"/>
                  <a:gd name="T3" fmla="*/ 2 h 24"/>
                  <a:gd name="T4" fmla="*/ 0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19" name="Freeform 539"/>
              <p:cNvSpPr>
                <a:spLocks/>
              </p:cNvSpPr>
              <p:nvPr/>
            </p:nvSpPr>
            <p:spPr bwMode="auto">
              <a:xfrm>
                <a:off x="1426" y="2686"/>
                <a:ext cx="24" cy="27"/>
              </a:xfrm>
              <a:custGeom>
                <a:avLst/>
                <a:gdLst>
                  <a:gd name="T0" fmla="*/ 0 w 24"/>
                  <a:gd name="T1" fmla="*/ 0 h 27"/>
                  <a:gd name="T2" fmla="*/ 22 w 24"/>
                  <a:gd name="T3" fmla="*/ 24 h 27"/>
                  <a:gd name="T4" fmla="*/ 24 w 24"/>
                  <a:gd name="T5" fmla="*/ 27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0" y="0"/>
                    </a:moveTo>
                    <a:lnTo>
                      <a:pt x="22" y="24"/>
                    </a:lnTo>
                    <a:lnTo>
                      <a:pt x="24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20" name="Freeform 540"/>
              <p:cNvSpPr>
                <a:spLocks/>
              </p:cNvSpPr>
              <p:nvPr/>
            </p:nvSpPr>
            <p:spPr bwMode="auto">
              <a:xfrm>
                <a:off x="1424" y="2708"/>
                <a:ext cx="24" cy="26"/>
              </a:xfrm>
              <a:custGeom>
                <a:avLst/>
                <a:gdLst>
                  <a:gd name="T0" fmla="*/ 24 w 24"/>
                  <a:gd name="T1" fmla="*/ 26 h 26"/>
                  <a:gd name="T2" fmla="*/ 2 w 24"/>
                  <a:gd name="T3" fmla="*/ 2 h 26"/>
                  <a:gd name="T4" fmla="*/ 0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21" name="Freeform 541"/>
              <p:cNvSpPr>
                <a:spLocks/>
              </p:cNvSpPr>
              <p:nvPr/>
            </p:nvSpPr>
            <p:spPr bwMode="auto">
              <a:xfrm>
                <a:off x="1426" y="2737"/>
                <a:ext cx="24" cy="24"/>
              </a:xfrm>
              <a:custGeom>
                <a:avLst/>
                <a:gdLst>
                  <a:gd name="T0" fmla="*/ 0 w 24"/>
                  <a:gd name="T1" fmla="*/ 0 h 24"/>
                  <a:gd name="T2" fmla="*/ 22 w 24"/>
                  <a:gd name="T3" fmla="*/ 22 h 24"/>
                  <a:gd name="T4" fmla="*/ 24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0"/>
                    </a:moveTo>
                    <a:lnTo>
                      <a:pt x="22" y="22"/>
                    </a:lnTo>
                    <a:lnTo>
                      <a:pt x="24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22" name="Freeform 542"/>
              <p:cNvSpPr>
                <a:spLocks/>
              </p:cNvSpPr>
              <p:nvPr/>
            </p:nvSpPr>
            <p:spPr bwMode="auto">
              <a:xfrm>
                <a:off x="1424" y="2759"/>
                <a:ext cx="24" cy="26"/>
              </a:xfrm>
              <a:custGeom>
                <a:avLst/>
                <a:gdLst>
                  <a:gd name="T0" fmla="*/ 24 w 24"/>
                  <a:gd name="T1" fmla="*/ 26 h 26"/>
                  <a:gd name="T2" fmla="*/ 2 w 24"/>
                  <a:gd name="T3" fmla="*/ 2 h 26"/>
                  <a:gd name="T4" fmla="*/ 0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23" name="Freeform 543"/>
              <p:cNvSpPr>
                <a:spLocks/>
              </p:cNvSpPr>
              <p:nvPr/>
            </p:nvSpPr>
            <p:spPr bwMode="auto">
              <a:xfrm>
                <a:off x="1426" y="2785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24" name="Freeform 544"/>
              <p:cNvSpPr>
                <a:spLocks/>
              </p:cNvSpPr>
              <p:nvPr/>
            </p:nvSpPr>
            <p:spPr bwMode="auto">
              <a:xfrm>
                <a:off x="1424" y="2809"/>
                <a:ext cx="24" cy="24"/>
              </a:xfrm>
              <a:custGeom>
                <a:avLst/>
                <a:gdLst>
                  <a:gd name="T0" fmla="*/ 24 w 24"/>
                  <a:gd name="T1" fmla="*/ 24 h 24"/>
                  <a:gd name="T2" fmla="*/ 2 w 24"/>
                  <a:gd name="T3" fmla="*/ 2 h 24"/>
                  <a:gd name="T4" fmla="*/ 0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25" name="Freeform 545"/>
              <p:cNvSpPr>
                <a:spLocks/>
              </p:cNvSpPr>
              <p:nvPr/>
            </p:nvSpPr>
            <p:spPr bwMode="auto">
              <a:xfrm>
                <a:off x="1426" y="2835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26" name="Freeform 546"/>
              <p:cNvSpPr>
                <a:spLocks/>
              </p:cNvSpPr>
              <p:nvPr/>
            </p:nvSpPr>
            <p:spPr bwMode="auto">
              <a:xfrm>
                <a:off x="1424" y="2857"/>
                <a:ext cx="24" cy="26"/>
              </a:xfrm>
              <a:custGeom>
                <a:avLst/>
                <a:gdLst>
                  <a:gd name="T0" fmla="*/ 24 w 24"/>
                  <a:gd name="T1" fmla="*/ 26 h 26"/>
                  <a:gd name="T2" fmla="*/ 2 w 24"/>
                  <a:gd name="T3" fmla="*/ 2 h 26"/>
                  <a:gd name="T4" fmla="*/ 0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27" name="Freeform 547"/>
              <p:cNvSpPr>
                <a:spLocks/>
              </p:cNvSpPr>
              <p:nvPr/>
            </p:nvSpPr>
            <p:spPr bwMode="auto">
              <a:xfrm>
                <a:off x="1426" y="2885"/>
                <a:ext cx="24" cy="25"/>
              </a:xfrm>
              <a:custGeom>
                <a:avLst/>
                <a:gdLst>
                  <a:gd name="T0" fmla="*/ 0 w 24"/>
                  <a:gd name="T1" fmla="*/ 0 h 25"/>
                  <a:gd name="T2" fmla="*/ 22 w 24"/>
                  <a:gd name="T3" fmla="*/ 22 h 25"/>
                  <a:gd name="T4" fmla="*/ 24 w 24"/>
                  <a:gd name="T5" fmla="*/ 25 h 25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5"/>
                  <a:gd name="T11" fmla="*/ 24 w 24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5">
                    <a:moveTo>
                      <a:pt x="0" y="0"/>
                    </a:moveTo>
                    <a:lnTo>
                      <a:pt x="22" y="22"/>
                    </a:lnTo>
                    <a:lnTo>
                      <a:pt x="24" y="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28" name="Freeform 548"/>
              <p:cNvSpPr>
                <a:spLocks/>
              </p:cNvSpPr>
              <p:nvPr/>
            </p:nvSpPr>
            <p:spPr bwMode="auto">
              <a:xfrm>
                <a:off x="1424" y="2907"/>
                <a:ext cx="24" cy="27"/>
              </a:xfrm>
              <a:custGeom>
                <a:avLst/>
                <a:gdLst>
                  <a:gd name="T0" fmla="*/ 24 w 24"/>
                  <a:gd name="T1" fmla="*/ 27 h 27"/>
                  <a:gd name="T2" fmla="*/ 2 w 24"/>
                  <a:gd name="T3" fmla="*/ 3 h 27"/>
                  <a:gd name="T4" fmla="*/ 0 w 24"/>
                  <a:gd name="T5" fmla="*/ 0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24" y="27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29" name="Freeform 549"/>
              <p:cNvSpPr>
                <a:spLocks/>
              </p:cNvSpPr>
              <p:nvPr/>
            </p:nvSpPr>
            <p:spPr bwMode="auto">
              <a:xfrm>
                <a:off x="1426" y="2934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30" name="Freeform 550"/>
              <p:cNvSpPr>
                <a:spLocks/>
              </p:cNvSpPr>
              <p:nvPr/>
            </p:nvSpPr>
            <p:spPr bwMode="auto">
              <a:xfrm>
                <a:off x="1424" y="2958"/>
                <a:ext cx="24" cy="24"/>
              </a:xfrm>
              <a:custGeom>
                <a:avLst/>
                <a:gdLst>
                  <a:gd name="T0" fmla="*/ 24 w 24"/>
                  <a:gd name="T1" fmla="*/ 24 h 24"/>
                  <a:gd name="T2" fmla="*/ 2 w 24"/>
                  <a:gd name="T3" fmla="*/ 2 h 24"/>
                  <a:gd name="T4" fmla="*/ 0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31" name="Freeform 551"/>
              <p:cNvSpPr>
                <a:spLocks/>
              </p:cNvSpPr>
              <p:nvPr/>
            </p:nvSpPr>
            <p:spPr bwMode="auto">
              <a:xfrm>
                <a:off x="1426" y="2984"/>
                <a:ext cx="24" cy="24"/>
              </a:xfrm>
              <a:custGeom>
                <a:avLst/>
                <a:gdLst>
                  <a:gd name="T0" fmla="*/ 0 w 24"/>
                  <a:gd name="T1" fmla="*/ 0 h 24"/>
                  <a:gd name="T2" fmla="*/ 22 w 24"/>
                  <a:gd name="T3" fmla="*/ 22 h 24"/>
                  <a:gd name="T4" fmla="*/ 24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0"/>
                    </a:moveTo>
                    <a:lnTo>
                      <a:pt x="22" y="22"/>
                    </a:lnTo>
                    <a:lnTo>
                      <a:pt x="24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32" name="Freeform 552"/>
              <p:cNvSpPr>
                <a:spLocks/>
              </p:cNvSpPr>
              <p:nvPr/>
            </p:nvSpPr>
            <p:spPr bwMode="auto">
              <a:xfrm>
                <a:off x="1424" y="3006"/>
                <a:ext cx="24" cy="26"/>
              </a:xfrm>
              <a:custGeom>
                <a:avLst/>
                <a:gdLst>
                  <a:gd name="T0" fmla="*/ 24 w 24"/>
                  <a:gd name="T1" fmla="*/ 26 h 26"/>
                  <a:gd name="T2" fmla="*/ 2 w 24"/>
                  <a:gd name="T3" fmla="*/ 2 h 26"/>
                  <a:gd name="T4" fmla="*/ 0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33" name="Freeform 553"/>
              <p:cNvSpPr>
                <a:spLocks/>
              </p:cNvSpPr>
              <p:nvPr/>
            </p:nvSpPr>
            <p:spPr bwMode="auto">
              <a:xfrm>
                <a:off x="1426" y="3032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34" name="Freeform 554"/>
              <p:cNvSpPr>
                <a:spLocks/>
              </p:cNvSpPr>
              <p:nvPr/>
            </p:nvSpPr>
            <p:spPr bwMode="auto">
              <a:xfrm>
                <a:off x="1424" y="3056"/>
                <a:ext cx="24" cy="24"/>
              </a:xfrm>
              <a:custGeom>
                <a:avLst/>
                <a:gdLst>
                  <a:gd name="T0" fmla="*/ 24 w 24"/>
                  <a:gd name="T1" fmla="*/ 24 h 24"/>
                  <a:gd name="T2" fmla="*/ 2 w 24"/>
                  <a:gd name="T3" fmla="*/ 2 h 24"/>
                  <a:gd name="T4" fmla="*/ 0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35" name="Freeform 555"/>
              <p:cNvSpPr>
                <a:spLocks/>
              </p:cNvSpPr>
              <p:nvPr/>
            </p:nvSpPr>
            <p:spPr bwMode="auto">
              <a:xfrm>
                <a:off x="1426" y="3083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36" name="Freeform 556"/>
              <p:cNvSpPr>
                <a:spLocks/>
              </p:cNvSpPr>
              <p:nvPr/>
            </p:nvSpPr>
            <p:spPr bwMode="auto">
              <a:xfrm>
                <a:off x="1424" y="3104"/>
                <a:ext cx="24" cy="27"/>
              </a:xfrm>
              <a:custGeom>
                <a:avLst/>
                <a:gdLst>
                  <a:gd name="T0" fmla="*/ 24 w 24"/>
                  <a:gd name="T1" fmla="*/ 27 h 27"/>
                  <a:gd name="T2" fmla="*/ 2 w 24"/>
                  <a:gd name="T3" fmla="*/ 3 h 27"/>
                  <a:gd name="T4" fmla="*/ 0 w 24"/>
                  <a:gd name="T5" fmla="*/ 0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24" y="27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37" name="Freeform 557"/>
              <p:cNvSpPr>
                <a:spLocks/>
              </p:cNvSpPr>
              <p:nvPr/>
            </p:nvSpPr>
            <p:spPr bwMode="auto">
              <a:xfrm>
                <a:off x="1426" y="3133"/>
                <a:ext cx="24" cy="24"/>
              </a:xfrm>
              <a:custGeom>
                <a:avLst/>
                <a:gdLst>
                  <a:gd name="T0" fmla="*/ 0 w 24"/>
                  <a:gd name="T1" fmla="*/ 0 h 24"/>
                  <a:gd name="T2" fmla="*/ 22 w 24"/>
                  <a:gd name="T3" fmla="*/ 22 h 24"/>
                  <a:gd name="T4" fmla="*/ 24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0"/>
                    </a:moveTo>
                    <a:lnTo>
                      <a:pt x="22" y="22"/>
                    </a:lnTo>
                    <a:lnTo>
                      <a:pt x="24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38" name="Freeform 558"/>
              <p:cNvSpPr>
                <a:spLocks/>
              </p:cNvSpPr>
              <p:nvPr/>
            </p:nvSpPr>
            <p:spPr bwMode="auto">
              <a:xfrm>
                <a:off x="1424" y="3155"/>
                <a:ext cx="24" cy="26"/>
              </a:xfrm>
              <a:custGeom>
                <a:avLst/>
                <a:gdLst>
                  <a:gd name="T0" fmla="*/ 24 w 24"/>
                  <a:gd name="T1" fmla="*/ 26 h 26"/>
                  <a:gd name="T2" fmla="*/ 2 w 24"/>
                  <a:gd name="T3" fmla="*/ 2 h 26"/>
                  <a:gd name="T4" fmla="*/ 0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39" name="Freeform 559"/>
              <p:cNvSpPr>
                <a:spLocks/>
              </p:cNvSpPr>
              <p:nvPr/>
            </p:nvSpPr>
            <p:spPr bwMode="auto">
              <a:xfrm>
                <a:off x="1426" y="3181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40" name="Freeform 560"/>
              <p:cNvSpPr>
                <a:spLocks/>
              </p:cNvSpPr>
              <p:nvPr/>
            </p:nvSpPr>
            <p:spPr bwMode="auto">
              <a:xfrm>
                <a:off x="1424" y="3205"/>
                <a:ext cx="24" cy="24"/>
              </a:xfrm>
              <a:custGeom>
                <a:avLst/>
                <a:gdLst>
                  <a:gd name="T0" fmla="*/ 24 w 24"/>
                  <a:gd name="T1" fmla="*/ 24 h 24"/>
                  <a:gd name="T2" fmla="*/ 2 w 24"/>
                  <a:gd name="T3" fmla="*/ 2 h 24"/>
                  <a:gd name="T4" fmla="*/ 0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41" name="Freeform 561"/>
              <p:cNvSpPr>
                <a:spLocks/>
              </p:cNvSpPr>
              <p:nvPr/>
            </p:nvSpPr>
            <p:spPr bwMode="auto">
              <a:xfrm>
                <a:off x="1426" y="3231"/>
                <a:ext cx="24" cy="27"/>
              </a:xfrm>
              <a:custGeom>
                <a:avLst/>
                <a:gdLst>
                  <a:gd name="T0" fmla="*/ 0 w 24"/>
                  <a:gd name="T1" fmla="*/ 0 h 27"/>
                  <a:gd name="T2" fmla="*/ 22 w 24"/>
                  <a:gd name="T3" fmla="*/ 24 h 27"/>
                  <a:gd name="T4" fmla="*/ 24 w 24"/>
                  <a:gd name="T5" fmla="*/ 27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0" y="0"/>
                    </a:moveTo>
                    <a:lnTo>
                      <a:pt x="22" y="24"/>
                    </a:lnTo>
                    <a:lnTo>
                      <a:pt x="24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42" name="Freeform 562"/>
              <p:cNvSpPr>
                <a:spLocks/>
              </p:cNvSpPr>
              <p:nvPr/>
            </p:nvSpPr>
            <p:spPr bwMode="auto">
              <a:xfrm>
                <a:off x="1424" y="3253"/>
                <a:ext cx="24" cy="27"/>
              </a:xfrm>
              <a:custGeom>
                <a:avLst/>
                <a:gdLst>
                  <a:gd name="T0" fmla="*/ 24 w 24"/>
                  <a:gd name="T1" fmla="*/ 27 h 27"/>
                  <a:gd name="T2" fmla="*/ 2 w 24"/>
                  <a:gd name="T3" fmla="*/ 2 h 27"/>
                  <a:gd name="T4" fmla="*/ 0 w 24"/>
                  <a:gd name="T5" fmla="*/ 0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24" y="27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43" name="Freeform 563"/>
              <p:cNvSpPr>
                <a:spLocks/>
              </p:cNvSpPr>
              <p:nvPr/>
            </p:nvSpPr>
            <p:spPr bwMode="auto">
              <a:xfrm>
                <a:off x="1426" y="3284"/>
                <a:ext cx="24" cy="26"/>
              </a:xfrm>
              <a:custGeom>
                <a:avLst/>
                <a:gdLst>
                  <a:gd name="T0" fmla="*/ 0 w 24"/>
                  <a:gd name="T1" fmla="*/ 0 h 26"/>
                  <a:gd name="T2" fmla="*/ 22 w 24"/>
                  <a:gd name="T3" fmla="*/ 24 h 26"/>
                  <a:gd name="T4" fmla="*/ 24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0"/>
                    </a:moveTo>
                    <a:lnTo>
                      <a:pt x="22" y="24"/>
                    </a:lnTo>
                    <a:lnTo>
                      <a:pt x="24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44" name="Freeform 564"/>
              <p:cNvSpPr>
                <a:spLocks/>
              </p:cNvSpPr>
              <p:nvPr/>
            </p:nvSpPr>
            <p:spPr bwMode="auto">
              <a:xfrm>
                <a:off x="1424" y="3306"/>
                <a:ext cx="24" cy="26"/>
              </a:xfrm>
              <a:custGeom>
                <a:avLst/>
                <a:gdLst>
                  <a:gd name="T0" fmla="*/ 24 w 24"/>
                  <a:gd name="T1" fmla="*/ 26 h 26"/>
                  <a:gd name="T2" fmla="*/ 2 w 24"/>
                  <a:gd name="T3" fmla="*/ 2 h 26"/>
                  <a:gd name="T4" fmla="*/ 0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45" name="Freeform 565"/>
              <p:cNvSpPr>
                <a:spLocks/>
              </p:cNvSpPr>
              <p:nvPr/>
            </p:nvSpPr>
            <p:spPr bwMode="auto">
              <a:xfrm>
                <a:off x="1426" y="3334"/>
                <a:ext cx="24" cy="24"/>
              </a:xfrm>
              <a:custGeom>
                <a:avLst/>
                <a:gdLst>
                  <a:gd name="T0" fmla="*/ 0 w 24"/>
                  <a:gd name="T1" fmla="*/ 0 h 24"/>
                  <a:gd name="T2" fmla="*/ 22 w 24"/>
                  <a:gd name="T3" fmla="*/ 22 h 24"/>
                  <a:gd name="T4" fmla="*/ 24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0"/>
                    </a:moveTo>
                    <a:lnTo>
                      <a:pt x="22" y="22"/>
                    </a:lnTo>
                    <a:lnTo>
                      <a:pt x="24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46" name="Freeform 566"/>
              <p:cNvSpPr>
                <a:spLocks/>
              </p:cNvSpPr>
              <p:nvPr/>
            </p:nvSpPr>
            <p:spPr bwMode="auto">
              <a:xfrm>
                <a:off x="1424" y="3356"/>
                <a:ext cx="24" cy="26"/>
              </a:xfrm>
              <a:custGeom>
                <a:avLst/>
                <a:gdLst>
                  <a:gd name="T0" fmla="*/ 24 w 24"/>
                  <a:gd name="T1" fmla="*/ 26 h 26"/>
                  <a:gd name="T2" fmla="*/ 2 w 24"/>
                  <a:gd name="T3" fmla="*/ 2 h 26"/>
                  <a:gd name="T4" fmla="*/ 0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47" name="Freeform 567"/>
              <p:cNvSpPr>
                <a:spLocks/>
              </p:cNvSpPr>
              <p:nvPr/>
            </p:nvSpPr>
            <p:spPr bwMode="auto">
              <a:xfrm>
                <a:off x="1426" y="3382"/>
                <a:ext cx="11" cy="14"/>
              </a:xfrm>
              <a:custGeom>
                <a:avLst/>
                <a:gdLst>
                  <a:gd name="T0" fmla="*/ 0 w 11"/>
                  <a:gd name="T1" fmla="*/ 0 h 14"/>
                  <a:gd name="T2" fmla="*/ 9 w 11"/>
                  <a:gd name="T3" fmla="*/ 11 h 14"/>
                  <a:gd name="T4" fmla="*/ 11 w 11"/>
                  <a:gd name="T5" fmla="*/ 14 h 14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14"/>
                  <a:gd name="T11" fmla="*/ 11 w 11"/>
                  <a:gd name="T12" fmla="*/ 14 h 1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14">
                    <a:moveTo>
                      <a:pt x="0" y="0"/>
                    </a:moveTo>
                    <a:lnTo>
                      <a:pt x="9" y="11"/>
                    </a:lnTo>
                    <a:lnTo>
                      <a:pt x="11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48" name="Freeform 568"/>
              <p:cNvSpPr>
                <a:spLocks/>
              </p:cNvSpPr>
              <p:nvPr/>
            </p:nvSpPr>
            <p:spPr bwMode="auto">
              <a:xfrm>
                <a:off x="1466" y="2424"/>
                <a:ext cx="9" cy="6"/>
              </a:xfrm>
              <a:custGeom>
                <a:avLst/>
                <a:gdLst>
                  <a:gd name="T0" fmla="*/ 9 w 9"/>
                  <a:gd name="T1" fmla="*/ 0 h 6"/>
                  <a:gd name="T2" fmla="*/ 2 w 9"/>
                  <a:gd name="T3" fmla="*/ 4 h 6"/>
                  <a:gd name="T4" fmla="*/ 0 w 9"/>
                  <a:gd name="T5" fmla="*/ 6 h 6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6"/>
                  <a:gd name="T11" fmla="*/ 9 w 9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6">
                    <a:moveTo>
                      <a:pt x="9" y="0"/>
                    </a:moveTo>
                    <a:lnTo>
                      <a:pt x="2" y="4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49" name="Freeform 569"/>
              <p:cNvSpPr>
                <a:spLocks/>
              </p:cNvSpPr>
              <p:nvPr/>
            </p:nvSpPr>
            <p:spPr bwMode="auto">
              <a:xfrm>
                <a:off x="1468" y="2428"/>
                <a:ext cx="24" cy="26"/>
              </a:xfrm>
              <a:custGeom>
                <a:avLst/>
                <a:gdLst>
                  <a:gd name="T0" fmla="*/ 0 w 24"/>
                  <a:gd name="T1" fmla="*/ 26 h 26"/>
                  <a:gd name="T2" fmla="*/ 22 w 24"/>
                  <a:gd name="T3" fmla="*/ 2 h 26"/>
                  <a:gd name="T4" fmla="*/ 24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26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50" name="Freeform 570"/>
              <p:cNvSpPr>
                <a:spLocks/>
              </p:cNvSpPr>
              <p:nvPr/>
            </p:nvSpPr>
            <p:spPr bwMode="auto">
              <a:xfrm>
                <a:off x="1466" y="2454"/>
                <a:ext cx="24" cy="27"/>
              </a:xfrm>
              <a:custGeom>
                <a:avLst/>
                <a:gdLst>
                  <a:gd name="T0" fmla="*/ 24 w 24"/>
                  <a:gd name="T1" fmla="*/ 0 h 27"/>
                  <a:gd name="T2" fmla="*/ 2 w 24"/>
                  <a:gd name="T3" fmla="*/ 24 h 27"/>
                  <a:gd name="T4" fmla="*/ 0 w 24"/>
                  <a:gd name="T5" fmla="*/ 27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24" y="0"/>
                    </a:moveTo>
                    <a:lnTo>
                      <a:pt x="2" y="24"/>
                    </a:lnTo>
                    <a:lnTo>
                      <a:pt x="0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51" name="Freeform 571"/>
              <p:cNvSpPr>
                <a:spLocks/>
              </p:cNvSpPr>
              <p:nvPr/>
            </p:nvSpPr>
            <p:spPr bwMode="auto">
              <a:xfrm>
                <a:off x="1468" y="2478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3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3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52" name="Freeform 572"/>
              <p:cNvSpPr>
                <a:spLocks/>
              </p:cNvSpPr>
              <p:nvPr/>
            </p:nvSpPr>
            <p:spPr bwMode="auto">
              <a:xfrm>
                <a:off x="1466" y="2505"/>
                <a:ext cx="24" cy="26"/>
              </a:xfrm>
              <a:custGeom>
                <a:avLst/>
                <a:gdLst>
                  <a:gd name="T0" fmla="*/ 24 w 24"/>
                  <a:gd name="T1" fmla="*/ 0 h 26"/>
                  <a:gd name="T2" fmla="*/ 2 w 24"/>
                  <a:gd name="T3" fmla="*/ 24 h 26"/>
                  <a:gd name="T4" fmla="*/ 0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0"/>
                    </a:move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53" name="Freeform 573"/>
              <p:cNvSpPr>
                <a:spLocks/>
              </p:cNvSpPr>
              <p:nvPr/>
            </p:nvSpPr>
            <p:spPr bwMode="auto">
              <a:xfrm>
                <a:off x="1468" y="2527"/>
                <a:ext cx="24" cy="26"/>
              </a:xfrm>
              <a:custGeom>
                <a:avLst/>
                <a:gdLst>
                  <a:gd name="T0" fmla="*/ 0 w 24"/>
                  <a:gd name="T1" fmla="*/ 26 h 26"/>
                  <a:gd name="T2" fmla="*/ 22 w 24"/>
                  <a:gd name="T3" fmla="*/ 2 h 26"/>
                  <a:gd name="T4" fmla="*/ 24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26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54" name="Freeform 574"/>
              <p:cNvSpPr>
                <a:spLocks/>
              </p:cNvSpPr>
              <p:nvPr/>
            </p:nvSpPr>
            <p:spPr bwMode="auto">
              <a:xfrm>
                <a:off x="1466" y="2555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55" name="Freeform 575"/>
              <p:cNvSpPr>
                <a:spLocks/>
              </p:cNvSpPr>
              <p:nvPr/>
            </p:nvSpPr>
            <p:spPr bwMode="auto">
              <a:xfrm>
                <a:off x="1468" y="2577"/>
                <a:ext cx="24" cy="26"/>
              </a:xfrm>
              <a:custGeom>
                <a:avLst/>
                <a:gdLst>
                  <a:gd name="T0" fmla="*/ 0 w 24"/>
                  <a:gd name="T1" fmla="*/ 26 h 26"/>
                  <a:gd name="T2" fmla="*/ 22 w 24"/>
                  <a:gd name="T3" fmla="*/ 2 h 26"/>
                  <a:gd name="T4" fmla="*/ 24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26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56" name="Freeform 576"/>
              <p:cNvSpPr>
                <a:spLocks/>
              </p:cNvSpPr>
              <p:nvPr/>
            </p:nvSpPr>
            <p:spPr bwMode="auto">
              <a:xfrm>
                <a:off x="1466" y="2603"/>
                <a:ext cx="24" cy="26"/>
              </a:xfrm>
              <a:custGeom>
                <a:avLst/>
                <a:gdLst>
                  <a:gd name="T0" fmla="*/ 24 w 24"/>
                  <a:gd name="T1" fmla="*/ 0 h 26"/>
                  <a:gd name="T2" fmla="*/ 2 w 24"/>
                  <a:gd name="T3" fmla="*/ 24 h 26"/>
                  <a:gd name="T4" fmla="*/ 0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0"/>
                    </a:move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57" name="Freeform 577"/>
              <p:cNvSpPr>
                <a:spLocks/>
              </p:cNvSpPr>
              <p:nvPr/>
            </p:nvSpPr>
            <p:spPr bwMode="auto">
              <a:xfrm>
                <a:off x="1468" y="2627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58" name="Freeform 578"/>
              <p:cNvSpPr>
                <a:spLocks/>
              </p:cNvSpPr>
              <p:nvPr/>
            </p:nvSpPr>
            <p:spPr bwMode="auto">
              <a:xfrm>
                <a:off x="1466" y="2653"/>
                <a:ext cx="24" cy="27"/>
              </a:xfrm>
              <a:custGeom>
                <a:avLst/>
                <a:gdLst>
                  <a:gd name="T0" fmla="*/ 24 w 24"/>
                  <a:gd name="T1" fmla="*/ 0 h 27"/>
                  <a:gd name="T2" fmla="*/ 2 w 24"/>
                  <a:gd name="T3" fmla="*/ 25 h 27"/>
                  <a:gd name="T4" fmla="*/ 0 w 24"/>
                  <a:gd name="T5" fmla="*/ 27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24" y="0"/>
                    </a:moveTo>
                    <a:lnTo>
                      <a:pt x="2" y="25"/>
                    </a:lnTo>
                    <a:lnTo>
                      <a:pt x="0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59" name="Freeform 579"/>
              <p:cNvSpPr>
                <a:spLocks/>
              </p:cNvSpPr>
              <p:nvPr/>
            </p:nvSpPr>
            <p:spPr bwMode="auto">
              <a:xfrm>
                <a:off x="1468" y="2675"/>
                <a:ext cx="24" cy="27"/>
              </a:xfrm>
              <a:custGeom>
                <a:avLst/>
                <a:gdLst>
                  <a:gd name="T0" fmla="*/ 0 w 24"/>
                  <a:gd name="T1" fmla="*/ 27 h 27"/>
                  <a:gd name="T2" fmla="*/ 22 w 24"/>
                  <a:gd name="T3" fmla="*/ 3 h 27"/>
                  <a:gd name="T4" fmla="*/ 24 w 24"/>
                  <a:gd name="T5" fmla="*/ 0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0" y="27"/>
                    </a:moveTo>
                    <a:lnTo>
                      <a:pt x="22" y="3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60" name="Freeform 580"/>
              <p:cNvSpPr>
                <a:spLocks/>
              </p:cNvSpPr>
              <p:nvPr/>
            </p:nvSpPr>
            <p:spPr bwMode="auto">
              <a:xfrm>
                <a:off x="1466" y="2704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61" name="Freeform 581"/>
              <p:cNvSpPr>
                <a:spLocks/>
              </p:cNvSpPr>
              <p:nvPr/>
            </p:nvSpPr>
            <p:spPr bwMode="auto">
              <a:xfrm>
                <a:off x="1468" y="2726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62" name="Freeform 582"/>
              <p:cNvSpPr>
                <a:spLocks/>
              </p:cNvSpPr>
              <p:nvPr/>
            </p:nvSpPr>
            <p:spPr bwMode="auto">
              <a:xfrm>
                <a:off x="1466" y="2752"/>
                <a:ext cx="24" cy="26"/>
              </a:xfrm>
              <a:custGeom>
                <a:avLst/>
                <a:gdLst>
                  <a:gd name="T0" fmla="*/ 24 w 24"/>
                  <a:gd name="T1" fmla="*/ 0 h 26"/>
                  <a:gd name="T2" fmla="*/ 2 w 24"/>
                  <a:gd name="T3" fmla="*/ 24 h 26"/>
                  <a:gd name="T4" fmla="*/ 0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0"/>
                    </a:move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63" name="Freeform 583"/>
              <p:cNvSpPr>
                <a:spLocks/>
              </p:cNvSpPr>
              <p:nvPr/>
            </p:nvSpPr>
            <p:spPr bwMode="auto">
              <a:xfrm>
                <a:off x="1468" y="2776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64" name="Freeform 584"/>
              <p:cNvSpPr>
                <a:spLocks/>
              </p:cNvSpPr>
              <p:nvPr/>
            </p:nvSpPr>
            <p:spPr bwMode="auto">
              <a:xfrm>
                <a:off x="1466" y="2802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65" name="Freeform 585"/>
              <p:cNvSpPr>
                <a:spLocks/>
              </p:cNvSpPr>
              <p:nvPr/>
            </p:nvSpPr>
            <p:spPr bwMode="auto">
              <a:xfrm>
                <a:off x="1468" y="2824"/>
                <a:ext cx="24" cy="26"/>
              </a:xfrm>
              <a:custGeom>
                <a:avLst/>
                <a:gdLst>
                  <a:gd name="T0" fmla="*/ 0 w 24"/>
                  <a:gd name="T1" fmla="*/ 26 h 26"/>
                  <a:gd name="T2" fmla="*/ 22 w 24"/>
                  <a:gd name="T3" fmla="*/ 2 h 26"/>
                  <a:gd name="T4" fmla="*/ 24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26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66" name="Freeform 586"/>
              <p:cNvSpPr>
                <a:spLocks/>
              </p:cNvSpPr>
              <p:nvPr/>
            </p:nvSpPr>
            <p:spPr bwMode="auto">
              <a:xfrm>
                <a:off x="1466" y="2850"/>
                <a:ext cx="24" cy="27"/>
              </a:xfrm>
              <a:custGeom>
                <a:avLst/>
                <a:gdLst>
                  <a:gd name="T0" fmla="*/ 24 w 24"/>
                  <a:gd name="T1" fmla="*/ 0 h 27"/>
                  <a:gd name="T2" fmla="*/ 2 w 24"/>
                  <a:gd name="T3" fmla="*/ 25 h 27"/>
                  <a:gd name="T4" fmla="*/ 0 w 24"/>
                  <a:gd name="T5" fmla="*/ 27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24" y="0"/>
                    </a:moveTo>
                    <a:lnTo>
                      <a:pt x="2" y="25"/>
                    </a:lnTo>
                    <a:lnTo>
                      <a:pt x="0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67" name="Freeform 587"/>
              <p:cNvSpPr>
                <a:spLocks/>
              </p:cNvSpPr>
              <p:nvPr/>
            </p:nvSpPr>
            <p:spPr bwMode="auto">
              <a:xfrm>
                <a:off x="1468" y="2875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68" name="Freeform 588"/>
              <p:cNvSpPr>
                <a:spLocks/>
              </p:cNvSpPr>
              <p:nvPr/>
            </p:nvSpPr>
            <p:spPr bwMode="auto">
              <a:xfrm>
                <a:off x="1466" y="2901"/>
                <a:ext cx="24" cy="26"/>
              </a:xfrm>
              <a:custGeom>
                <a:avLst/>
                <a:gdLst>
                  <a:gd name="T0" fmla="*/ 24 w 24"/>
                  <a:gd name="T1" fmla="*/ 0 h 26"/>
                  <a:gd name="T2" fmla="*/ 2 w 24"/>
                  <a:gd name="T3" fmla="*/ 24 h 26"/>
                  <a:gd name="T4" fmla="*/ 0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0"/>
                    </a:move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69" name="Freeform 589"/>
              <p:cNvSpPr>
                <a:spLocks/>
              </p:cNvSpPr>
              <p:nvPr/>
            </p:nvSpPr>
            <p:spPr bwMode="auto">
              <a:xfrm>
                <a:off x="1468" y="2923"/>
                <a:ext cx="24" cy="26"/>
              </a:xfrm>
              <a:custGeom>
                <a:avLst/>
                <a:gdLst>
                  <a:gd name="T0" fmla="*/ 0 w 24"/>
                  <a:gd name="T1" fmla="*/ 26 h 26"/>
                  <a:gd name="T2" fmla="*/ 22 w 24"/>
                  <a:gd name="T3" fmla="*/ 2 h 26"/>
                  <a:gd name="T4" fmla="*/ 24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26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70" name="Freeform 590"/>
              <p:cNvSpPr>
                <a:spLocks/>
              </p:cNvSpPr>
              <p:nvPr/>
            </p:nvSpPr>
            <p:spPr bwMode="auto">
              <a:xfrm>
                <a:off x="1466" y="2951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71" name="Freeform 591"/>
              <p:cNvSpPr>
                <a:spLocks/>
              </p:cNvSpPr>
              <p:nvPr/>
            </p:nvSpPr>
            <p:spPr bwMode="auto">
              <a:xfrm>
                <a:off x="1468" y="2973"/>
                <a:ext cx="24" cy="26"/>
              </a:xfrm>
              <a:custGeom>
                <a:avLst/>
                <a:gdLst>
                  <a:gd name="T0" fmla="*/ 0 w 24"/>
                  <a:gd name="T1" fmla="*/ 26 h 26"/>
                  <a:gd name="T2" fmla="*/ 22 w 24"/>
                  <a:gd name="T3" fmla="*/ 2 h 26"/>
                  <a:gd name="T4" fmla="*/ 24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26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72" name="Freeform 592"/>
              <p:cNvSpPr>
                <a:spLocks/>
              </p:cNvSpPr>
              <p:nvPr/>
            </p:nvSpPr>
            <p:spPr bwMode="auto">
              <a:xfrm>
                <a:off x="1466" y="2999"/>
                <a:ext cx="24" cy="27"/>
              </a:xfrm>
              <a:custGeom>
                <a:avLst/>
                <a:gdLst>
                  <a:gd name="T0" fmla="*/ 24 w 24"/>
                  <a:gd name="T1" fmla="*/ 0 h 27"/>
                  <a:gd name="T2" fmla="*/ 2 w 24"/>
                  <a:gd name="T3" fmla="*/ 24 h 27"/>
                  <a:gd name="T4" fmla="*/ 0 w 24"/>
                  <a:gd name="T5" fmla="*/ 27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24" y="0"/>
                    </a:moveTo>
                    <a:lnTo>
                      <a:pt x="2" y="24"/>
                    </a:lnTo>
                    <a:lnTo>
                      <a:pt x="0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73" name="Freeform 593"/>
              <p:cNvSpPr>
                <a:spLocks/>
              </p:cNvSpPr>
              <p:nvPr/>
            </p:nvSpPr>
            <p:spPr bwMode="auto">
              <a:xfrm>
                <a:off x="1468" y="3023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3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3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74" name="Freeform 594"/>
              <p:cNvSpPr>
                <a:spLocks/>
              </p:cNvSpPr>
              <p:nvPr/>
            </p:nvSpPr>
            <p:spPr bwMode="auto">
              <a:xfrm>
                <a:off x="1466" y="3050"/>
                <a:ext cx="24" cy="26"/>
              </a:xfrm>
              <a:custGeom>
                <a:avLst/>
                <a:gdLst>
                  <a:gd name="T0" fmla="*/ 24 w 24"/>
                  <a:gd name="T1" fmla="*/ 0 h 26"/>
                  <a:gd name="T2" fmla="*/ 2 w 24"/>
                  <a:gd name="T3" fmla="*/ 24 h 26"/>
                  <a:gd name="T4" fmla="*/ 0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0"/>
                    </a:move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75" name="Freeform 595"/>
              <p:cNvSpPr>
                <a:spLocks/>
              </p:cNvSpPr>
              <p:nvPr/>
            </p:nvSpPr>
            <p:spPr bwMode="auto">
              <a:xfrm>
                <a:off x="1468" y="3072"/>
                <a:ext cx="24" cy="26"/>
              </a:xfrm>
              <a:custGeom>
                <a:avLst/>
                <a:gdLst>
                  <a:gd name="T0" fmla="*/ 0 w 24"/>
                  <a:gd name="T1" fmla="*/ 26 h 26"/>
                  <a:gd name="T2" fmla="*/ 22 w 24"/>
                  <a:gd name="T3" fmla="*/ 2 h 26"/>
                  <a:gd name="T4" fmla="*/ 24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26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76" name="Freeform 596"/>
              <p:cNvSpPr>
                <a:spLocks/>
              </p:cNvSpPr>
              <p:nvPr/>
            </p:nvSpPr>
            <p:spPr bwMode="auto">
              <a:xfrm>
                <a:off x="1466" y="3100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2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77" name="Freeform 597"/>
              <p:cNvSpPr>
                <a:spLocks/>
              </p:cNvSpPr>
              <p:nvPr/>
            </p:nvSpPr>
            <p:spPr bwMode="auto">
              <a:xfrm>
                <a:off x="1468" y="3122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78" name="Freeform 598"/>
              <p:cNvSpPr>
                <a:spLocks/>
              </p:cNvSpPr>
              <p:nvPr/>
            </p:nvSpPr>
            <p:spPr bwMode="auto">
              <a:xfrm>
                <a:off x="1466" y="3148"/>
                <a:ext cx="24" cy="26"/>
              </a:xfrm>
              <a:custGeom>
                <a:avLst/>
                <a:gdLst>
                  <a:gd name="T0" fmla="*/ 24 w 24"/>
                  <a:gd name="T1" fmla="*/ 0 h 26"/>
                  <a:gd name="T2" fmla="*/ 2 w 24"/>
                  <a:gd name="T3" fmla="*/ 24 h 26"/>
                  <a:gd name="T4" fmla="*/ 0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0"/>
                    </a:move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79" name="Freeform 599"/>
              <p:cNvSpPr>
                <a:spLocks/>
              </p:cNvSpPr>
              <p:nvPr/>
            </p:nvSpPr>
            <p:spPr bwMode="auto">
              <a:xfrm>
                <a:off x="1468" y="3170"/>
                <a:ext cx="24" cy="26"/>
              </a:xfrm>
              <a:custGeom>
                <a:avLst/>
                <a:gdLst>
                  <a:gd name="T0" fmla="*/ 0 w 24"/>
                  <a:gd name="T1" fmla="*/ 26 h 26"/>
                  <a:gd name="T2" fmla="*/ 22 w 24"/>
                  <a:gd name="T3" fmla="*/ 2 h 26"/>
                  <a:gd name="T4" fmla="*/ 24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26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80" name="Freeform 600"/>
              <p:cNvSpPr>
                <a:spLocks/>
              </p:cNvSpPr>
              <p:nvPr/>
            </p:nvSpPr>
            <p:spPr bwMode="auto">
              <a:xfrm>
                <a:off x="1466" y="3199"/>
                <a:ext cx="24" cy="24"/>
              </a:xfrm>
              <a:custGeom>
                <a:avLst/>
                <a:gdLst>
                  <a:gd name="T0" fmla="*/ 24 w 24"/>
                  <a:gd name="T1" fmla="*/ 0 h 24"/>
                  <a:gd name="T2" fmla="*/ 2 w 24"/>
                  <a:gd name="T3" fmla="*/ 21 h 24"/>
                  <a:gd name="T4" fmla="*/ 0 w 24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0"/>
                    </a:moveTo>
                    <a:lnTo>
                      <a:pt x="2" y="21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81" name="Freeform 601"/>
              <p:cNvSpPr>
                <a:spLocks/>
              </p:cNvSpPr>
              <p:nvPr/>
            </p:nvSpPr>
            <p:spPr bwMode="auto">
              <a:xfrm>
                <a:off x="1468" y="3220"/>
                <a:ext cx="24" cy="27"/>
              </a:xfrm>
              <a:custGeom>
                <a:avLst/>
                <a:gdLst>
                  <a:gd name="T0" fmla="*/ 0 w 24"/>
                  <a:gd name="T1" fmla="*/ 27 h 27"/>
                  <a:gd name="T2" fmla="*/ 22 w 24"/>
                  <a:gd name="T3" fmla="*/ 3 h 27"/>
                  <a:gd name="T4" fmla="*/ 24 w 24"/>
                  <a:gd name="T5" fmla="*/ 0 h 2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7"/>
                  <a:gd name="T11" fmla="*/ 24 w 24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7">
                    <a:moveTo>
                      <a:pt x="0" y="27"/>
                    </a:moveTo>
                    <a:lnTo>
                      <a:pt x="22" y="3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82" name="Freeform 602"/>
              <p:cNvSpPr>
                <a:spLocks/>
              </p:cNvSpPr>
              <p:nvPr/>
            </p:nvSpPr>
            <p:spPr bwMode="auto">
              <a:xfrm>
                <a:off x="1466" y="3247"/>
                <a:ext cx="24" cy="26"/>
              </a:xfrm>
              <a:custGeom>
                <a:avLst/>
                <a:gdLst>
                  <a:gd name="T0" fmla="*/ 24 w 24"/>
                  <a:gd name="T1" fmla="*/ 0 h 26"/>
                  <a:gd name="T2" fmla="*/ 2 w 24"/>
                  <a:gd name="T3" fmla="*/ 24 h 26"/>
                  <a:gd name="T4" fmla="*/ 0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0"/>
                    </a:move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83" name="Freeform 603"/>
              <p:cNvSpPr>
                <a:spLocks/>
              </p:cNvSpPr>
              <p:nvPr/>
            </p:nvSpPr>
            <p:spPr bwMode="auto">
              <a:xfrm>
                <a:off x="1468" y="3273"/>
                <a:ext cx="24" cy="26"/>
              </a:xfrm>
              <a:custGeom>
                <a:avLst/>
                <a:gdLst>
                  <a:gd name="T0" fmla="*/ 0 w 24"/>
                  <a:gd name="T1" fmla="*/ 26 h 26"/>
                  <a:gd name="T2" fmla="*/ 22 w 24"/>
                  <a:gd name="T3" fmla="*/ 2 h 26"/>
                  <a:gd name="T4" fmla="*/ 24 w 24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0" y="26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84" name="Freeform 604"/>
              <p:cNvSpPr>
                <a:spLocks/>
              </p:cNvSpPr>
              <p:nvPr/>
            </p:nvSpPr>
            <p:spPr bwMode="auto">
              <a:xfrm>
                <a:off x="1466" y="3299"/>
                <a:ext cx="24" cy="26"/>
              </a:xfrm>
              <a:custGeom>
                <a:avLst/>
                <a:gdLst>
                  <a:gd name="T0" fmla="*/ 24 w 24"/>
                  <a:gd name="T1" fmla="*/ 0 h 26"/>
                  <a:gd name="T2" fmla="*/ 2 w 24"/>
                  <a:gd name="T3" fmla="*/ 24 h 26"/>
                  <a:gd name="T4" fmla="*/ 0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0"/>
                    </a:move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85" name="Freeform 605"/>
              <p:cNvSpPr>
                <a:spLocks/>
              </p:cNvSpPr>
              <p:nvPr/>
            </p:nvSpPr>
            <p:spPr bwMode="auto">
              <a:xfrm>
                <a:off x="1468" y="3323"/>
                <a:ext cx="24" cy="24"/>
              </a:xfrm>
              <a:custGeom>
                <a:avLst/>
                <a:gdLst>
                  <a:gd name="T0" fmla="*/ 0 w 24"/>
                  <a:gd name="T1" fmla="*/ 24 h 24"/>
                  <a:gd name="T2" fmla="*/ 22 w 24"/>
                  <a:gd name="T3" fmla="*/ 2 h 24"/>
                  <a:gd name="T4" fmla="*/ 24 w 24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0" y="24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86" name="Freeform 606"/>
              <p:cNvSpPr>
                <a:spLocks/>
              </p:cNvSpPr>
              <p:nvPr/>
            </p:nvSpPr>
            <p:spPr bwMode="auto">
              <a:xfrm>
                <a:off x="1466" y="3350"/>
                <a:ext cx="24" cy="26"/>
              </a:xfrm>
              <a:custGeom>
                <a:avLst/>
                <a:gdLst>
                  <a:gd name="T0" fmla="*/ 24 w 24"/>
                  <a:gd name="T1" fmla="*/ 0 h 26"/>
                  <a:gd name="T2" fmla="*/ 2 w 24"/>
                  <a:gd name="T3" fmla="*/ 24 h 26"/>
                  <a:gd name="T4" fmla="*/ 0 w 24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6"/>
                  <a:gd name="T11" fmla="*/ 24 w 24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6">
                    <a:moveTo>
                      <a:pt x="24" y="0"/>
                    </a:moveTo>
                    <a:lnTo>
                      <a:pt x="2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87" name="Freeform 607"/>
              <p:cNvSpPr>
                <a:spLocks/>
              </p:cNvSpPr>
              <p:nvPr/>
            </p:nvSpPr>
            <p:spPr bwMode="auto">
              <a:xfrm>
                <a:off x="1470" y="3371"/>
                <a:ext cx="22" cy="25"/>
              </a:xfrm>
              <a:custGeom>
                <a:avLst/>
                <a:gdLst>
                  <a:gd name="T0" fmla="*/ 0 w 22"/>
                  <a:gd name="T1" fmla="*/ 25 h 25"/>
                  <a:gd name="T2" fmla="*/ 20 w 22"/>
                  <a:gd name="T3" fmla="*/ 3 h 25"/>
                  <a:gd name="T4" fmla="*/ 22 w 22"/>
                  <a:gd name="T5" fmla="*/ 0 h 25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25"/>
                  <a:gd name="T11" fmla="*/ 22 w 22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25">
                    <a:moveTo>
                      <a:pt x="0" y="25"/>
                    </a:moveTo>
                    <a:lnTo>
                      <a:pt x="20" y="3"/>
                    </a:lnTo>
                    <a:lnTo>
                      <a:pt x="2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88" name="Freeform 608"/>
              <p:cNvSpPr>
                <a:spLocks/>
              </p:cNvSpPr>
              <p:nvPr/>
            </p:nvSpPr>
            <p:spPr bwMode="auto">
              <a:xfrm>
                <a:off x="1481" y="2419"/>
                <a:ext cx="11" cy="11"/>
              </a:xfrm>
              <a:custGeom>
                <a:avLst/>
                <a:gdLst>
                  <a:gd name="T0" fmla="*/ 11 w 11"/>
                  <a:gd name="T1" fmla="*/ 11 h 11"/>
                  <a:gd name="T2" fmla="*/ 3 w 11"/>
                  <a:gd name="T3" fmla="*/ 2 h 11"/>
                  <a:gd name="T4" fmla="*/ 0 w 11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11"/>
                  <a:gd name="T11" fmla="*/ 11 w 11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11">
                    <a:moveTo>
                      <a:pt x="11" y="11"/>
                    </a:move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89" name="Freeform 609"/>
              <p:cNvSpPr>
                <a:spLocks/>
              </p:cNvSpPr>
              <p:nvPr/>
            </p:nvSpPr>
            <p:spPr bwMode="auto">
              <a:xfrm>
                <a:off x="1468" y="2432"/>
                <a:ext cx="27" cy="27"/>
              </a:xfrm>
              <a:custGeom>
                <a:avLst/>
                <a:gdLst>
                  <a:gd name="T0" fmla="*/ 0 w 27"/>
                  <a:gd name="T1" fmla="*/ 0 h 27"/>
                  <a:gd name="T2" fmla="*/ 24 w 27"/>
                  <a:gd name="T3" fmla="*/ 24 h 27"/>
                  <a:gd name="T4" fmla="*/ 27 w 27"/>
                  <a:gd name="T5" fmla="*/ 27 h 27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7"/>
                  <a:gd name="T11" fmla="*/ 27 w 27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7">
                    <a:moveTo>
                      <a:pt x="0" y="0"/>
                    </a:moveTo>
                    <a:lnTo>
                      <a:pt x="24" y="24"/>
                    </a:lnTo>
                    <a:lnTo>
                      <a:pt x="27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90" name="Freeform 610"/>
              <p:cNvSpPr>
                <a:spLocks/>
              </p:cNvSpPr>
              <p:nvPr/>
            </p:nvSpPr>
            <p:spPr bwMode="auto">
              <a:xfrm>
                <a:off x="1466" y="2456"/>
                <a:ext cx="26" cy="25"/>
              </a:xfrm>
              <a:custGeom>
                <a:avLst/>
                <a:gdLst>
                  <a:gd name="T0" fmla="*/ 26 w 26"/>
                  <a:gd name="T1" fmla="*/ 25 h 25"/>
                  <a:gd name="T2" fmla="*/ 2 w 26"/>
                  <a:gd name="T3" fmla="*/ 3 h 25"/>
                  <a:gd name="T4" fmla="*/ 0 w 26"/>
                  <a:gd name="T5" fmla="*/ 0 h 25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5"/>
                  <a:gd name="T11" fmla="*/ 26 w 26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5">
                    <a:moveTo>
                      <a:pt x="26" y="25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91" name="Freeform 611"/>
              <p:cNvSpPr>
                <a:spLocks/>
              </p:cNvSpPr>
              <p:nvPr/>
            </p:nvSpPr>
            <p:spPr bwMode="auto">
              <a:xfrm>
                <a:off x="1468" y="2483"/>
                <a:ext cx="27" cy="24"/>
              </a:xfrm>
              <a:custGeom>
                <a:avLst/>
                <a:gdLst>
                  <a:gd name="T0" fmla="*/ 0 w 27"/>
                  <a:gd name="T1" fmla="*/ 0 h 24"/>
                  <a:gd name="T2" fmla="*/ 24 w 27"/>
                  <a:gd name="T3" fmla="*/ 22 h 24"/>
                  <a:gd name="T4" fmla="*/ 27 w 27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4"/>
                  <a:gd name="T11" fmla="*/ 27 w 27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4">
                    <a:moveTo>
                      <a:pt x="0" y="0"/>
                    </a:moveTo>
                    <a:lnTo>
                      <a:pt x="24" y="22"/>
                    </a:lnTo>
                    <a:lnTo>
                      <a:pt x="27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92" name="Freeform 612"/>
              <p:cNvSpPr>
                <a:spLocks/>
              </p:cNvSpPr>
              <p:nvPr/>
            </p:nvSpPr>
            <p:spPr bwMode="auto">
              <a:xfrm>
                <a:off x="1466" y="2505"/>
                <a:ext cx="26" cy="26"/>
              </a:xfrm>
              <a:custGeom>
                <a:avLst/>
                <a:gdLst>
                  <a:gd name="T0" fmla="*/ 26 w 26"/>
                  <a:gd name="T1" fmla="*/ 26 h 26"/>
                  <a:gd name="T2" fmla="*/ 2 w 26"/>
                  <a:gd name="T3" fmla="*/ 2 h 26"/>
                  <a:gd name="T4" fmla="*/ 0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26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93" name="Freeform 613"/>
              <p:cNvSpPr>
                <a:spLocks/>
              </p:cNvSpPr>
              <p:nvPr/>
            </p:nvSpPr>
            <p:spPr bwMode="auto">
              <a:xfrm>
                <a:off x="1468" y="2531"/>
                <a:ext cx="27" cy="26"/>
              </a:xfrm>
              <a:custGeom>
                <a:avLst/>
                <a:gdLst>
                  <a:gd name="T0" fmla="*/ 0 w 27"/>
                  <a:gd name="T1" fmla="*/ 0 h 26"/>
                  <a:gd name="T2" fmla="*/ 24 w 27"/>
                  <a:gd name="T3" fmla="*/ 24 h 26"/>
                  <a:gd name="T4" fmla="*/ 27 w 27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6"/>
                  <a:gd name="T11" fmla="*/ 27 w 27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6">
                    <a:moveTo>
                      <a:pt x="0" y="0"/>
                    </a:moveTo>
                    <a:lnTo>
                      <a:pt x="24" y="24"/>
                    </a:lnTo>
                    <a:lnTo>
                      <a:pt x="27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94" name="Freeform 614"/>
              <p:cNvSpPr>
                <a:spLocks/>
              </p:cNvSpPr>
              <p:nvPr/>
            </p:nvSpPr>
            <p:spPr bwMode="auto">
              <a:xfrm>
                <a:off x="1466" y="2555"/>
                <a:ext cx="26" cy="24"/>
              </a:xfrm>
              <a:custGeom>
                <a:avLst/>
                <a:gdLst>
                  <a:gd name="T0" fmla="*/ 26 w 26"/>
                  <a:gd name="T1" fmla="*/ 24 h 24"/>
                  <a:gd name="T2" fmla="*/ 2 w 26"/>
                  <a:gd name="T3" fmla="*/ 2 h 24"/>
                  <a:gd name="T4" fmla="*/ 0 w 2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26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95" name="Freeform 615"/>
              <p:cNvSpPr>
                <a:spLocks/>
              </p:cNvSpPr>
              <p:nvPr/>
            </p:nvSpPr>
            <p:spPr bwMode="auto">
              <a:xfrm>
                <a:off x="1468" y="2581"/>
                <a:ext cx="27" cy="26"/>
              </a:xfrm>
              <a:custGeom>
                <a:avLst/>
                <a:gdLst>
                  <a:gd name="T0" fmla="*/ 0 w 27"/>
                  <a:gd name="T1" fmla="*/ 0 h 26"/>
                  <a:gd name="T2" fmla="*/ 24 w 27"/>
                  <a:gd name="T3" fmla="*/ 24 h 26"/>
                  <a:gd name="T4" fmla="*/ 27 w 27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6"/>
                  <a:gd name="T11" fmla="*/ 27 w 27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6">
                    <a:moveTo>
                      <a:pt x="0" y="0"/>
                    </a:moveTo>
                    <a:lnTo>
                      <a:pt x="24" y="24"/>
                    </a:lnTo>
                    <a:lnTo>
                      <a:pt x="27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96" name="Freeform 616"/>
              <p:cNvSpPr>
                <a:spLocks/>
              </p:cNvSpPr>
              <p:nvPr/>
            </p:nvSpPr>
            <p:spPr bwMode="auto">
              <a:xfrm>
                <a:off x="1466" y="2603"/>
                <a:ext cx="26" cy="26"/>
              </a:xfrm>
              <a:custGeom>
                <a:avLst/>
                <a:gdLst>
                  <a:gd name="T0" fmla="*/ 26 w 26"/>
                  <a:gd name="T1" fmla="*/ 26 h 26"/>
                  <a:gd name="T2" fmla="*/ 2 w 26"/>
                  <a:gd name="T3" fmla="*/ 2 h 26"/>
                  <a:gd name="T4" fmla="*/ 0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26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97" name="Freeform 617"/>
              <p:cNvSpPr>
                <a:spLocks/>
              </p:cNvSpPr>
              <p:nvPr/>
            </p:nvSpPr>
            <p:spPr bwMode="auto">
              <a:xfrm>
                <a:off x="1468" y="2632"/>
                <a:ext cx="27" cy="24"/>
              </a:xfrm>
              <a:custGeom>
                <a:avLst/>
                <a:gdLst>
                  <a:gd name="T0" fmla="*/ 0 w 27"/>
                  <a:gd name="T1" fmla="*/ 0 h 24"/>
                  <a:gd name="T2" fmla="*/ 24 w 27"/>
                  <a:gd name="T3" fmla="*/ 21 h 24"/>
                  <a:gd name="T4" fmla="*/ 27 w 27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4"/>
                  <a:gd name="T11" fmla="*/ 27 w 27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4">
                    <a:moveTo>
                      <a:pt x="0" y="0"/>
                    </a:moveTo>
                    <a:lnTo>
                      <a:pt x="24" y="21"/>
                    </a:lnTo>
                    <a:lnTo>
                      <a:pt x="27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98" name="Freeform 618"/>
              <p:cNvSpPr>
                <a:spLocks/>
              </p:cNvSpPr>
              <p:nvPr/>
            </p:nvSpPr>
            <p:spPr bwMode="auto">
              <a:xfrm>
                <a:off x="1466" y="2653"/>
                <a:ext cx="26" cy="27"/>
              </a:xfrm>
              <a:custGeom>
                <a:avLst/>
                <a:gdLst>
                  <a:gd name="T0" fmla="*/ 26 w 26"/>
                  <a:gd name="T1" fmla="*/ 27 h 27"/>
                  <a:gd name="T2" fmla="*/ 2 w 26"/>
                  <a:gd name="T3" fmla="*/ 3 h 27"/>
                  <a:gd name="T4" fmla="*/ 0 w 26"/>
                  <a:gd name="T5" fmla="*/ 0 h 27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7"/>
                  <a:gd name="T11" fmla="*/ 26 w 26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7">
                    <a:moveTo>
                      <a:pt x="26" y="27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99" name="Freeform 619"/>
              <p:cNvSpPr>
                <a:spLocks/>
              </p:cNvSpPr>
              <p:nvPr/>
            </p:nvSpPr>
            <p:spPr bwMode="auto">
              <a:xfrm>
                <a:off x="1468" y="2680"/>
                <a:ext cx="27" cy="26"/>
              </a:xfrm>
              <a:custGeom>
                <a:avLst/>
                <a:gdLst>
                  <a:gd name="T0" fmla="*/ 0 w 27"/>
                  <a:gd name="T1" fmla="*/ 0 h 26"/>
                  <a:gd name="T2" fmla="*/ 24 w 27"/>
                  <a:gd name="T3" fmla="*/ 24 h 26"/>
                  <a:gd name="T4" fmla="*/ 27 w 27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6"/>
                  <a:gd name="T11" fmla="*/ 27 w 27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6">
                    <a:moveTo>
                      <a:pt x="0" y="0"/>
                    </a:moveTo>
                    <a:lnTo>
                      <a:pt x="24" y="24"/>
                    </a:lnTo>
                    <a:lnTo>
                      <a:pt x="27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00" name="Freeform 620"/>
              <p:cNvSpPr>
                <a:spLocks/>
              </p:cNvSpPr>
              <p:nvPr/>
            </p:nvSpPr>
            <p:spPr bwMode="auto">
              <a:xfrm>
                <a:off x="1466" y="2704"/>
                <a:ext cx="26" cy="24"/>
              </a:xfrm>
              <a:custGeom>
                <a:avLst/>
                <a:gdLst>
                  <a:gd name="T0" fmla="*/ 26 w 26"/>
                  <a:gd name="T1" fmla="*/ 24 h 24"/>
                  <a:gd name="T2" fmla="*/ 2 w 26"/>
                  <a:gd name="T3" fmla="*/ 2 h 24"/>
                  <a:gd name="T4" fmla="*/ 0 w 2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26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01" name="Freeform 621"/>
              <p:cNvSpPr>
                <a:spLocks/>
              </p:cNvSpPr>
              <p:nvPr/>
            </p:nvSpPr>
            <p:spPr bwMode="auto">
              <a:xfrm>
                <a:off x="1468" y="2730"/>
                <a:ext cx="27" cy="26"/>
              </a:xfrm>
              <a:custGeom>
                <a:avLst/>
                <a:gdLst>
                  <a:gd name="T0" fmla="*/ 0 w 27"/>
                  <a:gd name="T1" fmla="*/ 0 h 26"/>
                  <a:gd name="T2" fmla="*/ 24 w 27"/>
                  <a:gd name="T3" fmla="*/ 24 h 26"/>
                  <a:gd name="T4" fmla="*/ 27 w 27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6"/>
                  <a:gd name="T11" fmla="*/ 27 w 27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6">
                    <a:moveTo>
                      <a:pt x="0" y="0"/>
                    </a:moveTo>
                    <a:lnTo>
                      <a:pt x="24" y="24"/>
                    </a:lnTo>
                    <a:lnTo>
                      <a:pt x="27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02" name="Freeform 622"/>
              <p:cNvSpPr>
                <a:spLocks/>
              </p:cNvSpPr>
              <p:nvPr/>
            </p:nvSpPr>
            <p:spPr bwMode="auto">
              <a:xfrm>
                <a:off x="1466" y="2752"/>
                <a:ext cx="26" cy="26"/>
              </a:xfrm>
              <a:custGeom>
                <a:avLst/>
                <a:gdLst>
                  <a:gd name="T0" fmla="*/ 26 w 26"/>
                  <a:gd name="T1" fmla="*/ 26 h 26"/>
                  <a:gd name="T2" fmla="*/ 2 w 26"/>
                  <a:gd name="T3" fmla="*/ 2 h 26"/>
                  <a:gd name="T4" fmla="*/ 0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26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03" name="Freeform 623"/>
              <p:cNvSpPr>
                <a:spLocks/>
              </p:cNvSpPr>
              <p:nvPr/>
            </p:nvSpPr>
            <p:spPr bwMode="auto">
              <a:xfrm>
                <a:off x="1468" y="2780"/>
                <a:ext cx="27" cy="25"/>
              </a:xfrm>
              <a:custGeom>
                <a:avLst/>
                <a:gdLst>
                  <a:gd name="T0" fmla="*/ 0 w 27"/>
                  <a:gd name="T1" fmla="*/ 0 h 25"/>
                  <a:gd name="T2" fmla="*/ 24 w 27"/>
                  <a:gd name="T3" fmla="*/ 22 h 25"/>
                  <a:gd name="T4" fmla="*/ 27 w 27"/>
                  <a:gd name="T5" fmla="*/ 25 h 25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5"/>
                  <a:gd name="T11" fmla="*/ 27 w 27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5">
                    <a:moveTo>
                      <a:pt x="0" y="0"/>
                    </a:moveTo>
                    <a:lnTo>
                      <a:pt x="24" y="22"/>
                    </a:lnTo>
                    <a:lnTo>
                      <a:pt x="27" y="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04" name="Freeform 624"/>
              <p:cNvSpPr>
                <a:spLocks/>
              </p:cNvSpPr>
              <p:nvPr/>
            </p:nvSpPr>
            <p:spPr bwMode="auto">
              <a:xfrm>
                <a:off x="1466" y="2802"/>
                <a:ext cx="26" cy="24"/>
              </a:xfrm>
              <a:custGeom>
                <a:avLst/>
                <a:gdLst>
                  <a:gd name="T0" fmla="*/ 26 w 26"/>
                  <a:gd name="T1" fmla="*/ 24 h 24"/>
                  <a:gd name="T2" fmla="*/ 2 w 26"/>
                  <a:gd name="T3" fmla="*/ 3 h 24"/>
                  <a:gd name="T4" fmla="*/ 0 w 2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26" y="24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05" name="Freeform 625"/>
              <p:cNvSpPr>
                <a:spLocks/>
              </p:cNvSpPr>
              <p:nvPr/>
            </p:nvSpPr>
            <p:spPr bwMode="auto">
              <a:xfrm>
                <a:off x="1468" y="2829"/>
                <a:ext cx="27" cy="26"/>
              </a:xfrm>
              <a:custGeom>
                <a:avLst/>
                <a:gdLst>
                  <a:gd name="T0" fmla="*/ 0 w 27"/>
                  <a:gd name="T1" fmla="*/ 0 h 26"/>
                  <a:gd name="T2" fmla="*/ 24 w 27"/>
                  <a:gd name="T3" fmla="*/ 24 h 26"/>
                  <a:gd name="T4" fmla="*/ 27 w 27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6"/>
                  <a:gd name="T11" fmla="*/ 27 w 27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6">
                    <a:moveTo>
                      <a:pt x="0" y="0"/>
                    </a:moveTo>
                    <a:lnTo>
                      <a:pt x="24" y="24"/>
                    </a:lnTo>
                    <a:lnTo>
                      <a:pt x="27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06" name="Freeform 626"/>
              <p:cNvSpPr>
                <a:spLocks/>
              </p:cNvSpPr>
              <p:nvPr/>
            </p:nvSpPr>
            <p:spPr bwMode="auto">
              <a:xfrm>
                <a:off x="1466" y="2850"/>
                <a:ext cx="26" cy="27"/>
              </a:xfrm>
              <a:custGeom>
                <a:avLst/>
                <a:gdLst>
                  <a:gd name="T0" fmla="*/ 26 w 26"/>
                  <a:gd name="T1" fmla="*/ 27 h 27"/>
                  <a:gd name="T2" fmla="*/ 2 w 26"/>
                  <a:gd name="T3" fmla="*/ 3 h 27"/>
                  <a:gd name="T4" fmla="*/ 0 w 26"/>
                  <a:gd name="T5" fmla="*/ 0 h 27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7"/>
                  <a:gd name="T11" fmla="*/ 26 w 26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7">
                    <a:moveTo>
                      <a:pt x="26" y="27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07" name="Freeform 627"/>
              <p:cNvSpPr>
                <a:spLocks/>
              </p:cNvSpPr>
              <p:nvPr/>
            </p:nvSpPr>
            <p:spPr bwMode="auto">
              <a:xfrm>
                <a:off x="1468" y="2879"/>
                <a:ext cx="27" cy="24"/>
              </a:xfrm>
              <a:custGeom>
                <a:avLst/>
                <a:gdLst>
                  <a:gd name="T0" fmla="*/ 0 w 27"/>
                  <a:gd name="T1" fmla="*/ 0 h 24"/>
                  <a:gd name="T2" fmla="*/ 24 w 27"/>
                  <a:gd name="T3" fmla="*/ 22 h 24"/>
                  <a:gd name="T4" fmla="*/ 27 w 27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4"/>
                  <a:gd name="T11" fmla="*/ 27 w 27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4">
                    <a:moveTo>
                      <a:pt x="0" y="0"/>
                    </a:moveTo>
                    <a:lnTo>
                      <a:pt x="24" y="22"/>
                    </a:lnTo>
                    <a:lnTo>
                      <a:pt x="27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08" name="Freeform 628"/>
              <p:cNvSpPr>
                <a:spLocks/>
              </p:cNvSpPr>
              <p:nvPr/>
            </p:nvSpPr>
            <p:spPr bwMode="auto">
              <a:xfrm>
                <a:off x="1466" y="2901"/>
                <a:ext cx="26" cy="26"/>
              </a:xfrm>
              <a:custGeom>
                <a:avLst/>
                <a:gdLst>
                  <a:gd name="T0" fmla="*/ 26 w 26"/>
                  <a:gd name="T1" fmla="*/ 26 h 26"/>
                  <a:gd name="T2" fmla="*/ 2 w 26"/>
                  <a:gd name="T3" fmla="*/ 2 h 26"/>
                  <a:gd name="T4" fmla="*/ 0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26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09" name="Freeform 629"/>
              <p:cNvSpPr>
                <a:spLocks/>
              </p:cNvSpPr>
              <p:nvPr/>
            </p:nvSpPr>
            <p:spPr bwMode="auto">
              <a:xfrm>
                <a:off x="1468" y="2927"/>
                <a:ext cx="27" cy="26"/>
              </a:xfrm>
              <a:custGeom>
                <a:avLst/>
                <a:gdLst>
                  <a:gd name="T0" fmla="*/ 0 w 27"/>
                  <a:gd name="T1" fmla="*/ 0 h 26"/>
                  <a:gd name="T2" fmla="*/ 24 w 27"/>
                  <a:gd name="T3" fmla="*/ 24 h 26"/>
                  <a:gd name="T4" fmla="*/ 27 w 27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6"/>
                  <a:gd name="T11" fmla="*/ 27 w 27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6">
                    <a:moveTo>
                      <a:pt x="0" y="0"/>
                    </a:moveTo>
                    <a:lnTo>
                      <a:pt x="24" y="24"/>
                    </a:lnTo>
                    <a:lnTo>
                      <a:pt x="27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10" name="Freeform 630"/>
              <p:cNvSpPr>
                <a:spLocks/>
              </p:cNvSpPr>
              <p:nvPr/>
            </p:nvSpPr>
            <p:spPr bwMode="auto">
              <a:xfrm>
                <a:off x="1466" y="2951"/>
                <a:ext cx="26" cy="24"/>
              </a:xfrm>
              <a:custGeom>
                <a:avLst/>
                <a:gdLst>
                  <a:gd name="T0" fmla="*/ 26 w 26"/>
                  <a:gd name="T1" fmla="*/ 24 h 24"/>
                  <a:gd name="T2" fmla="*/ 2 w 26"/>
                  <a:gd name="T3" fmla="*/ 2 h 24"/>
                  <a:gd name="T4" fmla="*/ 0 w 2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26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11" name="Freeform 631"/>
              <p:cNvSpPr>
                <a:spLocks/>
              </p:cNvSpPr>
              <p:nvPr/>
            </p:nvSpPr>
            <p:spPr bwMode="auto">
              <a:xfrm>
                <a:off x="1468" y="2977"/>
                <a:ext cx="27" cy="27"/>
              </a:xfrm>
              <a:custGeom>
                <a:avLst/>
                <a:gdLst>
                  <a:gd name="T0" fmla="*/ 0 w 27"/>
                  <a:gd name="T1" fmla="*/ 0 h 27"/>
                  <a:gd name="T2" fmla="*/ 24 w 27"/>
                  <a:gd name="T3" fmla="*/ 25 h 27"/>
                  <a:gd name="T4" fmla="*/ 27 w 27"/>
                  <a:gd name="T5" fmla="*/ 27 h 27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7"/>
                  <a:gd name="T11" fmla="*/ 27 w 27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7">
                    <a:moveTo>
                      <a:pt x="0" y="0"/>
                    </a:moveTo>
                    <a:lnTo>
                      <a:pt x="24" y="25"/>
                    </a:lnTo>
                    <a:lnTo>
                      <a:pt x="27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12" name="Freeform 632"/>
              <p:cNvSpPr>
                <a:spLocks/>
              </p:cNvSpPr>
              <p:nvPr/>
            </p:nvSpPr>
            <p:spPr bwMode="auto">
              <a:xfrm>
                <a:off x="1466" y="2999"/>
                <a:ext cx="26" cy="27"/>
              </a:xfrm>
              <a:custGeom>
                <a:avLst/>
                <a:gdLst>
                  <a:gd name="T0" fmla="*/ 26 w 26"/>
                  <a:gd name="T1" fmla="*/ 27 h 27"/>
                  <a:gd name="T2" fmla="*/ 2 w 26"/>
                  <a:gd name="T3" fmla="*/ 3 h 27"/>
                  <a:gd name="T4" fmla="*/ 0 w 26"/>
                  <a:gd name="T5" fmla="*/ 0 h 27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7"/>
                  <a:gd name="T11" fmla="*/ 26 w 26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7">
                    <a:moveTo>
                      <a:pt x="26" y="27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13" name="Freeform 633"/>
              <p:cNvSpPr>
                <a:spLocks/>
              </p:cNvSpPr>
              <p:nvPr/>
            </p:nvSpPr>
            <p:spPr bwMode="auto">
              <a:xfrm>
                <a:off x="1468" y="3028"/>
                <a:ext cx="27" cy="24"/>
              </a:xfrm>
              <a:custGeom>
                <a:avLst/>
                <a:gdLst>
                  <a:gd name="T0" fmla="*/ 0 w 27"/>
                  <a:gd name="T1" fmla="*/ 0 h 24"/>
                  <a:gd name="T2" fmla="*/ 24 w 27"/>
                  <a:gd name="T3" fmla="*/ 22 h 24"/>
                  <a:gd name="T4" fmla="*/ 27 w 27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4"/>
                  <a:gd name="T11" fmla="*/ 27 w 27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4">
                    <a:moveTo>
                      <a:pt x="0" y="0"/>
                    </a:moveTo>
                    <a:lnTo>
                      <a:pt x="24" y="22"/>
                    </a:lnTo>
                    <a:lnTo>
                      <a:pt x="27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14" name="Freeform 634"/>
              <p:cNvSpPr>
                <a:spLocks/>
              </p:cNvSpPr>
              <p:nvPr/>
            </p:nvSpPr>
            <p:spPr bwMode="auto">
              <a:xfrm>
                <a:off x="1466" y="3050"/>
                <a:ext cx="26" cy="26"/>
              </a:xfrm>
              <a:custGeom>
                <a:avLst/>
                <a:gdLst>
                  <a:gd name="T0" fmla="*/ 26 w 26"/>
                  <a:gd name="T1" fmla="*/ 26 h 26"/>
                  <a:gd name="T2" fmla="*/ 2 w 26"/>
                  <a:gd name="T3" fmla="*/ 2 h 26"/>
                  <a:gd name="T4" fmla="*/ 0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26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15" name="Freeform 635"/>
              <p:cNvSpPr>
                <a:spLocks/>
              </p:cNvSpPr>
              <p:nvPr/>
            </p:nvSpPr>
            <p:spPr bwMode="auto">
              <a:xfrm>
                <a:off x="1468" y="3076"/>
                <a:ext cx="27" cy="26"/>
              </a:xfrm>
              <a:custGeom>
                <a:avLst/>
                <a:gdLst>
                  <a:gd name="T0" fmla="*/ 0 w 27"/>
                  <a:gd name="T1" fmla="*/ 0 h 26"/>
                  <a:gd name="T2" fmla="*/ 24 w 27"/>
                  <a:gd name="T3" fmla="*/ 24 h 26"/>
                  <a:gd name="T4" fmla="*/ 27 w 27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6"/>
                  <a:gd name="T11" fmla="*/ 27 w 27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6">
                    <a:moveTo>
                      <a:pt x="0" y="0"/>
                    </a:moveTo>
                    <a:lnTo>
                      <a:pt x="24" y="24"/>
                    </a:lnTo>
                    <a:lnTo>
                      <a:pt x="27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16" name="Freeform 636"/>
              <p:cNvSpPr>
                <a:spLocks/>
              </p:cNvSpPr>
              <p:nvPr/>
            </p:nvSpPr>
            <p:spPr bwMode="auto">
              <a:xfrm>
                <a:off x="1466" y="3100"/>
                <a:ext cx="26" cy="24"/>
              </a:xfrm>
              <a:custGeom>
                <a:avLst/>
                <a:gdLst>
                  <a:gd name="T0" fmla="*/ 26 w 26"/>
                  <a:gd name="T1" fmla="*/ 24 h 24"/>
                  <a:gd name="T2" fmla="*/ 2 w 26"/>
                  <a:gd name="T3" fmla="*/ 2 h 24"/>
                  <a:gd name="T4" fmla="*/ 0 w 2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26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17" name="Freeform 637"/>
              <p:cNvSpPr>
                <a:spLocks/>
              </p:cNvSpPr>
              <p:nvPr/>
            </p:nvSpPr>
            <p:spPr bwMode="auto">
              <a:xfrm>
                <a:off x="1468" y="3126"/>
                <a:ext cx="27" cy="24"/>
              </a:xfrm>
              <a:custGeom>
                <a:avLst/>
                <a:gdLst>
                  <a:gd name="T0" fmla="*/ 0 w 27"/>
                  <a:gd name="T1" fmla="*/ 0 h 24"/>
                  <a:gd name="T2" fmla="*/ 24 w 27"/>
                  <a:gd name="T3" fmla="*/ 22 h 24"/>
                  <a:gd name="T4" fmla="*/ 27 w 27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4"/>
                  <a:gd name="T11" fmla="*/ 27 w 27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4">
                    <a:moveTo>
                      <a:pt x="0" y="0"/>
                    </a:moveTo>
                    <a:lnTo>
                      <a:pt x="24" y="22"/>
                    </a:lnTo>
                    <a:lnTo>
                      <a:pt x="27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18" name="Freeform 638"/>
              <p:cNvSpPr>
                <a:spLocks/>
              </p:cNvSpPr>
              <p:nvPr/>
            </p:nvSpPr>
            <p:spPr bwMode="auto">
              <a:xfrm>
                <a:off x="1466" y="3148"/>
                <a:ext cx="26" cy="26"/>
              </a:xfrm>
              <a:custGeom>
                <a:avLst/>
                <a:gdLst>
                  <a:gd name="T0" fmla="*/ 26 w 26"/>
                  <a:gd name="T1" fmla="*/ 26 h 26"/>
                  <a:gd name="T2" fmla="*/ 2 w 26"/>
                  <a:gd name="T3" fmla="*/ 2 h 26"/>
                  <a:gd name="T4" fmla="*/ 0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26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19" name="Freeform 639"/>
              <p:cNvSpPr>
                <a:spLocks/>
              </p:cNvSpPr>
              <p:nvPr/>
            </p:nvSpPr>
            <p:spPr bwMode="auto">
              <a:xfrm>
                <a:off x="1468" y="3177"/>
                <a:ext cx="27" cy="24"/>
              </a:xfrm>
              <a:custGeom>
                <a:avLst/>
                <a:gdLst>
                  <a:gd name="T0" fmla="*/ 0 w 27"/>
                  <a:gd name="T1" fmla="*/ 0 h 24"/>
                  <a:gd name="T2" fmla="*/ 24 w 27"/>
                  <a:gd name="T3" fmla="*/ 22 h 24"/>
                  <a:gd name="T4" fmla="*/ 27 w 27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4"/>
                  <a:gd name="T11" fmla="*/ 27 w 27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4">
                    <a:moveTo>
                      <a:pt x="0" y="0"/>
                    </a:moveTo>
                    <a:lnTo>
                      <a:pt x="24" y="22"/>
                    </a:lnTo>
                    <a:lnTo>
                      <a:pt x="27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20" name="Freeform 640"/>
              <p:cNvSpPr>
                <a:spLocks/>
              </p:cNvSpPr>
              <p:nvPr/>
            </p:nvSpPr>
            <p:spPr bwMode="auto">
              <a:xfrm>
                <a:off x="1466" y="3199"/>
                <a:ext cx="26" cy="24"/>
              </a:xfrm>
              <a:custGeom>
                <a:avLst/>
                <a:gdLst>
                  <a:gd name="T0" fmla="*/ 26 w 26"/>
                  <a:gd name="T1" fmla="*/ 24 h 24"/>
                  <a:gd name="T2" fmla="*/ 2 w 26"/>
                  <a:gd name="T3" fmla="*/ 2 h 24"/>
                  <a:gd name="T4" fmla="*/ 0 w 2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4"/>
                  <a:gd name="T11" fmla="*/ 26 w 2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4">
                    <a:moveTo>
                      <a:pt x="26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21" name="Freeform 641"/>
              <p:cNvSpPr>
                <a:spLocks/>
              </p:cNvSpPr>
              <p:nvPr/>
            </p:nvSpPr>
            <p:spPr bwMode="auto">
              <a:xfrm>
                <a:off x="1468" y="3225"/>
                <a:ext cx="27" cy="26"/>
              </a:xfrm>
              <a:custGeom>
                <a:avLst/>
                <a:gdLst>
                  <a:gd name="T0" fmla="*/ 0 w 27"/>
                  <a:gd name="T1" fmla="*/ 0 h 26"/>
                  <a:gd name="T2" fmla="*/ 24 w 27"/>
                  <a:gd name="T3" fmla="*/ 24 h 26"/>
                  <a:gd name="T4" fmla="*/ 27 w 27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6"/>
                  <a:gd name="T11" fmla="*/ 27 w 27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6">
                    <a:moveTo>
                      <a:pt x="0" y="0"/>
                    </a:moveTo>
                    <a:lnTo>
                      <a:pt x="24" y="24"/>
                    </a:lnTo>
                    <a:lnTo>
                      <a:pt x="27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22" name="Freeform 642"/>
              <p:cNvSpPr>
                <a:spLocks/>
              </p:cNvSpPr>
              <p:nvPr/>
            </p:nvSpPr>
            <p:spPr bwMode="auto">
              <a:xfrm>
                <a:off x="1466" y="3247"/>
                <a:ext cx="26" cy="26"/>
              </a:xfrm>
              <a:custGeom>
                <a:avLst/>
                <a:gdLst>
                  <a:gd name="T0" fmla="*/ 26 w 26"/>
                  <a:gd name="T1" fmla="*/ 26 h 26"/>
                  <a:gd name="T2" fmla="*/ 2 w 26"/>
                  <a:gd name="T3" fmla="*/ 2 h 26"/>
                  <a:gd name="T4" fmla="*/ 0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26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23" name="Freeform 643"/>
              <p:cNvSpPr>
                <a:spLocks/>
              </p:cNvSpPr>
              <p:nvPr/>
            </p:nvSpPr>
            <p:spPr bwMode="auto">
              <a:xfrm>
                <a:off x="1468" y="3277"/>
                <a:ext cx="27" cy="27"/>
              </a:xfrm>
              <a:custGeom>
                <a:avLst/>
                <a:gdLst>
                  <a:gd name="T0" fmla="*/ 0 w 27"/>
                  <a:gd name="T1" fmla="*/ 0 h 27"/>
                  <a:gd name="T2" fmla="*/ 24 w 27"/>
                  <a:gd name="T3" fmla="*/ 24 h 27"/>
                  <a:gd name="T4" fmla="*/ 27 w 27"/>
                  <a:gd name="T5" fmla="*/ 27 h 27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7"/>
                  <a:gd name="T11" fmla="*/ 27 w 27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7">
                    <a:moveTo>
                      <a:pt x="0" y="0"/>
                    </a:moveTo>
                    <a:lnTo>
                      <a:pt x="24" y="24"/>
                    </a:lnTo>
                    <a:lnTo>
                      <a:pt x="27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24" name="Freeform 644"/>
              <p:cNvSpPr>
                <a:spLocks/>
              </p:cNvSpPr>
              <p:nvPr/>
            </p:nvSpPr>
            <p:spPr bwMode="auto">
              <a:xfrm>
                <a:off x="1466" y="3299"/>
                <a:ext cx="26" cy="26"/>
              </a:xfrm>
              <a:custGeom>
                <a:avLst/>
                <a:gdLst>
                  <a:gd name="T0" fmla="*/ 26 w 26"/>
                  <a:gd name="T1" fmla="*/ 26 h 26"/>
                  <a:gd name="T2" fmla="*/ 2 w 26"/>
                  <a:gd name="T3" fmla="*/ 2 h 26"/>
                  <a:gd name="T4" fmla="*/ 0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26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3452" name="Group 645"/>
            <p:cNvGrpSpPr>
              <a:grpSpLocks/>
            </p:cNvGrpSpPr>
            <p:nvPr/>
          </p:nvGrpSpPr>
          <p:grpSpPr bwMode="auto">
            <a:xfrm>
              <a:off x="1228" y="3073"/>
              <a:ext cx="1620" cy="1037"/>
              <a:chOff x="999" y="1885"/>
              <a:chExt cx="2535" cy="1701"/>
            </a:xfrm>
          </p:grpSpPr>
          <p:sp>
            <p:nvSpPr>
              <p:cNvPr id="54525" name="Freeform 646"/>
              <p:cNvSpPr>
                <a:spLocks/>
              </p:cNvSpPr>
              <p:nvPr/>
            </p:nvSpPr>
            <p:spPr bwMode="auto">
              <a:xfrm>
                <a:off x="1468" y="3328"/>
                <a:ext cx="27" cy="24"/>
              </a:xfrm>
              <a:custGeom>
                <a:avLst/>
                <a:gdLst>
                  <a:gd name="T0" fmla="*/ 0 w 27"/>
                  <a:gd name="T1" fmla="*/ 0 h 24"/>
                  <a:gd name="T2" fmla="*/ 24 w 27"/>
                  <a:gd name="T3" fmla="*/ 22 h 24"/>
                  <a:gd name="T4" fmla="*/ 27 w 27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4"/>
                  <a:gd name="T11" fmla="*/ 27 w 27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4">
                    <a:moveTo>
                      <a:pt x="0" y="0"/>
                    </a:moveTo>
                    <a:lnTo>
                      <a:pt x="24" y="22"/>
                    </a:lnTo>
                    <a:lnTo>
                      <a:pt x="27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26" name="Freeform 647"/>
              <p:cNvSpPr>
                <a:spLocks/>
              </p:cNvSpPr>
              <p:nvPr/>
            </p:nvSpPr>
            <p:spPr bwMode="auto">
              <a:xfrm>
                <a:off x="1466" y="3350"/>
                <a:ext cx="26" cy="26"/>
              </a:xfrm>
              <a:custGeom>
                <a:avLst/>
                <a:gdLst>
                  <a:gd name="T0" fmla="*/ 26 w 26"/>
                  <a:gd name="T1" fmla="*/ 26 h 26"/>
                  <a:gd name="T2" fmla="*/ 2 w 26"/>
                  <a:gd name="T3" fmla="*/ 2 h 26"/>
                  <a:gd name="T4" fmla="*/ 0 w 26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6"/>
                  <a:gd name="T11" fmla="*/ 26 w 26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6">
                    <a:moveTo>
                      <a:pt x="26" y="26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27" name="Freeform 648"/>
              <p:cNvSpPr>
                <a:spLocks/>
              </p:cNvSpPr>
              <p:nvPr/>
            </p:nvSpPr>
            <p:spPr bwMode="auto">
              <a:xfrm>
                <a:off x="1468" y="3376"/>
                <a:ext cx="20" cy="20"/>
              </a:xfrm>
              <a:custGeom>
                <a:avLst/>
                <a:gdLst>
                  <a:gd name="T0" fmla="*/ 0 w 20"/>
                  <a:gd name="T1" fmla="*/ 0 h 20"/>
                  <a:gd name="T2" fmla="*/ 18 w 20"/>
                  <a:gd name="T3" fmla="*/ 17 h 20"/>
                  <a:gd name="T4" fmla="*/ 20 w 20"/>
                  <a:gd name="T5" fmla="*/ 20 h 20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20"/>
                  <a:gd name="T11" fmla="*/ 20 w 20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20">
                    <a:moveTo>
                      <a:pt x="0" y="0"/>
                    </a:moveTo>
                    <a:lnTo>
                      <a:pt x="18" y="17"/>
                    </a:lnTo>
                    <a:lnTo>
                      <a:pt x="2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28" name="Rectangle 649"/>
              <p:cNvSpPr>
                <a:spLocks noChangeArrowheads="1"/>
              </p:cNvSpPr>
              <p:nvPr/>
            </p:nvSpPr>
            <p:spPr bwMode="auto">
              <a:xfrm>
                <a:off x="3222" y="1887"/>
                <a:ext cx="2" cy="1419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29" name="Freeform 650"/>
              <p:cNvSpPr>
                <a:spLocks/>
              </p:cNvSpPr>
              <p:nvPr/>
            </p:nvSpPr>
            <p:spPr bwMode="auto">
              <a:xfrm>
                <a:off x="3222" y="1885"/>
                <a:ext cx="1" cy="1421"/>
              </a:xfrm>
              <a:custGeom>
                <a:avLst/>
                <a:gdLst>
                  <a:gd name="T0" fmla="*/ 0 w 1"/>
                  <a:gd name="T1" fmla="*/ 1421 h 1421"/>
                  <a:gd name="T2" fmla="*/ 0 w 1"/>
                  <a:gd name="T3" fmla="*/ 2 h 1421"/>
                  <a:gd name="T4" fmla="*/ 0 w 1"/>
                  <a:gd name="T5" fmla="*/ 0 h 142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421"/>
                  <a:gd name="T11" fmla="*/ 1 w 1"/>
                  <a:gd name="T12" fmla="*/ 1421 h 14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421">
                    <a:moveTo>
                      <a:pt x="0" y="1421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30" name="Freeform 651"/>
              <p:cNvSpPr>
                <a:spLocks/>
              </p:cNvSpPr>
              <p:nvPr/>
            </p:nvSpPr>
            <p:spPr bwMode="auto">
              <a:xfrm>
                <a:off x="3222" y="3306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31" name="Freeform 652"/>
              <p:cNvSpPr>
                <a:spLocks/>
              </p:cNvSpPr>
              <p:nvPr/>
            </p:nvSpPr>
            <p:spPr bwMode="auto">
              <a:xfrm>
                <a:off x="3222" y="1887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32" name="Freeform 653"/>
              <p:cNvSpPr>
                <a:spLocks/>
              </p:cNvSpPr>
              <p:nvPr/>
            </p:nvSpPr>
            <p:spPr bwMode="auto">
              <a:xfrm>
                <a:off x="3224" y="1885"/>
                <a:ext cx="1" cy="1421"/>
              </a:xfrm>
              <a:custGeom>
                <a:avLst/>
                <a:gdLst>
                  <a:gd name="T0" fmla="*/ 0 w 1"/>
                  <a:gd name="T1" fmla="*/ 1421 h 1421"/>
                  <a:gd name="T2" fmla="*/ 0 w 1"/>
                  <a:gd name="T3" fmla="*/ 2 h 1421"/>
                  <a:gd name="T4" fmla="*/ 0 w 1"/>
                  <a:gd name="T5" fmla="*/ 0 h 142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421"/>
                  <a:gd name="T11" fmla="*/ 1 w 1"/>
                  <a:gd name="T12" fmla="*/ 1421 h 14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421">
                    <a:moveTo>
                      <a:pt x="0" y="1421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33" name="Freeform 654"/>
              <p:cNvSpPr>
                <a:spLocks/>
              </p:cNvSpPr>
              <p:nvPr/>
            </p:nvSpPr>
            <p:spPr bwMode="auto">
              <a:xfrm>
                <a:off x="3301" y="2594"/>
                <a:ext cx="113" cy="696"/>
              </a:xfrm>
              <a:custGeom>
                <a:avLst/>
                <a:gdLst>
                  <a:gd name="T0" fmla="*/ 11 w 113"/>
                  <a:gd name="T1" fmla="*/ 62 h 696"/>
                  <a:gd name="T2" fmla="*/ 5 w 113"/>
                  <a:gd name="T3" fmla="*/ 134 h 696"/>
                  <a:gd name="T4" fmla="*/ 0 w 113"/>
                  <a:gd name="T5" fmla="*/ 217 h 696"/>
                  <a:gd name="T6" fmla="*/ 0 w 113"/>
                  <a:gd name="T7" fmla="*/ 302 h 696"/>
                  <a:gd name="T8" fmla="*/ 0 w 113"/>
                  <a:gd name="T9" fmla="*/ 390 h 696"/>
                  <a:gd name="T10" fmla="*/ 5 w 113"/>
                  <a:gd name="T11" fmla="*/ 473 h 696"/>
                  <a:gd name="T12" fmla="*/ 11 w 113"/>
                  <a:gd name="T13" fmla="*/ 548 h 696"/>
                  <a:gd name="T14" fmla="*/ 20 w 113"/>
                  <a:gd name="T15" fmla="*/ 609 h 696"/>
                  <a:gd name="T16" fmla="*/ 31 w 113"/>
                  <a:gd name="T17" fmla="*/ 657 h 696"/>
                  <a:gd name="T18" fmla="*/ 45 w 113"/>
                  <a:gd name="T19" fmla="*/ 686 h 696"/>
                  <a:gd name="T20" fmla="*/ 56 w 113"/>
                  <a:gd name="T21" fmla="*/ 696 h 696"/>
                  <a:gd name="T22" fmla="*/ 69 w 113"/>
                  <a:gd name="T23" fmla="*/ 686 h 696"/>
                  <a:gd name="T24" fmla="*/ 82 w 113"/>
                  <a:gd name="T25" fmla="*/ 657 h 696"/>
                  <a:gd name="T26" fmla="*/ 93 w 113"/>
                  <a:gd name="T27" fmla="*/ 609 h 696"/>
                  <a:gd name="T28" fmla="*/ 102 w 113"/>
                  <a:gd name="T29" fmla="*/ 548 h 696"/>
                  <a:gd name="T30" fmla="*/ 109 w 113"/>
                  <a:gd name="T31" fmla="*/ 473 h 696"/>
                  <a:gd name="T32" fmla="*/ 113 w 113"/>
                  <a:gd name="T33" fmla="*/ 390 h 696"/>
                  <a:gd name="T34" fmla="*/ 113 w 113"/>
                  <a:gd name="T35" fmla="*/ 302 h 696"/>
                  <a:gd name="T36" fmla="*/ 113 w 113"/>
                  <a:gd name="T37" fmla="*/ 217 h 696"/>
                  <a:gd name="T38" fmla="*/ 109 w 113"/>
                  <a:gd name="T39" fmla="*/ 134 h 696"/>
                  <a:gd name="T40" fmla="*/ 100 w 113"/>
                  <a:gd name="T41" fmla="*/ 62 h 696"/>
                  <a:gd name="T42" fmla="*/ 91 w 113"/>
                  <a:gd name="T43" fmla="*/ 0 h 696"/>
                  <a:gd name="T44" fmla="*/ 91 w 113"/>
                  <a:gd name="T45" fmla="*/ 7 h 696"/>
                  <a:gd name="T46" fmla="*/ 100 w 113"/>
                  <a:gd name="T47" fmla="*/ 68 h 696"/>
                  <a:gd name="T48" fmla="*/ 107 w 113"/>
                  <a:gd name="T49" fmla="*/ 143 h 696"/>
                  <a:gd name="T50" fmla="*/ 109 w 113"/>
                  <a:gd name="T51" fmla="*/ 224 h 696"/>
                  <a:gd name="T52" fmla="*/ 111 w 113"/>
                  <a:gd name="T53" fmla="*/ 309 h 696"/>
                  <a:gd name="T54" fmla="*/ 109 w 113"/>
                  <a:gd name="T55" fmla="*/ 394 h 696"/>
                  <a:gd name="T56" fmla="*/ 107 w 113"/>
                  <a:gd name="T57" fmla="*/ 475 h 696"/>
                  <a:gd name="T58" fmla="*/ 100 w 113"/>
                  <a:gd name="T59" fmla="*/ 548 h 696"/>
                  <a:gd name="T60" fmla="*/ 91 w 113"/>
                  <a:gd name="T61" fmla="*/ 609 h 696"/>
                  <a:gd name="T62" fmla="*/ 80 w 113"/>
                  <a:gd name="T63" fmla="*/ 655 h 696"/>
                  <a:gd name="T64" fmla="*/ 69 w 113"/>
                  <a:gd name="T65" fmla="*/ 683 h 696"/>
                  <a:gd name="T66" fmla="*/ 56 w 113"/>
                  <a:gd name="T67" fmla="*/ 692 h 696"/>
                  <a:gd name="T68" fmla="*/ 45 w 113"/>
                  <a:gd name="T69" fmla="*/ 683 h 696"/>
                  <a:gd name="T70" fmla="*/ 34 w 113"/>
                  <a:gd name="T71" fmla="*/ 655 h 696"/>
                  <a:gd name="T72" fmla="*/ 23 w 113"/>
                  <a:gd name="T73" fmla="*/ 609 h 696"/>
                  <a:gd name="T74" fmla="*/ 14 w 113"/>
                  <a:gd name="T75" fmla="*/ 548 h 696"/>
                  <a:gd name="T76" fmla="*/ 7 w 113"/>
                  <a:gd name="T77" fmla="*/ 475 h 696"/>
                  <a:gd name="T78" fmla="*/ 3 w 113"/>
                  <a:gd name="T79" fmla="*/ 394 h 696"/>
                  <a:gd name="T80" fmla="*/ 3 w 113"/>
                  <a:gd name="T81" fmla="*/ 309 h 696"/>
                  <a:gd name="T82" fmla="*/ 3 w 113"/>
                  <a:gd name="T83" fmla="*/ 224 h 696"/>
                  <a:gd name="T84" fmla="*/ 7 w 113"/>
                  <a:gd name="T85" fmla="*/ 143 h 696"/>
                  <a:gd name="T86" fmla="*/ 14 w 113"/>
                  <a:gd name="T87" fmla="*/ 68 h 696"/>
                  <a:gd name="T88" fmla="*/ 23 w 113"/>
                  <a:gd name="T89" fmla="*/ 7 h 696"/>
                  <a:gd name="T90" fmla="*/ 23 w 113"/>
                  <a:gd name="T91" fmla="*/ 0 h 696"/>
                  <a:gd name="T92" fmla="*/ 11 w 113"/>
                  <a:gd name="T93" fmla="*/ 62 h 69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13"/>
                  <a:gd name="T142" fmla="*/ 0 h 696"/>
                  <a:gd name="T143" fmla="*/ 113 w 113"/>
                  <a:gd name="T144" fmla="*/ 696 h 69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13" h="696">
                    <a:moveTo>
                      <a:pt x="11" y="62"/>
                    </a:moveTo>
                    <a:lnTo>
                      <a:pt x="5" y="134"/>
                    </a:lnTo>
                    <a:lnTo>
                      <a:pt x="0" y="217"/>
                    </a:lnTo>
                    <a:lnTo>
                      <a:pt x="0" y="302"/>
                    </a:lnTo>
                    <a:lnTo>
                      <a:pt x="0" y="390"/>
                    </a:lnTo>
                    <a:lnTo>
                      <a:pt x="5" y="473"/>
                    </a:lnTo>
                    <a:lnTo>
                      <a:pt x="11" y="548"/>
                    </a:lnTo>
                    <a:lnTo>
                      <a:pt x="20" y="609"/>
                    </a:lnTo>
                    <a:lnTo>
                      <a:pt x="31" y="657"/>
                    </a:lnTo>
                    <a:lnTo>
                      <a:pt x="45" y="686"/>
                    </a:lnTo>
                    <a:lnTo>
                      <a:pt x="56" y="696"/>
                    </a:lnTo>
                    <a:lnTo>
                      <a:pt x="69" y="686"/>
                    </a:lnTo>
                    <a:lnTo>
                      <a:pt x="82" y="657"/>
                    </a:lnTo>
                    <a:lnTo>
                      <a:pt x="93" y="609"/>
                    </a:lnTo>
                    <a:lnTo>
                      <a:pt x="102" y="548"/>
                    </a:lnTo>
                    <a:lnTo>
                      <a:pt x="109" y="473"/>
                    </a:lnTo>
                    <a:lnTo>
                      <a:pt x="113" y="390"/>
                    </a:lnTo>
                    <a:lnTo>
                      <a:pt x="113" y="302"/>
                    </a:lnTo>
                    <a:lnTo>
                      <a:pt x="113" y="217"/>
                    </a:lnTo>
                    <a:lnTo>
                      <a:pt x="109" y="134"/>
                    </a:lnTo>
                    <a:lnTo>
                      <a:pt x="100" y="62"/>
                    </a:lnTo>
                    <a:lnTo>
                      <a:pt x="91" y="0"/>
                    </a:lnTo>
                    <a:lnTo>
                      <a:pt x="91" y="7"/>
                    </a:lnTo>
                    <a:lnTo>
                      <a:pt x="100" y="68"/>
                    </a:lnTo>
                    <a:lnTo>
                      <a:pt x="107" y="143"/>
                    </a:lnTo>
                    <a:lnTo>
                      <a:pt x="109" y="224"/>
                    </a:lnTo>
                    <a:lnTo>
                      <a:pt x="111" y="309"/>
                    </a:lnTo>
                    <a:lnTo>
                      <a:pt x="109" y="394"/>
                    </a:lnTo>
                    <a:lnTo>
                      <a:pt x="107" y="475"/>
                    </a:lnTo>
                    <a:lnTo>
                      <a:pt x="100" y="548"/>
                    </a:lnTo>
                    <a:lnTo>
                      <a:pt x="91" y="609"/>
                    </a:lnTo>
                    <a:lnTo>
                      <a:pt x="80" y="655"/>
                    </a:lnTo>
                    <a:lnTo>
                      <a:pt x="69" y="683"/>
                    </a:lnTo>
                    <a:lnTo>
                      <a:pt x="56" y="692"/>
                    </a:lnTo>
                    <a:lnTo>
                      <a:pt x="45" y="683"/>
                    </a:lnTo>
                    <a:lnTo>
                      <a:pt x="34" y="655"/>
                    </a:lnTo>
                    <a:lnTo>
                      <a:pt x="23" y="609"/>
                    </a:lnTo>
                    <a:lnTo>
                      <a:pt x="14" y="548"/>
                    </a:lnTo>
                    <a:lnTo>
                      <a:pt x="7" y="475"/>
                    </a:lnTo>
                    <a:lnTo>
                      <a:pt x="3" y="394"/>
                    </a:lnTo>
                    <a:lnTo>
                      <a:pt x="3" y="309"/>
                    </a:lnTo>
                    <a:lnTo>
                      <a:pt x="3" y="224"/>
                    </a:lnTo>
                    <a:lnTo>
                      <a:pt x="7" y="143"/>
                    </a:lnTo>
                    <a:lnTo>
                      <a:pt x="14" y="68"/>
                    </a:lnTo>
                    <a:lnTo>
                      <a:pt x="23" y="7"/>
                    </a:lnTo>
                    <a:lnTo>
                      <a:pt x="23" y="0"/>
                    </a:lnTo>
                    <a:lnTo>
                      <a:pt x="11" y="6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34" name="Freeform 655"/>
              <p:cNvSpPr>
                <a:spLocks/>
              </p:cNvSpPr>
              <p:nvPr/>
            </p:nvSpPr>
            <p:spPr bwMode="auto">
              <a:xfrm>
                <a:off x="3310" y="2594"/>
                <a:ext cx="14" cy="64"/>
              </a:xfrm>
              <a:custGeom>
                <a:avLst/>
                <a:gdLst>
                  <a:gd name="T0" fmla="*/ 14 w 14"/>
                  <a:gd name="T1" fmla="*/ 0 h 64"/>
                  <a:gd name="T2" fmla="*/ 2 w 14"/>
                  <a:gd name="T3" fmla="*/ 62 h 64"/>
                  <a:gd name="T4" fmla="*/ 0 w 14"/>
                  <a:gd name="T5" fmla="*/ 64 h 64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64"/>
                  <a:gd name="T11" fmla="*/ 14 w 14"/>
                  <a:gd name="T12" fmla="*/ 64 h 6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64">
                    <a:moveTo>
                      <a:pt x="14" y="0"/>
                    </a:moveTo>
                    <a:lnTo>
                      <a:pt x="2" y="62"/>
                    </a:lnTo>
                    <a:lnTo>
                      <a:pt x="0" y="6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35" name="Freeform 656"/>
              <p:cNvSpPr>
                <a:spLocks/>
              </p:cNvSpPr>
              <p:nvPr/>
            </p:nvSpPr>
            <p:spPr bwMode="auto">
              <a:xfrm>
                <a:off x="3304" y="2656"/>
                <a:ext cx="8" cy="74"/>
              </a:xfrm>
              <a:custGeom>
                <a:avLst/>
                <a:gdLst>
                  <a:gd name="T0" fmla="*/ 8 w 8"/>
                  <a:gd name="T1" fmla="*/ 0 h 74"/>
                  <a:gd name="T2" fmla="*/ 2 w 8"/>
                  <a:gd name="T3" fmla="*/ 72 h 74"/>
                  <a:gd name="T4" fmla="*/ 0 w 8"/>
                  <a:gd name="T5" fmla="*/ 74 h 74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74"/>
                  <a:gd name="T11" fmla="*/ 8 w 8"/>
                  <a:gd name="T12" fmla="*/ 74 h 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74">
                    <a:moveTo>
                      <a:pt x="8" y="0"/>
                    </a:moveTo>
                    <a:lnTo>
                      <a:pt x="2" y="72"/>
                    </a:lnTo>
                    <a:lnTo>
                      <a:pt x="0" y="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36" name="Freeform 657"/>
              <p:cNvSpPr>
                <a:spLocks/>
              </p:cNvSpPr>
              <p:nvPr/>
            </p:nvSpPr>
            <p:spPr bwMode="auto">
              <a:xfrm>
                <a:off x="3299" y="2728"/>
                <a:ext cx="7" cy="85"/>
              </a:xfrm>
              <a:custGeom>
                <a:avLst/>
                <a:gdLst>
                  <a:gd name="T0" fmla="*/ 7 w 7"/>
                  <a:gd name="T1" fmla="*/ 0 h 85"/>
                  <a:gd name="T2" fmla="*/ 2 w 7"/>
                  <a:gd name="T3" fmla="*/ 83 h 85"/>
                  <a:gd name="T4" fmla="*/ 0 w 7"/>
                  <a:gd name="T5" fmla="*/ 85 h 8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85"/>
                  <a:gd name="T11" fmla="*/ 7 w 7"/>
                  <a:gd name="T12" fmla="*/ 85 h 8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85">
                    <a:moveTo>
                      <a:pt x="7" y="0"/>
                    </a:moveTo>
                    <a:lnTo>
                      <a:pt x="2" y="83"/>
                    </a:lnTo>
                    <a:lnTo>
                      <a:pt x="0" y="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37" name="Freeform 658"/>
              <p:cNvSpPr>
                <a:spLocks/>
              </p:cNvSpPr>
              <p:nvPr/>
            </p:nvSpPr>
            <p:spPr bwMode="auto">
              <a:xfrm>
                <a:off x="3301" y="2811"/>
                <a:ext cx="1" cy="88"/>
              </a:xfrm>
              <a:custGeom>
                <a:avLst/>
                <a:gdLst>
                  <a:gd name="T0" fmla="*/ 0 w 1"/>
                  <a:gd name="T1" fmla="*/ 0 h 88"/>
                  <a:gd name="T2" fmla="*/ 0 w 1"/>
                  <a:gd name="T3" fmla="*/ 85 h 88"/>
                  <a:gd name="T4" fmla="*/ 0 w 1"/>
                  <a:gd name="T5" fmla="*/ 88 h 88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8"/>
                  <a:gd name="T11" fmla="*/ 1 w 1"/>
                  <a:gd name="T12" fmla="*/ 88 h 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8">
                    <a:moveTo>
                      <a:pt x="0" y="0"/>
                    </a:moveTo>
                    <a:lnTo>
                      <a:pt x="0" y="85"/>
                    </a:lnTo>
                    <a:lnTo>
                      <a:pt x="0" y="8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38" name="Freeform 659"/>
              <p:cNvSpPr>
                <a:spLocks/>
              </p:cNvSpPr>
              <p:nvPr/>
            </p:nvSpPr>
            <p:spPr bwMode="auto">
              <a:xfrm>
                <a:off x="3301" y="2896"/>
                <a:ext cx="1" cy="90"/>
              </a:xfrm>
              <a:custGeom>
                <a:avLst/>
                <a:gdLst>
                  <a:gd name="T0" fmla="*/ 0 w 1"/>
                  <a:gd name="T1" fmla="*/ 0 h 90"/>
                  <a:gd name="T2" fmla="*/ 0 w 1"/>
                  <a:gd name="T3" fmla="*/ 88 h 90"/>
                  <a:gd name="T4" fmla="*/ 0 w 1"/>
                  <a:gd name="T5" fmla="*/ 90 h 90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0"/>
                  <a:gd name="T11" fmla="*/ 1 w 1"/>
                  <a:gd name="T12" fmla="*/ 90 h 9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0">
                    <a:moveTo>
                      <a:pt x="0" y="0"/>
                    </a:moveTo>
                    <a:lnTo>
                      <a:pt x="0" y="88"/>
                    </a:lnTo>
                    <a:lnTo>
                      <a:pt x="0" y="9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39" name="Freeform 660"/>
              <p:cNvSpPr>
                <a:spLocks/>
              </p:cNvSpPr>
              <p:nvPr/>
            </p:nvSpPr>
            <p:spPr bwMode="auto">
              <a:xfrm>
                <a:off x="3301" y="2984"/>
                <a:ext cx="7" cy="85"/>
              </a:xfrm>
              <a:custGeom>
                <a:avLst/>
                <a:gdLst>
                  <a:gd name="T0" fmla="*/ 0 w 7"/>
                  <a:gd name="T1" fmla="*/ 0 h 85"/>
                  <a:gd name="T2" fmla="*/ 5 w 7"/>
                  <a:gd name="T3" fmla="*/ 83 h 85"/>
                  <a:gd name="T4" fmla="*/ 7 w 7"/>
                  <a:gd name="T5" fmla="*/ 85 h 8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85"/>
                  <a:gd name="T11" fmla="*/ 7 w 7"/>
                  <a:gd name="T12" fmla="*/ 85 h 8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85">
                    <a:moveTo>
                      <a:pt x="0" y="0"/>
                    </a:moveTo>
                    <a:lnTo>
                      <a:pt x="5" y="83"/>
                    </a:lnTo>
                    <a:lnTo>
                      <a:pt x="7" y="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40" name="Freeform 661"/>
              <p:cNvSpPr>
                <a:spLocks/>
              </p:cNvSpPr>
              <p:nvPr/>
            </p:nvSpPr>
            <p:spPr bwMode="auto">
              <a:xfrm>
                <a:off x="3306" y="3067"/>
                <a:ext cx="9" cy="77"/>
              </a:xfrm>
              <a:custGeom>
                <a:avLst/>
                <a:gdLst>
                  <a:gd name="T0" fmla="*/ 0 w 9"/>
                  <a:gd name="T1" fmla="*/ 0 h 77"/>
                  <a:gd name="T2" fmla="*/ 6 w 9"/>
                  <a:gd name="T3" fmla="*/ 75 h 77"/>
                  <a:gd name="T4" fmla="*/ 9 w 9"/>
                  <a:gd name="T5" fmla="*/ 77 h 77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77"/>
                  <a:gd name="T11" fmla="*/ 9 w 9"/>
                  <a:gd name="T12" fmla="*/ 77 h 7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77">
                    <a:moveTo>
                      <a:pt x="0" y="0"/>
                    </a:moveTo>
                    <a:lnTo>
                      <a:pt x="6" y="75"/>
                    </a:lnTo>
                    <a:lnTo>
                      <a:pt x="9" y="7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41" name="Freeform 662"/>
              <p:cNvSpPr>
                <a:spLocks/>
              </p:cNvSpPr>
              <p:nvPr/>
            </p:nvSpPr>
            <p:spPr bwMode="auto">
              <a:xfrm>
                <a:off x="3312" y="3142"/>
                <a:ext cx="12" cy="63"/>
              </a:xfrm>
              <a:custGeom>
                <a:avLst/>
                <a:gdLst>
                  <a:gd name="T0" fmla="*/ 0 w 12"/>
                  <a:gd name="T1" fmla="*/ 0 h 63"/>
                  <a:gd name="T2" fmla="*/ 9 w 12"/>
                  <a:gd name="T3" fmla="*/ 61 h 63"/>
                  <a:gd name="T4" fmla="*/ 12 w 12"/>
                  <a:gd name="T5" fmla="*/ 63 h 63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63"/>
                  <a:gd name="T11" fmla="*/ 12 w 12"/>
                  <a:gd name="T12" fmla="*/ 63 h 6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63">
                    <a:moveTo>
                      <a:pt x="0" y="0"/>
                    </a:moveTo>
                    <a:lnTo>
                      <a:pt x="9" y="61"/>
                    </a:lnTo>
                    <a:lnTo>
                      <a:pt x="12" y="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42" name="Freeform 663"/>
              <p:cNvSpPr>
                <a:spLocks/>
              </p:cNvSpPr>
              <p:nvPr/>
            </p:nvSpPr>
            <p:spPr bwMode="auto">
              <a:xfrm>
                <a:off x="3321" y="3203"/>
                <a:ext cx="14" cy="50"/>
              </a:xfrm>
              <a:custGeom>
                <a:avLst/>
                <a:gdLst>
                  <a:gd name="T0" fmla="*/ 0 w 14"/>
                  <a:gd name="T1" fmla="*/ 0 h 50"/>
                  <a:gd name="T2" fmla="*/ 11 w 14"/>
                  <a:gd name="T3" fmla="*/ 48 h 50"/>
                  <a:gd name="T4" fmla="*/ 14 w 14"/>
                  <a:gd name="T5" fmla="*/ 50 h 50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50"/>
                  <a:gd name="T11" fmla="*/ 14 w 14"/>
                  <a:gd name="T12" fmla="*/ 50 h 5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50">
                    <a:moveTo>
                      <a:pt x="0" y="0"/>
                    </a:moveTo>
                    <a:lnTo>
                      <a:pt x="11" y="48"/>
                    </a:lnTo>
                    <a:lnTo>
                      <a:pt x="14" y="5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43" name="Freeform 664"/>
              <p:cNvSpPr>
                <a:spLocks/>
              </p:cNvSpPr>
              <p:nvPr/>
            </p:nvSpPr>
            <p:spPr bwMode="auto">
              <a:xfrm>
                <a:off x="3332" y="3251"/>
                <a:ext cx="16" cy="31"/>
              </a:xfrm>
              <a:custGeom>
                <a:avLst/>
                <a:gdLst>
                  <a:gd name="T0" fmla="*/ 0 w 16"/>
                  <a:gd name="T1" fmla="*/ 0 h 31"/>
                  <a:gd name="T2" fmla="*/ 14 w 16"/>
                  <a:gd name="T3" fmla="*/ 29 h 31"/>
                  <a:gd name="T4" fmla="*/ 16 w 16"/>
                  <a:gd name="T5" fmla="*/ 31 h 31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31"/>
                  <a:gd name="T11" fmla="*/ 16 w 16"/>
                  <a:gd name="T12" fmla="*/ 31 h 3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31">
                    <a:moveTo>
                      <a:pt x="0" y="0"/>
                    </a:moveTo>
                    <a:lnTo>
                      <a:pt x="14" y="29"/>
                    </a:lnTo>
                    <a:lnTo>
                      <a:pt x="16" y="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44" name="Freeform 665"/>
              <p:cNvSpPr>
                <a:spLocks/>
              </p:cNvSpPr>
              <p:nvPr/>
            </p:nvSpPr>
            <p:spPr bwMode="auto">
              <a:xfrm>
                <a:off x="3346" y="3280"/>
                <a:ext cx="13" cy="13"/>
              </a:xfrm>
              <a:custGeom>
                <a:avLst/>
                <a:gdLst>
                  <a:gd name="T0" fmla="*/ 0 w 13"/>
                  <a:gd name="T1" fmla="*/ 0 h 13"/>
                  <a:gd name="T2" fmla="*/ 11 w 13"/>
                  <a:gd name="T3" fmla="*/ 10 h 13"/>
                  <a:gd name="T4" fmla="*/ 13 w 13"/>
                  <a:gd name="T5" fmla="*/ 13 h 13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3"/>
                  <a:gd name="T11" fmla="*/ 13 w 13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3">
                    <a:moveTo>
                      <a:pt x="0" y="0"/>
                    </a:moveTo>
                    <a:lnTo>
                      <a:pt x="11" y="10"/>
                    </a:lnTo>
                    <a:lnTo>
                      <a:pt x="13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45" name="Freeform 666"/>
              <p:cNvSpPr>
                <a:spLocks/>
              </p:cNvSpPr>
              <p:nvPr/>
            </p:nvSpPr>
            <p:spPr bwMode="auto">
              <a:xfrm>
                <a:off x="3357" y="3277"/>
                <a:ext cx="15" cy="13"/>
              </a:xfrm>
              <a:custGeom>
                <a:avLst/>
                <a:gdLst>
                  <a:gd name="T0" fmla="*/ 0 w 15"/>
                  <a:gd name="T1" fmla="*/ 13 h 13"/>
                  <a:gd name="T2" fmla="*/ 13 w 15"/>
                  <a:gd name="T3" fmla="*/ 3 h 13"/>
                  <a:gd name="T4" fmla="*/ 15 w 15"/>
                  <a:gd name="T5" fmla="*/ 0 h 13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13"/>
                  <a:gd name="T11" fmla="*/ 15 w 15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13">
                    <a:moveTo>
                      <a:pt x="0" y="13"/>
                    </a:moveTo>
                    <a:lnTo>
                      <a:pt x="13" y="3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46" name="Freeform 667"/>
              <p:cNvSpPr>
                <a:spLocks/>
              </p:cNvSpPr>
              <p:nvPr/>
            </p:nvSpPr>
            <p:spPr bwMode="auto">
              <a:xfrm>
                <a:off x="3370" y="3249"/>
                <a:ext cx="16" cy="31"/>
              </a:xfrm>
              <a:custGeom>
                <a:avLst/>
                <a:gdLst>
                  <a:gd name="T0" fmla="*/ 0 w 16"/>
                  <a:gd name="T1" fmla="*/ 31 h 31"/>
                  <a:gd name="T2" fmla="*/ 13 w 16"/>
                  <a:gd name="T3" fmla="*/ 2 h 31"/>
                  <a:gd name="T4" fmla="*/ 16 w 16"/>
                  <a:gd name="T5" fmla="*/ 0 h 31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31"/>
                  <a:gd name="T11" fmla="*/ 16 w 16"/>
                  <a:gd name="T12" fmla="*/ 31 h 3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31">
                    <a:moveTo>
                      <a:pt x="0" y="31"/>
                    </a:moveTo>
                    <a:lnTo>
                      <a:pt x="13" y="2"/>
                    </a:lnTo>
                    <a:lnTo>
                      <a:pt x="1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47" name="Freeform 668"/>
              <p:cNvSpPr>
                <a:spLocks/>
              </p:cNvSpPr>
              <p:nvPr/>
            </p:nvSpPr>
            <p:spPr bwMode="auto">
              <a:xfrm>
                <a:off x="3383" y="3201"/>
                <a:ext cx="14" cy="50"/>
              </a:xfrm>
              <a:custGeom>
                <a:avLst/>
                <a:gdLst>
                  <a:gd name="T0" fmla="*/ 0 w 14"/>
                  <a:gd name="T1" fmla="*/ 50 h 50"/>
                  <a:gd name="T2" fmla="*/ 11 w 14"/>
                  <a:gd name="T3" fmla="*/ 2 h 50"/>
                  <a:gd name="T4" fmla="*/ 14 w 14"/>
                  <a:gd name="T5" fmla="*/ 0 h 50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50"/>
                  <a:gd name="T11" fmla="*/ 14 w 14"/>
                  <a:gd name="T12" fmla="*/ 50 h 5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50">
                    <a:moveTo>
                      <a:pt x="0" y="50"/>
                    </a:moveTo>
                    <a:lnTo>
                      <a:pt x="11" y="2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48" name="Freeform 669"/>
              <p:cNvSpPr>
                <a:spLocks/>
              </p:cNvSpPr>
              <p:nvPr/>
            </p:nvSpPr>
            <p:spPr bwMode="auto">
              <a:xfrm>
                <a:off x="3394" y="3139"/>
                <a:ext cx="11" cy="64"/>
              </a:xfrm>
              <a:custGeom>
                <a:avLst/>
                <a:gdLst>
                  <a:gd name="T0" fmla="*/ 0 w 11"/>
                  <a:gd name="T1" fmla="*/ 64 h 64"/>
                  <a:gd name="T2" fmla="*/ 9 w 11"/>
                  <a:gd name="T3" fmla="*/ 3 h 64"/>
                  <a:gd name="T4" fmla="*/ 11 w 11"/>
                  <a:gd name="T5" fmla="*/ 0 h 64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64"/>
                  <a:gd name="T11" fmla="*/ 11 w 11"/>
                  <a:gd name="T12" fmla="*/ 64 h 6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64">
                    <a:moveTo>
                      <a:pt x="0" y="64"/>
                    </a:moveTo>
                    <a:lnTo>
                      <a:pt x="9" y="3"/>
                    </a:lnTo>
                    <a:lnTo>
                      <a:pt x="1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49" name="Freeform 670"/>
              <p:cNvSpPr>
                <a:spLocks/>
              </p:cNvSpPr>
              <p:nvPr/>
            </p:nvSpPr>
            <p:spPr bwMode="auto">
              <a:xfrm>
                <a:off x="3403" y="3065"/>
                <a:ext cx="9" cy="77"/>
              </a:xfrm>
              <a:custGeom>
                <a:avLst/>
                <a:gdLst>
                  <a:gd name="T0" fmla="*/ 0 w 9"/>
                  <a:gd name="T1" fmla="*/ 77 h 77"/>
                  <a:gd name="T2" fmla="*/ 7 w 9"/>
                  <a:gd name="T3" fmla="*/ 2 h 77"/>
                  <a:gd name="T4" fmla="*/ 9 w 9"/>
                  <a:gd name="T5" fmla="*/ 0 h 77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77"/>
                  <a:gd name="T11" fmla="*/ 9 w 9"/>
                  <a:gd name="T12" fmla="*/ 77 h 7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77">
                    <a:moveTo>
                      <a:pt x="0" y="77"/>
                    </a:moveTo>
                    <a:lnTo>
                      <a:pt x="7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50" name="Freeform 671"/>
              <p:cNvSpPr>
                <a:spLocks/>
              </p:cNvSpPr>
              <p:nvPr/>
            </p:nvSpPr>
            <p:spPr bwMode="auto">
              <a:xfrm>
                <a:off x="3410" y="2982"/>
                <a:ext cx="7" cy="85"/>
              </a:xfrm>
              <a:custGeom>
                <a:avLst/>
                <a:gdLst>
                  <a:gd name="T0" fmla="*/ 0 w 7"/>
                  <a:gd name="T1" fmla="*/ 85 h 85"/>
                  <a:gd name="T2" fmla="*/ 4 w 7"/>
                  <a:gd name="T3" fmla="*/ 2 h 85"/>
                  <a:gd name="T4" fmla="*/ 7 w 7"/>
                  <a:gd name="T5" fmla="*/ 0 h 8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85"/>
                  <a:gd name="T11" fmla="*/ 7 w 7"/>
                  <a:gd name="T12" fmla="*/ 85 h 8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85">
                    <a:moveTo>
                      <a:pt x="0" y="85"/>
                    </a:moveTo>
                    <a:lnTo>
                      <a:pt x="4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51" name="Freeform 672"/>
              <p:cNvSpPr>
                <a:spLocks/>
              </p:cNvSpPr>
              <p:nvPr/>
            </p:nvSpPr>
            <p:spPr bwMode="auto">
              <a:xfrm>
                <a:off x="3414" y="2894"/>
                <a:ext cx="1" cy="90"/>
              </a:xfrm>
              <a:custGeom>
                <a:avLst/>
                <a:gdLst>
                  <a:gd name="T0" fmla="*/ 0 w 1"/>
                  <a:gd name="T1" fmla="*/ 90 h 90"/>
                  <a:gd name="T2" fmla="*/ 0 w 1"/>
                  <a:gd name="T3" fmla="*/ 2 h 90"/>
                  <a:gd name="T4" fmla="*/ 0 w 1"/>
                  <a:gd name="T5" fmla="*/ 0 h 90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0"/>
                  <a:gd name="T11" fmla="*/ 1 w 1"/>
                  <a:gd name="T12" fmla="*/ 90 h 9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0">
                    <a:moveTo>
                      <a:pt x="0" y="9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52" name="Freeform 673"/>
              <p:cNvSpPr>
                <a:spLocks/>
              </p:cNvSpPr>
              <p:nvPr/>
            </p:nvSpPr>
            <p:spPr bwMode="auto">
              <a:xfrm>
                <a:off x="3414" y="2809"/>
                <a:ext cx="1" cy="87"/>
              </a:xfrm>
              <a:custGeom>
                <a:avLst/>
                <a:gdLst>
                  <a:gd name="T0" fmla="*/ 0 w 1"/>
                  <a:gd name="T1" fmla="*/ 87 h 87"/>
                  <a:gd name="T2" fmla="*/ 0 w 1"/>
                  <a:gd name="T3" fmla="*/ 2 h 87"/>
                  <a:gd name="T4" fmla="*/ 0 w 1"/>
                  <a:gd name="T5" fmla="*/ 0 h 8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7"/>
                  <a:gd name="T11" fmla="*/ 1 w 1"/>
                  <a:gd name="T12" fmla="*/ 87 h 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7">
                    <a:moveTo>
                      <a:pt x="0" y="8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53" name="Freeform 674"/>
              <p:cNvSpPr>
                <a:spLocks/>
              </p:cNvSpPr>
              <p:nvPr/>
            </p:nvSpPr>
            <p:spPr bwMode="auto">
              <a:xfrm>
                <a:off x="3408" y="2726"/>
                <a:ext cx="6" cy="85"/>
              </a:xfrm>
              <a:custGeom>
                <a:avLst/>
                <a:gdLst>
                  <a:gd name="T0" fmla="*/ 6 w 6"/>
                  <a:gd name="T1" fmla="*/ 85 h 85"/>
                  <a:gd name="T2" fmla="*/ 2 w 6"/>
                  <a:gd name="T3" fmla="*/ 2 h 85"/>
                  <a:gd name="T4" fmla="*/ 0 w 6"/>
                  <a:gd name="T5" fmla="*/ 0 h 85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85"/>
                  <a:gd name="T11" fmla="*/ 6 w 6"/>
                  <a:gd name="T12" fmla="*/ 85 h 8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85">
                    <a:moveTo>
                      <a:pt x="6" y="85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54" name="Freeform 675"/>
              <p:cNvSpPr>
                <a:spLocks/>
              </p:cNvSpPr>
              <p:nvPr/>
            </p:nvSpPr>
            <p:spPr bwMode="auto">
              <a:xfrm>
                <a:off x="3399" y="2653"/>
                <a:ext cx="11" cy="75"/>
              </a:xfrm>
              <a:custGeom>
                <a:avLst/>
                <a:gdLst>
                  <a:gd name="T0" fmla="*/ 11 w 11"/>
                  <a:gd name="T1" fmla="*/ 75 h 75"/>
                  <a:gd name="T2" fmla="*/ 2 w 11"/>
                  <a:gd name="T3" fmla="*/ 3 h 75"/>
                  <a:gd name="T4" fmla="*/ 0 w 11"/>
                  <a:gd name="T5" fmla="*/ 0 h 75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75"/>
                  <a:gd name="T11" fmla="*/ 11 w 11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75">
                    <a:moveTo>
                      <a:pt x="11" y="75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55" name="Freeform 676"/>
              <p:cNvSpPr>
                <a:spLocks/>
              </p:cNvSpPr>
              <p:nvPr/>
            </p:nvSpPr>
            <p:spPr bwMode="auto">
              <a:xfrm>
                <a:off x="3390" y="2592"/>
                <a:ext cx="11" cy="64"/>
              </a:xfrm>
              <a:custGeom>
                <a:avLst/>
                <a:gdLst>
                  <a:gd name="T0" fmla="*/ 11 w 11"/>
                  <a:gd name="T1" fmla="*/ 64 h 64"/>
                  <a:gd name="T2" fmla="*/ 2 w 11"/>
                  <a:gd name="T3" fmla="*/ 2 h 64"/>
                  <a:gd name="T4" fmla="*/ 0 w 11"/>
                  <a:gd name="T5" fmla="*/ 0 h 64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64"/>
                  <a:gd name="T11" fmla="*/ 11 w 11"/>
                  <a:gd name="T12" fmla="*/ 64 h 6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64">
                    <a:moveTo>
                      <a:pt x="11" y="6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56" name="Freeform 677"/>
              <p:cNvSpPr>
                <a:spLocks/>
              </p:cNvSpPr>
              <p:nvPr/>
            </p:nvSpPr>
            <p:spPr bwMode="auto">
              <a:xfrm>
                <a:off x="3312" y="2601"/>
                <a:ext cx="12" cy="63"/>
              </a:xfrm>
              <a:custGeom>
                <a:avLst/>
                <a:gdLst>
                  <a:gd name="T0" fmla="*/ 12 w 12"/>
                  <a:gd name="T1" fmla="*/ 0 h 63"/>
                  <a:gd name="T2" fmla="*/ 3 w 12"/>
                  <a:gd name="T3" fmla="*/ 61 h 63"/>
                  <a:gd name="T4" fmla="*/ 0 w 12"/>
                  <a:gd name="T5" fmla="*/ 63 h 63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63"/>
                  <a:gd name="T11" fmla="*/ 12 w 12"/>
                  <a:gd name="T12" fmla="*/ 63 h 6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63">
                    <a:moveTo>
                      <a:pt x="12" y="0"/>
                    </a:moveTo>
                    <a:lnTo>
                      <a:pt x="3" y="61"/>
                    </a:lnTo>
                    <a:lnTo>
                      <a:pt x="0" y="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57" name="Freeform 678"/>
              <p:cNvSpPr>
                <a:spLocks/>
              </p:cNvSpPr>
              <p:nvPr/>
            </p:nvSpPr>
            <p:spPr bwMode="auto">
              <a:xfrm>
                <a:off x="3306" y="2662"/>
                <a:ext cx="9" cy="77"/>
              </a:xfrm>
              <a:custGeom>
                <a:avLst/>
                <a:gdLst>
                  <a:gd name="T0" fmla="*/ 9 w 9"/>
                  <a:gd name="T1" fmla="*/ 0 h 77"/>
                  <a:gd name="T2" fmla="*/ 2 w 9"/>
                  <a:gd name="T3" fmla="*/ 75 h 77"/>
                  <a:gd name="T4" fmla="*/ 0 w 9"/>
                  <a:gd name="T5" fmla="*/ 77 h 77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77"/>
                  <a:gd name="T11" fmla="*/ 9 w 9"/>
                  <a:gd name="T12" fmla="*/ 77 h 7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77">
                    <a:moveTo>
                      <a:pt x="9" y="0"/>
                    </a:moveTo>
                    <a:lnTo>
                      <a:pt x="2" y="75"/>
                    </a:lnTo>
                    <a:lnTo>
                      <a:pt x="0" y="7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58" name="Freeform 679"/>
              <p:cNvSpPr>
                <a:spLocks/>
              </p:cNvSpPr>
              <p:nvPr/>
            </p:nvSpPr>
            <p:spPr bwMode="auto">
              <a:xfrm>
                <a:off x="3301" y="2737"/>
                <a:ext cx="7" cy="83"/>
              </a:xfrm>
              <a:custGeom>
                <a:avLst/>
                <a:gdLst>
                  <a:gd name="T0" fmla="*/ 7 w 7"/>
                  <a:gd name="T1" fmla="*/ 0 h 83"/>
                  <a:gd name="T2" fmla="*/ 3 w 7"/>
                  <a:gd name="T3" fmla="*/ 81 h 83"/>
                  <a:gd name="T4" fmla="*/ 0 w 7"/>
                  <a:gd name="T5" fmla="*/ 83 h 8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83"/>
                  <a:gd name="T11" fmla="*/ 7 w 7"/>
                  <a:gd name="T12" fmla="*/ 83 h 8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83">
                    <a:moveTo>
                      <a:pt x="7" y="0"/>
                    </a:moveTo>
                    <a:lnTo>
                      <a:pt x="3" y="81"/>
                    </a:lnTo>
                    <a:lnTo>
                      <a:pt x="0" y="8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59" name="Freeform 680"/>
              <p:cNvSpPr>
                <a:spLocks/>
              </p:cNvSpPr>
              <p:nvPr/>
            </p:nvSpPr>
            <p:spPr bwMode="auto">
              <a:xfrm>
                <a:off x="3304" y="2818"/>
                <a:ext cx="1" cy="87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85 h 87"/>
                  <a:gd name="T4" fmla="*/ 0 w 1"/>
                  <a:gd name="T5" fmla="*/ 87 h 8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7"/>
                  <a:gd name="T11" fmla="*/ 1 w 1"/>
                  <a:gd name="T12" fmla="*/ 87 h 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7">
                    <a:moveTo>
                      <a:pt x="0" y="0"/>
                    </a:moveTo>
                    <a:lnTo>
                      <a:pt x="0" y="85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60" name="Freeform 681"/>
              <p:cNvSpPr>
                <a:spLocks/>
              </p:cNvSpPr>
              <p:nvPr/>
            </p:nvSpPr>
            <p:spPr bwMode="auto">
              <a:xfrm>
                <a:off x="3304" y="2903"/>
                <a:ext cx="1" cy="88"/>
              </a:xfrm>
              <a:custGeom>
                <a:avLst/>
                <a:gdLst>
                  <a:gd name="T0" fmla="*/ 0 w 1"/>
                  <a:gd name="T1" fmla="*/ 0 h 88"/>
                  <a:gd name="T2" fmla="*/ 0 w 1"/>
                  <a:gd name="T3" fmla="*/ 85 h 88"/>
                  <a:gd name="T4" fmla="*/ 0 w 1"/>
                  <a:gd name="T5" fmla="*/ 88 h 88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8"/>
                  <a:gd name="T11" fmla="*/ 1 w 1"/>
                  <a:gd name="T12" fmla="*/ 88 h 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8">
                    <a:moveTo>
                      <a:pt x="0" y="0"/>
                    </a:moveTo>
                    <a:lnTo>
                      <a:pt x="0" y="85"/>
                    </a:lnTo>
                    <a:lnTo>
                      <a:pt x="0" y="8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61" name="Freeform 682"/>
              <p:cNvSpPr>
                <a:spLocks/>
              </p:cNvSpPr>
              <p:nvPr/>
            </p:nvSpPr>
            <p:spPr bwMode="auto">
              <a:xfrm>
                <a:off x="3304" y="2988"/>
                <a:ext cx="6" cy="84"/>
              </a:xfrm>
              <a:custGeom>
                <a:avLst/>
                <a:gdLst>
                  <a:gd name="T0" fmla="*/ 0 w 6"/>
                  <a:gd name="T1" fmla="*/ 0 h 84"/>
                  <a:gd name="T2" fmla="*/ 4 w 6"/>
                  <a:gd name="T3" fmla="*/ 81 h 84"/>
                  <a:gd name="T4" fmla="*/ 6 w 6"/>
                  <a:gd name="T5" fmla="*/ 84 h 84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84"/>
                  <a:gd name="T11" fmla="*/ 6 w 6"/>
                  <a:gd name="T12" fmla="*/ 84 h 8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84">
                    <a:moveTo>
                      <a:pt x="0" y="0"/>
                    </a:moveTo>
                    <a:lnTo>
                      <a:pt x="4" y="81"/>
                    </a:lnTo>
                    <a:lnTo>
                      <a:pt x="6" y="8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62" name="Freeform 683"/>
              <p:cNvSpPr>
                <a:spLocks/>
              </p:cNvSpPr>
              <p:nvPr/>
            </p:nvSpPr>
            <p:spPr bwMode="auto">
              <a:xfrm>
                <a:off x="3308" y="3069"/>
                <a:ext cx="9" cy="75"/>
              </a:xfrm>
              <a:custGeom>
                <a:avLst/>
                <a:gdLst>
                  <a:gd name="T0" fmla="*/ 0 w 9"/>
                  <a:gd name="T1" fmla="*/ 0 h 75"/>
                  <a:gd name="T2" fmla="*/ 7 w 9"/>
                  <a:gd name="T3" fmla="*/ 73 h 75"/>
                  <a:gd name="T4" fmla="*/ 9 w 9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75"/>
                  <a:gd name="T11" fmla="*/ 9 w 9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75">
                    <a:moveTo>
                      <a:pt x="0" y="0"/>
                    </a:moveTo>
                    <a:lnTo>
                      <a:pt x="7" y="73"/>
                    </a:lnTo>
                    <a:lnTo>
                      <a:pt x="9" y="7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63" name="Freeform 684"/>
              <p:cNvSpPr>
                <a:spLocks/>
              </p:cNvSpPr>
              <p:nvPr/>
            </p:nvSpPr>
            <p:spPr bwMode="auto">
              <a:xfrm>
                <a:off x="3315" y="3142"/>
                <a:ext cx="11" cy="63"/>
              </a:xfrm>
              <a:custGeom>
                <a:avLst/>
                <a:gdLst>
                  <a:gd name="T0" fmla="*/ 0 w 11"/>
                  <a:gd name="T1" fmla="*/ 0 h 63"/>
                  <a:gd name="T2" fmla="*/ 9 w 11"/>
                  <a:gd name="T3" fmla="*/ 61 h 63"/>
                  <a:gd name="T4" fmla="*/ 11 w 11"/>
                  <a:gd name="T5" fmla="*/ 63 h 63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63"/>
                  <a:gd name="T11" fmla="*/ 11 w 11"/>
                  <a:gd name="T12" fmla="*/ 63 h 6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63">
                    <a:moveTo>
                      <a:pt x="0" y="0"/>
                    </a:moveTo>
                    <a:lnTo>
                      <a:pt x="9" y="61"/>
                    </a:lnTo>
                    <a:lnTo>
                      <a:pt x="11" y="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64" name="Freeform 685"/>
              <p:cNvSpPr>
                <a:spLocks/>
              </p:cNvSpPr>
              <p:nvPr/>
            </p:nvSpPr>
            <p:spPr bwMode="auto">
              <a:xfrm>
                <a:off x="3324" y="3203"/>
                <a:ext cx="13" cy="48"/>
              </a:xfrm>
              <a:custGeom>
                <a:avLst/>
                <a:gdLst>
                  <a:gd name="T0" fmla="*/ 0 w 13"/>
                  <a:gd name="T1" fmla="*/ 0 h 48"/>
                  <a:gd name="T2" fmla="*/ 11 w 13"/>
                  <a:gd name="T3" fmla="*/ 46 h 48"/>
                  <a:gd name="T4" fmla="*/ 13 w 13"/>
                  <a:gd name="T5" fmla="*/ 48 h 48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48"/>
                  <a:gd name="T11" fmla="*/ 13 w 13"/>
                  <a:gd name="T12" fmla="*/ 48 h 4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48">
                    <a:moveTo>
                      <a:pt x="0" y="0"/>
                    </a:moveTo>
                    <a:lnTo>
                      <a:pt x="11" y="46"/>
                    </a:lnTo>
                    <a:lnTo>
                      <a:pt x="13" y="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65" name="Freeform 686"/>
              <p:cNvSpPr>
                <a:spLocks/>
              </p:cNvSpPr>
              <p:nvPr/>
            </p:nvSpPr>
            <p:spPr bwMode="auto">
              <a:xfrm>
                <a:off x="3335" y="3249"/>
                <a:ext cx="13" cy="31"/>
              </a:xfrm>
              <a:custGeom>
                <a:avLst/>
                <a:gdLst>
                  <a:gd name="T0" fmla="*/ 0 w 13"/>
                  <a:gd name="T1" fmla="*/ 0 h 31"/>
                  <a:gd name="T2" fmla="*/ 11 w 13"/>
                  <a:gd name="T3" fmla="*/ 28 h 31"/>
                  <a:gd name="T4" fmla="*/ 13 w 13"/>
                  <a:gd name="T5" fmla="*/ 31 h 31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31"/>
                  <a:gd name="T11" fmla="*/ 13 w 13"/>
                  <a:gd name="T12" fmla="*/ 31 h 3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31">
                    <a:moveTo>
                      <a:pt x="0" y="0"/>
                    </a:moveTo>
                    <a:lnTo>
                      <a:pt x="11" y="28"/>
                    </a:lnTo>
                    <a:lnTo>
                      <a:pt x="13" y="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66" name="Freeform 687"/>
              <p:cNvSpPr>
                <a:spLocks/>
              </p:cNvSpPr>
              <p:nvPr/>
            </p:nvSpPr>
            <p:spPr bwMode="auto">
              <a:xfrm>
                <a:off x="3346" y="3277"/>
                <a:ext cx="13" cy="11"/>
              </a:xfrm>
              <a:custGeom>
                <a:avLst/>
                <a:gdLst>
                  <a:gd name="T0" fmla="*/ 0 w 13"/>
                  <a:gd name="T1" fmla="*/ 0 h 11"/>
                  <a:gd name="T2" fmla="*/ 11 w 13"/>
                  <a:gd name="T3" fmla="*/ 9 h 11"/>
                  <a:gd name="T4" fmla="*/ 13 w 13"/>
                  <a:gd name="T5" fmla="*/ 11 h 11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1"/>
                  <a:gd name="T11" fmla="*/ 13 w 13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1">
                    <a:moveTo>
                      <a:pt x="0" y="0"/>
                    </a:moveTo>
                    <a:lnTo>
                      <a:pt x="11" y="9"/>
                    </a:lnTo>
                    <a:lnTo>
                      <a:pt x="13" y="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67" name="Freeform 688"/>
              <p:cNvSpPr>
                <a:spLocks/>
              </p:cNvSpPr>
              <p:nvPr/>
            </p:nvSpPr>
            <p:spPr bwMode="auto">
              <a:xfrm>
                <a:off x="3357" y="3275"/>
                <a:ext cx="15" cy="11"/>
              </a:xfrm>
              <a:custGeom>
                <a:avLst/>
                <a:gdLst>
                  <a:gd name="T0" fmla="*/ 0 w 15"/>
                  <a:gd name="T1" fmla="*/ 11 h 11"/>
                  <a:gd name="T2" fmla="*/ 13 w 15"/>
                  <a:gd name="T3" fmla="*/ 2 h 11"/>
                  <a:gd name="T4" fmla="*/ 15 w 15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11"/>
                  <a:gd name="T11" fmla="*/ 15 w 15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11">
                    <a:moveTo>
                      <a:pt x="0" y="11"/>
                    </a:moveTo>
                    <a:lnTo>
                      <a:pt x="13" y="2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68" name="Freeform 689"/>
              <p:cNvSpPr>
                <a:spLocks/>
              </p:cNvSpPr>
              <p:nvPr/>
            </p:nvSpPr>
            <p:spPr bwMode="auto">
              <a:xfrm>
                <a:off x="3370" y="3247"/>
                <a:ext cx="13" cy="30"/>
              </a:xfrm>
              <a:custGeom>
                <a:avLst/>
                <a:gdLst>
                  <a:gd name="T0" fmla="*/ 0 w 13"/>
                  <a:gd name="T1" fmla="*/ 30 h 30"/>
                  <a:gd name="T2" fmla="*/ 11 w 13"/>
                  <a:gd name="T3" fmla="*/ 2 h 30"/>
                  <a:gd name="T4" fmla="*/ 13 w 13"/>
                  <a:gd name="T5" fmla="*/ 0 h 30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30"/>
                  <a:gd name="T11" fmla="*/ 13 w 13"/>
                  <a:gd name="T12" fmla="*/ 30 h 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30">
                    <a:moveTo>
                      <a:pt x="0" y="30"/>
                    </a:moveTo>
                    <a:lnTo>
                      <a:pt x="11" y="2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69" name="Freeform 690"/>
              <p:cNvSpPr>
                <a:spLocks/>
              </p:cNvSpPr>
              <p:nvPr/>
            </p:nvSpPr>
            <p:spPr bwMode="auto">
              <a:xfrm>
                <a:off x="3381" y="3201"/>
                <a:ext cx="13" cy="48"/>
              </a:xfrm>
              <a:custGeom>
                <a:avLst/>
                <a:gdLst>
                  <a:gd name="T0" fmla="*/ 0 w 13"/>
                  <a:gd name="T1" fmla="*/ 48 h 48"/>
                  <a:gd name="T2" fmla="*/ 11 w 13"/>
                  <a:gd name="T3" fmla="*/ 2 h 48"/>
                  <a:gd name="T4" fmla="*/ 13 w 13"/>
                  <a:gd name="T5" fmla="*/ 0 h 48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48"/>
                  <a:gd name="T11" fmla="*/ 13 w 13"/>
                  <a:gd name="T12" fmla="*/ 48 h 4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48">
                    <a:moveTo>
                      <a:pt x="0" y="48"/>
                    </a:moveTo>
                    <a:lnTo>
                      <a:pt x="11" y="2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70" name="Freeform 691"/>
              <p:cNvSpPr>
                <a:spLocks/>
              </p:cNvSpPr>
              <p:nvPr/>
            </p:nvSpPr>
            <p:spPr bwMode="auto">
              <a:xfrm>
                <a:off x="3392" y="3139"/>
                <a:ext cx="11" cy="64"/>
              </a:xfrm>
              <a:custGeom>
                <a:avLst/>
                <a:gdLst>
                  <a:gd name="T0" fmla="*/ 0 w 11"/>
                  <a:gd name="T1" fmla="*/ 64 h 64"/>
                  <a:gd name="T2" fmla="*/ 9 w 11"/>
                  <a:gd name="T3" fmla="*/ 3 h 64"/>
                  <a:gd name="T4" fmla="*/ 11 w 11"/>
                  <a:gd name="T5" fmla="*/ 0 h 64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64"/>
                  <a:gd name="T11" fmla="*/ 11 w 11"/>
                  <a:gd name="T12" fmla="*/ 64 h 6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64">
                    <a:moveTo>
                      <a:pt x="0" y="64"/>
                    </a:moveTo>
                    <a:lnTo>
                      <a:pt x="9" y="3"/>
                    </a:lnTo>
                    <a:lnTo>
                      <a:pt x="1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71" name="Freeform 692"/>
              <p:cNvSpPr>
                <a:spLocks/>
              </p:cNvSpPr>
              <p:nvPr/>
            </p:nvSpPr>
            <p:spPr bwMode="auto">
              <a:xfrm>
                <a:off x="3401" y="3067"/>
                <a:ext cx="9" cy="75"/>
              </a:xfrm>
              <a:custGeom>
                <a:avLst/>
                <a:gdLst>
                  <a:gd name="T0" fmla="*/ 0 w 9"/>
                  <a:gd name="T1" fmla="*/ 75 h 75"/>
                  <a:gd name="T2" fmla="*/ 7 w 9"/>
                  <a:gd name="T3" fmla="*/ 2 h 75"/>
                  <a:gd name="T4" fmla="*/ 9 w 9"/>
                  <a:gd name="T5" fmla="*/ 0 h 75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75"/>
                  <a:gd name="T11" fmla="*/ 9 w 9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75">
                    <a:moveTo>
                      <a:pt x="0" y="75"/>
                    </a:moveTo>
                    <a:lnTo>
                      <a:pt x="7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72" name="Freeform 693"/>
              <p:cNvSpPr>
                <a:spLocks/>
              </p:cNvSpPr>
              <p:nvPr/>
            </p:nvSpPr>
            <p:spPr bwMode="auto">
              <a:xfrm>
                <a:off x="3408" y="2986"/>
                <a:ext cx="4" cy="83"/>
              </a:xfrm>
              <a:custGeom>
                <a:avLst/>
                <a:gdLst>
                  <a:gd name="T0" fmla="*/ 0 w 4"/>
                  <a:gd name="T1" fmla="*/ 83 h 83"/>
                  <a:gd name="T2" fmla="*/ 2 w 4"/>
                  <a:gd name="T3" fmla="*/ 2 h 83"/>
                  <a:gd name="T4" fmla="*/ 4 w 4"/>
                  <a:gd name="T5" fmla="*/ 0 h 83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83"/>
                  <a:gd name="T11" fmla="*/ 4 w 4"/>
                  <a:gd name="T12" fmla="*/ 83 h 8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83">
                    <a:moveTo>
                      <a:pt x="0" y="83"/>
                    </a:moveTo>
                    <a:lnTo>
                      <a:pt x="2" y="2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73" name="Freeform 694"/>
              <p:cNvSpPr>
                <a:spLocks/>
              </p:cNvSpPr>
              <p:nvPr/>
            </p:nvSpPr>
            <p:spPr bwMode="auto">
              <a:xfrm>
                <a:off x="3410" y="2901"/>
                <a:ext cx="4" cy="87"/>
              </a:xfrm>
              <a:custGeom>
                <a:avLst/>
                <a:gdLst>
                  <a:gd name="T0" fmla="*/ 0 w 4"/>
                  <a:gd name="T1" fmla="*/ 87 h 87"/>
                  <a:gd name="T2" fmla="*/ 2 w 4"/>
                  <a:gd name="T3" fmla="*/ 2 h 87"/>
                  <a:gd name="T4" fmla="*/ 4 w 4"/>
                  <a:gd name="T5" fmla="*/ 0 h 87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87"/>
                  <a:gd name="T11" fmla="*/ 4 w 4"/>
                  <a:gd name="T12" fmla="*/ 87 h 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87">
                    <a:moveTo>
                      <a:pt x="0" y="87"/>
                    </a:moveTo>
                    <a:lnTo>
                      <a:pt x="2" y="2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74" name="Freeform 695"/>
              <p:cNvSpPr>
                <a:spLocks/>
              </p:cNvSpPr>
              <p:nvPr/>
            </p:nvSpPr>
            <p:spPr bwMode="auto">
              <a:xfrm>
                <a:off x="3408" y="2815"/>
                <a:ext cx="4" cy="88"/>
              </a:xfrm>
              <a:custGeom>
                <a:avLst/>
                <a:gdLst>
                  <a:gd name="T0" fmla="*/ 4 w 4"/>
                  <a:gd name="T1" fmla="*/ 88 h 88"/>
                  <a:gd name="T2" fmla="*/ 2 w 4"/>
                  <a:gd name="T3" fmla="*/ 3 h 88"/>
                  <a:gd name="T4" fmla="*/ 0 w 4"/>
                  <a:gd name="T5" fmla="*/ 0 h 88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88"/>
                  <a:gd name="T11" fmla="*/ 4 w 4"/>
                  <a:gd name="T12" fmla="*/ 88 h 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88">
                    <a:moveTo>
                      <a:pt x="4" y="88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75" name="Freeform 696"/>
              <p:cNvSpPr>
                <a:spLocks/>
              </p:cNvSpPr>
              <p:nvPr/>
            </p:nvSpPr>
            <p:spPr bwMode="auto">
              <a:xfrm>
                <a:off x="3405" y="2734"/>
                <a:ext cx="5" cy="84"/>
              </a:xfrm>
              <a:custGeom>
                <a:avLst/>
                <a:gdLst>
                  <a:gd name="T0" fmla="*/ 5 w 5"/>
                  <a:gd name="T1" fmla="*/ 84 h 84"/>
                  <a:gd name="T2" fmla="*/ 3 w 5"/>
                  <a:gd name="T3" fmla="*/ 3 h 84"/>
                  <a:gd name="T4" fmla="*/ 0 w 5"/>
                  <a:gd name="T5" fmla="*/ 0 h 84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84"/>
                  <a:gd name="T11" fmla="*/ 5 w 5"/>
                  <a:gd name="T12" fmla="*/ 84 h 8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84">
                    <a:moveTo>
                      <a:pt x="5" y="84"/>
                    </a:move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76" name="Freeform 697"/>
              <p:cNvSpPr>
                <a:spLocks/>
              </p:cNvSpPr>
              <p:nvPr/>
            </p:nvSpPr>
            <p:spPr bwMode="auto">
              <a:xfrm>
                <a:off x="3399" y="2660"/>
                <a:ext cx="9" cy="77"/>
              </a:xfrm>
              <a:custGeom>
                <a:avLst/>
                <a:gdLst>
                  <a:gd name="T0" fmla="*/ 9 w 9"/>
                  <a:gd name="T1" fmla="*/ 77 h 77"/>
                  <a:gd name="T2" fmla="*/ 2 w 9"/>
                  <a:gd name="T3" fmla="*/ 2 h 77"/>
                  <a:gd name="T4" fmla="*/ 0 w 9"/>
                  <a:gd name="T5" fmla="*/ 0 h 77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77"/>
                  <a:gd name="T11" fmla="*/ 9 w 9"/>
                  <a:gd name="T12" fmla="*/ 77 h 7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77">
                    <a:moveTo>
                      <a:pt x="9" y="77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77" name="Freeform 698"/>
              <p:cNvSpPr>
                <a:spLocks/>
              </p:cNvSpPr>
              <p:nvPr/>
            </p:nvSpPr>
            <p:spPr bwMode="auto">
              <a:xfrm>
                <a:off x="3390" y="2599"/>
                <a:ext cx="11" cy="63"/>
              </a:xfrm>
              <a:custGeom>
                <a:avLst/>
                <a:gdLst>
                  <a:gd name="T0" fmla="*/ 11 w 11"/>
                  <a:gd name="T1" fmla="*/ 63 h 63"/>
                  <a:gd name="T2" fmla="*/ 2 w 11"/>
                  <a:gd name="T3" fmla="*/ 2 h 63"/>
                  <a:gd name="T4" fmla="*/ 0 w 11"/>
                  <a:gd name="T5" fmla="*/ 0 h 63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63"/>
                  <a:gd name="T11" fmla="*/ 11 w 11"/>
                  <a:gd name="T12" fmla="*/ 63 h 6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63">
                    <a:moveTo>
                      <a:pt x="11" y="63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78" name="Freeform 699"/>
              <p:cNvSpPr>
                <a:spLocks/>
              </p:cNvSpPr>
              <p:nvPr/>
            </p:nvSpPr>
            <p:spPr bwMode="auto">
              <a:xfrm>
                <a:off x="3324" y="2592"/>
                <a:ext cx="1" cy="9"/>
              </a:xfrm>
              <a:custGeom>
                <a:avLst/>
                <a:gdLst>
                  <a:gd name="T0" fmla="*/ 0 w 1"/>
                  <a:gd name="T1" fmla="*/ 9 h 9"/>
                  <a:gd name="T2" fmla="*/ 0 w 1"/>
                  <a:gd name="T3" fmla="*/ 2 h 9"/>
                  <a:gd name="T4" fmla="*/ 0 w 1"/>
                  <a:gd name="T5" fmla="*/ 0 h 9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"/>
                  <a:gd name="T11" fmla="*/ 1 w 1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">
                    <a:moveTo>
                      <a:pt x="0" y="9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79" name="Freeform 700"/>
              <p:cNvSpPr>
                <a:spLocks/>
              </p:cNvSpPr>
              <p:nvPr/>
            </p:nvSpPr>
            <p:spPr bwMode="auto">
              <a:xfrm>
                <a:off x="3392" y="2592"/>
                <a:ext cx="1" cy="9"/>
              </a:xfrm>
              <a:custGeom>
                <a:avLst/>
                <a:gdLst>
                  <a:gd name="T0" fmla="*/ 0 w 1"/>
                  <a:gd name="T1" fmla="*/ 9 h 9"/>
                  <a:gd name="T2" fmla="*/ 0 w 1"/>
                  <a:gd name="T3" fmla="*/ 2 h 9"/>
                  <a:gd name="T4" fmla="*/ 0 w 1"/>
                  <a:gd name="T5" fmla="*/ 0 h 9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"/>
                  <a:gd name="T11" fmla="*/ 1 w 1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">
                    <a:moveTo>
                      <a:pt x="0" y="9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80" name="Freeform 701"/>
              <p:cNvSpPr>
                <a:spLocks/>
              </p:cNvSpPr>
              <p:nvPr/>
            </p:nvSpPr>
            <p:spPr bwMode="auto">
              <a:xfrm>
                <a:off x="2130" y="3584"/>
                <a:ext cx="1067" cy="1"/>
              </a:xfrm>
              <a:custGeom>
                <a:avLst/>
                <a:gdLst>
                  <a:gd name="T0" fmla="*/ 0 w 1067"/>
                  <a:gd name="T1" fmla="*/ 0 h 1"/>
                  <a:gd name="T2" fmla="*/ 1065 w 1067"/>
                  <a:gd name="T3" fmla="*/ 0 h 1"/>
                  <a:gd name="T4" fmla="*/ 1067 w 106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067"/>
                  <a:gd name="T10" fmla="*/ 0 h 1"/>
                  <a:gd name="T11" fmla="*/ 1067 w 106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67" h="1">
                    <a:moveTo>
                      <a:pt x="0" y="0"/>
                    </a:moveTo>
                    <a:lnTo>
                      <a:pt x="1065" y="0"/>
                    </a:lnTo>
                    <a:lnTo>
                      <a:pt x="10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81" name="Rectangle 702"/>
              <p:cNvSpPr>
                <a:spLocks noChangeArrowheads="1"/>
              </p:cNvSpPr>
              <p:nvPr/>
            </p:nvSpPr>
            <p:spPr bwMode="auto">
              <a:xfrm>
                <a:off x="1225" y="3183"/>
                <a:ext cx="4" cy="193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82" name="Freeform 703"/>
              <p:cNvSpPr>
                <a:spLocks/>
              </p:cNvSpPr>
              <p:nvPr/>
            </p:nvSpPr>
            <p:spPr bwMode="auto">
              <a:xfrm>
                <a:off x="1225" y="3181"/>
                <a:ext cx="1" cy="195"/>
              </a:xfrm>
              <a:custGeom>
                <a:avLst/>
                <a:gdLst>
                  <a:gd name="T0" fmla="*/ 0 w 1"/>
                  <a:gd name="T1" fmla="*/ 195 h 195"/>
                  <a:gd name="T2" fmla="*/ 0 w 1"/>
                  <a:gd name="T3" fmla="*/ 2 h 195"/>
                  <a:gd name="T4" fmla="*/ 0 w 1"/>
                  <a:gd name="T5" fmla="*/ 0 h 19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95"/>
                  <a:gd name="T11" fmla="*/ 1 w 1"/>
                  <a:gd name="T12" fmla="*/ 195 h 19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95">
                    <a:moveTo>
                      <a:pt x="0" y="195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83" name="Freeform 704"/>
              <p:cNvSpPr>
                <a:spLocks/>
              </p:cNvSpPr>
              <p:nvPr/>
            </p:nvSpPr>
            <p:spPr bwMode="auto">
              <a:xfrm>
                <a:off x="1225" y="3376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4 w 6"/>
                  <a:gd name="T3" fmla="*/ 0 h 1"/>
                  <a:gd name="T4" fmla="*/ 6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0" y="0"/>
                    </a:moveTo>
                    <a:lnTo>
                      <a:pt x="4" y="0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84" name="Freeform 705"/>
              <p:cNvSpPr>
                <a:spLocks/>
              </p:cNvSpPr>
              <p:nvPr/>
            </p:nvSpPr>
            <p:spPr bwMode="auto">
              <a:xfrm>
                <a:off x="1225" y="3183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4 w 6"/>
                  <a:gd name="T3" fmla="*/ 0 h 1"/>
                  <a:gd name="T4" fmla="*/ 6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0" y="0"/>
                    </a:moveTo>
                    <a:lnTo>
                      <a:pt x="4" y="0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85" name="Freeform 706"/>
              <p:cNvSpPr>
                <a:spLocks/>
              </p:cNvSpPr>
              <p:nvPr/>
            </p:nvSpPr>
            <p:spPr bwMode="auto">
              <a:xfrm>
                <a:off x="1229" y="3181"/>
                <a:ext cx="1" cy="195"/>
              </a:xfrm>
              <a:custGeom>
                <a:avLst/>
                <a:gdLst>
                  <a:gd name="T0" fmla="*/ 0 w 1"/>
                  <a:gd name="T1" fmla="*/ 195 h 195"/>
                  <a:gd name="T2" fmla="*/ 0 w 1"/>
                  <a:gd name="T3" fmla="*/ 2 h 195"/>
                  <a:gd name="T4" fmla="*/ 0 w 1"/>
                  <a:gd name="T5" fmla="*/ 0 h 19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95"/>
                  <a:gd name="T11" fmla="*/ 1 w 1"/>
                  <a:gd name="T12" fmla="*/ 195 h 19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95">
                    <a:moveTo>
                      <a:pt x="0" y="195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86" name="Rectangle 707"/>
              <p:cNvSpPr>
                <a:spLocks noChangeArrowheads="1"/>
              </p:cNvSpPr>
              <p:nvPr/>
            </p:nvSpPr>
            <p:spPr bwMode="auto">
              <a:xfrm>
                <a:off x="1506" y="3168"/>
                <a:ext cx="2" cy="221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87" name="Freeform 708"/>
              <p:cNvSpPr>
                <a:spLocks/>
              </p:cNvSpPr>
              <p:nvPr/>
            </p:nvSpPr>
            <p:spPr bwMode="auto">
              <a:xfrm>
                <a:off x="1506" y="3166"/>
                <a:ext cx="1" cy="223"/>
              </a:xfrm>
              <a:custGeom>
                <a:avLst/>
                <a:gdLst>
                  <a:gd name="T0" fmla="*/ 0 w 1"/>
                  <a:gd name="T1" fmla="*/ 223 h 223"/>
                  <a:gd name="T2" fmla="*/ 0 w 1"/>
                  <a:gd name="T3" fmla="*/ 2 h 223"/>
                  <a:gd name="T4" fmla="*/ 0 w 1"/>
                  <a:gd name="T5" fmla="*/ 0 h 223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23"/>
                  <a:gd name="T11" fmla="*/ 1 w 1"/>
                  <a:gd name="T12" fmla="*/ 223 h 2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23">
                    <a:moveTo>
                      <a:pt x="0" y="223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88" name="Freeform 709"/>
              <p:cNvSpPr>
                <a:spLocks/>
              </p:cNvSpPr>
              <p:nvPr/>
            </p:nvSpPr>
            <p:spPr bwMode="auto">
              <a:xfrm>
                <a:off x="1506" y="3389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89" name="Freeform 710"/>
              <p:cNvSpPr>
                <a:spLocks/>
              </p:cNvSpPr>
              <p:nvPr/>
            </p:nvSpPr>
            <p:spPr bwMode="auto">
              <a:xfrm>
                <a:off x="1506" y="3168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90" name="Freeform 711"/>
              <p:cNvSpPr>
                <a:spLocks/>
              </p:cNvSpPr>
              <p:nvPr/>
            </p:nvSpPr>
            <p:spPr bwMode="auto">
              <a:xfrm>
                <a:off x="1508" y="3166"/>
                <a:ext cx="1" cy="223"/>
              </a:xfrm>
              <a:custGeom>
                <a:avLst/>
                <a:gdLst>
                  <a:gd name="T0" fmla="*/ 0 w 1"/>
                  <a:gd name="T1" fmla="*/ 223 h 223"/>
                  <a:gd name="T2" fmla="*/ 0 w 1"/>
                  <a:gd name="T3" fmla="*/ 2 h 223"/>
                  <a:gd name="T4" fmla="*/ 0 w 1"/>
                  <a:gd name="T5" fmla="*/ 0 h 223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23"/>
                  <a:gd name="T11" fmla="*/ 1 w 1"/>
                  <a:gd name="T12" fmla="*/ 223 h 2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23">
                    <a:moveTo>
                      <a:pt x="0" y="223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91" name="Rectangle 712"/>
              <p:cNvSpPr>
                <a:spLocks noChangeArrowheads="1"/>
              </p:cNvSpPr>
              <p:nvPr/>
            </p:nvSpPr>
            <p:spPr bwMode="auto">
              <a:xfrm>
                <a:off x="1366" y="3168"/>
                <a:ext cx="2" cy="221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92" name="Freeform 713"/>
              <p:cNvSpPr>
                <a:spLocks/>
              </p:cNvSpPr>
              <p:nvPr/>
            </p:nvSpPr>
            <p:spPr bwMode="auto">
              <a:xfrm>
                <a:off x="1366" y="3166"/>
                <a:ext cx="1" cy="223"/>
              </a:xfrm>
              <a:custGeom>
                <a:avLst/>
                <a:gdLst>
                  <a:gd name="T0" fmla="*/ 0 w 1"/>
                  <a:gd name="T1" fmla="*/ 223 h 223"/>
                  <a:gd name="T2" fmla="*/ 0 w 1"/>
                  <a:gd name="T3" fmla="*/ 2 h 223"/>
                  <a:gd name="T4" fmla="*/ 0 w 1"/>
                  <a:gd name="T5" fmla="*/ 0 h 223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23"/>
                  <a:gd name="T11" fmla="*/ 1 w 1"/>
                  <a:gd name="T12" fmla="*/ 223 h 2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23">
                    <a:moveTo>
                      <a:pt x="0" y="223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93" name="Freeform 714"/>
              <p:cNvSpPr>
                <a:spLocks/>
              </p:cNvSpPr>
              <p:nvPr/>
            </p:nvSpPr>
            <p:spPr bwMode="auto">
              <a:xfrm>
                <a:off x="1366" y="3389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94" name="Freeform 715"/>
              <p:cNvSpPr>
                <a:spLocks/>
              </p:cNvSpPr>
              <p:nvPr/>
            </p:nvSpPr>
            <p:spPr bwMode="auto">
              <a:xfrm>
                <a:off x="1366" y="3168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95" name="Freeform 716"/>
              <p:cNvSpPr>
                <a:spLocks/>
              </p:cNvSpPr>
              <p:nvPr/>
            </p:nvSpPr>
            <p:spPr bwMode="auto">
              <a:xfrm>
                <a:off x="1368" y="3166"/>
                <a:ext cx="1" cy="223"/>
              </a:xfrm>
              <a:custGeom>
                <a:avLst/>
                <a:gdLst>
                  <a:gd name="T0" fmla="*/ 0 w 1"/>
                  <a:gd name="T1" fmla="*/ 223 h 223"/>
                  <a:gd name="T2" fmla="*/ 0 w 1"/>
                  <a:gd name="T3" fmla="*/ 2 h 223"/>
                  <a:gd name="T4" fmla="*/ 0 w 1"/>
                  <a:gd name="T5" fmla="*/ 0 h 223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23"/>
                  <a:gd name="T11" fmla="*/ 1 w 1"/>
                  <a:gd name="T12" fmla="*/ 223 h 2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23">
                    <a:moveTo>
                      <a:pt x="0" y="223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96" name="Rectangle 717"/>
              <p:cNvSpPr>
                <a:spLocks noChangeArrowheads="1"/>
              </p:cNvSpPr>
              <p:nvPr/>
            </p:nvSpPr>
            <p:spPr bwMode="auto">
              <a:xfrm>
                <a:off x="1468" y="3396"/>
                <a:ext cx="24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97" name="Freeform 718"/>
              <p:cNvSpPr>
                <a:spLocks/>
              </p:cNvSpPr>
              <p:nvPr/>
            </p:nvSpPr>
            <p:spPr bwMode="auto">
              <a:xfrm>
                <a:off x="1468" y="3396"/>
                <a:ext cx="27" cy="1"/>
              </a:xfrm>
              <a:custGeom>
                <a:avLst/>
                <a:gdLst>
                  <a:gd name="T0" fmla="*/ 0 w 27"/>
                  <a:gd name="T1" fmla="*/ 0 h 1"/>
                  <a:gd name="T2" fmla="*/ 24 w 27"/>
                  <a:gd name="T3" fmla="*/ 0 h 1"/>
                  <a:gd name="T4" fmla="*/ 27 w 2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1"/>
                  <a:gd name="T11" fmla="*/ 27 w 2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1">
                    <a:moveTo>
                      <a:pt x="0" y="0"/>
                    </a:moveTo>
                    <a:lnTo>
                      <a:pt x="24" y="0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98" name="Freeform 719"/>
              <p:cNvSpPr>
                <a:spLocks/>
              </p:cNvSpPr>
              <p:nvPr/>
            </p:nvSpPr>
            <p:spPr bwMode="auto">
              <a:xfrm>
                <a:off x="1468" y="339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99" name="Freeform 720"/>
              <p:cNvSpPr>
                <a:spLocks/>
              </p:cNvSpPr>
              <p:nvPr/>
            </p:nvSpPr>
            <p:spPr bwMode="auto">
              <a:xfrm>
                <a:off x="1492" y="339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00" name="Freeform 721"/>
              <p:cNvSpPr>
                <a:spLocks/>
              </p:cNvSpPr>
              <p:nvPr/>
            </p:nvSpPr>
            <p:spPr bwMode="auto">
              <a:xfrm>
                <a:off x="1468" y="3398"/>
                <a:ext cx="27" cy="1"/>
              </a:xfrm>
              <a:custGeom>
                <a:avLst/>
                <a:gdLst>
                  <a:gd name="T0" fmla="*/ 0 w 27"/>
                  <a:gd name="T1" fmla="*/ 0 h 1"/>
                  <a:gd name="T2" fmla="*/ 24 w 27"/>
                  <a:gd name="T3" fmla="*/ 0 h 1"/>
                  <a:gd name="T4" fmla="*/ 27 w 2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1"/>
                  <a:gd name="T11" fmla="*/ 27 w 2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1">
                    <a:moveTo>
                      <a:pt x="0" y="0"/>
                    </a:moveTo>
                    <a:lnTo>
                      <a:pt x="24" y="0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01" name="Freeform 722"/>
              <p:cNvSpPr>
                <a:spLocks/>
              </p:cNvSpPr>
              <p:nvPr/>
            </p:nvSpPr>
            <p:spPr bwMode="auto">
              <a:xfrm>
                <a:off x="1005" y="3501"/>
                <a:ext cx="84" cy="83"/>
              </a:xfrm>
              <a:custGeom>
                <a:avLst/>
                <a:gdLst>
                  <a:gd name="T0" fmla="*/ 0 w 84"/>
                  <a:gd name="T1" fmla="*/ 0 h 83"/>
                  <a:gd name="T2" fmla="*/ 82 w 84"/>
                  <a:gd name="T3" fmla="*/ 81 h 83"/>
                  <a:gd name="T4" fmla="*/ 84 w 84"/>
                  <a:gd name="T5" fmla="*/ 83 h 83"/>
                  <a:gd name="T6" fmla="*/ 0 60000 65536"/>
                  <a:gd name="T7" fmla="*/ 0 60000 65536"/>
                  <a:gd name="T8" fmla="*/ 0 60000 65536"/>
                  <a:gd name="T9" fmla="*/ 0 w 84"/>
                  <a:gd name="T10" fmla="*/ 0 h 83"/>
                  <a:gd name="T11" fmla="*/ 84 w 84"/>
                  <a:gd name="T12" fmla="*/ 83 h 8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4" h="83">
                    <a:moveTo>
                      <a:pt x="0" y="0"/>
                    </a:moveTo>
                    <a:lnTo>
                      <a:pt x="82" y="81"/>
                    </a:lnTo>
                    <a:lnTo>
                      <a:pt x="84" y="8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02" name="Freeform 723"/>
              <p:cNvSpPr>
                <a:spLocks/>
              </p:cNvSpPr>
              <p:nvPr/>
            </p:nvSpPr>
            <p:spPr bwMode="auto">
              <a:xfrm>
                <a:off x="999" y="3498"/>
                <a:ext cx="86" cy="86"/>
              </a:xfrm>
              <a:custGeom>
                <a:avLst/>
                <a:gdLst>
                  <a:gd name="T0" fmla="*/ 86 w 86"/>
                  <a:gd name="T1" fmla="*/ 86 h 86"/>
                  <a:gd name="T2" fmla="*/ 2 w 86"/>
                  <a:gd name="T3" fmla="*/ 3 h 86"/>
                  <a:gd name="T4" fmla="*/ 0 w 86"/>
                  <a:gd name="T5" fmla="*/ 0 h 86"/>
                  <a:gd name="T6" fmla="*/ 0 60000 65536"/>
                  <a:gd name="T7" fmla="*/ 0 60000 65536"/>
                  <a:gd name="T8" fmla="*/ 0 60000 65536"/>
                  <a:gd name="T9" fmla="*/ 0 w 86"/>
                  <a:gd name="T10" fmla="*/ 0 h 86"/>
                  <a:gd name="T11" fmla="*/ 86 w 86"/>
                  <a:gd name="T12" fmla="*/ 86 h 8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6" h="86">
                    <a:moveTo>
                      <a:pt x="86" y="86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03" name="Freeform 724"/>
              <p:cNvSpPr>
                <a:spLocks/>
              </p:cNvSpPr>
              <p:nvPr/>
            </p:nvSpPr>
            <p:spPr bwMode="auto">
              <a:xfrm>
                <a:off x="1083" y="3582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2 w 4"/>
                  <a:gd name="T3" fmla="*/ 2 h 4"/>
                  <a:gd name="T4" fmla="*/ 0 w 4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4"/>
                  <a:gd name="T11" fmla="*/ 4 w 4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4">
                    <a:moveTo>
                      <a:pt x="4" y="0"/>
                    </a:move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04" name="Freeform 725"/>
              <p:cNvSpPr>
                <a:spLocks/>
              </p:cNvSpPr>
              <p:nvPr/>
            </p:nvSpPr>
            <p:spPr bwMode="auto">
              <a:xfrm>
                <a:off x="1001" y="3501"/>
                <a:ext cx="86" cy="83"/>
              </a:xfrm>
              <a:custGeom>
                <a:avLst/>
                <a:gdLst>
                  <a:gd name="T0" fmla="*/ 0 w 86"/>
                  <a:gd name="T1" fmla="*/ 0 h 83"/>
                  <a:gd name="T2" fmla="*/ 4 w 86"/>
                  <a:gd name="T3" fmla="*/ 0 h 83"/>
                  <a:gd name="T4" fmla="*/ 86 w 86"/>
                  <a:gd name="T5" fmla="*/ 81 h 83"/>
                  <a:gd name="T6" fmla="*/ 84 w 86"/>
                  <a:gd name="T7" fmla="*/ 83 h 83"/>
                  <a:gd name="T8" fmla="*/ 0 w 86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6"/>
                  <a:gd name="T16" fmla="*/ 0 h 83"/>
                  <a:gd name="T17" fmla="*/ 86 w 86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6" h="83">
                    <a:moveTo>
                      <a:pt x="0" y="0"/>
                    </a:moveTo>
                    <a:lnTo>
                      <a:pt x="4" y="0"/>
                    </a:lnTo>
                    <a:lnTo>
                      <a:pt x="86" y="81"/>
                    </a:lnTo>
                    <a:lnTo>
                      <a:pt x="84" y="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05" name="Freeform 726"/>
              <p:cNvSpPr>
                <a:spLocks/>
              </p:cNvSpPr>
              <p:nvPr/>
            </p:nvSpPr>
            <p:spPr bwMode="auto">
              <a:xfrm>
                <a:off x="1005" y="3446"/>
                <a:ext cx="1" cy="57"/>
              </a:xfrm>
              <a:custGeom>
                <a:avLst/>
                <a:gdLst>
                  <a:gd name="T0" fmla="*/ 0 w 1"/>
                  <a:gd name="T1" fmla="*/ 0 h 57"/>
                  <a:gd name="T2" fmla="*/ 0 w 1"/>
                  <a:gd name="T3" fmla="*/ 55 h 57"/>
                  <a:gd name="T4" fmla="*/ 0 w 1"/>
                  <a:gd name="T5" fmla="*/ 57 h 5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7"/>
                  <a:gd name="T11" fmla="*/ 1 w 1"/>
                  <a:gd name="T12" fmla="*/ 57 h 5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7">
                    <a:moveTo>
                      <a:pt x="0" y="0"/>
                    </a:moveTo>
                    <a:lnTo>
                      <a:pt x="0" y="55"/>
                    </a:lnTo>
                    <a:lnTo>
                      <a:pt x="0" y="5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06" name="Freeform 727"/>
              <p:cNvSpPr>
                <a:spLocks/>
              </p:cNvSpPr>
              <p:nvPr/>
            </p:nvSpPr>
            <p:spPr bwMode="auto">
              <a:xfrm>
                <a:off x="1001" y="3444"/>
                <a:ext cx="1" cy="57"/>
              </a:xfrm>
              <a:custGeom>
                <a:avLst/>
                <a:gdLst>
                  <a:gd name="T0" fmla="*/ 0 w 1"/>
                  <a:gd name="T1" fmla="*/ 57 h 57"/>
                  <a:gd name="T2" fmla="*/ 0 w 1"/>
                  <a:gd name="T3" fmla="*/ 2 h 57"/>
                  <a:gd name="T4" fmla="*/ 0 w 1"/>
                  <a:gd name="T5" fmla="*/ 0 h 5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7"/>
                  <a:gd name="T11" fmla="*/ 1 w 1"/>
                  <a:gd name="T12" fmla="*/ 57 h 5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7">
                    <a:moveTo>
                      <a:pt x="0" y="5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07" name="Freeform 728"/>
              <p:cNvSpPr>
                <a:spLocks/>
              </p:cNvSpPr>
              <p:nvPr/>
            </p:nvSpPr>
            <p:spPr bwMode="auto">
              <a:xfrm>
                <a:off x="999" y="3446"/>
                <a:ext cx="6" cy="1"/>
              </a:xfrm>
              <a:custGeom>
                <a:avLst/>
                <a:gdLst>
                  <a:gd name="T0" fmla="*/ 6 w 6"/>
                  <a:gd name="T1" fmla="*/ 0 h 1"/>
                  <a:gd name="T2" fmla="*/ 2 w 6"/>
                  <a:gd name="T3" fmla="*/ 0 h 1"/>
                  <a:gd name="T4" fmla="*/ 0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6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08" name="Rectangle 729"/>
              <p:cNvSpPr>
                <a:spLocks noChangeArrowheads="1"/>
              </p:cNvSpPr>
              <p:nvPr/>
            </p:nvSpPr>
            <p:spPr bwMode="auto">
              <a:xfrm>
                <a:off x="1001" y="3446"/>
                <a:ext cx="4" cy="5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09" name="Freeform 730"/>
              <p:cNvSpPr>
                <a:spLocks/>
              </p:cNvSpPr>
              <p:nvPr/>
            </p:nvSpPr>
            <p:spPr bwMode="auto">
              <a:xfrm>
                <a:off x="1143" y="3444"/>
                <a:ext cx="1" cy="28"/>
              </a:xfrm>
              <a:custGeom>
                <a:avLst/>
                <a:gdLst>
                  <a:gd name="T0" fmla="*/ 0 w 1"/>
                  <a:gd name="T1" fmla="*/ 28 h 28"/>
                  <a:gd name="T2" fmla="*/ 0 w 1"/>
                  <a:gd name="T3" fmla="*/ 2 h 28"/>
                  <a:gd name="T4" fmla="*/ 0 w 1"/>
                  <a:gd name="T5" fmla="*/ 0 h 28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8"/>
                  <a:gd name="T11" fmla="*/ 1 w 1"/>
                  <a:gd name="T12" fmla="*/ 28 h 2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8">
                    <a:moveTo>
                      <a:pt x="0" y="28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10" name="Freeform 731"/>
              <p:cNvSpPr>
                <a:spLocks/>
              </p:cNvSpPr>
              <p:nvPr/>
            </p:nvSpPr>
            <p:spPr bwMode="auto">
              <a:xfrm>
                <a:off x="1145" y="3446"/>
                <a:ext cx="1" cy="31"/>
              </a:xfrm>
              <a:custGeom>
                <a:avLst/>
                <a:gdLst>
                  <a:gd name="T0" fmla="*/ 0 w 1"/>
                  <a:gd name="T1" fmla="*/ 0 h 31"/>
                  <a:gd name="T2" fmla="*/ 0 w 1"/>
                  <a:gd name="T3" fmla="*/ 28 h 31"/>
                  <a:gd name="T4" fmla="*/ 0 w 1"/>
                  <a:gd name="T5" fmla="*/ 31 h 3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31"/>
                  <a:gd name="T11" fmla="*/ 1 w 1"/>
                  <a:gd name="T12" fmla="*/ 31 h 3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31">
                    <a:moveTo>
                      <a:pt x="0" y="0"/>
                    </a:moveTo>
                    <a:lnTo>
                      <a:pt x="0" y="28"/>
                    </a:lnTo>
                    <a:lnTo>
                      <a:pt x="0" y="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11" name="Freeform 732"/>
              <p:cNvSpPr>
                <a:spLocks/>
              </p:cNvSpPr>
              <p:nvPr/>
            </p:nvSpPr>
            <p:spPr bwMode="auto">
              <a:xfrm>
                <a:off x="1143" y="3446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12" name="Freeform 733"/>
              <p:cNvSpPr>
                <a:spLocks/>
              </p:cNvSpPr>
              <p:nvPr/>
            </p:nvSpPr>
            <p:spPr bwMode="auto">
              <a:xfrm>
                <a:off x="1143" y="3446"/>
                <a:ext cx="2" cy="28"/>
              </a:xfrm>
              <a:custGeom>
                <a:avLst/>
                <a:gdLst>
                  <a:gd name="T0" fmla="*/ 2 w 2"/>
                  <a:gd name="T1" fmla="*/ 28 h 28"/>
                  <a:gd name="T2" fmla="*/ 0 w 2"/>
                  <a:gd name="T3" fmla="*/ 26 h 28"/>
                  <a:gd name="T4" fmla="*/ 0 w 2"/>
                  <a:gd name="T5" fmla="*/ 0 h 28"/>
                  <a:gd name="T6" fmla="*/ 2 w 2"/>
                  <a:gd name="T7" fmla="*/ 0 h 28"/>
                  <a:gd name="T8" fmla="*/ 2 w 2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28"/>
                  <a:gd name="T17" fmla="*/ 2 w 2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28">
                    <a:moveTo>
                      <a:pt x="2" y="28"/>
                    </a:moveTo>
                    <a:lnTo>
                      <a:pt x="0" y="26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13" name="Freeform 734"/>
              <p:cNvSpPr>
                <a:spLocks/>
              </p:cNvSpPr>
              <p:nvPr/>
            </p:nvSpPr>
            <p:spPr bwMode="auto">
              <a:xfrm>
                <a:off x="1056" y="3472"/>
                <a:ext cx="89" cy="1"/>
              </a:xfrm>
              <a:custGeom>
                <a:avLst/>
                <a:gdLst>
                  <a:gd name="T0" fmla="*/ 0 w 89"/>
                  <a:gd name="T1" fmla="*/ 0 h 1"/>
                  <a:gd name="T2" fmla="*/ 87 w 89"/>
                  <a:gd name="T3" fmla="*/ 0 h 1"/>
                  <a:gd name="T4" fmla="*/ 89 w 8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89"/>
                  <a:gd name="T10" fmla="*/ 0 h 1"/>
                  <a:gd name="T11" fmla="*/ 89 w 8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" h="1">
                    <a:moveTo>
                      <a:pt x="0" y="0"/>
                    </a:moveTo>
                    <a:lnTo>
                      <a:pt x="87" y="0"/>
                    </a:lnTo>
                    <a:lnTo>
                      <a:pt x="8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14" name="Freeform 735"/>
              <p:cNvSpPr>
                <a:spLocks/>
              </p:cNvSpPr>
              <p:nvPr/>
            </p:nvSpPr>
            <p:spPr bwMode="auto">
              <a:xfrm>
                <a:off x="1058" y="3474"/>
                <a:ext cx="87" cy="1"/>
              </a:xfrm>
              <a:custGeom>
                <a:avLst/>
                <a:gdLst>
                  <a:gd name="T0" fmla="*/ 87 w 87"/>
                  <a:gd name="T1" fmla="*/ 0 h 1"/>
                  <a:gd name="T2" fmla="*/ 3 w 87"/>
                  <a:gd name="T3" fmla="*/ 0 h 1"/>
                  <a:gd name="T4" fmla="*/ 0 w 8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87"/>
                  <a:gd name="T10" fmla="*/ 0 h 1"/>
                  <a:gd name="T11" fmla="*/ 87 w 8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7" h="1">
                    <a:moveTo>
                      <a:pt x="87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15" name="Freeform 736"/>
              <p:cNvSpPr>
                <a:spLocks/>
              </p:cNvSpPr>
              <p:nvPr/>
            </p:nvSpPr>
            <p:spPr bwMode="auto">
              <a:xfrm>
                <a:off x="1056" y="3472"/>
                <a:ext cx="89" cy="2"/>
              </a:xfrm>
              <a:custGeom>
                <a:avLst/>
                <a:gdLst>
                  <a:gd name="T0" fmla="*/ 5 w 89"/>
                  <a:gd name="T1" fmla="*/ 2 h 2"/>
                  <a:gd name="T2" fmla="*/ 0 w 89"/>
                  <a:gd name="T3" fmla="*/ 0 h 2"/>
                  <a:gd name="T4" fmla="*/ 87 w 89"/>
                  <a:gd name="T5" fmla="*/ 0 h 2"/>
                  <a:gd name="T6" fmla="*/ 89 w 89"/>
                  <a:gd name="T7" fmla="*/ 2 h 2"/>
                  <a:gd name="T8" fmla="*/ 5 w 89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"/>
                  <a:gd name="T16" fmla="*/ 0 h 2"/>
                  <a:gd name="T17" fmla="*/ 89 w 89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" h="2">
                    <a:moveTo>
                      <a:pt x="5" y="2"/>
                    </a:moveTo>
                    <a:lnTo>
                      <a:pt x="0" y="0"/>
                    </a:lnTo>
                    <a:lnTo>
                      <a:pt x="87" y="0"/>
                    </a:lnTo>
                    <a:lnTo>
                      <a:pt x="89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16" name="Freeform 737"/>
              <p:cNvSpPr>
                <a:spLocks/>
              </p:cNvSpPr>
              <p:nvPr/>
            </p:nvSpPr>
            <p:spPr bwMode="auto">
              <a:xfrm>
                <a:off x="1054" y="3470"/>
                <a:ext cx="60" cy="88"/>
              </a:xfrm>
              <a:custGeom>
                <a:avLst/>
                <a:gdLst>
                  <a:gd name="T0" fmla="*/ 60 w 60"/>
                  <a:gd name="T1" fmla="*/ 88 h 88"/>
                  <a:gd name="T2" fmla="*/ 2 w 60"/>
                  <a:gd name="T3" fmla="*/ 2 h 88"/>
                  <a:gd name="T4" fmla="*/ 0 w 60"/>
                  <a:gd name="T5" fmla="*/ 0 h 88"/>
                  <a:gd name="T6" fmla="*/ 0 60000 65536"/>
                  <a:gd name="T7" fmla="*/ 0 60000 65536"/>
                  <a:gd name="T8" fmla="*/ 0 60000 65536"/>
                  <a:gd name="T9" fmla="*/ 0 w 60"/>
                  <a:gd name="T10" fmla="*/ 0 h 88"/>
                  <a:gd name="T11" fmla="*/ 60 w 60"/>
                  <a:gd name="T12" fmla="*/ 88 h 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0" h="88">
                    <a:moveTo>
                      <a:pt x="60" y="88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17" name="Freeform 738"/>
              <p:cNvSpPr>
                <a:spLocks/>
              </p:cNvSpPr>
              <p:nvPr/>
            </p:nvSpPr>
            <p:spPr bwMode="auto">
              <a:xfrm>
                <a:off x="1061" y="3474"/>
                <a:ext cx="57" cy="81"/>
              </a:xfrm>
              <a:custGeom>
                <a:avLst/>
                <a:gdLst>
                  <a:gd name="T0" fmla="*/ 0 w 57"/>
                  <a:gd name="T1" fmla="*/ 0 h 81"/>
                  <a:gd name="T2" fmla="*/ 55 w 57"/>
                  <a:gd name="T3" fmla="*/ 79 h 81"/>
                  <a:gd name="T4" fmla="*/ 57 w 57"/>
                  <a:gd name="T5" fmla="*/ 81 h 81"/>
                  <a:gd name="T6" fmla="*/ 0 60000 65536"/>
                  <a:gd name="T7" fmla="*/ 0 60000 65536"/>
                  <a:gd name="T8" fmla="*/ 0 60000 65536"/>
                  <a:gd name="T9" fmla="*/ 0 w 57"/>
                  <a:gd name="T10" fmla="*/ 0 h 81"/>
                  <a:gd name="T11" fmla="*/ 57 w 57"/>
                  <a:gd name="T12" fmla="*/ 81 h 8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7" h="81">
                    <a:moveTo>
                      <a:pt x="0" y="0"/>
                    </a:moveTo>
                    <a:lnTo>
                      <a:pt x="55" y="79"/>
                    </a:lnTo>
                    <a:lnTo>
                      <a:pt x="57" y="8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18" name="Freeform 739"/>
              <p:cNvSpPr>
                <a:spLocks/>
              </p:cNvSpPr>
              <p:nvPr/>
            </p:nvSpPr>
            <p:spPr bwMode="auto">
              <a:xfrm>
                <a:off x="1056" y="3472"/>
                <a:ext cx="60" cy="86"/>
              </a:xfrm>
              <a:custGeom>
                <a:avLst/>
                <a:gdLst>
                  <a:gd name="T0" fmla="*/ 60 w 60"/>
                  <a:gd name="T1" fmla="*/ 81 h 86"/>
                  <a:gd name="T2" fmla="*/ 58 w 60"/>
                  <a:gd name="T3" fmla="*/ 86 h 86"/>
                  <a:gd name="T4" fmla="*/ 0 w 60"/>
                  <a:gd name="T5" fmla="*/ 0 h 86"/>
                  <a:gd name="T6" fmla="*/ 5 w 60"/>
                  <a:gd name="T7" fmla="*/ 2 h 86"/>
                  <a:gd name="T8" fmla="*/ 60 w 60"/>
                  <a:gd name="T9" fmla="*/ 81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86"/>
                  <a:gd name="T17" fmla="*/ 60 w 60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86">
                    <a:moveTo>
                      <a:pt x="60" y="81"/>
                    </a:moveTo>
                    <a:lnTo>
                      <a:pt x="58" y="86"/>
                    </a:lnTo>
                    <a:lnTo>
                      <a:pt x="0" y="0"/>
                    </a:lnTo>
                    <a:lnTo>
                      <a:pt x="5" y="2"/>
                    </a:lnTo>
                    <a:lnTo>
                      <a:pt x="60" y="81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19" name="Freeform 740"/>
              <p:cNvSpPr>
                <a:spLocks/>
              </p:cNvSpPr>
              <p:nvPr/>
            </p:nvSpPr>
            <p:spPr bwMode="auto">
              <a:xfrm>
                <a:off x="1112" y="3558"/>
                <a:ext cx="225" cy="1"/>
              </a:xfrm>
              <a:custGeom>
                <a:avLst/>
                <a:gdLst>
                  <a:gd name="T0" fmla="*/ 225 w 225"/>
                  <a:gd name="T1" fmla="*/ 0 h 1"/>
                  <a:gd name="T2" fmla="*/ 2 w 225"/>
                  <a:gd name="T3" fmla="*/ 0 h 1"/>
                  <a:gd name="T4" fmla="*/ 0 w 22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25"/>
                  <a:gd name="T10" fmla="*/ 0 h 1"/>
                  <a:gd name="T11" fmla="*/ 225 w 22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5" h="1">
                    <a:moveTo>
                      <a:pt x="225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20" name="Freeform 741"/>
              <p:cNvSpPr>
                <a:spLocks/>
              </p:cNvSpPr>
              <p:nvPr/>
            </p:nvSpPr>
            <p:spPr bwMode="auto">
              <a:xfrm>
                <a:off x="1116" y="3553"/>
                <a:ext cx="226" cy="1"/>
              </a:xfrm>
              <a:custGeom>
                <a:avLst/>
                <a:gdLst>
                  <a:gd name="T0" fmla="*/ 0 w 226"/>
                  <a:gd name="T1" fmla="*/ 0 h 1"/>
                  <a:gd name="T2" fmla="*/ 224 w 226"/>
                  <a:gd name="T3" fmla="*/ 0 h 1"/>
                  <a:gd name="T4" fmla="*/ 226 w 22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26"/>
                  <a:gd name="T10" fmla="*/ 0 h 1"/>
                  <a:gd name="T11" fmla="*/ 226 w 22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6" h="1">
                    <a:moveTo>
                      <a:pt x="0" y="0"/>
                    </a:moveTo>
                    <a:lnTo>
                      <a:pt x="224" y="0"/>
                    </a:lnTo>
                    <a:lnTo>
                      <a:pt x="2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21" name="Freeform 742"/>
              <p:cNvSpPr>
                <a:spLocks/>
              </p:cNvSpPr>
              <p:nvPr/>
            </p:nvSpPr>
            <p:spPr bwMode="auto">
              <a:xfrm>
                <a:off x="1114" y="3553"/>
                <a:ext cx="226" cy="5"/>
              </a:xfrm>
              <a:custGeom>
                <a:avLst/>
                <a:gdLst>
                  <a:gd name="T0" fmla="*/ 226 w 226"/>
                  <a:gd name="T1" fmla="*/ 0 h 5"/>
                  <a:gd name="T2" fmla="*/ 223 w 226"/>
                  <a:gd name="T3" fmla="*/ 5 h 5"/>
                  <a:gd name="T4" fmla="*/ 0 w 226"/>
                  <a:gd name="T5" fmla="*/ 5 h 5"/>
                  <a:gd name="T6" fmla="*/ 2 w 226"/>
                  <a:gd name="T7" fmla="*/ 0 h 5"/>
                  <a:gd name="T8" fmla="*/ 226 w 22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6"/>
                  <a:gd name="T16" fmla="*/ 0 h 5"/>
                  <a:gd name="T17" fmla="*/ 226 w 226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6" h="5">
                    <a:moveTo>
                      <a:pt x="226" y="0"/>
                    </a:moveTo>
                    <a:lnTo>
                      <a:pt x="223" y="5"/>
                    </a:lnTo>
                    <a:lnTo>
                      <a:pt x="0" y="5"/>
                    </a:lnTo>
                    <a:lnTo>
                      <a:pt x="2" y="0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22" name="Freeform 743"/>
              <p:cNvSpPr>
                <a:spLocks/>
              </p:cNvSpPr>
              <p:nvPr/>
            </p:nvSpPr>
            <p:spPr bwMode="auto">
              <a:xfrm>
                <a:off x="1337" y="3555"/>
                <a:ext cx="1" cy="29"/>
              </a:xfrm>
              <a:custGeom>
                <a:avLst/>
                <a:gdLst>
                  <a:gd name="T0" fmla="*/ 0 w 1"/>
                  <a:gd name="T1" fmla="*/ 29 h 29"/>
                  <a:gd name="T2" fmla="*/ 0 w 1"/>
                  <a:gd name="T3" fmla="*/ 3 h 29"/>
                  <a:gd name="T4" fmla="*/ 0 w 1"/>
                  <a:gd name="T5" fmla="*/ 0 h 29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9"/>
                  <a:gd name="T11" fmla="*/ 1 w 1"/>
                  <a:gd name="T12" fmla="*/ 29 h 2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9">
                    <a:moveTo>
                      <a:pt x="0" y="29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23" name="Freeform 744"/>
              <p:cNvSpPr>
                <a:spLocks/>
              </p:cNvSpPr>
              <p:nvPr/>
            </p:nvSpPr>
            <p:spPr bwMode="auto">
              <a:xfrm>
                <a:off x="1340" y="3553"/>
                <a:ext cx="1" cy="33"/>
              </a:xfrm>
              <a:custGeom>
                <a:avLst/>
                <a:gdLst>
                  <a:gd name="T0" fmla="*/ 0 w 1"/>
                  <a:gd name="T1" fmla="*/ 0 h 33"/>
                  <a:gd name="T2" fmla="*/ 0 w 1"/>
                  <a:gd name="T3" fmla="*/ 31 h 33"/>
                  <a:gd name="T4" fmla="*/ 0 w 1"/>
                  <a:gd name="T5" fmla="*/ 33 h 33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33"/>
                  <a:gd name="T11" fmla="*/ 1 w 1"/>
                  <a:gd name="T12" fmla="*/ 33 h 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33">
                    <a:moveTo>
                      <a:pt x="0" y="0"/>
                    </a:moveTo>
                    <a:lnTo>
                      <a:pt x="0" y="31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24" name="Freeform 745"/>
              <p:cNvSpPr>
                <a:spLocks/>
              </p:cNvSpPr>
              <p:nvPr/>
            </p:nvSpPr>
            <p:spPr bwMode="auto">
              <a:xfrm>
                <a:off x="1337" y="3584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25" name="Freeform 746"/>
              <p:cNvSpPr>
                <a:spLocks/>
              </p:cNvSpPr>
              <p:nvPr/>
            </p:nvSpPr>
            <p:spPr bwMode="auto">
              <a:xfrm>
                <a:off x="1337" y="3553"/>
                <a:ext cx="3" cy="31"/>
              </a:xfrm>
              <a:custGeom>
                <a:avLst/>
                <a:gdLst>
                  <a:gd name="T0" fmla="*/ 3 w 3"/>
                  <a:gd name="T1" fmla="*/ 31 h 31"/>
                  <a:gd name="T2" fmla="*/ 0 w 3"/>
                  <a:gd name="T3" fmla="*/ 31 h 31"/>
                  <a:gd name="T4" fmla="*/ 0 w 3"/>
                  <a:gd name="T5" fmla="*/ 5 h 31"/>
                  <a:gd name="T6" fmla="*/ 3 w 3"/>
                  <a:gd name="T7" fmla="*/ 0 h 31"/>
                  <a:gd name="T8" fmla="*/ 3 w 3"/>
                  <a:gd name="T9" fmla="*/ 3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1"/>
                  <a:gd name="T17" fmla="*/ 3 w 3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1">
                    <a:moveTo>
                      <a:pt x="3" y="31"/>
                    </a:moveTo>
                    <a:lnTo>
                      <a:pt x="0" y="31"/>
                    </a:lnTo>
                    <a:lnTo>
                      <a:pt x="0" y="5"/>
                    </a:lnTo>
                    <a:lnTo>
                      <a:pt x="3" y="0"/>
                    </a:lnTo>
                    <a:lnTo>
                      <a:pt x="3" y="31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26" name="Freeform 747"/>
              <p:cNvSpPr>
                <a:spLocks/>
              </p:cNvSpPr>
              <p:nvPr/>
            </p:nvSpPr>
            <p:spPr bwMode="auto">
              <a:xfrm>
                <a:off x="1156" y="3376"/>
                <a:ext cx="73" cy="70"/>
              </a:xfrm>
              <a:custGeom>
                <a:avLst/>
                <a:gdLst>
                  <a:gd name="T0" fmla="*/ 22 w 73"/>
                  <a:gd name="T1" fmla="*/ 68 h 70"/>
                  <a:gd name="T2" fmla="*/ 42 w 73"/>
                  <a:gd name="T3" fmla="*/ 57 h 70"/>
                  <a:gd name="T4" fmla="*/ 57 w 73"/>
                  <a:gd name="T5" fmla="*/ 41 h 70"/>
                  <a:gd name="T6" fmla="*/ 69 w 73"/>
                  <a:gd name="T7" fmla="*/ 22 h 70"/>
                  <a:gd name="T8" fmla="*/ 73 w 73"/>
                  <a:gd name="T9" fmla="*/ 0 h 70"/>
                  <a:gd name="T10" fmla="*/ 69 w 73"/>
                  <a:gd name="T11" fmla="*/ 0 h 70"/>
                  <a:gd name="T12" fmla="*/ 66 w 73"/>
                  <a:gd name="T13" fmla="*/ 20 h 70"/>
                  <a:gd name="T14" fmla="*/ 55 w 73"/>
                  <a:gd name="T15" fmla="*/ 39 h 70"/>
                  <a:gd name="T16" fmla="*/ 40 w 73"/>
                  <a:gd name="T17" fmla="*/ 55 h 70"/>
                  <a:gd name="T18" fmla="*/ 22 w 73"/>
                  <a:gd name="T19" fmla="*/ 63 h 70"/>
                  <a:gd name="T20" fmla="*/ 0 w 73"/>
                  <a:gd name="T21" fmla="*/ 68 h 70"/>
                  <a:gd name="T22" fmla="*/ 0 w 73"/>
                  <a:gd name="T23" fmla="*/ 70 h 70"/>
                  <a:gd name="T24" fmla="*/ 22 w 73"/>
                  <a:gd name="T25" fmla="*/ 68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3"/>
                  <a:gd name="T40" fmla="*/ 0 h 70"/>
                  <a:gd name="T41" fmla="*/ 73 w 73"/>
                  <a:gd name="T42" fmla="*/ 70 h 7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3" h="70">
                    <a:moveTo>
                      <a:pt x="22" y="68"/>
                    </a:moveTo>
                    <a:lnTo>
                      <a:pt x="42" y="57"/>
                    </a:lnTo>
                    <a:lnTo>
                      <a:pt x="57" y="41"/>
                    </a:lnTo>
                    <a:lnTo>
                      <a:pt x="69" y="22"/>
                    </a:lnTo>
                    <a:lnTo>
                      <a:pt x="73" y="0"/>
                    </a:lnTo>
                    <a:lnTo>
                      <a:pt x="69" y="0"/>
                    </a:lnTo>
                    <a:lnTo>
                      <a:pt x="66" y="20"/>
                    </a:lnTo>
                    <a:lnTo>
                      <a:pt x="55" y="39"/>
                    </a:lnTo>
                    <a:lnTo>
                      <a:pt x="40" y="55"/>
                    </a:lnTo>
                    <a:lnTo>
                      <a:pt x="22" y="63"/>
                    </a:lnTo>
                    <a:lnTo>
                      <a:pt x="0" y="68"/>
                    </a:lnTo>
                    <a:lnTo>
                      <a:pt x="0" y="70"/>
                    </a:lnTo>
                    <a:lnTo>
                      <a:pt x="22" y="6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27" name="Freeform 748"/>
              <p:cNvSpPr>
                <a:spLocks/>
              </p:cNvSpPr>
              <p:nvPr/>
            </p:nvSpPr>
            <p:spPr bwMode="auto">
              <a:xfrm>
                <a:off x="1154" y="3444"/>
                <a:ext cx="24" cy="4"/>
              </a:xfrm>
              <a:custGeom>
                <a:avLst/>
                <a:gdLst>
                  <a:gd name="T0" fmla="*/ 24 w 24"/>
                  <a:gd name="T1" fmla="*/ 0 h 4"/>
                  <a:gd name="T2" fmla="*/ 2 w 24"/>
                  <a:gd name="T3" fmla="*/ 2 h 4"/>
                  <a:gd name="T4" fmla="*/ 0 w 24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4"/>
                  <a:gd name="T11" fmla="*/ 24 w 24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4">
                    <a:moveTo>
                      <a:pt x="24" y="0"/>
                    </a:move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28" name="Freeform 749"/>
              <p:cNvSpPr>
                <a:spLocks/>
              </p:cNvSpPr>
              <p:nvPr/>
            </p:nvSpPr>
            <p:spPr bwMode="auto">
              <a:xfrm>
                <a:off x="1176" y="3433"/>
                <a:ext cx="22" cy="13"/>
              </a:xfrm>
              <a:custGeom>
                <a:avLst/>
                <a:gdLst>
                  <a:gd name="T0" fmla="*/ 22 w 22"/>
                  <a:gd name="T1" fmla="*/ 0 h 13"/>
                  <a:gd name="T2" fmla="*/ 2 w 22"/>
                  <a:gd name="T3" fmla="*/ 11 h 13"/>
                  <a:gd name="T4" fmla="*/ 0 w 22"/>
                  <a:gd name="T5" fmla="*/ 13 h 13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13"/>
                  <a:gd name="T11" fmla="*/ 22 w 22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13">
                    <a:moveTo>
                      <a:pt x="22" y="0"/>
                    </a:moveTo>
                    <a:lnTo>
                      <a:pt x="2" y="11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29" name="Freeform 750"/>
              <p:cNvSpPr>
                <a:spLocks/>
              </p:cNvSpPr>
              <p:nvPr/>
            </p:nvSpPr>
            <p:spPr bwMode="auto">
              <a:xfrm>
                <a:off x="1196" y="3417"/>
                <a:ext cx="17" cy="18"/>
              </a:xfrm>
              <a:custGeom>
                <a:avLst/>
                <a:gdLst>
                  <a:gd name="T0" fmla="*/ 17 w 17"/>
                  <a:gd name="T1" fmla="*/ 0 h 18"/>
                  <a:gd name="T2" fmla="*/ 2 w 17"/>
                  <a:gd name="T3" fmla="*/ 16 h 18"/>
                  <a:gd name="T4" fmla="*/ 0 w 17"/>
                  <a:gd name="T5" fmla="*/ 18 h 18"/>
                  <a:gd name="T6" fmla="*/ 0 60000 65536"/>
                  <a:gd name="T7" fmla="*/ 0 60000 65536"/>
                  <a:gd name="T8" fmla="*/ 0 60000 65536"/>
                  <a:gd name="T9" fmla="*/ 0 w 17"/>
                  <a:gd name="T10" fmla="*/ 0 h 18"/>
                  <a:gd name="T11" fmla="*/ 17 w 17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" h="18">
                    <a:moveTo>
                      <a:pt x="17" y="0"/>
                    </a:moveTo>
                    <a:lnTo>
                      <a:pt x="2" y="16"/>
                    </a:lnTo>
                    <a:lnTo>
                      <a:pt x="0" y="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30" name="Freeform 751"/>
              <p:cNvSpPr>
                <a:spLocks/>
              </p:cNvSpPr>
              <p:nvPr/>
            </p:nvSpPr>
            <p:spPr bwMode="auto">
              <a:xfrm>
                <a:off x="1211" y="3398"/>
                <a:ext cx="14" cy="22"/>
              </a:xfrm>
              <a:custGeom>
                <a:avLst/>
                <a:gdLst>
                  <a:gd name="T0" fmla="*/ 14 w 14"/>
                  <a:gd name="T1" fmla="*/ 0 h 22"/>
                  <a:gd name="T2" fmla="*/ 2 w 14"/>
                  <a:gd name="T3" fmla="*/ 19 h 22"/>
                  <a:gd name="T4" fmla="*/ 0 w 14"/>
                  <a:gd name="T5" fmla="*/ 22 h 22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22"/>
                  <a:gd name="T11" fmla="*/ 14 w 14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22">
                    <a:moveTo>
                      <a:pt x="14" y="0"/>
                    </a:moveTo>
                    <a:lnTo>
                      <a:pt x="2" y="19"/>
                    </a:lnTo>
                    <a:lnTo>
                      <a:pt x="0" y="2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31" name="Freeform 752"/>
              <p:cNvSpPr>
                <a:spLocks/>
              </p:cNvSpPr>
              <p:nvPr/>
            </p:nvSpPr>
            <p:spPr bwMode="auto">
              <a:xfrm>
                <a:off x="1222" y="3376"/>
                <a:ext cx="7" cy="24"/>
              </a:xfrm>
              <a:custGeom>
                <a:avLst/>
                <a:gdLst>
                  <a:gd name="T0" fmla="*/ 7 w 7"/>
                  <a:gd name="T1" fmla="*/ 0 h 24"/>
                  <a:gd name="T2" fmla="*/ 3 w 7"/>
                  <a:gd name="T3" fmla="*/ 22 h 24"/>
                  <a:gd name="T4" fmla="*/ 0 w 7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24"/>
                  <a:gd name="T11" fmla="*/ 7 w 7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24">
                    <a:moveTo>
                      <a:pt x="7" y="0"/>
                    </a:moveTo>
                    <a:lnTo>
                      <a:pt x="3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32" name="Freeform 753"/>
              <p:cNvSpPr>
                <a:spLocks/>
              </p:cNvSpPr>
              <p:nvPr/>
            </p:nvSpPr>
            <p:spPr bwMode="auto">
              <a:xfrm>
                <a:off x="1154" y="3439"/>
                <a:ext cx="24" cy="7"/>
              </a:xfrm>
              <a:custGeom>
                <a:avLst/>
                <a:gdLst>
                  <a:gd name="T0" fmla="*/ 24 w 24"/>
                  <a:gd name="T1" fmla="*/ 0 h 7"/>
                  <a:gd name="T2" fmla="*/ 2 w 24"/>
                  <a:gd name="T3" fmla="*/ 5 h 7"/>
                  <a:gd name="T4" fmla="*/ 0 w 24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7"/>
                  <a:gd name="T11" fmla="*/ 24 w 24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7">
                    <a:moveTo>
                      <a:pt x="24" y="0"/>
                    </a:moveTo>
                    <a:lnTo>
                      <a:pt x="2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33" name="Freeform 754"/>
              <p:cNvSpPr>
                <a:spLocks/>
              </p:cNvSpPr>
              <p:nvPr/>
            </p:nvSpPr>
            <p:spPr bwMode="auto">
              <a:xfrm>
                <a:off x="1176" y="3431"/>
                <a:ext cx="20" cy="10"/>
              </a:xfrm>
              <a:custGeom>
                <a:avLst/>
                <a:gdLst>
                  <a:gd name="T0" fmla="*/ 20 w 20"/>
                  <a:gd name="T1" fmla="*/ 0 h 10"/>
                  <a:gd name="T2" fmla="*/ 2 w 20"/>
                  <a:gd name="T3" fmla="*/ 8 h 10"/>
                  <a:gd name="T4" fmla="*/ 0 w 20"/>
                  <a:gd name="T5" fmla="*/ 10 h 10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10"/>
                  <a:gd name="T11" fmla="*/ 20 w 20"/>
                  <a:gd name="T12" fmla="*/ 10 h 1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10">
                    <a:moveTo>
                      <a:pt x="20" y="0"/>
                    </a:moveTo>
                    <a:lnTo>
                      <a:pt x="2" y="8"/>
                    </a:lnTo>
                    <a:lnTo>
                      <a:pt x="0" y="1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34" name="Freeform 755"/>
              <p:cNvSpPr>
                <a:spLocks/>
              </p:cNvSpPr>
              <p:nvPr/>
            </p:nvSpPr>
            <p:spPr bwMode="auto">
              <a:xfrm>
                <a:off x="1194" y="3415"/>
                <a:ext cx="17" cy="18"/>
              </a:xfrm>
              <a:custGeom>
                <a:avLst/>
                <a:gdLst>
                  <a:gd name="T0" fmla="*/ 17 w 17"/>
                  <a:gd name="T1" fmla="*/ 0 h 18"/>
                  <a:gd name="T2" fmla="*/ 2 w 17"/>
                  <a:gd name="T3" fmla="*/ 16 h 18"/>
                  <a:gd name="T4" fmla="*/ 0 w 17"/>
                  <a:gd name="T5" fmla="*/ 18 h 18"/>
                  <a:gd name="T6" fmla="*/ 0 60000 65536"/>
                  <a:gd name="T7" fmla="*/ 0 60000 65536"/>
                  <a:gd name="T8" fmla="*/ 0 60000 65536"/>
                  <a:gd name="T9" fmla="*/ 0 w 17"/>
                  <a:gd name="T10" fmla="*/ 0 h 18"/>
                  <a:gd name="T11" fmla="*/ 17 w 17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" h="18">
                    <a:moveTo>
                      <a:pt x="17" y="0"/>
                    </a:moveTo>
                    <a:lnTo>
                      <a:pt x="2" y="16"/>
                    </a:lnTo>
                    <a:lnTo>
                      <a:pt x="0" y="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35" name="Freeform 756"/>
              <p:cNvSpPr>
                <a:spLocks/>
              </p:cNvSpPr>
              <p:nvPr/>
            </p:nvSpPr>
            <p:spPr bwMode="auto">
              <a:xfrm>
                <a:off x="1209" y="3396"/>
                <a:ext cx="13" cy="21"/>
              </a:xfrm>
              <a:custGeom>
                <a:avLst/>
                <a:gdLst>
                  <a:gd name="T0" fmla="*/ 13 w 13"/>
                  <a:gd name="T1" fmla="*/ 0 h 21"/>
                  <a:gd name="T2" fmla="*/ 2 w 13"/>
                  <a:gd name="T3" fmla="*/ 19 h 21"/>
                  <a:gd name="T4" fmla="*/ 0 w 13"/>
                  <a:gd name="T5" fmla="*/ 21 h 21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21"/>
                  <a:gd name="T11" fmla="*/ 13 w 13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21">
                    <a:moveTo>
                      <a:pt x="13" y="0"/>
                    </a:moveTo>
                    <a:lnTo>
                      <a:pt x="2" y="19"/>
                    </a:lnTo>
                    <a:lnTo>
                      <a:pt x="0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36" name="Freeform 757"/>
              <p:cNvSpPr>
                <a:spLocks/>
              </p:cNvSpPr>
              <p:nvPr/>
            </p:nvSpPr>
            <p:spPr bwMode="auto">
              <a:xfrm>
                <a:off x="1220" y="3376"/>
                <a:ext cx="5" cy="22"/>
              </a:xfrm>
              <a:custGeom>
                <a:avLst/>
                <a:gdLst>
                  <a:gd name="T0" fmla="*/ 5 w 5"/>
                  <a:gd name="T1" fmla="*/ 0 h 22"/>
                  <a:gd name="T2" fmla="*/ 2 w 5"/>
                  <a:gd name="T3" fmla="*/ 20 h 22"/>
                  <a:gd name="T4" fmla="*/ 0 w 5"/>
                  <a:gd name="T5" fmla="*/ 22 h 22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22"/>
                  <a:gd name="T11" fmla="*/ 5 w 5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22">
                    <a:moveTo>
                      <a:pt x="5" y="0"/>
                    </a:moveTo>
                    <a:lnTo>
                      <a:pt x="2" y="20"/>
                    </a:lnTo>
                    <a:lnTo>
                      <a:pt x="0" y="2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37" name="Freeform 758"/>
              <p:cNvSpPr>
                <a:spLocks/>
              </p:cNvSpPr>
              <p:nvPr/>
            </p:nvSpPr>
            <p:spPr bwMode="auto">
              <a:xfrm>
                <a:off x="1156" y="3441"/>
                <a:ext cx="1" cy="5"/>
              </a:xfrm>
              <a:custGeom>
                <a:avLst/>
                <a:gdLst>
                  <a:gd name="T0" fmla="*/ 0 w 1"/>
                  <a:gd name="T1" fmla="*/ 5 h 5"/>
                  <a:gd name="T2" fmla="*/ 0 w 1"/>
                  <a:gd name="T3" fmla="*/ 3 h 5"/>
                  <a:gd name="T4" fmla="*/ 0 w 1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"/>
                  <a:gd name="T11" fmla="*/ 1 w 1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">
                    <a:moveTo>
                      <a:pt x="0" y="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38" name="Freeform 759"/>
              <p:cNvSpPr>
                <a:spLocks/>
              </p:cNvSpPr>
              <p:nvPr/>
            </p:nvSpPr>
            <p:spPr bwMode="auto">
              <a:xfrm>
                <a:off x="1222" y="3376"/>
                <a:ext cx="7" cy="1"/>
              </a:xfrm>
              <a:custGeom>
                <a:avLst/>
                <a:gdLst>
                  <a:gd name="T0" fmla="*/ 7 w 7"/>
                  <a:gd name="T1" fmla="*/ 0 h 1"/>
                  <a:gd name="T2" fmla="*/ 3 w 7"/>
                  <a:gd name="T3" fmla="*/ 0 h 1"/>
                  <a:gd name="T4" fmla="*/ 0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7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39" name="Rectangle 760"/>
              <p:cNvSpPr>
                <a:spLocks noChangeArrowheads="1"/>
              </p:cNvSpPr>
              <p:nvPr/>
            </p:nvSpPr>
            <p:spPr bwMode="auto">
              <a:xfrm>
                <a:off x="1382" y="3396"/>
                <a:ext cx="22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40" name="Freeform 761"/>
              <p:cNvSpPr>
                <a:spLocks/>
              </p:cNvSpPr>
              <p:nvPr/>
            </p:nvSpPr>
            <p:spPr bwMode="auto">
              <a:xfrm>
                <a:off x="1382" y="3396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41" name="Freeform 762"/>
              <p:cNvSpPr>
                <a:spLocks/>
              </p:cNvSpPr>
              <p:nvPr/>
            </p:nvSpPr>
            <p:spPr bwMode="auto">
              <a:xfrm>
                <a:off x="1382" y="339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42" name="Freeform 763"/>
              <p:cNvSpPr>
                <a:spLocks/>
              </p:cNvSpPr>
              <p:nvPr/>
            </p:nvSpPr>
            <p:spPr bwMode="auto">
              <a:xfrm>
                <a:off x="1404" y="339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43" name="Freeform 764"/>
              <p:cNvSpPr>
                <a:spLocks/>
              </p:cNvSpPr>
              <p:nvPr/>
            </p:nvSpPr>
            <p:spPr bwMode="auto">
              <a:xfrm>
                <a:off x="1382" y="3398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44" name="Rectangle 765"/>
              <p:cNvSpPr>
                <a:spLocks noChangeArrowheads="1"/>
              </p:cNvSpPr>
              <p:nvPr/>
            </p:nvSpPr>
            <p:spPr bwMode="auto">
              <a:xfrm>
                <a:off x="1426" y="3396"/>
                <a:ext cx="22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45" name="Freeform 766"/>
              <p:cNvSpPr>
                <a:spLocks/>
              </p:cNvSpPr>
              <p:nvPr/>
            </p:nvSpPr>
            <p:spPr bwMode="auto">
              <a:xfrm>
                <a:off x="1426" y="3396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46" name="Freeform 767"/>
              <p:cNvSpPr>
                <a:spLocks/>
              </p:cNvSpPr>
              <p:nvPr/>
            </p:nvSpPr>
            <p:spPr bwMode="auto">
              <a:xfrm>
                <a:off x="1426" y="339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47" name="Freeform 768"/>
              <p:cNvSpPr>
                <a:spLocks/>
              </p:cNvSpPr>
              <p:nvPr/>
            </p:nvSpPr>
            <p:spPr bwMode="auto">
              <a:xfrm>
                <a:off x="1448" y="339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48" name="Freeform 769"/>
              <p:cNvSpPr>
                <a:spLocks/>
              </p:cNvSpPr>
              <p:nvPr/>
            </p:nvSpPr>
            <p:spPr bwMode="auto">
              <a:xfrm>
                <a:off x="1426" y="3398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49" name="Rectangle 770"/>
              <p:cNvSpPr>
                <a:spLocks noChangeArrowheads="1"/>
              </p:cNvSpPr>
              <p:nvPr/>
            </p:nvSpPr>
            <p:spPr bwMode="auto">
              <a:xfrm>
                <a:off x="1366" y="3389"/>
                <a:ext cx="16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50" name="Freeform 771"/>
              <p:cNvSpPr>
                <a:spLocks/>
              </p:cNvSpPr>
              <p:nvPr/>
            </p:nvSpPr>
            <p:spPr bwMode="auto">
              <a:xfrm>
                <a:off x="1366" y="3389"/>
                <a:ext cx="18" cy="1"/>
              </a:xfrm>
              <a:custGeom>
                <a:avLst/>
                <a:gdLst>
                  <a:gd name="T0" fmla="*/ 0 w 18"/>
                  <a:gd name="T1" fmla="*/ 0 h 1"/>
                  <a:gd name="T2" fmla="*/ 16 w 18"/>
                  <a:gd name="T3" fmla="*/ 0 h 1"/>
                  <a:gd name="T4" fmla="*/ 18 w 18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8"/>
                  <a:gd name="T10" fmla="*/ 0 h 1"/>
                  <a:gd name="T11" fmla="*/ 18 w 1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" h="1">
                    <a:moveTo>
                      <a:pt x="0" y="0"/>
                    </a:moveTo>
                    <a:lnTo>
                      <a:pt x="16" y="0"/>
                    </a:lnTo>
                    <a:lnTo>
                      <a:pt x="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51" name="Freeform 772"/>
              <p:cNvSpPr>
                <a:spLocks/>
              </p:cNvSpPr>
              <p:nvPr/>
            </p:nvSpPr>
            <p:spPr bwMode="auto">
              <a:xfrm>
                <a:off x="1366" y="3389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52" name="Freeform 773"/>
              <p:cNvSpPr>
                <a:spLocks/>
              </p:cNvSpPr>
              <p:nvPr/>
            </p:nvSpPr>
            <p:spPr bwMode="auto">
              <a:xfrm>
                <a:off x="1382" y="3389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53" name="Freeform 774"/>
              <p:cNvSpPr>
                <a:spLocks/>
              </p:cNvSpPr>
              <p:nvPr/>
            </p:nvSpPr>
            <p:spPr bwMode="auto">
              <a:xfrm>
                <a:off x="1366" y="3391"/>
                <a:ext cx="18" cy="1"/>
              </a:xfrm>
              <a:custGeom>
                <a:avLst/>
                <a:gdLst>
                  <a:gd name="T0" fmla="*/ 0 w 18"/>
                  <a:gd name="T1" fmla="*/ 0 h 1"/>
                  <a:gd name="T2" fmla="*/ 16 w 18"/>
                  <a:gd name="T3" fmla="*/ 0 h 1"/>
                  <a:gd name="T4" fmla="*/ 18 w 18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8"/>
                  <a:gd name="T10" fmla="*/ 0 h 1"/>
                  <a:gd name="T11" fmla="*/ 18 w 1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" h="1">
                    <a:moveTo>
                      <a:pt x="0" y="0"/>
                    </a:moveTo>
                    <a:lnTo>
                      <a:pt x="16" y="0"/>
                    </a:lnTo>
                    <a:lnTo>
                      <a:pt x="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54" name="Rectangle 775"/>
              <p:cNvSpPr>
                <a:spLocks noChangeArrowheads="1"/>
              </p:cNvSpPr>
              <p:nvPr/>
            </p:nvSpPr>
            <p:spPr bwMode="auto">
              <a:xfrm>
                <a:off x="1404" y="3389"/>
                <a:ext cx="22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55" name="Freeform 776"/>
              <p:cNvSpPr>
                <a:spLocks/>
              </p:cNvSpPr>
              <p:nvPr/>
            </p:nvSpPr>
            <p:spPr bwMode="auto">
              <a:xfrm>
                <a:off x="1404" y="3389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56" name="Freeform 777"/>
              <p:cNvSpPr>
                <a:spLocks/>
              </p:cNvSpPr>
              <p:nvPr/>
            </p:nvSpPr>
            <p:spPr bwMode="auto">
              <a:xfrm>
                <a:off x="1404" y="3389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57" name="Freeform 778"/>
              <p:cNvSpPr>
                <a:spLocks/>
              </p:cNvSpPr>
              <p:nvPr/>
            </p:nvSpPr>
            <p:spPr bwMode="auto">
              <a:xfrm>
                <a:off x="1426" y="3389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58" name="Freeform 779"/>
              <p:cNvSpPr>
                <a:spLocks/>
              </p:cNvSpPr>
              <p:nvPr/>
            </p:nvSpPr>
            <p:spPr bwMode="auto">
              <a:xfrm>
                <a:off x="1404" y="3391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59" name="Rectangle 780"/>
              <p:cNvSpPr>
                <a:spLocks noChangeArrowheads="1"/>
              </p:cNvSpPr>
              <p:nvPr/>
            </p:nvSpPr>
            <p:spPr bwMode="auto">
              <a:xfrm>
                <a:off x="1448" y="3389"/>
                <a:ext cx="20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60" name="Freeform 781"/>
              <p:cNvSpPr>
                <a:spLocks/>
              </p:cNvSpPr>
              <p:nvPr/>
            </p:nvSpPr>
            <p:spPr bwMode="auto">
              <a:xfrm>
                <a:off x="1448" y="3389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0 w 22"/>
                  <a:gd name="T3" fmla="*/ 0 h 1"/>
                  <a:gd name="T4" fmla="*/ 22 w 2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1"/>
                  <a:gd name="T11" fmla="*/ 22 w 2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1">
                    <a:moveTo>
                      <a:pt x="0" y="0"/>
                    </a:moveTo>
                    <a:lnTo>
                      <a:pt x="20" y="0"/>
                    </a:lnTo>
                    <a:lnTo>
                      <a:pt x="2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61" name="Freeform 782"/>
              <p:cNvSpPr>
                <a:spLocks/>
              </p:cNvSpPr>
              <p:nvPr/>
            </p:nvSpPr>
            <p:spPr bwMode="auto">
              <a:xfrm>
                <a:off x="1448" y="3389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62" name="Freeform 783"/>
              <p:cNvSpPr>
                <a:spLocks/>
              </p:cNvSpPr>
              <p:nvPr/>
            </p:nvSpPr>
            <p:spPr bwMode="auto">
              <a:xfrm>
                <a:off x="1468" y="3389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63" name="Freeform 784"/>
              <p:cNvSpPr>
                <a:spLocks/>
              </p:cNvSpPr>
              <p:nvPr/>
            </p:nvSpPr>
            <p:spPr bwMode="auto">
              <a:xfrm>
                <a:off x="1448" y="3391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0 w 22"/>
                  <a:gd name="T3" fmla="*/ 0 h 1"/>
                  <a:gd name="T4" fmla="*/ 22 w 2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1"/>
                  <a:gd name="T11" fmla="*/ 22 w 2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1">
                    <a:moveTo>
                      <a:pt x="0" y="0"/>
                    </a:moveTo>
                    <a:lnTo>
                      <a:pt x="20" y="0"/>
                    </a:lnTo>
                    <a:lnTo>
                      <a:pt x="2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64" name="Rectangle 785"/>
              <p:cNvSpPr>
                <a:spLocks noChangeArrowheads="1"/>
              </p:cNvSpPr>
              <p:nvPr/>
            </p:nvSpPr>
            <p:spPr bwMode="auto">
              <a:xfrm>
                <a:off x="1492" y="3389"/>
                <a:ext cx="14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65" name="Freeform 786"/>
              <p:cNvSpPr>
                <a:spLocks/>
              </p:cNvSpPr>
              <p:nvPr/>
            </p:nvSpPr>
            <p:spPr bwMode="auto">
              <a:xfrm>
                <a:off x="1492" y="3389"/>
                <a:ext cx="16" cy="1"/>
              </a:xfrm>
              <a:custGeom>
                <a:avLst/>
                <a:gdLst>
                  <a:gd name="T0" fmla="*/ 0 w 16"/>
                  <a:gd name="T1" fmla="*/ 0 h 1"/>
                  <a:gd name="T2" fmla="*/ 14 w 16"/>
                  <a:gd name="T3" fmla="*/ 0 h 1"/>
                  <a:gd name="T4" fmla="*/ 16 w 1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1"/>
                  <a:gd name="T11" fmla="*/ 16 w 1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1">
                    <a:moveTo>
                      <a:pt x="0" y="0"/>
                    </a:moveTo>
                    <a:lnTo>
                      <a:pt x="14" y="0"/>
                    </a:lnTo>
                    <a:lnTo>
                      <a:pt x="1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66" name="Freeform 787"/>
              <p:cNvSpPr>
                <a:spLocks/>
              </p:cNvSpPr>
              <p:nvPr/>
            </p:nvSpPr>
            <p:spPr bwMode="auto">
              <a:xfrm>
                <a:off x="1492" y="3389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67" name="Freeform 788"/>
              <p:cNvSpPr>
                <a:spLocks/>
              </p:cNvSpPr>
              <p:nvPr/>
            </p:nvSpPr>
            <p:spPr bwMode="auto">
              <a:xfrm>
                <a:off x="1506" y="3389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68" name="Freeform 789"/>
              <p:cNvSpPr>
                <a:spLocks/>
              </p:cNvSpPr>
              <p:nvPr/>
            </p:nvSpPr>
            <p:spPr bwMode="auto">
              <a:xfrm>
                <a:off x="1492" y="3391"/>
                <a:ext cx="16" cy="1"/>
              </a:xfrm>
              <a:custGeom>
                <a:avLst/>
                <a:gdLst>
                  <a:gd name="T0" fmla="*/ 0 w 16"/>
                  <a:gd name="T1" fmla="*/ 0 h 1"/>
                  <a:gd name="T2" fmla="*/ 14 w 16"/>
                  <a:gd name="T3" fmla="*/ 0 h 1"/>
                  <a:gd name="T4" fmla="*/ 16 w 1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1"/>
                  <a:gd name="T11" fmla="*/ 16 w 1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1">
                    <a:moveTo>
                      <a:pt x="0" y="0"/>
                    </a:moveTo>
                    <a:lnTo>
                      <a:pt x="14" y="0"/>
                    </a:lnTo>
                    <a:lnTo>
                      <a:pt x="1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69" name="Freeform 790"/>
              <p:cNvSpPr>
                <a:spLocks/>
              </p:cNvSpPr>
              <p:nvPr/>
            </p:nvSpPr>
            <p:spPr bwMode="auto">
              <a:xfrm>
                <a:off x="1156" y="3111"/>
                <a:ext cx="73" cy="72"/>
              </a:xfrm>
              <a:custGeom>
                <a:avLst/>
                <a:gdLst>
                  <a:gd name="T0" fmla="*/ 69 w 73"/>
                  <a:gd name="T1" fmla="*/ 50 h 72"/>
                  <a:gd name="T2" fmla="*/ 57 w 73"/>
                  <a:gd name="T3" fmla="*/ 31 h 72"/>
                  <a:gd name="T4" fmla="*/ 42 w 73"/>
                  <a:gd name="T5" fmla="*/ 15 h 72"/>
                  <a:gd name="T6" fmla="*/ 22 w 73"/>
                  <a:gd name="T7" fmla="*/ 4 h 72"/>
                  <a:gd name="T8" fmla="*/ 0 w 73"/>
                  <a:gd name="T9" fmla="*/ 0 h 72"/>
                  <a:gd name="T10" fmla="*/ 0 w 73"/>
                  <a:gd name="T11" fmla="*/ 4 h 72"/>
                  <a:gd name="T12" fmla="*/ 22 w 73"/>
                  <a:gd name="T13" fmla="*/ 7 h 72"/>
                  <a:gd name="T14" fmla="*/ 40 w 73"/>
                  <a:gd name="T15" fmla="*/ 17 h 72"/>
                  <a:gd name="T16" fmla="*/ 55 w 73"/>
                  <a:gd name="T17" fmla="*/ 33 h 72"/>
                  <a:gd name="T18" fmla="*/ 66 w 73"/>
                  <a:gd name="T19" fmla="*/ 50 h 72"/>
                  <a:gd name="T20" fmla="*/ 69 w 73"/>
                  <a:gd name="T21" fmla="*/ 72 h 72"/>
                  <a:gd name="T22" fmla="*/ 73 w 73"/>
                  <a:gd name="T23" fmla="*/ 72 h 72"/>
                  <a:gd name="T24" fmla="*/ 69 w 73"/>
                  <a:gd name="T25" fmla="*/ 5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3"/>
                  <a:gd name="T40" fmla="*/ 0 h 72"/>
                  <a:gd name="T41" fmla="*/ 73 w 73"/>
                  <a:gd name="T42" fmla="*/ 72 h 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3" h="72">
                    <a:moveTo>
                      <a:pt x="69" y="50"/>
                    </a:moveTo>
                    <a:lnTo>
                      <a:pt x="57" y="31"/>
                    </a:lnTo>
                    <a:lnTo>
                      <a:pt x="42" y="15"/>
                    </a:lnTo>
                    <a:lnTo>
                      <a:pt x="22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2" y="7"/>
                    </a:lnTo>
                    <a:lnTo>
                      <a:pt x="40" y="17"/>
                    </a:lnTo>
                    <a:lnTo>
                      <a:pt x="55" y="33"/>
                    </a:lnTo>
                    <a:lnTo>
                      <a:pt x="66" y="50"/>
                    </a:lnTo>
                    <a:lnTo>
                      <a:pt x="69" y="72"/>
                    </a:lnTo>
                    <a:lnTo>
                      <a:pt x="73" y="72"/>
                    </a:lnTo>
                    <a:lnTo>
                      <a:pt x="69" y="5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70" name="Freeform 791"/>
              <p:cNvSpPr>
                <a:spLocks/>
              </p:cNvSpPr>
              <p:nvPr/>
            </p:nvSpPr>
            <p:spPr bwMode="auto">
              <a:xfrm>
                <a:off x="1225" y="3161"/>
                <a:ext cx="6" cy="24"/>
              </a:xfrm>
              <a:custGeom>
                <a:avLst/>
                <a:gdLst>
                  <a:gd name="T0" fmla="*/ 0 w 6"/>
                  <a:gd name="T1" fmla="*/ 0 h 24"/>
                  <a:gd name="T2" fmla="*/ 4 w 6"/>
                  <a:gd name="T3" fmla="*/ 22 h 24"/>
                  <a:gd name="T4" fmla="*/ 6 w 6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24"/>
                  <a:gd name="T11" fmla="*/ 6 w 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24">
                    <a:moveTo>
                      <a:pt x="0" y="0"/>
                    </a:moveTo>
                    <a:lnTo>
                      <a:pt x="4" y="22"/>
                    </a:lnTo>
                    <a:lnTo>
                      <a:pt x="6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71" name="Freeform 792"/>
              <p:cNvSpPr>
                <a:spLocks/>
              </p:cNvSpPr>
              <p:nvPr/>
            </p:nvSpPr>
            <p:spPr bwMode="auto">
              <a:xfrm>
                <a:off x="1213" y="3142"/>
                <a:ext cx="14" cy="21"/>
              </a:xfrm>
              <a:custGeom>
                <a:avLst/>
                <a:gdLst>
                  <a:gd name="T0" fmla="*/ 0 w 14"/>
                  <a:gd name="T1" fmla="*/ 0 h 21"/>
                  <a:gd name="T2" fmla="*/ 12 w 14"/>
                  <a:gd name="T3" fmla="*/ 19 h 21"/>
                  <a:gd name="T4" fmla="*/ 14 w 14"/>
                  <a:gd name="T5" fmla="*/ 21 h 21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21"/>
                  <a:gd name="T11" fmla="*/ 14 w 14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21">
                    <a:moveTo>
                      <a:pt x="0" y="0"/>
                    </a:moveTo>
                    <a:lnTo>
                      <a:pt x="12" y="19"/>
                    </a:lnTo>
                    <a:lnTo>
                      <a:pt x="14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72" name="Freeform 793"/>
              <p:cNvSpPr>
                <a:spLocks/>
              </p:cNvSpPr>
              <p:nvPr/>
            </p:nvSpPr>
            <p:spPr bwMode="auto">
              <a:xfrm>
                <a:off x="1198" y="3126"/>
                <a:ext cx="18" cy="18"/>
              </a:xfrm>
              <a:custGeom>
                <a:avLst/>
                <a:gdLst>
                  <a:gd name="T0" fmla="*/ 0 w 18"/>
                  <a:gd name="T1" fmla="*/ 0 h 18"/>
                  <a:gd name="T2" fmla="*/ 15 w 18"/>
                  <a:gd name="T3" fmla="*/ 16 h 18"/>
                  <a:gd name="T4" fmla="*/ 18 w 18"/>
                  <a:gd name="T5" fmla="*/ 18 h 18"/>
                  <a:gd name="T6" fmla="*/ 0 60000 65536"/>
                  <a:gd name="T7" fmla="*/ 0 60000 65536"/>
                  <a:gd name="T8" fmla="*/ 0 60000 65536"/>
                  <a:gd name="T9" fmla="*/ 0 w 18"/>
                  <a:gd name="T10" fmla="*/ 0 h 18"/>
                  <a:gd name="T11" fmla="*/ 18 w 18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" h="18">
                    <a:moveTo>
                      <a:pt x="0" y="0"/>
                    </a:moveTo>
                    <a:lnTo>
                      <a:pt x="15" y="16"/>
                    </a:lnTo>
                    <a:lnTo>
                      <a:pt x="18" y="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73" name="Freeform 794"/>
              <p:cNvSpPr>
                <a:spLocks/>
              </p:cNvSpPr>
              <p:nvPr/>
            </p:nvSpPr>
            <p:spPr bwMode="auto">
              <a:xfrm>
                <a:off x="1178" y="3115"/>
                <a:ext cx="22" cy="13"/>
              </a:xfrm>
              <a:custGeom>
                <a:avLst/>
                <a:gdLst>
                  <a:gd name="T0" fmla="*/ 0 w 22"/>
                  <a:gd name="T1" fmla="*/ 0 h 13"/>
                  <a:gd name="T2" fmla="*/ 20 w 22"/>
                  <a:gd name="T3" fmla="*/ 11 h 13"/>
                  <a:gd name="T4" fmla="*/ 22 w 22"/>
                  <a:gd name="T5" fmla="*/ 13 h 13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13"/>
                  <a:gd name="T11" fmla="*/ 22 w 22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13">
                    <a:moveTo>
                      <a:pt x="0" y="0"/>
                    </a:moveTo>
                    <a:lnTo>
                      <a:pt x="20" y="11"/>
                    </a:lnTo>
                    <a:lnTo>
                      <a:pt x="22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74" name="Freeform 795"/>
              <p:cNvSpPr>
                <a:spLocks/>
              </p:cNvSpPr>
              <p:nvPr/>
            </p:nvSpPr>
            <p:spPr bwMode="auto">
              <a:xfrm>
                <a:off x="1156" y="3111"/>
                <a:ext cx="24" cy="7"/>
              </a:xfrm>
              <a:custGeom>
                <a:avLst/>
                <a:gdLst>
                  <a:gd name="T0" fmla="*/ 0 w 24"/>
                  <a:gd name="T1" fmla="*/ 0 h 7"/>
                  <a:gd name="T2" fmla="*/ 22 w 24"/>
                  <a:gd name="T3" fmla="*/ 4 h 7"/>
                  <a:gd name="T4" fmla="*/ 24 w 24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7"/>
                  <a:gd name="T11" fmla="*/ 24 w 24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7">
                    <a:moveTo>
                      <a:pt x="0" y="0"/>
                    </a:moveTo>
                    <a:lnTo>
                      <a:pt x="22" y="4"/>
                    </a:lnTo>
                    <a:lnTo>
                      <a:pt x="24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75" name="Freeform 796"/>
              <p:cNvSpPr>
                <a:spLocks/>
              </p:cNvSpPr>
              <p:nvPr/>
            </p:nvSpPr>
            <p:spPr bwMode="auto">
              <a:xfrm>
                <a:off x="1222" y="3161"/>
                <a:ext cx="5" cy="24"/>
              </a:xfrm>
              <a:custGeom>
                <a:avLst/>
                <a:gdLst>
                  <a:gd name="T0" fmla="*/ 0 w 5"/>
                  <a:gd name="T1" fmla="*/ 0 h 24"/>
                  <a:gd name="T2" fmla="*/ 3 w 5"/>
                  <a:gd name="T3" fmla="*/ 22 h 24"/>
                  <a:gd name="T4" fmla="*/ 5 w 5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24"/>
                  <a:gd name="T11" fmla="*/ 5 w 5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24">
                    <a:moveTo>
                      <a:pt x="0" y="0"/>
                    </a:moveTo>
                    <a:lnTo>
                      <a:pt x="3" y="22"/>
                    </a:lnTo>
                    <a:lnTo>
                      <a:pt x="5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76" name="Freeform 797"/>
              <p:cNvSpPr>
                <a:spLocks/>
              </p:cNvSpPr>
              <p:nvPr/>
            </p:nvSpPr>
            <p:spPr bwMode="auto">
              <a:xfrm>
                <a:off x="1211" y="3144"/>
                <a:ext cx="14" cy="19"/>
              </a:xfrm>
              <a:custGeom>
                <a:avLst/>
                <a:gdLst>
                  <a:gd name="T0" fmla="*/ 0 w 14"/>
                  <a:gd name="T1" fmla="*/ 0 h 19"/>
                  <a:gd name="T2" fmla="*/ 11 w 14"/>
                  <a:gd name="T3" fmla="*/ 17 h 19"/>
                  <a:gd name="T4" fmla="*/ 14 w 14"/>
                  <a:gd name="T5" fmla="*/ 19 h 19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19"/>
                  <a:gd name="T11" fmla="*/ 14 w 14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19">
                    <a:moveTo>
                      <a:pt x="0" y="0"/>
                    </a:moveTo>
                    <a:lnTo>
                      <a:pt x="11" y="17"/>
                    </a:lnTo>
                    <a:lnTo>
                      <a:pt x="14" y="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77" name="Freeform 798"/>
              <p:cNvSpPr>
                <a:spLocks/>
              </p:cNvSpPr>
              <p:nvPr/>
            </p:nvSpPr>
            <p:spPr bwMode="auto">
              <a:xfrm>
                <a:off x="1196" y="3128"/>
                <a:ext cx="17" cy="18"/>
              </a:xfrm>
              <a:custGeom>
                <a:avLst/>
                <a:gdLst>
                  <a:gd name="T0" fmla="*/ 0 w 17"/>
                  <a:gd name="T1" fmla="*/ 0 h 18"/>
                  <a:gd name="T2" fmla="*/ 15 w 17"/>
                  <a:gd name="T3" fmla="*/ 16 h 18"/>
                  <a:gd name="T4" fmla="*/ 17 w 17"/>
                  <a:gd name="T5" fmla="*/ 18 h 18"/>
                  <a:gd name="T6" fmla="*/ 0 60000 65536"/>
                  <a:gd name="T7" fmla="*/ 0 60000 65536"/>
                  <a:gd name="T8" fmla="*/ 0 60000 65536"/>
                  <a:gd name="T9" fmla="*/ 0 w 17"/>
                  <a:gd name="T10" fmla="*/ 0 h 18"/>
                  <a:gd name="T11" fmla="*/ 17 w 17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" h="18">
                    <a:moveTo>
                      <a:pt x="0" y="0"/>
                    </a:moveTo>
                    <a:lnTo>
                      <a:pt x="15" y="16"/>
                    </a:lnTo>
                    <a:lnTo>
                      <a:pt x="17" y="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78" name="Freeform 799"/>
              <p:cNvSpPr>
                <a:spLocks/>
              </p:cNvSpPr>
              <p:nvPr/>
            </p:nvSpPr>
            <p:spPr bwMode="auto">
              <a:xfrm>
                <a:off x="1178" y="3118"/>
                <a:ext cx="20" cy="13"/>
              </a:xfrm>
              <a:custGeom>
                <a:avLst/>
                <a:gdLst>
                  <a:gd name="T0" fmla="*/ 0 w 20"/>
                  <a:gd name="T1" fmla="*/ 0 h 13"/>
                  <a:gd name="T2" fmla="*/ 18 w 20"/>
                  <a:gd name="T3" fmla="*/ 10 h 13"/>
                  <a:gd name="T4" fmla="*/ 20 w 20"/>
                  <a:gd name="T5" fmla="*/ 13 h 13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13"/>
                  <a:gd name="T11" fmla="*/ 20 w 20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13">
                    <a:moveTo>
                      <a:pt x="0" y="0"/>
                    </a:moveTo>
                    <a:lnTo>
                      <a:pt x="18" y="10"/>
                    </a:lnTo>
                    <a:lnTo>
                      <a:pt x="2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79" name="Freeform 800"/>
              <p:cNvSpPr>
                <a:spLocks/>
              </p:cNvSpPr>
              <p:nvPr/>
            </p:nvSpPr>
            <p:spPr bwMode="auto">
              <a:xfrm>
                <a:off x="1156" y="3115"/>
                <a:ext cx="24" cy="5"/>
              </a:xfrm>
              <a:custGeom>
                <a:avLst/>
                <a:gdLst>
                  <a:gd name="T0" fmla="*/ 0 w 24"/>
                  <a:gd name="T1" fmla="*/ 0 h 5"/>
                  <a:gd name="T2" fmla="*/ 22 w 24"/>
                  <a:gd name="T3" fmla="*/ 3 h 5"/>
                  <a:gd name="T4" fmla="*/ 24 w 24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5"/>
                  <a:gd name="T11" fmla="*/ 24 w 2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5">
                    <a:moveTo>
                      <a:pt x="0" y="0"/>
                    </a:moveTo>
                    <a:lnTo>
                      <a:pt x="22" y="3"/>
                    </a:lnTo>
                    <a:lnTo>
                      <a:pt x="24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80" name="Freeform 801"/>
              <p:cNvSpPr>
                <a:spLocks/>
              </p:cNvSpPr>
              <p:nvPr/>
            </p:nvSpPr>
            <p:spPr bwMode="auto">
              <a:xfrm>
                <a:off x="1222" y="3183"/>
                <a:ext cx="7" cy="1"/>
              </a:xfrm>
              <a:custGeom>
                <a:avLst/>
                <a:gdLst>
                  <a:gd name="T0" fmla="*/ 7 w 7"/>
                  <a:gd name="T1" fmla="*/ 0 h 1"/>
                  <a:gd name="T2" fmla="*/ 3 w 7"/>
                  <a:gd name="T3" fmla="*/ 0 h 1"/>
                  <a:gd name="T4" fmla="*/ 0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7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81" name="Freeform 802"/>
              <p:cNvSpPr>
                <a:spLocks/>
              </p:cNvSpPr>
              <p:nvPr/>
            </p:nvSpPr>
            <p:spPr bwMode="auto">
              <a:xfrm>
                <a:off x="1156" y="3111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4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4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82" name="Rectangle 803"/>
              <p:cNvSpPr>
                <a:spLocks noChangeArrowheads="1"/>
              </p:cNvSpPr>
              <p:nvPr/>
            </p:nvSpPr>
            <p:spPr bwMode="auto">
              <a:xfrm>
                <a:off x="1227" y="3251"/>
                <a:ext cx="139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83" name="Freeform 804"/>
              <p:cNvSpPr>
                <a:spLocks/>
              </p:cNvSpPr>
              <p:nvPr/>
            </p:nvSpPr>
            <p:spPr bwMode="auto">
              <a:xfrm>
                <a:off x="1227" y="3251"/>
                <a:ext cx="141" cy="1"/>
              </a:xfrm>
              <a:custGeom>
                <a:avLst/>
                <a:gdLst>
                  <a:gd name="T0" fmla="*/ 0 w 141"/>
                  <a:gd name="T1" fmla="*/ 0 h 1"/>
                  <a:gd name="T2" fmla="*/ 139 w 141"/>
                  <a:gd name="T3" fmla="*/ 0 h 1"/>
                  <a:gd name="T4" fmla="*/ 141 w 14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41"/>
                  <a:gd name="T10" fmla="*/ 0 h 1"/>
                  <a:gd name="T11" fmla="*/ 141 w 14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1" h="1">
                    <a:moveTo>
                      <a:pt x="0" y="0"/>
                    </a:moveTo>
                    <a:lnTo>
                      <a:pt x="139" y="0"/>
                    </a:lnTo>
                    <a:lnTo>
                      <a:pt x="14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84" name="Freeform 805"/>
              <p:cNvSpPr>
                <a:spLocks/>
              </p:cNvSpPr>
              <p:nvPr/>
            </p:nvSpPr>
            <p:spPr bwMode="auto">
              <a:xfrm>
                <a:off x="1227" y="3251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85" name="Freeform 806"/>
              <p:cNvSpPr>
                <a:spLocks/>
              </p:cNvSpPr>
              <p:nvPr/>
            </p:nvSpPr>
            <p:spPr bwMode="auto">
              <a:xfrm>
                <a:off x="1366" y="3251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86" name="Freeform 807"/>
              <p:cNvSpPr>
                <a:spLocks/>
              </p:cNvSpPr>
              <p:nvPr/>
            </p:nvSpPr>
            <p:spPr bwMode="auto">
              <a:xfrm>
                <a:off x="1227" y="3253"/>
                <a:ext cx="141" cy="1"/>
              </a:xfrm>
              <a:custGeom>
                <a:avLst/>
                <a:gdLst>
                  <a:gd name="T0" fmla="*/ 0 w 141"/>
                  <a:gd name="T1" fmla="*/ 0 h 1"/>
                  <a:gd name="T2" fmla="*/ 139 w 141"/>
                  <a:gd name="T3" fmla="*/ 0 h 1"/>
                  <a:gd name="T4" fmla="*/ 141 w 14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41"/>
                  <a:gd name="T10" fmla="*/ 0 h 1"/>
                  <a:gd name="T11" fmla="*/ 141 w 14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1" h="1">
                    <a:moveTo>
                      <a:pt x="0" y="0"/>
                    </a:moveTo>
                    <a:lnTo>
                      <a:pt x="139" y="0"/>
                    </a:lnTo>
                    <a:lnTo>
                      <a:pt x="14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87" name="Rectangle 808"/>
              <p:cNvSpPr>
                <a:spLocks noChangeArrowheads="1"/>
              </p:cNvSpPr>
              <p:nvPr/>
            </p:nvSpPr>
            <p:spPr bwMode="auto">
              <a:xfrm>
                <a:off x="1227" y="3306"/>
                <a:ext cx="139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88" name="Freeform 809"/>
              <p:cNvSpPr>
                <a:spLocks/>
              </p:cNvSpPr>
              <p:nvPr/>
            </p:nvSpPr>
            <p:spPr bwMode="auto">
              <a:xfrm>
                <a:off x="1227" y="3306"/>
                <a:ext cx="141" cy="1"/>
              </a:xfrm>
              <a:custGeom>
                <a:avLst/>
                <a:gdLst>
                  <a:gd name="T0" fmla="*/ 0 w 141"/>
                  <a:gd name="T1" fmla="*/ 0 h 1"/>
                  <a:gd name="T2" fmla="*/ 139 w 141"/>
                  <a:gd name="T3" fmla="*/ 0 h 1"/>
                  <a:gd name="T4" fmla="*/ 141 w 14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41"/>
                  <a:gd name="T10" fmla="*/ 0 h 1"/>
                  <a:gd name="T11" fmla="*/ 141 w 14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1" h="1">
                    <a:moveTo>
                      <a:pt x="0" y="0"/>
                    </a:moveTo>
                    <a:lnTo>
                      <a:pt x="139" y="0"/>
                    </a:lnTo>
                    <a:lnTo>
                      <a:pt x="14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89" name="Freeform 810"/>
              <p:cNvSpPr>
                <a:spLocks/>
              </p:cNvSpPr>
              <p:nvPr/>
            </p:nvSpPr>
            <p:spPr bwMode="auto">
              <a:xfrm>
                <a:off x="1227" y="330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90" name="Freeform 811"/>
              <p:cNvSpPr>
                <a:spLocks/>
              </p:cNvSpPr>
              <p:nvPr/>
            </p:nvSpPr>
            <p:spPr bwMode="auto">
              <a:xfrm>
                <a:off x="1366" y="330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91" name="Freeform 812"/>
              <p:cNvSpPr>
                <a:spLocks/>
              </p:cNvSpPr>
              <p:nvPr/>
            </p:nvSpPr>
            <p:spPr bwMode="auto">
              <a:xfrm>
                <a:off x="1227" y="3308"/>
                <a:ext cx="141" cy="1"/>
              </a:xfrm>
              <a:custGeom>
                <a:avLst/>
                <a:gdLst>
                  <a:gd name="T0" fmla="*/ 0 w 141"/>
                  <a:gd name="T1" fmla="*/ 0 h 1"/>
                  <a:gd name="T2" fmla="*/ 139 w 141"/>
                  <a:gd name="T3" fmla="*/ 0 h 1"/>
                  <a:gd name="T4" fmla="*/ 141 w 14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41"/>
                  <a:gd name="T10" fmla="*/ 0 h 1"/>
                  <a:gd name="T11" fmla="*/ 141 w 14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1" h="1">
                    <a:moveTo>
                      <a:pt x="0" y="0"/>
                    </a:moveTo>
                    <a:lnTo>
                      <a:pt x="139" y="0"/>
                    </a:lnTo>
                    <a:lnTo>
                      <a:pt x="14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92" name="Rectangle 813"/>
              <p:cNvSpPr>
                <a:spLocks noChangeArrowheads="1"/>
              </p:cNvSpPr>
              <p:nvPr/>
            </p:nvSpPr>
            <p:spPr bwMode="auto">
              <a:xfrm>
                <a:off x="1366" y="3168"/>
                <a:ext cx="16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93" name="Freeform 814"/>
              <p:cNvSpPr>
                <a:spLocks/>
              </p:cNvSpPr>
              <p:nvPr/>
            </p:nvSpPr>
            <p:spPr bwMode="auto">
              <a:xfrm>
                <a:off x="1366" y="3168"/>
                <a:ext cx="18" cy="1"/>
              </a:xfrm>
              <a:custGeom>
                <a:avLst/>
                <a:gdLst>
                  <a:gd name="T0" fmla="*/ 0 w 18"/>
                  <a:gd name="T1" fmla="*/ 0 h 1"/>
                  <a:gd name="T2" fmla="*/ 16 w 18"/>
                  <a:gd name="T3" fmla="*/ 0 h 1"/>
                  <a:gd name="T4" fmla="*/ 18 w 18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8"/>
                  <a:gd name="T10" fmla="*/ 0 h 1"/>
                  <a:gd name="T11" fmla="*/ 18 w 1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" h="1">
                    <a:moveTo>
                      <a:pt x="0" y="0"/>
                    </a:moveTo>
                    <a:lnTo>
                      <a:pt x="16" y="0"/>
                    </a:lnTo>
                    <a:lnTo>
                      <a:pt x="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94" name="Freeform 815"/>
              <p:cNvSpPr>
                <a:spLocks/>
              </p:cNvSpPr>
              <p:nvPr/>
            </p:nvSpPr>
            <p:spPr bwMode="auto">
              <a:xfrm>
                <a:off x="1366" y="316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95" name="Freeform 816"/>
              <p:cNvSpPr>
                <a:spLocks/>
              </p:cNvSpPr>
              <p:nvPr/>
            </p:nvSpPr>
            <p:spPr bwMode="auto">
              <a:xfrm>
                <a:off x="1382" y="316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96" name="Freeform 817"/>
              <p:cNvSpPr>
                <a:spLocks/>
              </p:cNvSpPr>
              <p:nvPr/>
            </p:nvSpPr>
            <p:spPr bwMode="auto">
              <a:xfrm>
                <a:off x="1366" y="3170"/>
                <a:ext cx="18" cy="1"/>
              </a:xfrm>
              <a:custGeom>
                <a:avLst/>
                <a:gdLst>
                  <a:gd name="T0" fmla="*/ 0 w 18"/>
                  <a:gd name="T1" fmla="*/ 0 h 1"/>
                  <a:gd name="T2" fmla="*/ 16 w 18"/>
                  <a:gd name="T3" fmla="*/ 0 h 1"/>
                  <a:gd name="T4" fmla="*/ 18 w 18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8"/>
                  <a:gd name="T10" fmla="*/ 0 h 1"/>
                  <a:gd name="T11" fmla="*/ 18 w 1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" h="1">
                    <a:moveTo>
                      <a:pt x="0" y="0"/>
                    </a:moveTo>
                    <a:lnTo>
                      <a:pt x="16" y="0"/>
                    </a:lnTo>
                    <a:lnTo>
                      <a:pt x="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97" name="Rectangle 818"/>
              <p:cNvSpPr>
                <a:spLocks noChangeArrowheads="1"/>
              </p:cNvSpPr>
              <p:nvPr/>
            </p:nvSpPr>
            <p:spPr bwMode="auto">
              <a:xfrm>
                <a:off x="1404" y="3168"/>
                <a:ext cx="22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98" name="Freeform 819"/>
              <p:cNvSpPr>
                <a:spLocks/>
              </p:cNvSpPr>
              <p:nvPr/>
            </p:nvSpPr>
            <p:spPr bwMode="auto">
              <a:xfrm>
                <a:off x="1404" y="3168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99" name="Freeform 820"/>
              <p:cNvSpPr>
                <a:spLocks/>
              </p:cNvSpPr>
              <p:nvPr/>
            </p:nvSpPr>
            <p:spPr bwMode="auto">
              <a:xfrm>
                <a:off x="1404" y="316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00" name="Freeform 821"/>
              <p:cNvSpPr>
                <a:spLocks/>
              </p:cNvSpPr>
              <p:nvPr/>
            </p:nvSpPr>
            <p:spPr bwMode="auto">
              <a:xfrm>
                <a:off x="1426" y="316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01" name="Freeform 822"/>
              <p:cNvSpPr>
                <a:spLocks/>
              </p:cNvSpPr>
              <p:nvPr/>
            </p:nvSpPr>
            <p:spPr bwMode="auto">
              <a:xfrm>
                <a:off x="1404" y="3170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02" name="Rectangle 823"/>
              <p:cNvSpPr>
                <a:spLocks noChangeArrowheads="1"/>
              </p:cNvSpPr>
              <p:nvPr/>
            </p:nvSpPr>
            <p:spPr bwMode="auto">
              <a:xfrm>
                <a:off x="1448" y="3168"/>
                <a:ext cx="20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03" name="Freeform 824"/>
              <p:cNvSpPr>
                <a:spLocks/>
              </p:cNvSpPr>
              <p:nvPr/>
            </p:nvSpPr>
            <p:spPr bwMode="auto">
              <a:xfrm>
                <a:off x="1448" y="3168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0 w 22"/>
                  <a:gd name="T3" fmla="*/ 0 h 1"/>
                  <a:gd name="T4" fmla="*/ 22 w 2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1"/>
                  <a:gd name="T11" fmla="*/ 22 w 2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1">
                    <a:moveTo>
                      <a:pt x="0" y="0"/>
                    </a:moveTo>
                    <a:lnTo>
                      <a:pt x="20" y="0"/>
                    </a:lnTo>
                    <a:lnTo>
                      <a:pt x="2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04" name="Freeform 825"/>
              <p:cNvSpPr>
                <a:spLocks/>
              </p:cNvSpPr>
              <p:nvPr/>
            </p:nvSpPr>
            <p:spPr bwMode="auto">
              <a:xfrm>
                <a:off x="1448" y="316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05" name="Freeform 826"/>
              <p:cNvSpPr>
                <a:spLocks/>
              </p:cNvSpPr>
              <p:nvPr/>
            </p:nvSpPr>
            <p:spPr bwMode="auto">
              <a:xfrm>
                <a:off x="1468" y="316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06" name="Freeform 827"/>
              <p:cNvSpPr>
                <a:spLocks/>
              </p:cNvSpPr>
              <p:nvPr/>
            </p:nvSpPr>
            <p:spPr bwMode="auto">
              <a:xfrm>
                <a:off x="1448" y="3170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0 w 22"/>
                  <a:gd name="T3" fmla="*/ 0 h 1"/>
                  <a:gd name="T4" fmla="*/ 22 w 2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1"/>
                  <a:gd name="T11" fmla="*/ 22 w 2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1">
                    <a:moveTo>
                      <a:pt x="0" y="0"/>
                    </a:moveTo>
                    <a:lnTo>
                      <a:pt x="20" y="0"/>
                    </a:lnTo>
                    <a:lnTo>
                      <a:pt x="2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07" name="Rectangle 828"/>
              <p:cNvSpPr>
                <a:spLocks noChangeArrowheads="1"/>
              </p:cNvSpPr>
              <p:nvPr/>
            </p:nvSpPr>
            <p:spPr bwMode="auto">
              <a:xfrm>
                <a:off x="1492" y="3168"/>
                <a:ext cx="14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08" name="Freeform 829"/>
              <p:cNvSpPr>
                <a:spLocks/>
              </p:cNvSpPr>
              <p:nvPr/>
            </p:nvSpPr>
            <p:spPr bwMode="auto">
              <a:xfrm>
                <a:off x="1492" y="3168"/>
                <a:ext cx="16" cy="1"/>
              </a:xfrm>
              <a:custGeom>
                <a:avLst/>
                <a:gdLst>
                  <a:gd name="T0" fmla="*/ 0 w 16"/>
                  <a:gd name="T1" fmla="*/ 0 h 1"/>
                  <a:gd name="T2" fmla="*/ 14 w 16"/>
                  <a:gd name="T3" fmla="*/ 0 h 1"/>
                  <a:gd name="T4" fmla="*/ 16 w 1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1"/>
                  <a:gd name="T11" fmla="*/ 16 w 1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1">
                    <a:moveTo>
                      <a:pt x="0" y="0"/>
                    </a:moveTo>
                    <a:lnTo>
                      <a:pt x="14" y="0"/>
                    </a:lnTo>
                    <a:lnTo>
                      <a:pt x="1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09" name="Freeform 830"/>
              <p:cNvSpPr>
                <a:spLocks/>
              </p:cNvSpPr>
              <p:nvPr/>
            </p:nvSpPr>
            <p:spPr bwMode="auto">
              <a:xfrm>
                <a:off x="1492" y="316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10" name="Freeform 831"/>
              <p:cNvSpPr>
                <a:spLocks/>
              </p:cNvSpPr>
              <p:nvPr/>
            </p:nvSpPr>
            <p:spPr bwMode="auto">
              <a:xfrm>
                <a:off x="1506" y="316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11" name="Freeform 832"/>
              <p:cNvSpPr>
                <a:spLocks/>
              </p:cNvSpPr>
              <p:nvPr/>
            </p:nvSpPr>
            <p:spPr bwMode="auto">
              <a:xfrm>
                <a:off x="1492" y="3170"/>
                <a:ext cx="16" cy="1"/>
              </a:xfrm>
              <a:custGeom>
                <a:avLst/>
                <a:gdLst>
                  <a:gd name="T0" fmla="*/ 0 w 16"/>
                  <a:gd name="T1" fmla="*/ 0 h 1"/>
                  <a:gd name="T2" fmla="*/ 14 w 16"/>
                  <a:gd name="T3" fmla="*/ 0 h 1"/>
                  <a:gd name="T4" fmla="*/ 16 w 1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1"/>
                  <a:gd name="T11" fmla="*/ 16 w 1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1">
                    <a:moveTo>
                      <a:pt x="0" y="0"/>
                    </a:moveTo>
                    <a:lnTo>
                      <a:pt x="14" y="0"/>
                    </a:lnTo>
                    <a:lnTo>
                      <a:pt x="1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12" name="Rectangle 833"/>
              <p:cNvSpPr>
                <a:spLocks noChangeArrowheads="1"/>
              </p:cNvSpPr>
              <p:nvPr/>
            </p:nvSpPr>
            <p:spPr bwMode="auto">
              <a:xfrm>
                <a:off x="3224" y="3306"/>
                <a:ext cx="308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13" name="Freeform 834"/>
              <p:cNvSpPr>
                <a:spLocks/>
              </p:cNvSpPr>
              <p:nvPr/>
            </p:nvSpPr>
            <p:spPr bwMode="auto">
              <a:xfrm>
                <a:off x="3224" y="3306"/>
                <a:ext cx="310" cy="1"/>
              </a:xfrm>
              <a:custGeom>
                <a:avLst/>
                <a:gdLst>
                  <a:gd name="T0" fmla="*/ 0 w 310"/>
                  <a:gd name="T1" fmla="*/ 0 h 1"/>
                  <a:gd name="T2" fmla="*/ 308 w 310"/>
                  <a:gd name="T3" fmla="*/ 0 h 1"/>
                  <a:gd name="T4" fmla="*/ 310 w 31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10"/>
                  <a:gd name="T10" fmla="*/ 0 h 1"/>
                  <a:gd name="T11" fmla="*/ 310 w 31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10" h="1">
                    <a:moveTo>
                      <a:pt x="0" y="0"/>
                    </a:moveTo>
                    <a:lnTo>
                      <a:pt x="308" y="0"/>
                    </a:lnTo>
                    <a:lnTo>
                      <a:pt x="31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14" name="Freeform 835"/>
              <p:cNvSpPr>
                <a:spLocks/>
              </p:cNvSpPr>
              <p:nvPr/>
            </p:nvSpPr>
            <p:spPr bwMode="auto">
              <a:xfrm>
                <a:off x="3224" y="330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15" name="Freeform 836"/>
              <p:cNvSpPr>
                <a:spLocks/>
              </p:cNvSpPr>
              <p:nvPr/>
            </p:nvSpPr>
            <p:spPr bwMode="auto">
              <a:xfrm>
                <a:off x="3532" y="330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16" name="Freeform 837"/>
              <p:cNvSpPr>
                <a:spLocks/>
              </p:cNvSpPr>
              <p:nvPr/>
            </p:nvSpPr>
            <p:spPr bwMode="auto">
              <a:xfrm>
                <a:off x="3224" y="3308"/>
                <a:ext cx="310" cy="1"/>
              </a:xfrm>
              <a:custGeom>
                <a:avLst/>
                <a:gdLst>
                  <a:gd name="T0" fmla="*/ 0 w 310"/>
                  <a:gd name="T1" fmla="*/ 0 h 1"/>
                  <a:gd name="T2" fmla="*/ 308 w 310"/>
                  <a:gd name="T3" fmla="*/ 0 h 1"/>
                  <a:gd name="T4" fmla="*/ 310 w 31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10"/>
                  <a:gd name="T10" fmla="*/ 0 h 1"/>
                  <a:gd name="T11" fmla="*/ 310 w 31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10" h="1">
                    <a:moveTo>
                      <a:pt x="0" y="0"/>
                    </a:moveTo>
                    <a:lnTo>
                      <a:pt x="308" y="0"/>
                    </a:lnTo>
                    <a:lnTo>
                      <a:pt x="31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17" name="Rectangle 838"/>
              <p:cNvSpPr>
                <a:spLocks noChangeArrowheads="1"/>
              </p:cNvSpPr>
              <p:nvPr/>
            </p:nvSpPr>
            <p:spPr bwMode="auto">
              <a:xfrm>
                <a:off x="1561" y="2531"/>
                <a:ext cx="1754" cy="4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18" name="Freeform 839"/>
              <p:cNvSpPr>
                <a:spLocks/>
              </p:cNvSpPr>
              <p:nvPr/>
            </p:nvSpPr>
            <p:spPr bwMode="auto">
              <a:xfrm>
                <a:off x="1561" y="2531"/>
                <a:ext cx="1756" cy="1"/>
              </a:xfrm>
              <a:custGeom>
                <a:avLst/>
                <a:gdLst>
                  <a:gd name="T0" fmla="*/ 0 w 1756"/>
                  <a:gd name="T1" fmla="*/ 0 h 1"/>
                  <a:gd name="T2" fmla="*/ 1754 w 1756"/>
                  <a:gd name="T3" fmla="*/ 0 h 1"/>
                  <a:gd name="T4" fmla="*/ 1756 w 175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756"/>
                  <a:gd name="T10" fmla="*/ 0 h 1"/>
                  <a:gd name="T11" fmla="*/ 1756 w 175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56" h="1">
                    <a:moveTo>
                      <a:pt x="0" y="0"/>
                    </a:moveTo>
                    <a:lnTo>
                      <a:pt x="1754" y="0"/>
                    </a:lnTo>
                    <a:lnTo>
                      <a:pt x="175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19" name="Freeform 840"/>
              <p:cNvSpPr>
                <a:spLocks/>
              </p:cNvSpPr>
              <p:nvPr/>
            </p:nvSpPr>
            <p:spPr bwMode="auto">
              <a:xfrm>
                <a:off x="1561" y="2531"/>
                <a:ext cx="1" cy="6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4 h 6"/>
                  <a:gd name="T4" fmla="*/ 0 w 1"/>
                  <a:gd name="T5" fmla="*/ 6 h 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6"/>
                  <a:gd name="T11" fmla="*/ 1 w 1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6">
                    <a:moveTo>
                      <a:pt x="0" y="0"/>
                    </a:moveTo>
                    <a:lnTo>
                      <a:pt x="0" y="4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20" name="Freeform 841"/>
              <p:cNvSpPr>
                <a:spLocks/>
              </p:cNvSpPr>
              <p:nvPr/>
            </p:nvSpPr>
            <p:spPr bwMode="auto">
              <a:xfrm>
                <a:off x="3315" y="2531"/>
                <a:ext cx="1" cy="6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4 h 6"/>
                  <a:gd name="T4" fmla="*/ 0 w 1"/>
                  <a:gd name="T5" fmla="*/ 6 h 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6"/>
                  <a:gd name="T11" fmla="*/ 1 w 1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6">
                    <a:moveTo>
                      <a:pt x="0" y="0"/>
                    </a:moveTo>
                    <a:lnTo>
                      <a:pt x="0" y="4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21" name="Freeform 842"/>
              <p:cNvSpPr>
                <a:spLocks/>
              </p:cNvSpPr>
              <p:nvPr/>
            </p:nvSpPr>
            <p:spPr bwMode="auto">
              <a:xfrm>
                <a:off x="1561" y="2535"/>
                <a:ext cx="1756" cy="1"/>
              </a:xfrm>
              <a:custGeom>
                <a:avLst/>
                <a:gdLst>
                  <a:gd name="T0" fmla="*/ 0 w 1756"/>
                  <a:gd name="T1" fmla="*/ 0 h 1"/>
                  <a:gd name="T2" fmla="*/ 1754 w 1756"/>
                  <a:gd name="T3" fmla="*/ 0 h 1"/>
                  <a:gd name="T4" fmla="*/ 1756 w 175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756"/>
                  <a:gd name="T10" fmla="*/ 0 h 1"/>
                  <a:gd name="T11" fmla="*/ 1756 w 175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56" h="1">
                    <a:moveTo>
                      <a:pt x="0" y="0"/>
                    </a:moveTo>
                    <a:lnTo>
                      <a:pt x="1754" y="0"/>
                    </a:lnTo>
                    <a:lnTo>
                      <a:pt x="175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22" name="Rectangle 843"/>
              <p:cNvSpPr>
                <a:spLocks noChangeArrowheads="1"/>
              </p:cNvSpPr>
              <p:nvPr/>
            </p:nvSpPr>
            <p:spPr bwMode="auto">
              <a:xfrm>
                <a:off x="1559" y="2671"/>
                <a:ext cx="1753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23" name="Freeform 844"/>
              <p:cNvSpPr>
                <a:spLocks/>
              </p:cNvSpPr>
              <p:nvPr/>
            </p:nvSpPr>
            <p:spPr bwMode="auto">
              <a:xfrm>
                <a:off x="1559" y="2671"/>
                <a:ext cx="1756" cy="1"/>
              </a:xfrm>
              <a:custGeom>
                <a:avLst/>
                <a:gdLst>
                  <a:gd name="T0" fmla="*/ 0 w 1756"/>
                  <a:gd name="T1" fmla="*/ 0 h 1"/>
                  <a:gd name="T2" fmla="*/ 1753 w 1756"/>
                  <a:gd name="T3" fmla="*/ 0 h 1"/>
                  <a:gd name="T4" fmla="*/ 1756 w 175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756"/>
                  <a:gd name="T10" fmla="*/ 0 h 1"/>
                  <a:gd name="T11" fmla="*/ 1756 w 175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56" h="1">
                    <a:moveTo>
                      <a:pt x="0" y="0"/>
                    </a:moveTo>
                    <a:lnTo>
                      <a:pt x="1753" y="0"/>
                    </a:lnTo>
                    <a:lnTo>
                      <a:pt x="175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24" name="Freeform 845"/>
              <p:cNvSpPr>
                <a:spLocks/>
              </p:cNvSpPr>
              <p:nvPr/>
            </p:nvSpPr>
            <p:spPr bwMode="auto">
              <a:xfrm>
                <a:off x="1559" y="2671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3453" name="Freeform 846"/>
            <p:cNvSpPr>
              <a:spLocks/>
            </p:cNvSpPr>
            <p:nvPr/>
          </p:nvSpPr>
          <p:spPr bwMode="auto">
            <a:xfrm>
              <a:off x="2729" y="3553"/>
              <a:ext cx="1" cy="3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 h 4"/>
                <a:gd name="T4" fmla="*/ 0 w 1"/>
                <a:gd name="T5" fmla="*/ 2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54" name="Freeform 847"/>
            <p:cNvSpPr>
              <a:spLocks/>
            </p:cNvSpPr>
            <p:nvPr/>
          </p:nvSpPr>
          <p:spPr bwMode="auto">
            <a:xfrm>
              <a:off x="1609" y="3555"/>
              <a:ext cx="1122" cy="0"/>
            </a:xfrm>
            <a:custGeom>
              <a:avLst/>
              <a:gdLst>
                <a:gd name="T0" fmla="*/ 0 w 1756"/>
                <a:gd name="T1" fmla="*/ 1 w 1756"/>
                <a:gd name="T2" fmla="*/ 1 w 1756"/>
                <a:gd name="T3" fmla="*/ 0 60000 65536"/>
                <a:gd name="T4" fmla="*/ 0 60000 65536"/>
                <a:gd name="T5" fmla="*/ 0 60000 65536"/>
                <a:gd name="T6" fmla="*/ 0 w 1756"/>
                <a:gd name="T7" fmla="*/ 1756 w 1756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1756">
                  <a:moveTo>
                    <a:pt x="0" y="0"/>
                  </a:moveTo>
                  <a:lnTo>
                    <a:pt x="1753" y="0"/>
                  </a:lnTo>
                  <a:lnTo>
                    <a:pt x="175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55" name="Freeform 848"/>
            <p:cNvSpPr>
              <a:spLocks/>
            </p:cNvSpPr>
            <p:nvPr/>
          </p:nvSpPr>
          <p:spPr bwMode="auto">
            <a:xfrm>
              <a:off x="1528" y="3102"/>
              <a:ext cx="0" cy="297"/>
            </a:xfrm>
            <a:custGeom>
              <a:avLst/>
              <a:gdLst>
                <a:gd name="T0" fmla="*/ 1 h 486"/>
                <a:gd name="T1" fmla="*/ 1 h 486"/>
                <a:gd name="T2" fmla="*/ 0 h 486"/>
                <a:gd name="T3" fmla="*/ 0 60000 65536"/>
                <a:gd name="T4" fmla="*/ 0 60000 65536"/>
                <a:gd name="T5" fmla="*/ 0 60000 65536"/>
                <a:gd name="T6" fmla="*/ 0 h 486"/>
                <a:gd name="T7" fmla="*/ 486 h 486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486">
                  <a:moveTo>
                    <a:pt x="0" y="486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56" name="Line 849"/>
            <p:cNvSpPr>
              <a:spLocks noChangeShapeType="1"/>
            </p:cNvSpPr>
            <p:nvPr/>
          </p:nvSpPr>
          <p:spPr bwMode="auto">
            <a:xfrm>
              <a:off x="1528" y="3104"/>
              <a:ext cx="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57" name="Freeform 850"/>
            <p:cNvSpPr>
              <a:spLocks/>
            </p:cNvSpPr>
            <p:nvPr/>
          </p:nvSpPr>
          <p:spPr bwMode="auto">
            <a:xfrm>
              <a:off x="1516" y="3332"/>
              <a:ext cx="25" cy="67"/>
            </a:xfrm>
            <a:custGeom>
              <a:avLst/>
              <a:gdLst>
                <a:gd name="T0" fmla="*/ 0 w 38"/>
                <a:gd name="T1" fmla="*/ 0 h 109"/>
                <a:gd name="T2" fmla="*/ 1 w 38"/>
                <a:gd name="T3" fmla="*/ 0 h 109"/>
                <a:gd name="T4" fmla="*/ 1 w 38"/>
                <a:gd name="T5" fmla="*/ 1 h 109"/>
                <a:gd name="T6" fmla="*/ 0 w 38"/>
                <a:gd name="T7" fmla="*/ 0 h 10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8"/>
                <a:gd name="T13" fmla="*/ 0 h 109"/>
                <a:gd name="T14" fmla="*/ 38 w 38"/>
                <a:gd name="T15" fmla="*/ 109 h 10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8" h="109">
                  <a:moveTo>
                    <a:pt x="0" y="0"/>
                  </a:moveTo>
                  <a:lnTo>
                    <a:pt x="38" y="0"/>
                  </a:lnTo>
                  <a:lnTo>
                    <a:pt x="18" y="1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58" name="Rectangle 851"/>
            <p:cNvSpPr>
              <a:spLocks noChangeArrowheads="1"/>
            </p:cNvSpPr>
            <p:nvPr/>
          </p:nvSpPr>
          <p:spPr bwMode="auto">
            <a:xfrm>
              <a:off x="1296" y="2952"/>
              <a:ext cx="521" cy="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kumimoji="0"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Tải</a:t>
              </a:r>
              <a:r>
                <a:rPr kumimoji="0"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trọng</a:t>
              </a:r>
              <a:r>
                <a:rPr kumimoji="0"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BELT</a:t>
              </a:r>
              <a:endParaRPr kumimoji="0" lang="ko-KR" altLang="en-US" sz="2400" dirty="0">
                <a:solidFill>
                  <a:srgbClr val="000000"/>
                </a:solidFill>
                <a:latin typeface="Times New Roman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59" name="Rectangle 852"/>
            <p:cNvSpPr>
              <a:spLocks noChangeArrowheads="1"/>
            </p:cNvSpPr>
            <p:nvPr/>
          </p:nvSpPr>
          <p:spPr bwMode="auto">
            <a:xfrm>
              <a:off x="1463" y="3400"/>
              <a:ext cx="90" cy="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60" name="Freeform 853"/>
            <p:cNvSpPr>
              <a:spLocks/>
            </p:cNvSpPr>
            <p:nvPr/>
          </p:nvSpPr>
          <p:spPr bwMode="auto">
            <a:xfrm>
              <a:off x="1463" y="3400"/>
              <a:ext cx="91" cy="1"/>
            </a:xfrm>
            <a:custGeom>
              <a:avLst/>
              <a:gdLst>
                <a:gd name="T0" fmla="*/ 0 w 142"/>
                <a:gd name="T1" fmla="*/ 0 h 1"/>
                <a:gd name="T2" fmla="*/ 1 w 142"/>
                <a:gd name="T3" fmla="*/ 0 h 1"/>
                <a:gd name="T4" fmla="*/ 1 w 142"/>
                <a:gd name="T5" fmla="*/ 0 h 1"/>
                <a:gd name="T6" fmla="*/ 0 60000 65536"/>
                <a:gd name="T7" fmla="*/ 0 60000 65536"/>
                <a:gd name="T8" fmla="*/ 0 60000 65536"/>
                <a:gd name="T9" fmla="*/ 0 w 142"/>
                <a:gd name="T10" fmla="*/ 0 h 1"/>
                <a:gd name="T11" fmla="*/ 142 w 142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2" h="1">
                  <a:moveTo>
                    <a:pt x="0" y="0"/>
                  </a:moveTo>
                  <a:lnTo>
                    <a:pt x="140" y="0"/>
                  </a:lnTo>
                  <a:lnTo>
                    <a:pt x="14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61" name="Freeform 854"/>
            <p:cNvSpPr>
              <a:spLocks/>
            </p:cNvSpPr>
            <p:nvPr/>
          </p:nvSpPr>
          <p:spPr bwMode="auto">
            <a:xfrm>
              <a:off x="1463" y="3400"/>
              <a:ext cx="1" cy="4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2 h 5"/>
                <a:gd name="T4" fmla="*/ 0 w 1"/>
                <a:gd name="T5" fmla="*/ 2 h 5"/>
                <a:gd name="T6" fmla="*/ 0 60000 65536"/>
                <a:gd name="T7" fmla="*/ 0 60000 65536"/>
                <a:gd name="T8" fmla="*/ 0 60000 65536"/>
                <a:gd name="T9" fmla="*/ 0 w 1"/>
                <a:gd name="T10" fmla="*/ 0 h 5"/>
                <a:gd name="T11" fmla="*/ 1 w 1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62" name="Freeform 855"/>
            <p:cNvSpPr>
              <a:spLocks/>
            </p:cNvSpPr>
            <p:nvPr/>
          </p:nvSpPr>
          <p:spPr bwMode="auto">
            <a:xfrm>
              <a:off x="1553" y="3400"/>
              <a:ext cx="0" cy="4"/>
            </a:xfrm>
            <a:custGeom>
              <a:avLst/>
              <a:gdLst>
                <a:gd name="T0" fmla="*/ 0 h 5"/>
                <a:gd name="T1" fmla="*/ 2 h 5"/>
                <a:gd name="T2" fmla="*/ 2 h 5"/>
                <a:gd name="T3" fmla="*/ 0 60000 65536"/>
                <a:gd name="T4" fmla="*/ 0 60000 65536"/>
                <a:gd name="T5" fmla="*/ 0 60000 65536"/>
                <a:gd name="T6" fmla="*/ 0 h 5"/>
                <a:gd name="T7" fmla="*/ 5 h 5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63" name="Freeform 856"/>
            <p:cNvSpPr>
              <a:spLocks/>
            </p:cNvSpPr>
            <p:nvPr/>
          </p:nvSpPr>
          <p:spPr bwMode="auto">
            <a:xfrm>
              <a:off x="1463" y="3402"/>
              <a:ext cx="91" cy="1"/>
            </a:xfrm>
            <a:custGeom>
              <a:avLst/>
              <a:gdLst>
                <a:gd name="T0" fmla="*/ 0 w 142"/>
                <a:gd name="T1" fmla="*/ 0 h 1"/>
                <a:gd name="T2" fmla="*/ 1 w 142"/>
                <a:gd name="T3" fmla="*/ 0 h 1"/>
                <a:gd name="T4" fmla="*/ 1 w 142"/>
                <a:gd name="T5" fmla="*/ 0 h 1"/>
                <a:gd name="T6" fmla="*/ 0 60000 65536"/>
                <a:gd name="T7" fmla="*/ 0 60000 65536"/>
                <a:gd name="T8" fmla="*/ 0 60000 65536"/>
                <a:gd name="T9" fmla="*/ 0 w 142"/>
                <a:gd name="T10" fmla="*/ 0 h 1"/>
                <a:gd name="T11" fmla="*/ 142 w 142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2" h="1">
                  <a:moveTo>
                    <a:pt x="0" y="0"/>
                  </a:moveTo>
                  <a:lnTo>
                    <a:pt x="140" y="0"/>
                  </a:lnTo>
                  <a:lnTo>
                    <a:pt x="14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64" name="Rectangle 857"/>
            <p:cNvSpPr>
              <a:spLocks noChangeArrowheads="1"/>
            </p:cNvSpPr>
            <p:nvPr/>
          </p:nvSpPr>
          <p:spPr bwMode="auto">
            <a:xfrm>
              <a:off x="1463" y="3402"/>
              <a:ext cx="1" cy="22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65" name="Freeform 858"/>
            <p:cNvSpPr>
              <a:spLocks/>
            </p:cNvSpPr>
            <p:nvPr/>
          </p:nvSpPr>
          <p:spPr bwMode="auto">
            <a:xfrm>
              <a:off x="1464" y="3402"/>
              <a:ext cx="1" cy="221"/>
            </a:xfrm>
            <a:custGeom>
              <a:avLst/>
              <a:gdLst>
                <a:gd name="T0" fmla="*/ 0 w 1"/>
                <a:gd name="T1" fmla="*/ 0 h 361"/>
                <a:gd name="T2" fmla="*/ 0 w 1"/>
                <a:gd name="T3" fmla="*/ 1 h 361"/>
                <a:gd name="T4" fmla="*/ 0 w 1"/>
                <a:gd name="T5" fmla="*/ 1 h 361"/>
                <a:gd name="T6" fmla="*/ 0 60000 65536"/>
                <a:gd name="T7" fmla="*/ 0 60000 65536"/>
                <a:gd name="T8" fmla="*/ 0 60000 65536"/>
                <a:gd name="T9" fmla="*/ 0 w 1"/>
                <a:gd name="T10" fmla="*/ 0 h 361"/>
                <a:gd name="T11" fmla="*/ 1 w 1"/>
                <a:gd name="T12" fmla="*/ 361 h 36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361">
                  <a:moveTo>
                    <a:pt x="0" y="0"/>
                  </a:moveTo>
                  <a:lnTo>
                    <a:pt x="0" y="359"/>
                  </a:lnTo>
                  <a:lnTo>
                    <a:pt x="0" y="361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66" name="Freeform 859"/>
            <p:cNvSpPr>
              <a:spLocks/>
            </p:cNvSpPr>
            <p:nvPr/>
          </p:nvSpPr>
          <p:spPr bwMode="auto">
            <a:xfrm>
              <a:off x="1462" y="3402"/>
              <a:ext cx="2" cy="1"/>
            </a:xfrm>
            <a:custGeom>
              <a:avLst/>
              <a:gdLst>
                <a:gd name="T0" fmla="*/ 1 w 4"/>
                <a:gd name="T1" fmla="*/ 0 h 1"/>
                <a:gd name="T2" fmla="*/ 1 w 4"/>
                <a:gd name="T3" fmla="*/ 0 h 1"/>
                <a:gd name="T4" fmla="*/ 0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67" name="Freeform 860"/>
            <p:cNvSpPr>
              <a:spLocks/>
            </p:cNvSpPr>
            <p:nvPr/>
          </p:nvSpPr>
          <p:spPr bwMode="auto">
            <a:xfrm>
              <a:off x="1462" y="3622"/>
              <a:ext cx="2" cy="0"/>
            </a:xfrm>
            <a:custGeom>
              <a:avLst/>
              <a:gdLst>
                <a:gd name="T0" fmla="*/ 1 w 4"/>
                <a:gd name="T1" fmla="*/ 1 w 4"/>
                <a:gd name="T2" fmla="*/ 0 w 4"/>
                <a:gd name="T3" fmla="*/ 0 60000 65536"/>
                <a:gd name="T4" fmla="*/ 0 60000 65536"/>
                <a:gd name="T5" fmla="*/ 0 60000 65536"/>
                <a:gd name="T6" fmla="*/ 0 w 4"/>
                <a:gd name="T7" fmla="*/ 4 w 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4">
                  <a:moveTo>
                    <a:pt x="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68" name="Freeform 861"/>
            <p:cNvSpPr>
              <a:spLocks/>
            </p:cNvSpPr>
            <p:nvPr/>
          </p:nvSpPr>
          <p:spPr bwMode="auto">
            <a:xfrm>
              <a:off x="1463" y="3402"/>
              <a:ext cx="1" cy="221"/>
            </a:xfrm>
            <a:custGeom>
              <a:avLst/>
              <a:gdLst>
                <a:gd name="T0" fmla="*/ 0 w 1"/>
                <a:gd name="T1" fmla="*/ 0 h 361"/>
                <a:gd name="T2" fmla="*/ 0 w 1"/>
                <a:gd name="T3" fmla="*/ 1 h 361"/>
                <a:gd name="T4" fmla="*/ 0 w 1"/>
                <a:gd name="T5" fmla="*/ 1 h 361"/>
                <a:gd name="T6" fmla="*/ 0 60000 65536"/>
                <a:gd name="T7" fmla="*/ 0 60000 65536"/>
                <a:gd name="T8" fmla="*/ 0 60000 65536"/>
                <a:gd name="T9" fmla="*/ 0 w 1"/>
                <a:gd name="T10" fmla="*/ 0 h 361"/>
                <a:gd name="T11" fmla="*/ 1 w 1"/>
                <a:gd name="T12" fmla="*/ 361 h 36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361">
                  <a:moveTo>
                    <a:pt x="0" y="0"/>
                  </a:moveTo>
                  <a:lnTo>
                    <a:pt x="0" y="359"/>
                  </a:lnTo>
                  <a:lnTo>
                    <a:pt x="0" y="361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69" name="Rectangle 862"/>
            <p:cNvSpPr>
              <a:spLocks noChangeArrowheads="1"/>
            </p:cNvSpPr>
            <p:nvPr/>
          </p:nvSpPr>
          <p:spPr bwMode="auto">
            <a:xfrm>
              <a:off x="1488" y="3620"/>
              <a:ext cx="14" cy="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70" name="Freeform 863"/>
            <p:cNvSpPr>
              <a:spLocks/>
            </p:cNvSpPr>
            <p:nvPr/>
          </p:nvSpPr>
          <p:spPr bwMode="auto">
            <a:xfrm>
              <a:off x="1488" y="3620"/>
              <a:ext cx="15" cy="0"/>
            </a:xfrm>
            <a:custGeom>
              <a:avLst/>
              <a:gdLst>
                <a:gd name="T0" fmla="*/ 0 w 24"/>
                <a:gd name="T1" fmla="*/ 1 w 24"/>
                <a:gd name="T2" fmla="*/ 1 w 24"/>
                <a:gd name="T3" fmla="*/ 0 60000 65536"/>
                <a:gd name="T4" fmla="*/ 0 60000 65536"/>
                <a:gd name="T5" fmla="*/ 0 60000 65536"/>
                <a:gd name="T6" fmla="*/ 0 w 24"/>
                <a:gd name="T7" fmla="*/ 24 w 2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24">
                  <a:moveTo>
                    <a:pt x="0" y="0"/>
                  </a:moveTo>
                  <a:lnTo>
                    <a:pt x="22" y="0"/>
                  </a:lnTo>
                  <a:lnTo>
                    <a:pt x="2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71" name="Freeform 864"/>
            <p:cNvSpPr>
              <a:spLocks/>
            </p:cNvSpPr>
            <p:nvPr/>
          </p:nvSpPr>
          <p:spPr bwMode="auto">
            <a:xfrm>
              <a:off x="1488" y="3620"/>
              <a:ext cx="0" cy="3"/>
            </a:xfrm>
            <a:custGeom>
              <a:avLst/>
              <a:gdLst>
                <a:gd name="T0" fmla="*/ 0 h 5"/>
                <a:gd name="T1" fmla="*/ 1 h 5"/>
                <a:gd name="T2" fmla="*/ 1 h 5"/>
                <a:gd name="T3" fmla="*/ 0 60000 65536"/>
                <a:gd name="T4" fmla="*/ 0 60000 65536"/>
                <a:gd name="T5" fmla="*/ 0 60000 65536"/>
                <a:gd name="T6" fmla="*/ 0 h 5"/>
                <a:gd name="T7" fmla="*/ 5 h 5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72" name="Freeform 865"/>
            <p:cNvSpPr>
              <a:spLocks/>
            </p:cNvSpPr>
            <p:nvPr/>
          </p:nvSpPr>
          <p:spPr bwMode="auto">
            <a:xfrm>
              <a:off x="1502" y="3620"/>
              <a:ext cx="0" cy="3"/>
            </a:xfrm>
            <a:custGeom>
              <a:avLst/>
              <a:gdLst>
                <a:gd name="T0" fmla="*/ 0 h 5"/>
                <a:gd name="T1" fmla="*/ 1 h 5"/>
                <a:gd name="T2" fmla="*/ 1 h 5"/>
                <a:gd name="T3" fmla="*/ 0 60000 65536"/>
                <a:gd name="T4" fmla="*/ 0 60000 65536"/>
                <a:gd name="T5" fmla="*/ 0 60000 65536"/>
                <a:gd name="T6" fmla="*/ 0 h 5"/>
                <a:gd name="T7" fmla="*/ 5 h 5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73" name="Freeform 866"/>
            <p:cNvSpPr>
              <a:spLocks/>
            </p:cNvSpPr>
            <p:nvPr/>
          </p:nvSpPr>
          <p:spPr bwMode="auto">
            <a:xfrm>
              <a:off x="1488" y="3622"/>
              <a:ext cx="15" cy="0"/>
            </a:xfrm>
            <a:custGeom>
              <a:avLst/>
              <a:gdLst>
                <a:gd name="T0" fmla="*/ 0 w 24"/>
                <a:gd name="T1" fmla="*/ 1 w 24"/>
                <a:gd name="T2" fmla="*/ 1 w 24"/>
                <a:gd name="T3" fmla="*/ 0 60000 65536"/>
                <a:gd name="T4" fmla="*/ 0 60000 65536"/>
                <a:gd name="T5" fmla="*/ 0 60000 65536"/>
                <a:gd name="T6" fmla="*/ 0 w 24"/>
                <a:gd name="T7" fmla="*/ 24 w 2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24">
                  <a:moveTo>
                    <a:pt x="0" y="0"/>
                  </a:moveTo>
                  <a:lnTo>
                    <a:pt x="22" y="0"/>
                  </a:lnTo>
                  <a:lnTo>
                    <a:pt x="2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74" name="Rectangle 867"/>
            <p:cNvSpPr>
              <a:spLocks noChangeArrowheads="1"/>
            </p:cNvSpPr>
            <p:nvPr/>
          </p:nvSpPr>
          <p:spPr bwMode="auto">
            <a:xfrm>
              <a:off x="1463" y="3620"/>
              <a:ext cx="11" cy="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75" name="Freeform 868"/>
            <p:cNvSpPr>
              <a:spLocks/>
            </p:cNvSpPr>
            <p:nvPr/>
          </p:nvSpPr>
          <p:spPr bwMode="auto">
            <a:xfrm>
              <a:off x="1463" y="3620"/>
              <a:ext cx="12" cy="0"/>
            </a:xfrm>
            <a:custGeom>
              <a:avLst/>
              <a:gdLst>
                <a:gd name="T0" fmla="*/ 0 w 18"/>
                <a:gd name="T1" fmla="*/ 1 w 18"/>
                <a:gd name="T2" fmla="*/ 1 w 18"/>
                <a:gd name="T3" fmla="*/ 0 60000 65536"/>
                <a:gd name="T4" fmla="*/ 0 60000 65536"/>
                <a:gd name="T5" fmla="*/ 0 60000 65536"/>
                <a:gd name="T6" fmla="*/ 0 w 18"/>
                <a:gd name="T7" fmla="*/ 18 w 18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18">
                  <a:moveTo>
                    <a:pt x="0" y="0"/>
                  </a:moveTo>
                  <a:lnTo>
                    <a:pt x="16" y="0"/>
                  </a:lnTo>
                  <a:lnTo>
                    <a:pt x="1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76" name="Freeform 869"/>
            <p:cNvSpPr>
              <a:spLocks/>
            </p:cNvSpPr>
            <p:nvPr/>
          </p:nvSpPr>
          <p:spPr bwMode="auto">
            <a:xfrm>
              <a:off x="1463" y="3620"/>
              <a:ext cx="1" cy="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 h 5"/>
                <a:gd name="T4" fmla="*/ 0 w 1"/>
                <a:gd name="T5" fmla="*/ 1 h 5"/>
                <a:gd name="T6" fmla="*/ 0 60000 65536"/>
                <a:gd name="T7" fmla="*/ 0 60000 65536"/>
                <a:gd name="T8" fmla="*/ 0 60000 65536"/>
                <a:gd name="T9" fmla="*/ 0 w 1"/>
                <a:gd name="T10" fmla="*/ 0 h 5"/>
                <a:gd name="T11" fmla="*/ 1 w 1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77" name="Freeform 870"/>
            <p:cNvSpPr>
              <a:spLocks/>
            </p:cNvSpPr>
            <p:nvPr/>
          </p:nvSpPr>
          <p:spPr bwMode="auto">
            <a:xfrm>
              <a:off x="1474" y="3620"/>
              <a:ext cx="0" cy="3"/>
            </a:xfrm>
            <a:custGeom>
              <a:avLst/>
              <a:gdLst>
                <a:gd name="T0" fmla="*/ 0 h 5"/>
                <a:gd name="T1" fmla="*/ 1 h 5"/>
                <a:gd name="T2" fmla="*/ 1 h 5"/>
                <a:gd name="T3" fmla="*/ 0 60000 65536"/>
                <a:gd name="T4" fmla="*/ 0 60000 65536"/>
                <a:gd name="T5" fmla="*/ 0 60000 65536"/>
                <a:gd name="T6" fmla="*/ 0 h 5"/>
                <a:gd name="T7" fmla="*/ 5 h 5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78" name="Freeform 871"/>
            <p:cNvSpPr>
              <a:spLocks/>
            </p:cNvSpPr>
            <p:nvPr/>
          </p:nvSpPr>
          <p:spPr bwMode="auto">
            <a:xfrm>
              <a:off x="1463" y="3622"/>
              <a:ext cx="12" cy="0"/>
            </a:xfrm>
            <a:custGeom>
              <a:avLst/>
              <a:gdLst>
                <a:gd name="T0" fmla="*/ 0 w 18"/>
                <a:gd name="T1" fmla="*/ 1 w 18"/>
                <a:gd name="T2" fmla="*/ 1 w 18"/>
                <a:gd name="T3" fmla="*/ 0 60000 65536"/>
                <a:gd name="T4" fmla="*/ 0 60000 65536"/>
                <a:gd name="T5" fmla="*/ 0 60000 65536"/>
                <a:gd name="T6" fmla="*/ 0 w 18"/>
                <a:gd name="T7" fmla="*/ 18 w 18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18">
                  <a:moveTo>
                    <a:pt x="0" y="0"/>
                  </a:moveTo>
                  <a:lnTo>
                    <a:pt x="16" y="0"/>
                  </a:lnTo>
                  <a:lnTo>
                    <a:pt x="1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79" name="Rectangle 872"/>
            <p:cNvSpPr>
              <a:spLocks noChangeArrowheads="1"/>
            </p:cNvSpPr>
            <p:nvPr/>
          </p:nvSpPr>
          <p:spPr bwMode="auto">
            <a:xfrm>
              <a:off x="1516" y="3620"/>
              <a:ext cx="12" cy="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80" name="Freeform 873"/>
            <p:cNvSpPr>
              <a:spLocks/>
            </p:cNvSpPr>
            <p:nvPr/>
          </p:nvSpPr>
          <p:spPr bwMode="auto">
            <a:xfrm>
              <a:off x="1516" y="3620"/>
              <a:ext cx="14" cy="0"/>
            </a:xfrm>
            <a:custGeom>
              <a:avLst/>
              <a:gdLst>
                <a:gd name="T0" fmla="*/ 0 w 22"/>
                <a:gd name="T1" fmla="*/ 1 w 22"/>
                <a:gd name="T2" fmla="*/ 1 w 22"/>
                <a:gd name="T3" fmla="*/ 0 60000 65536"/>
                <a:gd name="T4" fmla="*/ 0 60000 65536"/>
                <a:gd name="T5" fmla="*/ 0 60000 65536"/>
                <a:gd name="T6" fmla="*/ 0 w 22"/>
                <a:gd name="T7" fmla="*/ 22 w 22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22">
                  <a:moveTo>
                    <a:pt x="0" y="0"/>
                  </a:moveTo>
                  <a:lnTo>
                    <a:pt x="20" y="0"/>
                  </a:lnTo>
                  <a:lnTo>
                    <a:pt x="2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81" name="Freeform 874"/>
            <p:cNvSpPr>
              <a:spLocks/>
            </p:cNvSpPr>
            <p:nvPr/>
          </p:nvSpPr>
          <p:spPr bwMode="auto">
            <a:xfrm>
              <a:off x="1516" y="3620"/>
              <a:ext cx="0" cy="3"/>
            </a:xfrm>
            <a:custGeom>
              <a:avLst/>
              <a:gdLst>
                <a:gd name="T0" fmla="*/ 0 h 5"/>
                <a:gd name="T1" fmla="*/ 1 h 5"/>
                <a:gd name="T2" fmla="*/ 1 h 5"/>
                <a:gd name="T3" fmla="*/ 0 60000 65536"/>
                <a:gd name="T4" fmla="*/ 0 60000 65536"/>
                <a:gd name="T5" fmla="*/ 0 60000 65536"/>
                <a:gd name="T6" fmla="*/ 0 h 5"/>
                <a:gd name="T7" fmla="*/ 5 h 5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82" name="Freeform 875"/>
            <p:cNvSpPr>
              <a:spLocks/>
            </p:cNvSpPr>
            <p:nvPr/>
          </p:nvSpPr>
          <p:spPr bwMode="auto">
            <a:xfrm>
              <a:off x="1528" y="3620"/>
              <a:ext cx="1" cy="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 h 5"/>
                <a:gd name="T4" fmla="*/ 0 w 1"/>
                <a:gd name="T5" fmla="*/ 1 h 5"/>
                <a:gd name="T6" fmla="*/ 0 60000 65536"/>
                <a:gd name="T7" fmla="*/ 0 60000 65536"/>
                <a:gd name="T8" fmla="*/ 0 60000 65536"/>
                <a:gd name="T9" fmla="*/ 0 w 1"/>
                <a:gd name="T10" fmla="*/ 0 h 5"/>
                <a:gd name="T11" fmla="*/ 1 w 1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83" name="Freeform 876"/>
            <p:cNvSpPr>
              <a:spLocks/>
            </p:cNvSpPr>
            <p:nvPr/>
          </p:nvSpPr>
          <p:spPr bwMode="auto">
            <a:xfrm>
              <a:off x="1516" y="3622"/>
              <a:ext cx="14" cy="0"/>
            </a:xfrm>
            <a:custGeom>
              <a:avLst/>
              <a:gdLst>
                <a:gd name="T0" fmla="*/ 0 w 22"/>
                <a:gd name="T1" fmla="*/ 1 w 22"/>
                <a:gd name="T2" fmla="*/ 1 w 22"/>
                <a:gd name="T3" fmla="*/ 0 60000 65536"/>
                <a:gd name="T4" fmla="*/ 0 60000 65536"/>
                <a:gd name="T5" fmla="*/ 0 60000 65536"/>
                <a:gd name="T6" fmla="*/ 0 w 22"/>
                <a:gd name="T7" fmla="*/ 22 w 22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22">
                  <a:moveTo>
                    <a:pt x="0" y="0"/>
                  </a:moveTo>
                  <a:lnTo>
                    <a:pt x="20" y="0"/>
                  </a:lnTo>
                  <a:lnTo>
                    <a:pt x="2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84" name="Rectangle 877"/>
            <p:cNvSpPr>
              <a:spLocks noChangeArrowheads="1"/>
            </p:cNvSpPr>
            <p:nvPr/>
          </p:nvSpPr>
          <p:spPr bwMode="auto">
            <a:xfrm>
              <a:off x="1553" y="3402"/>
              <a:ext cx="1" cy="22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85" name="Freeform 878"/>
            <p:cNvSpPr>
              <a:spLocks/>
            </p:cNvSpPr>
            <p:nvPr/>
          </p:nvSpPr>
          <p:spPr bwMode="auto">
            <a:xfrm>
              <a:off x="1553" y="3400"/>
              <a:ext cx="0" cy="222"/>
            </a:xfrm>
            <a:custGeom>
              <a:avLst/>
              <a:gdLst>
                <a:gd name="T0" fmla="*/ 1 h 362"/>
                <a:gd name="T1" fmla="*/ 1 h 362"/>
                <a:gd name="T2" fmla="*/ 0 h 362"/>
                <a:gd name="T3" fmla="*/ 0 60000 65536"/>
                <a:gd name="T4" fmla="*/ 0 60000 65536"/>
                <a:gd name="T5" fmla="*/ 0 60000 65536"/>
                <a:gd name="T6" fmla="*/ 0 h 362"/>
                <a:gd name="T7" fmla="*/ 362 h 362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362">
                  <a:moveTo>
                    <a:pt x="0" y="362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86" name="Freeform 879"/>
            <p:cNvSpPr>
              <a:spLocks/>
            </p:cNvSpPr>
            <p:nvPr/>
          </p:nvSpPr>
          <p:spPr bwMode="auto">
            <a:xfrm>
              <a:off x="1553" y="3622"/>
              <a:ext cx="2" cy="0"/>
            </a:xfrm>
            <a:custGeom>
              <a:avLst/>
              <a:gdLst>
                <a:gd name="T0" fmla="*/ 0 w 4"/>
                <a:gd name="T1" fmla="*/ 1 w 4"/>
                <a:gd name="T2" fmla="*/ 1 w 4"/>
                <a:gd name="T3" fmla="*/ 0 60000 65536"/>
                <a:gd name="T4" fmla="*/ 0 60000 65536"/>
                <a:gd name="T5" fmla="*/ 0 60000 65536"/>
                <a:gd name="T6" fmla="*/ 0 w 4"/>
                <a:gd name="T7" fmla="*/ 4 w 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4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87" name="Freeform 880"/>
            <p:cNvSpPr>
              <a:spLocks/>
            </p:cNvSpPr>
            <p:nvPr/>
          </p:nvSpPr>
          <p:spPr bwMode="auto">
            <a:xfrm>
              <a:off x="1553" y="3402"/>
              <a:ext cx="2" cy="1"/>
            </a:xfrm>
            <a:custGeom>
              <a:avLst/>
              <a:gdLst>
                <a:gd name="T0" fmla="*/ 0 w 4"/>
                <a:gd name="T1" fmla="*/ 0 h 1"/>
                <a:gd name="T2" fmla="*/ 1 w 4"/>
                <a:gd name="T3" fmla="*/ 0 h 1"/>
                <a:gd name="T4" fmla="*/ 1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88" name="Freeform 881"/>
            <p:cNvSpPr>
              <a:spLocks/>
            </p:cNvSpPr>
            <p:nvPr/>
          </p:nvSpPr>
          <p:spPr bwMode="auto">
            <a:xfrm>
              <a:off x="1554" y="3400"/>
              <a:ext cx="1" cy="222"/>
            </a:xfrm>
            <a:custGeom>
              <a:avLst/>
              <a:gdLst>
                <a:gd name="T0" fmla="*/ 0 w 1"/>
                <a:gd name="T1" fmla="*/ 1 h 362"/>
                <a:gd name="T2" fmla="*/ 0 w 1"/>
                <a:gd name="T3" fmla="*/ 1 h 362"/>
                <a:gd name="T4" fmla="*/ 0 w 1"/>
                <a:gd name="T5" fmla="*/ 0 h 362"/>
                <a:gd name="T6" fmla="*/ 0 60000 65536"/>
                <a:gd name="T7" fmla="*/ 0 60000 65536"/>
                <a:gd name="T8" fmla="*/ 0 60000 65536"/>
                <a:gd name="T9" fmla="*/ 0 w 1"/>
                <a:gd name="T10" fmla="*/ 0 h 362"/>
                <a:gd name="T11" fmla="*/ 1 w 1"/>
                <a:gd name="T12" fmla="*/ 362 h 36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362">
                  <a:moveTo>
                    <a:pt x="0" y="362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89" name="Rectangle 882"/>
            <p:cNvSpPr>
              <a:spLocks noChangeArrowheads="1"/>
            </p:cNvSpPr>
            <p:nvPr/>
          </p:nvSpPr>
          <p:spPr bwMode="auto">
            <a:xfrm>
              <a:off x="1543" y="3619"/>
              <a:ext cx="9" cy="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90" name="Freeform 883"/>
            <p:cNvSpPr>
              <a:spLocks/>
            </p:cNvSpPr>
            <p:nvPr/>
          </p:nvSpPr>
          <p:spPr bwMode="auto">
            <a:xfrm>
              <a:off x="1522" y="3619"/>
              <a:ext cx="10" cy="0"/>
            </a:xfrm>
            <a:custGeom>
              <a:avLst/>
              <a:gdLst>
                <a:gd name="T0" fmla="*/ 0 w 16"/>
                <a:gd name="T1" fmla="*/ 1 w 16"/>
                <a:gd name="T2" fmla="*/ 1 w 16"/>
                <a:gd name="T3" fmla="*/ 0 60000 65536"/>
                <a:gd name="T4" fmla="*/ 0 60000 65536"/>
                <a:gd name="T5" fmla="*/ 0 60000 65536"/>
                <a:gd name="T6" fmla="*/ 0 w 16"/>
                <a:gd name="T7" fmla="*/ 16 w 16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16">
                  <a:moveTo>
                    <a:pt x="0" y="0"/>
                  </a:moveTo>
                  <a:lnTo>
                    <a:pt x="14" y="0"/>
                  </a:lnTo>
                  <a:lnTo>
                    <a:pt x="1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91" name="Freeform 884"/>
            <p:cNvSpPr>
              <a:spLocks/>
            </p:cNvSpPr>
            <p:nvPr/>
          </p:nvSpPr>
          <p:spPr bwMode="auto">
            <a:xfrm>
              <a:off x="1522" y="3619"/>
              <a:ext cx="1" cy="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 h 5"/>
                <a:gd name="T4" fmla="*/ 0 w 1"/>
                <a:gd name="T5" fmla="*/ 1 h 5"/>
                <a:gd name="T6" fmla="*/ 0 60000 65536"/>
                <a:gd name="T7" fmla="*/ 0 60000 65536"/>
                <a:gd name="T8" fmla="*/ 0 60000 65536"/>
                <a:gd name="T9" fmla="*/ 0 w 1"/>
                <a:gd name="T10" fmla="*/ 0 h 5"/>
                <a:gd name="T11" fmla="*/ 1 w 1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92" name="Freeform 885"/>
            <p:cNvSpPr>
              <a:spLocks/>
            </p:cNvSpPr>
            <p:nvPr/>
          </p:nvSpPr>
          <p:spPr bwMode="auto">
            <a:xfrm>
              <a:off x="1530" y="3619"/>
              <a:ext cx="2" cy="3"/>
            </a:xfrm>
            <a:custGeom>
              <a:avLst/>
              <a:gdLst>
                <a:gd name="T0" fmla="*/ 0 w 2"/>
                <a:gd name="T1" fmla="*/ 0 h 5"/>
                <a:gd name="T2" fmla="*/ 0 w 2"/>
                <a:gd name="T3" fmla="*/ 1 h 5"/>
                <a:gd name="T4" fmla="*/ 0 w 2"/>
                <a:gd name="T5" fmla="*/ 1 h 5"/>
                <a:gd name="T6" fmla="*/ 0 60000 65536"/>
                <a:gd name="T7" fmla="*/ 0 60000 65536"/>
                <a:gd name="T8" fmla="*/ 0 60000 65536"/>
                <a:gd name="T9" fmla="*/ 0 w 2"/>
                <a:gd name="T10" fmla="*/ 0 h 5"/>
                <a:gd name="T11" fmla="*/ 2 w 2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93" name="Freeform 886"/>
            <p:cNvSpPr>
              <a:spLocks/>
            </p:cNvSpPr>
            <p:nvPr/>
          </p:nvSpPr>
          <p:spPr bwMode="auto">
            <a:xfrm>
              <a:off x="1522" y="3621"/>
              <a:ext cx="10" cy="0"/>
            </a:xfrm>
            <a:custGeom>
              <a:avLst/>
              <a:gdLst>
                <a:gd name="T0" fmla="*/ 0 w 16"/>
                <a:gd name="T1" fmla="*/ 1 w 16"/>
                <a:gd name="T2" fmla="*/ 1 w 16"/>
                <a:gd name="T3" fmla="*/ 0 60000 65536"/>
                <a:gd name="T4" fmla="*/ 0 60000 65536"/>
                <a:gd name="T5" fmla="*/ 0 60000 65536"/>
                <a:gd name="T6" fmla="*/ 0 w 16"/>
                <a:gd name="T7" fmla="*/ 16 w 16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16">
                  <a:moveTo>
                    <a:pt x="0" y="0"/>
                  </a:moveTo>
                  <a:lnTo>
                    <a:pt x="14" y="0"/>
                  </a:lnTo>
                  <a:lnTo>
                    <a:pt x="1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94" name="Rectangle 887"/>
            <p:cNvSpPr>
              <a:spLocks noChangeArrowheads="1"/>
            </p:cNvSpPr>
            <p:nvPr/>
          </p:nvSpPr>
          <p:spPr bwMode="auto">
            <a:xfrm>
              <a:off x="1532" y="3552"/>
              <a:ext cx="34" cy="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95" name="Freeform 888"/>
            <p:cNvSpPr>
              <a:spLocks/>
            </p:cNvSpPr>
            <p:nvPr/>
          </p:nvSpPr>
          <p:spPr bwMode="auto">
            <a:xfrm>
              <a:off x="1532" y="3552"/>
              <a:ext cx="35" cy="1"/>
            </a:xfrm>
            <a:custGeom>
              <a:avLst/>
              <a:gdLst>
                <a:gd name="T0" fmla="*/ 0 w 55"/>
                <a:gd name="T1" fmla="*/ 0 h 1"/>
                <a:gd name="T2" fmla="*/ 1 w 55"/>
                <a:gd name="T3" fmla="*/ 0 h 1"/>
                <a:gd name="T4" fmla="*/ 1 w 55"/>
                <a:gd name="T5" fmla="*/ 0 h 1"/>
                <a:gd name="T6" fmla="*/ 0 60000 65536"/>
                <a:gd name="T7" fmla="*/ 0 60000 65536"/>
                <a:gd name="T8" fmla="*/ 0 60000 65536"/>
                <a:gd name="T9" fmla="*/ 0 w 55"/>
                <a:gd name="T10" fmla="*/ 0 h 1"/>
                <a:gd name="T11" fmla="*/ 55 w 5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" h="1">
                  <a:moveTo>
                    <a:pt x="0" y="0"/>
                  </a:moveTo>
                  <a:lnTo>
                    <a:pt x="53" y="0"/>
                  </a:lnTo>
                  <a:lnTo>
                    <a:pt x="5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96" name="Freeform 889"/>
            <p:cNvSpPr>
              <a:spLocks/>
            </p:cNvSpPr>
            <p:nvPr/>
          </p:nvSpPr>
          <p:spPr bwMode="auto">
            <a:xfrm>
              <a:off x="1532" y="3552"/>
              <a:ext cx="1" cy="3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 h 4"/>
                <a:gd name="T4" fmla="*/ 0 w 1"/>
                <a:gd name="T5" fmla="*/ 2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97" name="Freeform 890"/>
            <p:cNvSpPr>
              <a:spLocks/>
            </p:cNvSpPr>
            <p:nvPr/>
          </p:nvSpPr>
          <p:spPr bwMode="auto">
            <a:xfrm>
              <a:off x="1566" y="3552"/>
              <a:ext cx="0" cy="3"/>
            </a:xfrm>
            <a:custGeom>
              <a:avLst/>
              <a:gdLst>
                <a:gd name="T0" fmla="*/ 0 h 4"/>
                <a:gd name="T1" fmla="*/ 2 h 4"/>
                <a:gd name="T2" fmla="*/ 2 h 4"/>
                <a:gd name="T3" fmla="*/ 0 60000 65536"/>
                <a:gd name="T4" fmla="*/ 0 60000 65536"/>
                <a:gd name="T5" fmla="*/ 0 60000 65536"/>
                <a:gd name="T6" fmla="*/ 0 h 4"/>
                <a:gd name="T7" fmla="*/ 4 h 4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98" name="Freeform 891"/>
            <p:cNvSpPr>
              <a:spLocks/>
            </p:cNvSpPr>
            <p:nvPr/>
          </p:nvSpPr>
          <p:spPr bwMode="auto">
            <a:xfrm>
              <a:off x="1532" y="3553"/>
              <a:ext cx="35" cy="1"/>
            </a:xfrm>
            <a:custGeom>
              <a:avLst/>
              <a:gdLst>
                <a:gd name="T0" fmla="*/ 0 w 55"/>
                <a:gd name="T1" fmla="*/ 0 h 1"/>
                <a:gd name="T2" fmla="*/ 1 w 55"/>
                <a:gd name="T3" fmla="*/ 0 h 1"/>
                <a:gd name="T4" fmla="*/ 1 w 55"/>
                <a:gd name="T5" fmla="*/ 0 h 1"/>
                <a:gd name="T6" fmla="*/ 0 60000 65536"/>
                <a:gd name="T7" fmla="*/ 0 60000 65536"/>
                <a:gd name="T8" fmla="*/ 0 60000 65536"/>
                <a:gd name="T9" fmla="*/ 0 w 55"/>
                <a:gd name="T10" fmla="*/ 0 h 1"/>
                <a:gd name="T11" fmla="*/ 55 w 5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" h="1">
                  <a:moveTo>
                    <a:pt x="0" y="0"/>
                  </a:moveTo>
                  <a:lnTo>
                    <a:pt x="53" y="0"/>
                  </a:lnTo>
                  <a:lnTo>
                    <a:pt x="5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99" name="Rectangle 892"/>
            <p:cNvSpPr>
              <a:spLocks noChangeArrowheads="1"/>
            </p:cNvSpPr>
            <p:nvPr/>
          </p:nvSpPr>
          <p:spPr bwMode="auto">
            <a:xfrm>
              <a:off x="1569" y="3468"/>
              <a:ext cx="136" cy="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00" name="Freeform 893"/>
            <p:cNvSpPr>
              <a:spLocks/>
            </p:cNvSpPr>
            <p:nvPr/>
          </p:nvSpPr>
          <p:spPr bwMode="auto">
            <a:xfrm>
              <a:off x="1569" y="3468"/>
              <a:ext cx="137" cy="0"/>
            </a:xfrm>
            <a:custGeom>
              <a:avLst/>
              <a:gdLst>
                <a:gd name="T0" fmla="*/ 0 w 213"/>
                <a:gd name="T1" fmla="*/ 1 w 213"/>
                <a:gd name="T2" fmla="*/ 1 w 213"/>
                <a:gd name="T3" fmla="*/ 0 60000 65536"/>
                <a:gd name="T4" fmla="*/ 0 60000 65536"/>
                <a:gd name="T5" fmla="*/ 0 60000 65536"/>
                <a:gd name="T6" fmla="*/ 0 w 213"/>
                <a:gd name="T7" fmla="*/ 213 w 213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213">
                  <a:moveTo>
                    <a:pt x="0" y="0"/>
                  </a:moveTo>
                  <a:lnTo>
                    <a:pt x="211" y="0"/>
                  </a:lnTo>
                  <a:lnTo>
                    <a:pt x="21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01" name="Freeform 894"/>
            <p:cNvSpPr>
              <a:spLocks/>
            </p:cNvSpPr>
            <p:nvPr/>
          </p:nvSpPr>
          <p:spPr bwMode="auto">
            <a:xfrm>
              <a:off x="1548" y="3468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1 h 4"/>
                <a:gd name="T4" fmla="*/ 0 w 1"/>
                <a:gd name="T5" fmla="*/ 1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02" name="Freeform 895"/>
            <p:cNvSpPr>
              <a:spLocks/>
            </p:cNvSpPr>
            <p:nvPr/>
          </p:nvSpPr>
          <p:spPr bwMode="auto">
            <a:xfrm>
              <a:off x="1569" y="3469"/>
              <a:ext cx="137" cy="0"/>
            </a:xfrm>
            <a:custGeom>
              <a:avLst/>
              <a:gdLst>
                <a:gd name="T0" fmla="*/ 0 w 213"/>
                <a:gd name="T1" fmla="*/ 1 w 213"/>
                <a:gd name="T2" fmla="*/ 1 w 213"/>
                <a:gd name="T3" fmla="*/ 0 60000 65536"/>
                <a:gd name="T4" fmla="*/ 0 60000 65536"/>
                <a:gd name="T5" fmla="*/ 0 60000 65536"/>
                <a:gd name="T6" fmla="*/ 0 w 213"/>
                <a:gd name="T7" fmla="*/ 213 w 213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213">
                  <a:moveTo>
                    <a:pt x="0" y="0"/>
                  </a:moveTo>
                  <a:lnTo>
                    <a:pt x="211" y="0"/>
                  </a:lnTo>
                  <a:lnTo>
                    <a:pt x="21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03" name="Rectangle 896"/>
            <p:cNvSpPr>
              <a:spLocks noChangeArrowheads="1"/>
            </p:cNvSpPr>
            <p:nvPr/>
          </p:nvSpPr>
          <p:spPr bwMode="auto">
            <a:xfrm>
              <a:off x="1532" y="3466"/>
              <a:ext cx="33" cy="3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04" name="Freeform 897"/>
            <p:cNvSpPr>
              <a:spLocks/>
            </p:cNvSpPr>
            <p:nvPr/>
          </p:nvSpPr>
          <p:spPr bwMode="auto">
            <a:xfrm>
              <a:off x="1532" y="3466"/>
              <a:ext cx="34" cy="1"/>
            </a:xfrm>
            <a:custGeom>
              <a:avLst/>
              <a:gdLst>
                <a:gd name="T0" fmla="*/ 0 w 55"/>
                <a:gd name="T1" fmla="*/ 0 h 1"/>
                <a:gd name="T2" fmla="*/ 1 w 55"/>
                <a:gd name="T3" fmla="*/ 0 h 1"/>
                <a:gd name="T4" fmla="*/ 1 w 55"/>
                <a:gd name="T5" fmla="*/ 0 h 1"/>
                <a:gd name="T6" fmla="*/ 0 60000 65536"/>
                <a:gd name="T7" fmla="*/ 0 60000 65536"/>
                <a:gd name="T8" fmla="*/ 0 60000 65536"/>
                <a:gd name="T9" fmla="*/ 0 w 55"/>
                <a:gd name="T10" fmla="*/ 0 h 1"/>
                <a:gd name="T11" fmla="*/ 55 w 5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" h="1">
                  <a:moveTo>
                    <a:pt x="0" y="0"/>
                  </a:moveTo>
                  <a:lnTo>
                    <a:pt x="53" y="0"/>
                  </a:lnTo>
                  <a:lnTo>
                    <a:pt x="5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05" name="Freeform 898"/>
            <p:cNvSpPr>
              <a:spLocks/>
            </p:cNvSpPr>
            <p:nvPr/>
          </p:nvSpPr>
          <p:spPr bwMode="auto">
            <a:xfrm>
              <a:off x="1532" y="3466"/>
              <a:ext cx="1" cy="4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 h 6"/>
                <a:gd name="T4" fmla="*/ 0 w 1"/>
                <a:gd name="T5" fmla="*/ 1 h 6"/>
                <a:gd name="T6" fmla="*/ 0 60000 65536"/>
                <a:gd name="T7" fmla="*/ 0 60000 65536"/>
                <a:gd name="T8" fmla="*/ 0 60000 65536"/>
                <a:gd name="T9" fmla="*/ 0 w 1"/>
                <a:gd name="T10" fmla="*/ 0 h 6"/>
                <a:gd name="T11" fmla="*/ 1 w 1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6">
                  <a:moveTo>
                    <a:pt x="0" y="0"/>
                  </a:moveTo>
                  <a:lnTo>
                    <a:pt x="0" y="4"/>
                  </a:lnTo>
                  <a:lnTo>
                    <a:pt x="0" y="6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06" name="Freeform 899"/>
            <p:cNvSpPr>
              <a:spLocks/>
            </p:cNvSpPr>
            <p:nvPr/>
          </p:nvSpPr>
          <p:spPr bwMode="auto">
            <a:xfrm>
              <a:off x="1565" y="3466"/>
              <a:ext cx="1" cy="4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 h 6"/>
                <a:gd name="T4" fmla="*/ 0 w 1"/>
                <a:gd name="T5" fmla="*/ 1 h 6"/>
                <a:gd name="T6" fmla="*/ 0 60000 65536"/>
                <a:gd name="T7" fmla="*/ 0 60000 65536"/>
                <a:gd name="T8" fmla="*/ 0 60000 65536"/>
                <a:gd name="T9" fmla="*/ 0 w 1"/>
                <a:gd name="T10" fmla="*/ 0 h 6"/>
                <a:gd name="T11" fmla="*/ 1 w 1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6">
                  <a:moveTo>
                    <a:pt x="0" y="0"/>
                  </a:moveTo>
                  <a:lnTo>
                    <a:pt x="0" y="4"/>
                  </a:lnTo>
                  <a:lnTo>
                    <a:pt x="0" y="6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07" name="Freeform 900"/>
            <p:cNvSpPr>
              <a:spLocks/>
            </p:cNvSpPr>
            <p:nvPr/>
          </p:nvSpPr>
          <p:spPr bwMode="auto">
            <a:xfrm>
              <a:off x="1532" y="3469"/>
              <a:ext cx="34" cy="0"/>
            </a:xfrm>
            <a:custGeom>
              <a:avLst/>
              <a:gdLst>
                <a:gd name="T0" fmla="*/ 0 w 55"/>
                <a:gd name="T1" fmla="*/ 1 w 55"/>
                <a:gd name="T2" fmla="*/ 1 w 55"/>
                <a:gd name="T3" fmla="*/ 0 60000 65536"/>
                <a:gd name="T4" fmla="*/ 0 60000 65536"/>
                <a:gd name="T5" fmla="*/ 0 60000 65536"/>
                <a:gd name="T6" fmla="*/ 0 w 55"/>
                <a:gd name="T7" fmla="*/ 55 w 55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55">
                  <a:moveTo>
                    <a:pt x="0" y="0"/>
                  </a:moveTo>
                  <a:lnTo>
                    <a:pt x="53" y="0"/>
                  </a:lnTo>
                  <a:lnTo>
                    <a:pt x="5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08" name="Rectangle 901"/>
            <p:cNvSpPr>
              <a:spLocks noChangeArrowheads="1"/>
            </p:cNvSpPr>
            <p:nvPr/>
          </p:nvSpPr>
          <p:spPr bwMode="auto">
            <a:xfrm>
              <a:off x="1574" y="3223"/>
              <a:ext cx="395" cy="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kumimoji="0" lang="en-US" altLang="ko-KR" sz="1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BEARING </a:t>
              </a:r>
              <a:endParaRPr kumimoji="0" lang="en-US" altLang="ko-KR" sz="1000">
                <a:solidFill>
                  <a:srgbClr val="000000"/>
                </a:solidFill>
                <a:latin typeface="Times New Roman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09" name="Rectangle 902"/>
            <p:cNvSpPr>
              <a:spLocks noChangeArrowheads="1"/>
            </p:cNvSpPr>
            <p:nvPr/>
          </p:nvSpPr>
          <p:spPr bwMode="auto">
            <a:xfrm>
              <a:off x="1574" y="3290"/>
              <a:ext cx="180" cy="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kumimoji="0" lang="en-US" altLang="ko-KR" sz="1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 A</a:t>
              </a:r>
              <a:endParaRPr kumimoji="0" lang="en-US" altLang="ko-KR" sz="1000">
                <a:solidFill>
                  <a:srgbClr val="000000"/>
                </a:solidFill>
                <a:latin typeface="Times New Roman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10" name="Freeform 903"/>
            <p:cNvSpPr>
              <a:spLocks/>
            </p:cNvSpPr>
            <p:nvPr/>
          </p:nvSpPr>
          <p:spPr bwMode="auto">
            <a:xfrm>
              <a:off x="2699" y="3085"/>
              <a:ext cx="72" cy="424"/>
            </a:xfrm>
            <a:custGeom>
              <a:avLst/>
              <a:gdLst>
                <a:gd name="T0" fmla="*/ 1 w 113"/>
                <a:gd name="T1" fmla="*/ 1 h 696"/>
                <a:gd name="T2" fmla="*/ 1 w 113"/>
                <a:gd name="T3" fmla="*/ 1 h 696"/>
                <a:gd name="T4" fmla="*/ 1 w 113"/>
                <a:gd name="T5" fmla="*/ 1 h 696"/>
                <a:gd name="T6" fmla="*/ 1 w 113"/>
                <a:gd name="T7" fmla="*/ 1 h 696"/>
                <a:gd name="T8" fmla="*/ 1 w 113"/>
                <a:gd name="T9" fmla="*/ 1 h 696"/>
                <a:gd name="T10" fmla="*/ 1 w 113"/>
                <a:gd name="T11" fmla="*/ 1 h 696"/>
                <a:gd name="T12" fmla="*/ 1 w 113"/>
                <a:gd name="T13" fmla="*/ 1 h 696"/>
                <a:gd name="T14" fmla="*/ 1 w 113"/>
                <a:gd name="T15" fmla="*/ 1 h 696"/>
                <a:gd name="T16" fmla="*/ 1 w 113"/>
                <a:gd name="T17" fmla="*/ 1 h 696"/>
                <a:gd name="T18" fmla="*/ 1 w 113"/>
                <a:gd name="T19" fmla="*/ 1 h 696"/>
                <a:gd name="T20" fmla="*/ 1 w 113"/>
                <a:gd name="T21" fmla="*/ 0 h 696"/>
                <a:gd name="T22" fmla="*/ 1 w 113"/>
                <a:gd name="T23" fmla="*/ 1 h 696"/>
                <a:gd name="T24" fmla="*/ 1 w 113"/>
                <a:gd name="T25" fmla="*/ 1 h 696"/>
                <a:gd name="T26" fmla="*/ 1 w 113"/>
                <a:gd name="T27" fmla="*/ 1 h 696"/>
                <a:gd name="T28" fmla="*/ 1 w 113"/>
                <a:gd name="T29" fmla="*/ 1 h 696"/>
                <a:gd name="T30" fmla="*/ 1 w 113"/>
                <a:gd name="T31" fmla="*/ 1 h 696"/>
                <a:gd name="T32" fmla="*/ 0 w 113"/>
                <a:gd name="T33" fmla="*/ 1 h 696"/>
                <a:gd name="T34" fmla="*/ 0 w 113"/>
                <a:gd name="T35" fmla="*/ 1 h 696"/>
                <a:gd name="T36" fmla="*/ 0 w 113"/>
                <a:gd name="T37" fmla="*/ 1 h 696"/>
                <a:gd name="T38" fmla="*/ 1 w 113"/>
                <a:gd name="T39" fmla="*/ 1 h 696"/>
                <a:gd name="T40" fmla="*/ 1 w 113"/>
                <a:gd name="T41" fmla="*/ 1 h 696"/>
                <a:gd name="T42" fmla="*/ 1 w 113"/>
                <a:gd name="T43" fmla="*/ 1 h 696"/>
                <a:gd name="T44" fmla="*/ 1 w 113"/>
                <a:gd name="T45" fmla="*/ 1 h 696"/>
                <a:gd name="T46" fmla="*/ 1 w 113"/>
                <a:gd name="T47" fmla="*/ 1 h 696"/>
                <a:gd name="T48" fmla="*/ 1 w 113"/>
                <a:gd name="T49" fmla="*/ 1 h 696"/>
                <a:gd name="T50" fmla="*/ 1 w 113"/>
                <a:gd name="T51" fmla="*/ 1 h 696"/>
                <a:gd name="T52" fmla="*/ 1 w 113"/>
                <a:gd name="T53" fmla="*/ 1 h 696"/>
                <a:gd name="T54" fmla="*/ 1 w 113"/>
                <a:gd name="T55" fmla="*/ 1 h 696"/>
                <a:gd name="T56" fmla="*/ 1 w 113"/>
                <a:gd name="T57" fmla="*/ 1 h 696"/>
                <a:gd name="T58" fmla="*/ 1 w 113"/>
                <a:gd name="T59" fmla="*/ 1 h 696"/>
                <a:gd name="T60" fmla="*/ 1 w 113"/>
                <a:gd name="T61" fmla="*/ 1 h 696"/>
                <a:gd name="T62" fmla="*/ 1 w 113"/>
                <a:gd name="T63" fmla="*/ 1 h 696"/>
                <a:gd name="T64" fmla="*/ 1 w 113"/>
                <a:gd name="T65" fmla="*/ 1 h 696"/>
                <a:gd name="T66" fmla="*/ 1 w 113"/>
                <a:gd name="T67" fmla="*/ 1 h 696"/>
                <a:gd name="T68" fmla="*/ 1 w 113"/>
                <a:gd name="T69" fmla="*/ 1 h 696"/>
                <a:gd name="T70" fmla="*/ 1 w 113"/>
                <a:gd name="T71" fmla="*/ 1 h 696"/>
                <a:gd name="T72" fmla="*/ 1 w 113"/>
                <a:gd name="T73" fmla="*/ 1 h 696"/>
                <a:gd name="T74" fmla="*/ 1 w 113"/>
                <a:gd name="T75" fmla="*/ 1 h 696"/>
                <a:gd name="T76" fmla="*/ 1 w 113"/>
                <a:gd name="T77" fmla="*/ 1 h 696"/>
                <a:gd name="T78" fmla="*/ 1 w 113"/>
                <a:gd name="T79" fmla="*/ 1 h 696"/>
                <a:gd name="T80" fmla="*/ 1 w 113"/>
                <a:gd name="T81" fmla="*/ 1 h 696"/>
                <a:gd name="T82" fmla="*/ 1 w 113"/>
                <a:gd name="T83" fmla="*/ 1 h 696"/>
                <a:gd name="T84" fmla="*/ 1 w 113"/>
                <a:gd name="T85" fmla="*/ 1 h 696"/>
                <a:gd name="T86" fmla="*/ 1 w 113"/>
                <a:gd name="T87" fmla="*/ 1 h 696"/>
                <a:gd name="T88" fmla="*/ 1 w 113"/>
                <a:gd name="T89" fmla="*/ 1 h 696"/>
                <a:gd name="T90" fmla="*/ 1 w 113"/>
                <a:gd name="T91" fmla="*/ 1 h 696"/>
                <a:gd name="T92" fmla="*/ 1 w 113"/>
                <a:gd name="T93" fmla="*/ 1 h 69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13"/>
                <a:gd name="T142" fmla="*/ 0 h 696"/>
                <a:gd name="T143" fmla="*/ 113 w 113"/>
                <a:gd name="T144" fmla="*/ 696 h 69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13" h="696">
                  <a:moveTo>
                    <a:pt x="100" y="635"/>
                  </a:moveTo>
                  <a:lnTo>
                    <a:pt x="109" y="562"/>
                  </a:lnTo>
                  <a:lnTo>
                    <a:pt x="113" y="479"/>
                  </a:lnTo>
                  <a:lnTo>
                    <a:pt x="113" y="394"/>
                  </a:lnTo>
                  <a:lnTo>
                    <a:pt x="113" y="306"/>
                  </a:lnTo>
                  <a:lnTo>
                    <a:pt x="109" y="223"/>
                  </a:lnTo>
                  <a:lnTo>
                    <a:pt x="102" y="149"/>
                  </a:lnTo>
                  <a:lnTo>
                    <a:pt x="93" y="87"/>
                  </a:lnTo>
                  <a:lnTo>
                    <a:pt x="82" y="39"/>
                  </a:lnTo>
                  <a:lnTo>
                    <a:pt x="69" y="11"/>
                  </a:lnTo>
                  <a:lnTo>
                    <a:pt x="56" y="0"/>
                  </a:lnTo>
                  <a:lnTo>
                    <a:pt x="45" y="11"/>
                  </a:lnTo>
                  <a:lnTo>
                    <a:pt x="31" y="39"/>
                  </a:lnTo>
                  <a:lnTo>
                    <a:pt x="20" y="87"/>
                  </a:lnTo>
                  <a:lnTo>
                    <a:pt x="11" y="149"/>
                  </a:lnTo>
                  <a:lnTo>
                    <a:pt x="5" y="223"/>
                  </a:lnTo>
                  <a:lnTo>
                    <a:pt x="0" y="306"/>
                  </a:lnTo>
                  <a:lnTo>
                    <a:pt x="0" y="394"/>
                  </a:lnTo>
                  <a:lnTo>
                    <a:pt x="0" y="479"/>
                  </a:lnTo>
                  <a:lnTo>
                    <a:pt x="5" y="562"/>
                  </a:lnTo>
                  <a:lnTo>
                    <a:pt x="11" y="635"/>
                  </a:lnTo>
                  <a:lnTo>
                    <a:pt x="23" y="696"/>
                  </a:lnTo>
                  <a:lnTo>
                    <a:pt x="23" y="689"/>
                  </a:lnTo>
                  <a:lnTo>
                    <a:pt x="14" y="628"/>
                  </a:lnTo>
                  <a:lnTo>
                    <a:pt x="7" y="554"/>
                  </a:lnTo>
                  <a:lnTo>
                    <a:pt x="3" y="473"/>
                  </a:lnTo>
                  <a:lnTo>
                    <a:pt x="3" y="387"/>
                  </a:lnTo>
                  <a:lnTo>
                    <a:pt x="3" y="302"/>
                  </a:lnTo>
                  <a:lnTo>
                    <a:pt x="7" y="221"/>
                  </a:lnTo>
                  <a:lnTo>
                    <a:pt x="14" y="149"/>
                  </a:lnTo>
                  <a:lnTo>
                    <a:pt x="23" y="87"/>
                  </a:lnTo>
                  <a:lnTo>
                    <a:pt x="34" y="41"/>
                  </a:lnTo>
                  <a:lnTo>
                    <a:pt x="45" y="13"/>
                  </a:lnTo>
                  <a:lnTo>
                    <a:pt x="56" y="4"/>
                  </a:lnTo>
                  <a:lnTo>
                    <a:pt x="69" y="13"/>
                  </a:lnTo>
                  <a:lnTo>
                    <a:pt x="80" y="41"/>
                  </a:lnTo>
                  <a:lnTo>
                    <a:pt x="91" y="87"/>
                  </a:lnTo>
                  <a:lnTo>
                    <a:pt x="100" y="149"/>
                  </a:lnTo>
                  <a:lnTo>
                    <a:pt x="107" y="221"/>
                  </a:lnTo>
                  <a:lnTo>
                    <a:pt x="109" y="302"/>
                  </a:lnTo>
                  <a:lnTo>
                    <a:pt x="111" y="387"/>
                  </a:lnTo>
                  <a:lnTo>
                    <a:pt x="109" y="473"/>
                  </a:lnTo>
                  <a:lnTo>
                    <a:pt x="107" y="554"/>
                  </a:lnTo>
                  <a:lnTo>
                    <a:pt x="100" y="628"/>
                  </a:lnTo>
                  <a:lnTo>
                    <a:pt x="91" y="689"/>
                  </a:lnTo>
                  <a:lnTo>
                    <a:pt x="91" y="696"/>
                  </a:lnTo>
                  <a:lnTo>
                    <a:pt x="100" y="635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11" name="Freeform 904"/>
            <p:cNvSpPr>
              <a:spLocks/>
            </p:cNvSpPr>
            <p:nvPr/>
          </p:nvSpPr>
          <p:spPr bwMode="auto">
            <a:xfrm>
              <a:off x="2757" y="3470"/>
              <a:ext cx="7" cy="39"/>
            </a:xfrm>
            <a:custGeom>
              <a:avLst/>
              <a:gdLst>
                <a:gd name="T0" fmla="*/ 0 w 11"/>
                <a:gd name="T1" fmla="*/ 1 h 64"/>
                <a:gd name="T2" fmla="*/ 1 w 11"/>
                <a:gd name="T3" fmla="*/ 1 h 64"/>
                <a:gd name="T4" fmla="*/ 1 w 11"/>
                <a:gd name="T5" fmla="*/ 0 h 64"/>
                <a:gd name="T6" fmla="*/ 0 60000 65536"/>
                <a:gd name="T7" fmla="*/ 0 60000 65536"/>
                <a:gd name="T8" fmla="*/ 0 60000 65536"/>
                <a:gd name="T9" fmla="*/ 0 w 11"/>
                <a:gd name="T10" fmla="*/ 0 h 64"/>
                <a:gd name="T11" fmla="*/ 11 w 11"/>
                <a:gd name="T12" fmla="*/ 64 h 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64">
                  <a:moveTo>
                    <a:pt x="0" y="64"/>
                  </a:moveTo>
                  <a:lnTo>
                    <a:pt x="9" y="3"/>
                  </a:lnTo>
                  <a:lnTo>
                    <a:pt x="1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12" name="Freeform 905"/>
            <p:cNvSpPr>
              <a:spLocks/>
            </p:cNvSpPr>
            <p:nvPr/>
          </p:nvSpPr>
          <p:spPr bwMode="auto">
            <a:xfrm>
              <a:off x="2763" y="3427"/>
              <a:ext cx="7" cy="45"/>
            </a:xfrm>
            <a:custGeom>
              <a:avLst/>
              <a:gdLst>
                <a:gd name="T0" fmla="*/ 0 w 11"/>
                <a:gd name="T1" fmla="*/ 1 h 75"/>
                <a:gd name="T2" fmla="*/ 1 w 11"/>
                <a:gd name="T3" fmla="*/ 1 h 75"/>
                <a:gd name="T4" fmla="*/ 1 w 11"/>
                <a:gd name="T5" fmla="*/ 0 h 75"/>
                <a:gd name="T6" fmla="*/ 0 60000 65536"/>
                <a:gd name="T7" fmla="*/ 0 60000 65536"/>
                <a:gd name="T8" fmla="*/ 0 60000 65536"/>
                <a:gd name="T9" fmla="*/ 0 w 11"/>
                <a:gd name="T10" fmla="*/ 0 h 75"/>
                <a:gd name="T11" fmla="*/ 11 w 11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75">
                  <a:moveTo>
                    <a:pt x="0" y="75"/>
                  </a:moveTo>
                  <a:lnTo>
                    <a:pt x="9" y="2"/>
                  </a:lnTo>
                  <a:lnTo>
                    <a:pt x="1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13" name="Freeform 906"/>
            <p:cNvSpPr>
              <a:spLocks/>
            </p:cNvSpPr>
            <p:nvPr/>
          </p:nvSpPr>
          <p:spPr bwMode="auto">
            <a:xfrm>
              <a:off x="2769" y="3376"/>
              <a:ext cx="4" cy="52"/>
            </a:xfrm>
            <a:custGeom>
              <a:avLst/>
              <a:gdLst>
                <a:gd name="T0" fmla="*/ 0 w 7"/>
                <a:gd name="T1" fmla="*/ 1 h 85"/>
                <a:gd name="T2" fmla="*/ 1 w 7"/>
                <a:gd name="T3" fmla="*/ 1 h 85"/>
                <a:gd name="T4" fmla="*/ 1 w 7"/>
                <a:gd name="T5" fmla="*/ 0 h 85"/>
                <a:gd name="T6" fmla="*/ 0 60000 65536"/>
                <a:gd name="T7" fmla="*/ 0 60000 65536"/>
                <a:gd name="T8" fmla="*/ 0 60000 65536"/>
                <a:gd name="T9" fmla="*/ 0 w 7"/>
                <a:gd name="T10" fmla="*/ 0 h 85"/>
                <a:gd name="T11" fmla="*/ 7 w 7"/>
                <a:gd name="T12" fmla="*/ 85 h 8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85">
                  <a:moveTo>
                    <a:pt x="0" y="85"/>
                  </a:moveTo>
                  <a:lnTo>
                    <a:pt x="4" y="2"/>
                  </a:lnTo>
                  <a:lnTo>
                    <a:pt x="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14" name="Freeform 907"/>
            <p:cNvSpPr>
              <a:spLocks/>
            </p:cNvSpPr>
            <p:nvPr/>
          </p:nvSpPr>
          <p:spPr bwMode="auto">
            <a:xfrm>
              <a:off x="2771" y="3324"/>
              <a:ext cx="1" cy="53"/>
            </a:xfrm>
            <a:custGeom>
              <a:avLst/>
              <a:gdLst>
                <a:gd name="T0" fmla="*/ 0 w 1"/>
                <a:gd name="T1" fmla="*/ 1 h 87"/>
                <a:gd name="T2" fmla="*/ 0 w 1"/>
                <a:gd name="T3" fmla="*/ 1 h 87"/>
                <a:gd name="T4" fmla="*/ 0 w 1"/>
                <a:gd name="T5" fmla="*/ 0 h 87"/>
                <a:gd name="T6" fmla="*/ 0 60000 65536"/>
                <a:gd name="T7" fmla="*/ 0 60000 65536"/>
                <a:gd name="T8" fmla="*/ 0 60000 65536"/>
                <a:gd name="T9" fmla="*/ 0 w 1"/>
                <a:gd name="T10" fmla="*/ 0 h 87"/>
                <a:gd name="T11" fmla="*/ 1 w 1"/>
                <a:gd name="T12" fmla="*/ 87 h 8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87">
                  <a:moveTo>
                    <a:pt x="0" y="87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15" name="Freeform 908"/>
            <p:cNvSpPr>
              <a:spLocks/>
            </p:cNvSpPr>
            <p:nvPr/>
          </p:nvSpPr>
          <p:spPr bwMode="auto">
            <a:xfrm>
              <a:off x="2771" y="3270"/>
              <a:ext cx="1" cy="55"/>
            </a:xfrm>
            <a:custGeom>
              <a:avLst/>
              <a:gdLst>
                <a:gd name="T0" fmla="*/ 0 w 1"/>
                <a:gd name="T1" fmla="*/ 1 h 90"/>
                <a:gd name="T2" fmla="*/ 0 w 1"/>
                <a:gd name="T3" fmla="*/ 1 h 90"/>
                <a:gd name="T4" fmla="*/ 0 w 1"/>
                <a:gd name="T5" fmla="*/ 0 h 90"/>
                <a:gd name="T6" fmla="*/ 0 60000 65536"/>
                <a:gd name="T7" fmla="*/ 0 60000 65536"/>
                <a:gd name="T8" fmla="*/ 0 60000 65536"/>
                <a:gd name="T9" fmla="*/ 0 w 1"/>
                <a:gd name="T10" fmla="*/ 0 h 90"/>
                <a:gd name="T11" fmla="*/ 1 w 1"/>
                <a:gd name="T12" fmla="*/ 90 h 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90">
                  <a:moveTo>
                    <a:pt x="0" y="90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16" name="Freeform 909"/>
            <p:cNvSpPr>
              <a:spLocks/>
            </p:cNvSpPr>
            <p:nvPr/>
          </p:nvSpPr>
          <p:spPr bwMode="auto">
            <a:xfrm>
              <a:off x="2768" y="3220"/>
              <a:ext cx="3" cy="51"/>
            </a:xfrm>
            <a:custGeom>
              <a:avLst/>
              <a:gdLst>
                <a:gd name="T0" fmla="*/ 1 w 6"/>
                <a:gd name="T1" fmla="*/ 1 h 85"/>
                <a:gd name="T2" fmla="*/ 1 w 6"/>
                <a:gd name="T3" fmla="*/ 1 h 85"/>
                <a:gd name="T4" fmla="*/ 0 w 6"/>
                <a:gd name="T5" fmla="*/ 0 h 85"/>
                <a:gd name="T6" fmla="*/ 0 60000 65536"/>
                <a:gd name="T7" fmla="*/ 0 60000 65536"/>
                <a:gd name="T8" fmla="*/ 0 60000 65536"/>
                <a:gd name="T9" fmla="*/ 0 w 6"/>
                <a:gd name="T10" fmla="*/ 0 h 85"/>
                <a:gd name="T11" fmla="*/ 6 w 6"/>
                <a:gd name="T12" fmla="*/ 85 h 8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85">
                  <a:moveTo>
                    <a:pt x="6" y="85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17" name="Freeform 910"/>
            <p:cNvSpPr>
              <a:spLocks/>
            </p:cNvSpPr>
            <p:nvPr/>
          </p:nvSpPr>
          <p:spPr bwMode="auto">
            <a:xfrm>
              <a:off x="2763" y="3174"/>
              <a:ext cx="6" cy="47"/>
            </a:xfrm>
            <a:custGeom>
              <a:avLst/>
              <a:gdLst>
                <a:gd name="T0" fmla="*/ 1 w 9"/>
                <a:gd name="T1" fmla="*/ 1 h 76"/>
                <a:gd name="T2" fmla="*/ 1 w 9"/>
                <a:gd name="T3" fmla="*/ 1 h 76"/>
                <a:gd name="T4" fmla="*/ 0 w 9"/>
                <a:gd name="T5" fmla="*/ 0 h 76"/>
                <a:gd name="T6" fmla="*/ 0 60000 65536"/>
                <a:gd name="T7" fmla="*/ 0 60000 65536"/>
                <a:gd name="T8" fmla="*/ 0 60000 65536"/>
                <a:gd name="T9" fmla="*/ 0 w 9"/>
                <a:gd name="T10" fmla="*/ 0 h 76"/>
                <a:gd name="T11" fmla="*/ 9 w 9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76">
                  <a:moveTo>
                    <a:pt x="9" y="76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18" name="Freeform 911"/>
            <p:cNvSpPr>
              <a:spLocks/>
            </p:cNvSpPr>
            <p:nvPr/>
          </p:nvSpPr>
          <p:spPr bwMode="auto">
            <a:xfrm>
              <a:off x="2757" y="3137"/>
              <a:ext cx="7" cy="39"/>
            </a:xfrm>
            <a:custGeom>
              <a:avLst/>
              <a:gdLst>
                <a:gd name="T0" fmla="*/ 1 w 11"/>
                <a:gd name="T1" fmla="*/ 1 h 64"/>
                <a:gd name="T2" fmla="*/ 1 w 11"/>
                <a:gd name="T3" fmla="*/ 1 h 64"/>
                <a:gd name="T4" fmla="*/ 0 w 11"/>
                <a:gd name="T5" fmla="*/ 0 h 64"/>
                <a:gd name="T6" fmla="*/ 0 60000 65536"/>
                <a:gd name="T7" fmla="*/ 0 60000 65536"/>
                <a:gd name="T8" fmla="*/ 0 60000 65536"/>
                <a:gd name="T9" fmla="*/ 0 w 11"/>
                <a:gd name="T10" fmla="*/ 0 h 64"/>
                <a:gd name="T11" fmla="*/ 11 w 11"/>
                <a:gd name="T12" fmla="*/ 64 h 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64">
                  <a:moveTo>
                    <a:pt x="11" y="64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19" name="Freeform 912"/>
            <p:cNvSpPr>
              <a:spLocks/>
            </p:cNvSpPr>
            <p:nvPr/>
          </p:nvSpPr>
          <p:spPr bwMode="auto">
            <a:xfrm>
              <a:off x="2750" y="3107"/>
              <a:ext cx="8" cy="32"/>
            </a:xfrm>
            <a:custGeom>
              <a:avLst/>
              <a:gdLst>
                <a:gd name="T0" fmla="*/ 1 w 13"/>
                <a:gd name="T1" fmla="*/ 1 h 50"/>
                <a:gd name="T2" fmla="*/ 1 w 13"/>
                <a:gd name="T3" fmla="*/ 1 h 50"/>
                <a:gd name="T4" fmla="*/ 0 w 13"/>
                <a:gd name="T5" fmla="*/ 0 h 50"/>
                <a:gd name="T6" fmla="*/ 0 60000 65536"/>
                <a:gd name="T7" fmla="*/ 0 60000 65536"/>
                <a:gd name="T8" fmla="*/ 0 60000 65536"/>
                <a:gd name="T9" fmla="*/ 0 w 13"/>
                <a:gd name="T10" fmla="*/ 0 h 50"/>
                <a:gd name="T11" fmla="*/ 13 w 13"/>
                <a:gd name="T12" fmla="*/ 50 h 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50">
                  <a:moveTo>
                    <a:pt x="13" y="50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20" name="Freeform 913"/>
            <p:cNvSpPr>
              <a:spLocks/>
            </p:cNvSpPr>
            <p:nvPr/>
          </p:nvSpPr>
          <p:spPr bwMode="auto">
            <a:xfrm>
              <a:off x="2742" y="3091"/>
              <a:ext cx="9" cy="18"/>
            </a:xfrm>
            <a:custGeom>
              <a:avLst/>
              <a:gdLst>
                <a:gd name="T0" fmla="*/ 1 w 15"/>
                <a:gd name="T1" fmla="*/ 1 h 30"/>
                <a:gd name="T2" fmla="*/ 1 w 15"/>
                <a:gd name="T3" fmla="*/ 1 h 30"/>
                <a:gd name="T4" fmla="*/ 0 w 15"/>
                <a:gd name="T5" fmla="*/ 0 h 30"/>
                <a:gd name="T6" fmla="*/ 0 60000 65536"/>
                <a:gd name="T7" fmla="*/ 0 60000 65536"/>
                <a:gd name="T8" fmla="*/ 0 60000 65536"/>
                <a:gd name="T9" fmla="*/ 0 w 15"/>
                <a:gd name="T10" fmla="*/ 0 h 30"/>
                <a:gd name="T11" fmla="*/ 15 w 15"/>
                <a:gd name="T12" fmla="*/ 30 h 3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30">
                  <a:moveTo>
                    <a:pt x="15" y="30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21" name="Freeform 914"/>
            <p:cNvSpPr>
              <a:spLocks/>
            </p:cNvSpPr>
            <p:nvPr/>
          </p:nvSpPr>
          <p:spPr bwMode="auto">
            <a:xfrm>
              <a:off x="2733" y="3084"/>
              <a:ext cx="10" cy="7"/>
            </a:xfrm>
            <a:custGeom>
              <a:avLst/>
              <a:gdLst>
                <a:gd name="T0" fmla="*/ 1 w 15"/>
                <a:gd name="T1" fmla="*/ 1 h 13"/>
                <a:gd name="T2" fmla="*/ 1 w 15"/>
                <a:gd name="T3" fmla="*/ 1 h 13"/>
                <a:gd name="T4" fmla="*/ 0 w 15"/>
                <a:gd name="T5" fmla="*/ 0 h 13"/>
                <a:gd name="T6" fmla="*/ 0 60000 65536"/>
                <a:gd name="T7" fmla="*/ 0 60000 65536"/>
                <a:gd name="T8" fmla="*/ 0 60000 65536"/>
                <a:gd name="T9" fmla="*/ 0 w 15"/>
                <a:gd name="T10" fmla="*/ 0 h 13"/>
                <a:gd name="T11" fmla="*/ 15 w 15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3">
                  <a:moveTo>
                    <a:pt x="15" y="13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22" name="Freeform 915"/>
            <p:cNvSpPr>
              <a:spLocks/>
            </p:cNvSpPr>
            <p:nvPr/>
          </p:nvSpPr>
          <p:spPr bwMode="auto">
            <a:xfrm>
              <a:off x="2725" y="3085"/>
              <a:ext cx="10" cy="8"/>
            </a:xfrm>
            <a:custGeom>
              <a:avLst/>
              <a:gdLst>
                <a:gd name="T0" fmla="*/ 1 w 14"/>
                <a:gd name="T1" fmla="*/ 0 h 13"/>
                <a:gd name="T2" fmla="*/ 1 w 14"/>
                <a:gd name="T3" fmla="*/ 1 h 13"/>
                <a:gd name="T4" fmla="*/ 0 w 14"/>
                <a:gd name="T5" fmla="*/ 1 h 13"/>
                <a:gd name="T6" fmla="*/ 0 60000 65536"/>
                <a:gd name="T7" fmla="*/ 0 60000 65536"/>
                <a:gd name="T8" fmla="*/ 0 60000 65536"/>
                <a:gd name="T9" fmla="*/ 0 w 14"/>
                <a:gd name="T10" fmla="*/ 0 h 13"/>
                <a:gd name="T11" fmla="*/ 14 w 14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13">
                  <a:moveTo>
                    <a:pt x="14" y="0"/>
                  </a:moveTo>
                  <a:lnTo>
                    <a:pt x="3" y="11"/>
                  </a:lnTo>
                  <a:lnTo>
                    <a:pt x="0" y="13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23" name="Freeform 916"/>
            <p:cNvSpPr>
              <a:spLocks/>
            </p:cNvSpPr>
            <p:nvPr/>
          </p:nvSpPr>
          <p:spPr bwMode="auto">
            <a:xfrm>
              <a:off x="2718" y="3091"/>
              <a:ext cx="10" cy="19"/>
            </a:xfrm>
            <a:custGeom>
              <a:avLst/>
              <a:gdLst>
                <a:gd name="T0" fmla="*/ 1 w 16"/>
                <a:gd name="T1" fmla="*/ 0 h 30"/>
                <a:gd name="T2" fmla="*/ 1 w 16"/>
                <a:gd name="T3" fmla="*/ 1 h 30"/>
                <a:gd name="T4" fmla="*/ 0 w 16"/>
                <a:gd name="T5" fmla="*/ 1 h 30"/>
                <a:gd name="T6" fmla="*/ 0 60000 65536"/>
                <a:gd name="T7" fmla="*/ 0 60000 65536"/>
                <a:gd name="T8" fmla="*/ 0 60000 65536"/>
                <a:gd name="T9" fmla="*/ 0 w 16"/>
                <a:gd name="T10" fmla="*/ 0 h 30"/>
                <a:gd name="T11" fmla="*/ 16 w 16"/>
                <a:gd name="T12" fmla="*/ 30 h 3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30">
                  <a:moveTo>
                    <a:pt x="16" y="0"/>
                  </a:moveTo>
                  <a:lnTo>
                    <a:pt x="2" y="28"/>
                  </a:lnTo>
                  <a:lnTo>
                    <a:pt x="0" y="3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24" name="Freeform 917"/>
            <p:cNvSpPr>
              <a:spLocks/>
            </p:cNvSpPr>
            <p:nvPr/>
          </p:nvSpPr>
          <p:spPr bwMode="auto">
            <a:xfrm>
              <a:off x="2710" y="3109"/>
              <a:ext cx="9" cy="31"/>
            </a:xfrm>
            <a:custGeom>
              <a:avLst/>
              <a:gdLst>
                <a:gd name="T0" fmla="*/ 1 w 13"/>
                <a:gd name="T1" fmla="*/ 0 h 51"/>
                <a:gd name="T2" fmla="*/ 1 w 13"/>
                <a:gd name="T3" fmla="*/ 1 h 51"/>
                <a:gd name="T4" fmla="*/ 0 w 13"/>
                <a:gd name="T5" fmla="*/ 1 h 51"/>
                <a:gd name="T6" fmla="*/ 0 60000 65536"/>
                <a:gd name="T7" fmla="*/ 0 60000 65536"/>
                <a:gd name="T8" fmla="*/ 0 60000 65536"/>
                <a:gd name="T9" fmla="*/ 0 w 13"/>
                <a:gd name="T10" fmla="*/ 0 h 51"/>
                <a:gd name="T11" fmla="*/ 13 w 13"/>
                <a:gd name="T12" fmla="*/ 51 h 5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51">
                  <a:moveTo>
                    <a:pt x="13" y="0"/>
                  </a:moveTo>
                  <a:lnTo>
                    <a:pt x="2" y="48"/>
                  </a:lnTo>
                  <a:lnTo>
                    <a:pt x="0" y="51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25" name="Freeform 918"/>
            <p:cNvSpPr>
              <a:spLocks/>
            </p:cNvSpPr>
            <p:nvPr/>
          </p:nvSpPr>
          <p:spPr bwMode="auto">
            <a:xfrm>
              <a:off x="2705" y="3139"/>
              <a:ext cx="6" cy="38"/>
            </a:xfrm>
            <a:custGeom>
              <a:avLst/>
              <a:gdLst>
                <a:gd name="T0" fmla="*/ 1 w 11"/>
                <a:gd name="T1" fmla="*/ 0 h 64"/>
                <a:gd name="T2" fmla="*/ 1 w 11"/>
                <a:gd name="T3" fmla="*/ 1 h 64"/>
                <a:gd name="T4" fmla="*/ 0 w 11"/>
                <a:gd name="T5" fmla="*/ 1 h 64"/>
                <a:gd name="T6" fmla="*/ 0 60000 65536"/>
                <a:gd name="T7" fmla="*/ 0 60000 65536"/>
                <a:gd name="T8" fmla="*/ 0 60000 65536"/>
                <a:gd name="T9" fmla="*/ 0 w 11"/>
                <a:gd name="T10" fmla="*/ 0 h 64"/>
                <a:gd name="T11" fmla="*/ 11 w 11"/>
                <a:gd name="T12" fmla="*/ 64 h 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64">
                  <a:moveTo>
                    <a:pt x="11" y="0"/>
                  </a:moveTo>
                  <a:lnTo>
                    <a:pt x="2" y="62"/>
                  </a:lnTo>
                  <a:lnTo>
                    <a:pt x="0" y="6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26" name="Freeform 919"/>
            <p:cNvSpPr>
              <a:spLocks/>
            </p:cNvSpPr>
            <p:nvPr/>
          </p:nvSpPr>
          <p:spPr bwMode="auto">
            <a:xfrm>
              <a:off x="2701" y="3176"/>
              <a:ext cx="5" cy="46"/>
            </a:xfrm>
            <a:custGeom>
              <a:avLst/>
              <a:gdLst>
                <a:gd name="T0" fmla="*/ 1 w 8"/>
                <a:gd name="T1" fmla="*/ 0 h 76"/>
                <a:gd name="T2" fmla="*/ 1 w 8"/>
                <a:gd name="T3" fmla="*/ 1 h 76"/>
                <a:gd name="T4" fmla="*/ 0 w 8"/>
                <a:gd name="T5" fmla="*/ 1 h 76"/>
                <a:gd name="T6" fmla="*/ 0 60000 65536"/>
                <a:gd name="T7" fmla="*/ 0 60000 65536"/>
                <a:gd name="T8" fmla="*/ 0 60000 65536"/>
                <a:gd name="T9" fmla="*/ 0 w 8"/>
                <a:gd name="T10" fmla="*/ 0 h 76"/>
                <a:gd name="T11" fmla="*/ 8 w 8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76">
                  <a:moveTo>
                    <a:pt x="8" y="0"/>
                  </a:moveTo>
                  <a:lnTo>
                    <a:pt x="2" y="74"/>
                  </a:lnTo>
                  <a:lnTo>
                    <a:pt x="0" y="76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27" name="Freeform 920"/>
            <p:cNvSpPr>
              <a:spLocks/>
            </p:cNvSpPr>
            <p:nvPr/>
          </p:nvSpPr>
          <p:spPr bwMode="auto">
            <a:xfrm>
              <a:off x="2697" y="3221"/>
              <a:ext cx="6" cy="52"/>
            </a:xfrm>
            <a:custGeom>
              <a:avLst/>
              <a:gdLst>
                <a:gd name="T0" fmla="*/ 3 w 7"/>
                <a:gd name="T1" fmla="*/ 0 h 85"/>
                <a:gd name="T2" fmla="*/ 2 w 7"/>
                <a:gd name="T3" fmla="*/ 1 h 85"/>
                <a:gd name="T4" fmla="*/ 0 w 7"/>
                <a:gd name="T5" fmla="*/ 1 h 85"/>
                <a:gd name="T6" fmla="*/ 0 60000 65536"/>
                <a:gd name="T7" fmla="*/ 0 60000 65536"/>
                <a:gd name="T8" fmla="*/ 0 60000 65536"/>
                <a:gd name="T9" fmla="*/ 0 w 7"/>
                <a:gd name="T10" fmla="*/ 0 h 85"/>
                <a:gd name="T11" fmla="*/ 7 w 7"/>
                <a:gd name="T12" fmla="*/ 85 h 8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85">
                  <a:moveTo>
                    <a:pt x="7" y="0"/>
                  </a:moveTo>
                  <a:lnTo>
                    <a:pt x="2" y="83"/>
                  </a:lnTo>
                  <a:lnTo>
                    <a:pt x="0" y="8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28" name="Freeform 921"/>
            <p:cNvSpPr>
              <a:spLocks/>
            </p:cNvSpPr>
            <p:nvPr/>
          </p:nvSpPr>
          <p:spPr bwMode="auto">
            <a:xfrm>
              <a:off x="2699" y="3271"/>
              <a:ext cx="0" cy="55"/>
            </a:xfrm>
            <a:custGeom>
              <a:avLst/>
              <a:gdLst>
                <a:gd name="T0" fmla="*/ 0 h 90"/>
                <a:gd name="T1" fmla="*/ 1 h 90"/>
                <a:gd name="T2" fmla="*/ 1 h 90"/>
                <a:gd name="T3" fmla="*/ 0 60000 65536"/>
                <a:gd name="T4" fmla="*/ 0 60000 65536"/>
                <a:gd name="T5" fmla="*/ 0 60000 65536"/>
                <a:gd name="T6" fmla="*/ 0 h 90"/>
                <a:gd name="T7" fmla="*/ 90 h 90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90">
                  <a:moveTo>
                    <a:pt x="0" y="0"/>
                  </a:moveTo>
                  <a:lnTo>
                    <a:pt x="0" y="88"/>
                  </a:lnTo>
                  <a:lnTo>
                    <a:pt x="0" y="9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29" name="Freeform 922"/>
            <p:cNvSpPr>
              <a:spLocks/>
            </p:cNvSpPr>
            <p:nvPr/>
          </p:nvSpPr>
          <p:spPr bwMode="auto">
            <a:xfrm>
              <a:off x="2699" y="3325"/>
              <a:ext cx="0" cy="53"/>
            </a:xfrm>
            <a:custGeom>
              <a:avLst/>
              <a:gdLst>
                <a:gd name="T0" fmla="*/ 0 h 87"/>
                <a:gd name="T1" fmla="*/ 1 h 87"/>
                <a:gd name="T2" fmla="*/ 1 h 87"/>
                <a:gd name="T3" fmla="*/ 0 60000 65536"/>
                <a:gd name="T4" fmla="*/ 0 60000 65536"/>
                <a:gd name="T5" fmla="*/ 0 60000 65536"/>
                <a:gd name="T6" fmla="*/ 0 h 87"/>
                <a:gd name="T7" fmla="*/ 87 h 87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87">
                  <a:moveTo>
                    <a:pt x="0" y="0"/>
                  </a:moveTo>
                  <a:lnTo>
                    <a:pt x="0" y="85"/>
                  </a:lnTo>
                  <a:lnTo>
                    <a:pt x="0" y="8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30" name="Freeform 923"/>
            <p:cNvSpPr>
              <a:spLocks/>
            </p:cNvSpPr>
            <p:nvPr/>
          </p:nvSpPr>
          <p:spPr bwMode="auto">
            <a:xfrm>
              <a:off x="2699" y="3377"/>
              <a:ext cx="5" cy="53"/>
            </a:xfrm>
            <a:custGeom>
              <a:avLst/>
              <a:gdLst>
                <a:gd name="T0" fmla="*/ 0 w 7"/>
                <a:gd name="T1" fmla="*/ 0 h 86"/>
                <a:gd name="T2" fmla="*/ 1 w 7"/>
                <a:gd name="T3" fmla="*/ 1 h 86"/>
                <a:gd name="T4" fmla="*/ 1 w 7"/>
                <a:gd name="T5" fmla="*/ 1 h 86"/>
                <a:gd name="T6" fmla="*/ 0 60000 65536"/>
                <a:gd name="T7" fmla="*/ 0 60000 65536"/>
                <a:gd name="T8" fmla="*/ 0 60000 65536"/>
                <a:gd name="T9" fmla="*/ 0 w 7"/>
                <a:gd name="T10" fmla="*/ 0 h 86"/>
                <a:gd name="T11" fmla="*/ 7 w 7"/>
                <a:gd name="T12" fmla="*/ 86 h 8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86">
                  <a:moveTo>
                    <a:pt x="0" y="0"/>
                  </a:moveTo>
                  <a:lnTo>
                    <a:pt x="5" y="83"/>
                  </a:lnTo>
                  <a:lnTo>
                    <a:pt x="7" y="86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31" name="Freeform 924"/>
            <p:cNvSpPr>
              <a:spLocks/>
            </p:cNvSpPr>
            <p:nvPr/>
          </p:nvSpPr>
          <p:spPr bwMode="auto">
            <a:xfrm>
              <a:off x="2703" y="3428"/>
              <a:ext cx="5" cy="45"/>
            </a:xfrm>
            <a:custGeom>
              <a:avLst/>
              <a:gdLst>
                <a:gd name="T0" fmla="*/ 0 w 9"/>
                <a:gd name="T1" fmla="*/ 0 h 75"/>
                <a:gd name="T2" fmla="*/ 1 w 9"/>
                <a:gd name="T3" fmla="*/ 1 h 75"/>
                <a:gd name="T4" fmla="*/ 1 w 9"/>
                <a:gd name="T5" fmla="*/ 1 h 75"/>
                <a:gd name="T6" fmla="*/ 0 60000 65536"/>
                <a:gd name="T7" fmla="*/ 0 60000 65536"/>
                <a:gd name="T8" fmla="*/ 0 60000 65536"/>
                <a:gd name="T9" fmla="*/ 0 w 9"/>
                <a:gd name="T10" fmla="*/ 0 h 75"/>
                <a:gd name="T11" fmla="*/ 9 w 9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75">
                  <a:moveTo>
                    <a:pt x="0" y="0"/>
                  </a:moveTo>
                  <a:lnTo>
                    <a:pt x="6" y="73"/>
                  </a:lnTo>
                  <a:lnTo>
                    <a:pt x="9" y="7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32" name="Freeform 925"/>
            <p:cNvSpPr>
              <a:spLocks/>
            </p:cNvSpPr>
            <p:nvPr/>
          </p:nvSpPr>
          <p:spPr bwMode="auto">
            <a:xfrm>
              <a:off x="2706" y="3472"/>
              <a:ext cx="9" cy="39"/>
            </a:xfrm>
            <a:custGeom>
              <a:avLst/>
              <a:gdLst>
                <a:gd name="T0" fmla="*/ 0 w 14"/>
                <a:gd name="T1" fmla="*/ 0 h 63"/>
                <a:gd name="T2" fmla="*/ 1 w 14"/>
                <a:gd name="T3" fmla="*/ 1 h 63"/>
                <a:gd name="T4" fmla="*/ 1 w 14"/>
                <a:gd name="T5" fmla="*/ 1 h 63"/>
                <a:gd name="T6" fmla="*/ 0 60000 65536"/>
                <a:gd name="T7" fmla="*/ 0 60000 65536"/>
                <a:gd name="T8" fmla="*/ 0 60000 65536"/>
                <a:gd name="T9" fmla="*/ 0 w 14"/>
                <a:gd name="T10" fmla="*/ 0 h 63"/>
                <a:gd name="T11" fmla="*/ 14 w 14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63">
                  <a:moveTo>
                    <a:pt x="0" y="0"/>
                  </a:moveTo>
                  <a:lnTo>
                    <a:pt x="12" y="61"/>
                  </a:lnTo>
                  <a:lnTo>
                    <a:pt x="14" y="63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33" name="Freeform 926"/>
            <p:cNvSpPr>
              <a:spLocks/>
            </p:cNvSpPr>
            <p:nvPr/>
          </p:nvSpPr>
          <p:spPr bwMode="auto">
            <a:xfrm>
              <a:off x="2757" y="3466"/>
              <a:ext cx="7" cy="39"/>
            </a:xfrm>
            <a:custGeom>
              <a:avLst/>
              <a:gdLst>
                <a:gd name="T0" fmla="*/ 0 w 11"/>
                <a:gd name="T1" fmla="*/ 1 h 63"/>
                <a:gd name="T2" fmla="*/ 1 w 11"/>
                <a:gd name="T3" fmla="*/ 1 h 63"/>
                <a:gd name="T4" fmla="*/ 1 w 11"/>
                <a:gd name="T5" fmla="*/ 0 h 63"/>
                <a:gd name="T6" fmla="*/ 0 60000 65536"/>
                <a:gd name="T7" fmla="*/ 0 60000 65536"/>
                <a:gd name="T8" fmla="*/ 0 60000 65536"/>
                <a:gd name="T9" fmla="*/ 0 w 11"/>
                <a:gd name="T10" fmla="*/ 0 h 63"/>
                <a:gd name="T11" fmla="*/ 11 w 11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63">
                  <a:moveTo>
                    <a:pt x="0" y="63"/>
                  </a:moveTo>
                  <a:lnTo>
                    <a:pt x="9" y="2"/>
                  </a:lnTo>
                  <a:lnTo>
                    <a:pt x="1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34" name="Freeform 927"/>
            <p:cNvSpPr>
              <a:spLocks/>
            </p:cNvSpPr>
            <p:nvPr/>
          </p:nvSpPr>
          <p:spPr bwMode="auto">
            <a:xfrm>
              <a:off x="2763" y="3421"/>
              <a:ext cx="6" cy="47"/>
            </a:xfrm>
            <a:custGeom>
              <a:avLst/>
              <a:gdLst>
                <a:gd name="T0" fmla="*/ 0 w 9"/>
                <a:gd name="T1" fmla="*/ 1 h 77"/>
                <a:gd name="T2" fmla="*/ 1 w 9"/>
                <a:gd name="T3" fmla="*/ 1 h 77"/>
                <a:gd name="T4" fmla="*/ 1 w 9"/>
                <a:gd name="T5" fmla="*/ 0 h 77"/>
                <a:gd name="T6" fmla="*/ 0 60000 65536"/>
                <a:gd name="T7" fmla="*/ 0 60000 65536"/>
                <a:gd name="T8" fmla="*/ 0 60000 65536"/>
                <a:gd name="T9" fmla="*/ 0 w 9"/>
                <a:gd name="T10" fmla="*/ 0 h 77"/>
                <a:gd name="T11" fmla="*/ 9 w 9"/>
                <a:gd name="T12" fmla="*/ 77 h 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77">
                  <a:moveTo>
                    <a:pt x="0" y="77"/>
                  </a:moveTo>
                  <a:lnTo>
                    <a:pt x="7" y="3"/>
                  </a:lnTo>
                  <a:lnTo>
                    <a:pt x="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35" name="Freeform 928"/>
            <p:cNvSpPr>
              <a:spLocks/>
            </p:cNvSpPr>
            <p:nvPr/>
          </p:nvSpPr>
          <p:spPr bwMode="auto">
            <a:xfrm>
              <a:off x="2768" y="3371"/>
              <a:ext cx="2" cy="52"/>
            </a:xfrm>
            <a:custGeom>
              <a:avLst/>
              <a:gdLst>
                <a:gd name="T0" fmla="*/ 0 w 4"/>
                <a:gd name="T1" fmla="*/ 1 h 84"/>
                <a:gd name="T2" fmla="*/ 1 w 4"/>
                <a:gd name="T3" fmla="*/ 1 h 84"/>
                <a:gd name="T4" fmla="*/ 1 w 4"/>
                <a:gd name="T5" fmla="*/ 0 h 84"/>
                <a:gd name="T6" fmla="*/ 0 60000 65536"/>
                <a:gd name="T7" fmla="*/ 0 60000 65536"/>
                <a:gd name="T8" fmla="*/ 0 60000 65536"/>
                <a:gd name="T9" fmla="*/ 0 w 4"/>
                <a:gd name="T10" fmla="*/ 0 h 84"/>
                <a:gd name="T11" fmla="*/ 4 w 4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84">
                  <a:moveTo>
                    <a:pt x="0" y="84"/>
                  </a:moveTo>
                  <a:lnTo>
                    <a:pt x="2" y="3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36" name="Freeform 929"/>
            <p:cNvSpPr>
              <a:spLocks/>
            </p:cNvSpPr>
            <p:nvPr/>
          </p:nvSpPr>
          <p:spPr bwMode="auto">
            <a:xfrm>
              <a:off x="2769" y="3319"/>
              <a:ext cx="2" cy="54"/>
            </a:xfrm>
            <a:custGeom>
              <a:avLst/>
              <a:gdLst>
                <a:gd name="T0" fmla="*/ 0 w 4"/>
                <a:gd name="T1" fmla="*/ 1 h 88"/>
                <a:gd name="T2" fmla="*/ 1 w 4"/>
                <a:gd name="T3" fmla="*/ 1 h 88"/>
                <a:gd name="T4" fmla="*/ 1 w 4"/>
                <a:gd name="T5" fmla="*/ 0 h 88"/>
                <a:gd name="T6" fmla="*/ 0 60000 65536"/>
                <a:gd name="T7" fmla="*/ 0 60000 65536"/>
                <a:gd name="T8" fmla="*/ 0 60000 65536"/>
                <a:gd name="T9" fmla="*/ 0 w 4"/>
                <a:gd name="T10" fmla="*/ 0 h 88"/>
                <a:gd name="T11" fmla="*/ 4 w 4"/>
                <a:gd name="T12" fmla="*/ 88 h 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88">
                  <a:moveTo>
                    <a:pt x="0" y="88"/>
                  </a:moveTo>
                  <a:lnTo>
                    <a:pt x="2" y="2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37" name="Freeform 930"/>
            <p:cNvSpPr>
              <a:spLocks/>
            </p:cNvSpPr>
            <p:nvPr/>
          </p:nvSpPr>
          <p:spPr bwMode="auto">
            <a:xfrm>
              <a:off x="2768" y="3268"/>
              <a:ext cx="2" cy="53"/>
            </a:xfrm>
            <a:custGeom>
              <a:avLst/>
              <a:gdLst>
                <a:gd name="T0" fmla="*/ 1 w 4"/>
                <a:gd name="T1" fmla="*/ 1 h 87"/>
                <a:gd name="T2" fmla="*/ 1 w 4"/>
                <a:gd name="T3" fmla="*/ 1 h 87"/>
                <a:gd name="T4" fmla="*/ 0 w 4"/>
                <a:gd name="T5" fmla="*/ 0 h 87"/>
                <a:gd name="T6" fmla="*/ 0 60000 65536"/>
                <a:gd name="T7" fmla="*/ 0 60000 65536"/>
                <a:gd name="T8" fmla="*/ 0 60000 65536"/>
                <a:gd name="T9" fmla="*/ 0 w 4"/>
                <a:gd name="T10" fmla="*/ 0 h 87"/>
                <a:gd name="T11" fmla="*/ 4 w 4"/>
                <a:gd name="T12" fmla="*/ 87 h 8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87">
                  <a:moveTo>
                    <a:pt x="4" y="87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38" name="Freeform 931"/>
            <p:cNvSpPr>
              <a:spLocks/>
            </p:cNvSpPr>
            <p:nvPr/>
          </p:nvSpPr>
          <p:spPr bwMode="auto">
            <a:xfrm>
              <a:off x="2766" y="3219"/>
              <a:ext cx="3" cy="51"/>
            </a:xfrm>
            <a:custGeom>
              <a:avLst/>
              <a:gdLst>
                <a:gd name="T0" fmla="*/ 1 w 5"/>
                <a:gd name="T1" fmla="*/ 1 h 83"/>
                <a:gd name="T2" fmla="*/ 1 w 5"/>
                <a:gd name="T3" fmla="*/ 1 h 83"/>
                <a:gd name="T4" fmla="*/ 0 w 5"/>
                <a:gd name="T5" fmla="*/ 0 h 83"/>
                <a:gd name="T6" fmla="*/ 0 60000 65536"/>
                <a:gd name="T7" fmla="*/ 0 60000 65536"/>
                <a:gd name="T8" fmla="*/ 0 60000 65536"/>
                <a:gd name="T9" fmla="*/ 0 w 5"/>
                <a:gd name="T10" fmla="*/ 0 h 83"/>
                <a:gd name="T11" fmla="*/ 5 w 5"/>
                <a:gd name="T12" fmla="*/ 83 h 8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83">
                  <a:moveTo>
                    <a:pt x="5" y="83"/>
                  </a:moveTo>
                  <a:lnTo>
                    <a:pt x="3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39" name="Freeform 932"/>
            <p:cNvSpPr>
              <a:spLocks/>
            </p:cNvSpPr>
            <p:nvPr/>
          </p:nvSpPr>
          <p:spPr bwMode="auto">
            <a:xfrm>
              <a:off x="2761" y="3174"/>
              <a:ext cx="7" cy="46"/>
            </a:xfrm>
            <a:custGeom>
              <a:avLst/>
              <a:gdLst>
                <a:gd name="T0" fmla="*/ 2 w 9"/>
                <a:gd name="T1" fmla="*/ 1 h 74"/>
                <a:gd name="T2" fmla="*/ 2 w 9"/>
                <a:gd name="T3" fmla="*/ 1 h 74"/>
                <a:gd name="T4" fmla="*/ 0 w 9"/>
                <a:gd name="T5" fmla="*/ 0 h 74"/>
                <a:gd name="T6" fmla="*/ 0 60000 65536"/>
                <a:gd name="T7" fmla="*/ 0 60000 65536"/>
                <a:gd name="T8" fmla="*/ 0 60000 65536"/>
                <a:gd name="T9" fmla="*/ 0 w 9"/>
                <a:gd name="T10" fmla="*/ 0 h 74"/>
                <a:gd name="T11" fmla="*/ 9 w 9"/>
                <a:gd name="T12" fmla="*/ 74 h 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74">
                  <a:moveTo>
                    <a:pt x="9" y="74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40" name="Freeform 933"/>
            <p:cNvSpPr>
              <a:spLocks/>
            </p:cNvSpPr>
            <p:nvPr/>
          </p:nvSpPr>
          <p:spPr bwMode="auto">
            <a:xfrm>
              <a:off x="2756" y="3137"/>
              <a:ext cx="7" cy="39"/>
            </a:xfrm>
            <a:custGeom>
              <a:avLst/>
              <a:gdLst>
                <a:gd name="T0" fmla="*/ 1 w 11"/>
                <a:gd name="T1" fmla="*/ 1 h 64"/>
                <a:gd name="T2" fmla="*/ 1 w 11"/>
                <a:gd name="T3" fmla="*/ 1 h 64"/>
                <a:gd name="T4" fmla="*/ 0 w 11"/>
                <a:gd name="T5" fmla="*/ 0 h 64"/>
                <a:gd name="T6" fmla="*/ 0 60000 65536"/>
                <a:gd name="T7" fmla="*/ 0 60000 65536"/>
                <a:gd name="T8" fmla="*/ 0 60000 65536"/>
                <a:gd name="T9" fmla="*/ 0 w 11"/>
                <a:gd name="T10" fmla="*/ 0 h 64"/>
                <a:gd name="T11" fmla="*/ 11 w 11"/>
                <a:gd name="T12" fmla="*/ 64 h 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64">
                  <a:moveTo>
                    <a:pt x="11" y="64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41" name="Freeform 934"/>
            <p:cNvSpPr>
              <a:spLocks/>
            </p:cNvSpPr>
            <p:nvPr/>
          </p:nvSpPr>
          <p:spPr bwMode="auto">
            <a:xfrm>
              <a:off x="2749" y="3109"/>
              <a:ext cx="8" cy="30"/>
            </a:xfrm>
            <a:custGeom>
              <a:avLst/>
              <a:gdLst>
                <a:gd name="T0" fmla="*/ 1 w 13"/>
                <a:gd name="T1" fmla="*/ 1 h 48"/>
                <a:gd name="T2" fmla="*/ 1 w 13"/>
                <a:gd name="T3" fmla="*/ 1 h 48"/>
                <a:gd name="T4" fmla="*/ 0 w 13"/>
                <a:gd name="T5" fmla="*/ 0 h 48"/>
                <a:gd name="T6" fmla="*/ 0 60000 65536"/>
                <a:gd name="T7" fmla="*/ 0 60000 65536"/>
                <a:gd name="T8" fmla="*/ 0 60000 65536"/>
                <a:gd name="T9" fmla="*/ 0 w 13"/>
                <a:gd name="T10" fmla="*/ 0 h 48"/>
                <a:gd name="T11" fmla="*/ 13 w 13"/>
                <a:gd name="T12" fmla="*/ 48 h 4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48">
                  <a:moveTo>
                    <a:pt x="13" y="48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42" name="Freeform 935"/>
            <p:cNvSpPr>
              <a:spLocks/>
            </p:cNvSpPr>
            <p:nvPr/>
          </p:nvSpPr>
          <p:spPr bwMode="auto">
            <a:xfrm>
              <a:off x="2742" y="3091"/>
              <a:ext cx="8" cy="19"/>
            </a:xfrm>
            <a:custGeom>
              <a:avLst/>
              <a:gdLst>
                <a:gd name="T0" fmla="*/ 1 w 13"/>
                <a:gd name="T1" fmla="*/ 1 h 30"/>
                <a:gd name="T2" fmla="*/ 1 w 13"/>
                <a:gd name="T3" fmla="*/ 1 h 30"/>
                <a:gd name="T4" fmla="*/ 0 w 13"/>
                <a:gd name="T5" fmla="*/ 0 h 30"/>
                <a:gd name="T6" fmla="*/ 0 60000 65536"/>
                <a:gd name="T7" fmla="*/ 0 60000 65536"/>
                <a:gd name="T8" fmla="*/ 0 60000 65536"/>
                <a:gd name="T9" fmla="*/ 0 w 13"/>
                <a:gd name="T10" fmla="*/ 0 h 30"/>
                <a:gd name="T11" fmla="*/ 13 w 13"/>
                <a:gd name="T12" fmla="*/ 30 h 3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30">
                  <a:moveTo>
                    <a:pt x="13" y="30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43" name="Freeform 936"/>
            <p:cNvSpPr>
              <a:spLocks/>
            </p:cNvSpPr>
            <p:nvPr/>
          </p:nvSpPr>
          <p:spPr bwMode="auto">
            <a:xfrm>
              <a:off x="2733" y="3087"/>
              <a:ext cx="10" cy="6"/>
            </a:xfrm>
            <a:custGeom>
              <a:avLst/>
              <a:gdLst>
                <a:gd name="T0" fmla="*/ 1 w 15"/>
                <a:gd name="T1" fmla="*/ 1 h 11"/>
                <a:gd name="T2" fmla="*/ 1 w 15"/>
                <a:gd name="T3" fmla="*/ 1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  <a:gd name="T9" fmla="*/ 0 w 15"/>
                <a:gd name="T10" fmla="*/ 0 h 11"/>
                <a:gd name="T11" fmla="*/ 15 w 15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1">
                  <a:moveTo>
                    <a:pt x="15" y="11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44" name="Freeform 937"/>
            <p:cNvSpPr>
              <a:spLocks/>
            </p:cNvSpPr>
            <p:nvPr/>
          </p:nvSpPr>
          <p:spPr bwMode="auto">
            <a:xfrm>
              <a:off x="2725" y="3088"/>
              <a:ext cx="10" cy="6"/>
            </a:xfrm>
            <a:custGeom>
              <a:avLst/>
              <a:gdLst>
                <a:gd name="T0" fmla="*/ 1 w 14"/>
                <a:gd name="T1" fmla="*/ 0 h 11"/>
                <a:gd name="T2" fmla="*/ 1 w 14"/>
                <a:gd name="T3" fmla="*/ 1 h 11"/>
                <a:gd name="T4" fmla="*/ 0 w 14"/>
                <a:gd name="T5" fmla="*/ 1 h 11"/>
                <a:gd name="T6" fmla="*/ 0 60000 65536"/>
                <a:gd name="T7" fmla="*/ 0 60000 65536"/>
                <a:gd name="T8" fmla="*/ 0 60000 65536"/>
                <a:gd name="T9" fmla="*/ 0 w 14"/>
                <a:gd name="T10" fmla="*/ 0 h 11"/>
                <a:gd name="T11" fmla="*/ 14 w 14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11">
                  <a:moveTo>
                    <a:pt x="14" y="0"/>
                  </a:moveTo>
                  <a:lnTo>
                    <a:pt x="3" y="9"/>
                  </a:lnTo>
                  <a:lnTo>
                    <a:pt x="0" y="11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45" name="Freeform 938"/>
            <p:cNvSpPr>
              <a:spLocks/>
            </p:cNvSpPr>
            <p:nvPr/>
          </p:nvSpPr>
          <p:spPr bwMode="auto">
            <a:xfrm>
              <a:off x="2719" y="3093"/>
              <a:ext cx="9" cy="19"/>
            </a:xfrm>
            <a:custGeom>
              <a:avLst/>
              <a:gdLst>
                <a:gd name="T0" fmla="*/ 1 w 14"/>
                <a:gd name="T1" fmla="*/ 0 h 31"/>
                <a:gd name="T2" fmla="*/ 1 w 14"/>
                <a:gd name="T3" fmla="*/ 1 h 31"/>
                <a:gd name="T4" fmla="*/ 0 w 14"/>
                <a:gd name="T5" fmla="*/ 1 h 31"/>
                <a:gd name="T6" fmla="*/ 0 60000 65536"/>
                <a:gd name="T7" fmla="*/ 0 60000 65536"/>
                <a:gd name="T8" fmla="*/ 0 60000 65536"/>
                <a:gd name="T9" fmla="*/ 0 w 14"/>
                <a:gd name="T10" fmla="*/ 0 h 31"/>
                <a:gd name="T11" fmla="*/ 14 w 14"/>
                <a:gd name="T12" fmla="*/ 31 h 3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31">
                  <a:moveTo>
                    <a:pt x="14" y="0"/>
                  </a:moveTo>
                  <a:lnTo>
                    <a:pt x="3" y="28"/>
                  </a:lnTo>
                  <a:lnTo>
                    <a:pt x="0" y="31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46" name="Freeform 939"/>
            <p:cNvSpPr>
              <a:spLocks/>
            </p:cNvSpPr>
            <p:nvPr/>
          </p:nvSpPr>
          <p:spPr bwMode="auto">
            <a:xfrm>
              <a:off x="2711" y="3110"/>
              <a:ext cx="10" cy="30"/>
            </a:xfrm>
            <a:custGeom>
              <a:avLst/>
              <a:gdLst>
                <a:gd name="T0" fmla="*/ 1 w 14"/>
                <a:gd name="T1" fmla="*/ 0 h 49"/>
                <a:gd name="T2" fmla="*/ 1 w 14"/>
                <a:gd name="T3" fmla="*/ 1 h 49"/>
                <a:gd name="T4" fmla="*/ 0 w 14"/>
                <a:gd name="T5" fmla="*/ 1 h 49"/>
                <a:gd name="T6" fmla="*/ 0 60000 65536"/>
                <a:gd name="T7" fmla="*/ 0 60000 65536"/>
                <a:gd name="T8" fmla="*/ 0 60000 65536"/>
                <a:gd name="T9" fmla="*/ 0 w 14"/>
                <a:gd name="T10" fmla="*/ 0 h 49"/>
                <a:gd name="T11" fmla="*/ 14 w 14"/>
                <a:gd name="T12" fmla="*/ 49 h 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49">
                  <a:moveTo>
                    <a:pt x="14" y="0"/>
                  </a:moveTo>
                  <a:lnTo>
                    <a:pt x="3" y="46"/>
                  </a:lnTo>
                  <a:lnTo>
                    <a:pt x="0" y="49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47" name="Freeform 940"/>
            <p:cNvSpPr>
              <a:spLocks/>
            </p:cNvSpPr>
            <p:nvPr/>
          </p:nvSpPr>
          <p:spPr bwMode="auto">
            <a:xfrm>
              <a:off x="2706" y="3139"/>
              <a:ext cx="8" cy="38"/>
            </a:xfrm>
            <a:custGeom>
              <a:avLst/>
              <a:gdLst>
                <a:gd name="T0" fmla="*/ 1 w 12"/>
                <a:gd name="T1" fmla="*/ 0 h 64"/>
                <a:gd name="T2" fmla="*/ 1 w 12"/>
                <a:gd name="T3" fmla="*/ 1 h 64"/>
                <a:gd name="T4" fmla="*/ 0 w 12"/>
                <a:gd name="T5" fmla="*/ 1 h 64"/>
                <a:gd name="T6" fmla="*/ 0 60000 65536"/>
                <a:gd name="T7" fmla="*/ 0 60000 65536"/>
                <a:gd name="T8" fmla="*/ 0 60000 65536"/>
                <a:gd name="T9" fmla="*/ 0 w 12"/>
                <a:gd name="T10" fmla="*/ 0 h 64"/>
                <a:gd name="T11" fmla="*/ 12 w 12"/>
                <a:gd name="T12" fmla="*/ 64 h 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64">
                  <a:moveTo>
                    <a:pt x="12" y="0"/>
                  </a:moveTo>
                  <a:lnTo>
                    <a:pt x="3" y="62"/>
                  </a:lnTo>
                  <a:lnTo>
                    <a:pt x="0" y="6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48" name="Freeform 941"/>
            <p:cNvSpPr>
              <a:spLocks/>
            </p:cNvSpPr>
            <p:nvPr/>
          </p:nvSpPr>
          <p:spPr bwMode="auto">
            <a:xfrm>
              <a:off x="2703" y="3176"/>
              <a:ext cx="5" cy="45"/>
            </a:xfrm>
            <a:custGeom>
              <a:avLst/>
              <a:gdLst>
                <a:gd name="T0" fmla="*/ 1 w 9"/>
                <a:gd name="T1" fmla="*/ 0 h 74"/>
                <a:gd name="T2" fmla="*/ 1 w 9"/>
                <a:gd name="T3" fmla="*/ 1 h 74"/>
                <a:gd name="T4" fmla="*/ 0 w 9"/>
                <a:gd name="T5" fmla="*/ 1 h 74"/>
                <a:gd name="T6" fmla="*/ 0 60000 65536"/>
                <a:gd name="T7" fmla="*/ 0 60000 65536"/>
                <a:gd name="T8" fmla="*/ 0 60000 65536"/>
                <a:gd name="T9" fmla="*/ 0 w 9"/>
                <a:gd name="T10" fmla="*/ 0 h 74"/>
                <a:gd name="T11" fmla="*/ 9 w 9"/>
                <a:gd name="T12" fmla="*/ 74 h 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74">
                  <a:moveTo>
                    <a:pt x="9" y="0"/>
                  </a:moveTo>
                  <a:lnTo>
                    <a:pt x="2" y="72"/>
                  </a:lnTo>
                  <a:lnTo>
                    <a:pt x="0" y="7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49" name="Freeform 942"/>
            <p:cNvSpPr>
              <a:spLocks/>
            </p:cNvSpPr>
            <p:nvPr/>
          </p:nvSpPr>
          <p:spPr bwMode="auto">
            <a:xfrm>
              <a:off x="2699" y="3220"/>
              <a:ext cx="5" cy="50"/>
            </a:xfrm>
            <a:custGeom>
              <a:avLst/>
              <a:gdLst>
                <a:gd name="T0" fmla="*/ 1 w 7"/>
                <a:gd name="T1" fmla="*/ 0 h 83"/>
                <a:gd name="T2" fmla="*/ 1 w 7"/>
                <a:gd name="T3" fmla="*/ 1 h 83"/>
                <a:gd name="T4" fmla="*/ 0 w 7"/>
                <a:gd name="T5" fmla="*/ 1 h 83"/>
                <a:gd name="T6" fmla="*/ 0 60000 65536"/>
                <a:gd name="T7" fmla="*/ 0 60000 65536"/>
                <a:gd name="T8" fmla="*/ 0 60000 65536"/>
                <a:gd name="T9" fmla="*/ 0 w 7"/>
                <a:gd name="T10" fmla="*/ 0 h 83"/>
                <a:gd name="T11" fmla="*/ 7 w 7"/>
                <a:gd name="T12" fmla="*/ 83 h 8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83">
                  <a:moveTo>
                    <a:pt x="7" y="0"/>
                  </a:moveTo>
                  <a:lnTo>
                    <a:pt x="3" y="81"/>
                  </a:lnTo>
                  <a:lnTo>
                    <a:pt x="0" y="83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50" name="Freeform 943"/>
            <p:cNvSpPr>
              <a:spLocks/>
            </p:cNvSpPr>
            <p:nvPr/>
          </p:nvSpPr>
          <p:spPr bwMode="auto">
            <a:xfrm>
              <a:off x="2701" y="3270"/>
              <a:ext cx="1" cy="52"/>
            </a:xfrm>
            <a:custGeom>
              <a:avLst/>
              <a:gdLst>
                <a:gd name="T0" fmla="*/ 0 w 1"/>
                <a:gd name="T1" fmla="*/ 0 h 87"/>
                <a:gd name="T2" fmla="*/ 0 w 1"/>
                <a:gd name="T3" fmla="*/ 1 h 87"/>
                <a:gd name="T4" fmla="*/ 0 w 1"/>
                <a:gd name="T5" fmla="*/ 1 h 87"/>
                <a:gd name="T6" fmla="*/ 0 60000 65536"/>
                <a:gd name="T7" fmla="*/ 0 60000 65536"/>
                <a:gd name="T8" fmla="*/ 0 60000 65536"/>
                <a:gd name="T9" fmla="*/ 0 w 1"/>
                <a:gd name="T10" fmla="*/ 0 h 87"/>
                <a:gd name="T11" fmla="*/ 1 w 1"/>
                <a:gd name="T12" fmla="*/ 87 h 8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87">
                  <a:moveTo>
                    <a:pt x="0" y="0"/>
                  </a:moveTo>
                  <a:lnTo>
                    <a:pt x="0" y="85"/>
                  </a:lnTo>
                  <a:lnTo>
                    <a:pt x="0" y="8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51" name="Freeform 944"/>
            <p:cNvSpPr>
              <a:spLocks/>
            </p:cNvSpPr>
            <p:nvPr/>
          </p:nvSpPr>
          <p:spPr bwMode="auto">
            <a:xfrm>
              <a:off x="2701" y="3321"/>
              <a:ext cx="1" cy="54"/>
            </a:xfrm>
            <a:custGeom>
              <a:avLst/>
              <a:gdLst>
                <a:gd name="T0" fmla="*/ 0 w 1"/>
                <a:gd name="T1" fmla="*/ 0 h 88"/>
                <a:gd name="T2" fmla="*/ 0 w 1"/>
                <a:gd name="T3" fmla="*/ 1 h 88"/>
                <a:gd name="T4" fmla="*/ 0 w 1"/>
                <a:gd name="T5" fmla="*/ 1 h 88"/>
                <a:gd name="T6" fmla="*/ 0 60000 65536"/>
                <a:gd name="T7" fmla="*/ 0 60000 65536"/>
                <a:gd name="T8" fmla="*/ 0 60000 65536"/>
                <a:gd name="T9" fmla="*/ 0 w 1"/>
                <a:gd name="T10" fmla="*/ 0 h 88"/>
                <a:gd name="T11" fmla="*/ 1 w 1"/>
                <a:gd name="T12" fmla="*/ 88 h 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88">
                  <a:moveTo>
                    <a:pt x="0" y="0"/>
                  </a:moveTo>
                  <a:lnTo>
                    <a:pt x="0" y="86"/>
                  </a:lnTo>
                  <a:lnTo>
                    <a:pt x="0" y="88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52" name="Freeform 945"/>
            <p:cNvSpPr>
              <a:spLocks/>
            </p:cNvSpPr>
            <p:nvPr/>
          </p:nvSpPr>
          <p:spPr bwMode="auto">
            <a:xfrm>
              <a:off x="2701" y="3373"/>
              <a:ext cx="4" cy="51"/>
            </a:xfrm>
            <a:custGeom>
              <a:avLst/>
              <a:gdLst>
                <a:gd name="T0" fmla="*/ 0 w 6"/>
                <a:gd name="T1" fmla="*/ 0 h 83"/>
                <a:gd name="T2" fmla="*/ 1 w 6"/>
                <a:gd name="T3" fmla="*/ 1 h 83"/>
                <a:gd name="T4" fmla="*/ 1 w 6"/>
                <a:gd name="T5" fmla="*/ 1 h 83"/>
                <a:gd name="T6" fmla="*/ 0 60000 65536"/>
                <a:gd name="T7" fmla="*/ 0 60000 65536"/>
                <a:gd name="T8" fmla="*/ 0 60000 65536"/>
                <a:gd name="T9" fmla="*/ 0 w 6"/>
                <a:gd name="T10" fmla="*/ 0 h 83"/>
                <a:gd name="T11" fmla="*/ 6 w 6"/>
                <a:gd name="T12" fmla="*/ 83 h 8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83">
                  <a:moveTo>
                    <a:pt x="0" y="0"/>
                  </a:moveTo>
                  <a:lnTo>
                    <a:pt x="4" y="81"/>
                  </a:lnTo>
                  <a:lnTo>
                    <a:pt x="6" y="83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53" name="Freeform 946"/>
            <p:cNvSpPr>
              <a:spLocks/>
            </p:cNvSpPr>
            <p:nvPr/>
          </p:nvSpPr>
          <p:spPr bwMode="auto">
            <a:xfrm>
              <a:off x="2704" y="3423"/>
              <a:ext cx="5" cy="46"/>
            </a:xfrm>
            <a:custGeom>
              <a:avLst/>
              <a:gdLst>
                <a:gd name="T0" fmla="*/ 0 w 9"/>
                <a:gd name="T1" fmla="*/ 0 h 76"/>
                <a:gd name="T2" fmla="*/ 1 w 9"/>
                <a:gd name="T3" fmla="*/ 1 h 76"/>
                <a:gd name="T4" fmla="*/ 1 w 9"/>
                <a:gd name="T5" fmla="*/ 1 h 76"/>
                <a:gd name="T6" fmla="*/ 0 60000 65536"/>
                <a:gd name="T7" fmla="*/ 0 60000 65536"/>
                <a:gd name="T8" fmla="*/ 0 60000 65536"/>
                <a:gd name="T9" fmla="*/ 0 w 9"/>
                <a:gd name="T10" fmla="*/ 0 h 76"/>
                <a:gd name="T11" fmla="*/ 9 w 9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76">
                  <a:moveTo>
                    <a:pt x="0" y="0"/>
                  </a:moveTo>
                  <a:lnTo>
                    <a:pt x="7" y="74"/>
                  </a:lnTo>
                  <a:lnTo>
                    <a:pt x="9" y="76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54" name="Freeform 947"/>
            <p:cNvSpPr>
              <a:spLocks/>
            </p:cNvSpPr>
            <p:nvPr/>
          </p:nvSpPr>
          <p:spPr bwMode="auto">
            <a:xfrm>
              <a:off x="2708" y="3468"/>
              <a:ext cx="7" cy="39"/>
            </a:xfrm>
            <a:custGeom>
              <a:avLst/>
              <a:gdLst>
                <a:gd name="T0" fmla="*/ 0 w 11"/>
                <a:gd name="T1" fmla="*/ 0 h 64"/>
                <a:gd name="T2" fmla="*/ 1 w 11"/>
                <a:gd name="T3" fmla="*/ 1 h 64"/>
                <a:gd name="T4" fmla="*/ 1 w 11"/>
                <a:gd name="T5" fmla="*/ 1 h 64"/>
                <a:gd name="T6" fmla="*/ 0 60000 65536"/>
                <a:gd name="T7" fmla="*/ 0 60000 65536"/>
                <a:gd name="T8" fmla="*/ 0 60000 65536"/>
                <a:gd name="T9" fmla="*/ 0 w 11"/>
                <a:gd name="T10" fmla="*/ 0 h 64"/>
                <a:gd name="T11" fmla="*/ 11 w 11"/>
                <a:gd name="T12" fmla="*/ 64 h 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64">
                  <a:moveTo>
                    <a:pt x="0" y="0"/>
                  </a:moveTo>
                  <a:lnTo>
                    <a:pt x="9" y="61"/>
                  </a:lnTo>
                  <a:lnTo>
                    <a:pt x="11" y="6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55" name="Freeform 948"/>
            <p:cNvSpPr>
              <a:spLocks/>
            </p:cNvSpPr>
            <p:nvPr/>
          </p:nvSpPr>
          <p:spPr bwMode="auto">
            <a:xfrm>
              <a:off x="2757" y="3505"/>
              <a:ext cx="1" cy="6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1 h 9"/>
                <a:gd name="T4" fmla="*/ 0 w 1"/>
                <a:gd name="T5" fmla="*/ 1 h 9"/>
                <a:gd name="T6" fmla="*/ 0 60000 65536"/>
                <a:gd name="T7" fmla="*/ 0 60000 65536"/>
                <a:gd name="T8" fmla="*/ 0 60000 65536"/>
                <a:gd name="T9" fmla="*/ 0 w 1"/>
                <a:gd name="T10" fmla="*/ 0 h 9"/>
                <a:gd name="T11" fmla="*/ 1 w 1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9">
                  <a:moveTo>
                    <a:pt x="0" y="0"/>
                  </a:moveTo>
                  <a:lnTo>
                    <a:pt x="0" y="7"/>
                  </a:lnTo>
                  <a:lnTo>
                    <a:pt x="0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56" name="Freeform 949"/>
            <p:cNvSpPr>
              <a:spLocks/>
            </p:cNvSpPr>
            <p:nvPr/>
          </p:nvSpPr>
          <p:spPr bwMode="auto">
            <a:xfrm>
              <a:off x="2714" y="3505"/>
              <a:ext cx="1" cy="6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1 h 9"/>
                <a:gd name="T4" fmla="*/ 0 w 1"/>
                <a:gd name="T5" fmla="*/ 1 h 9"/>
                <a:gd name="T6" fmla="*/ 0 60000 65536"/>
                <a:gd name="T7" fmla="*/ 0 60000 65536"/>
                <a:gd name="T8" fmla="*/ 0 60000 65536"/>
                <a:gd name="T9" fmla="*/ 0 w 1"/>
                <a:gd name="T10" fmla="*/ 0 h 9"/>
                <a:gd name="T11" fmla="*/ 1 w 1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9">
                  <a:moveTo>
                    <a:pt x="0" y="0"/>
                  </a:moveTo>
                  <a:lnTo>
                    <a:pt x="0" y="7"/>
                  </a:lnTo>
                  <a:lnTo>
                    <a:pt x="0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57" name="Rectangle 950"/>
            <p:cNvSpPr>
              <a:spLocks noChangeArrowheads="1"/>
            </p:cNvSpPr>
            <p:nvPr/>
          </p:nvSpPr>
          <p:spPr bwMode="auto">
            <a:xfrm>
              <a:off x="1990" y="3142"/>
              <a:ext cx="2" cy="29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58" name="Freeform 951"/>
            <p:cNvSpPr>
              <a:spLocks/>
            </p:cNvSpPr>
            <p:nvPr/>
          </p:nvSpPr>
          <p:spPr bwMode="auto">
            <a:xfrm>
              <a:off x="1992" y="3142"/>
              <a:ext cx="0" cy="294"/>
            </a:xfrm>
            <a:custGeom>
              <a:avLst/>
              <a:gdLst>
                <a:gd name="T0" fmla="*/ 0 h 482"/>
                <a:gd name="T1" fmla="*/ 1 h 482"/>
                <a:gd name="T2" fmla="*/ 1 h 482"/>
                <a:gd name="T3" fmla="*/ 0 60000 65536"/>
                <a:gd name="T4" fmla="*/ 0 60000 65536"/>
                <a:gd name="T5" fmla="*/ 0 60000 65536"/>
                <a:gd name="T6" fmla="*/ 0 h 482"/>
                <a:gd name="T7" fmla="*/ 482 h 482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482">
                  <a:moveTo>
                    <a:pt x="0" y="0"/>
                  </a:moveTo>
                  <a:lnTo>
                    <a:pt x="0" y="479"/>
                  </a:lnTo>
                  <a:lnTo>
                    <a:pt x="0" y="482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59" name="Freeform 952"/>
            <p:cNvSpPr>
              <a:spLocks/>
            </p:cNvSpPr>
            <p:nvPr/>
          </p:nvSpPr>
          <p:spPr bwMode="auto">
            <a:xfrm>
              <a:off x="1989" y="3142"/>
              <a:ext cx="3" cy="1"/>
            </a:xfrm>
            <a:custGeom>
              <a:avLst/>
              <a:gdLst>
                <a:gd name="T0" fmla="*/ 2 w 4"/>
                <a:gd name="T1" fmla="*/ 0 h 1"/>
                <a:gd name="T2" fmla="*/ 2 w 4"/>
                <a:gd name="T3" fmla="*/ 0 h 1"/>
                <a:gd name="T4" fmla="*/ 0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60" name="Freeform 953"/>
            <p:cNvSpPr>
              <a:spLocks/>
            </p:cNvSpPr>
            <p:nvPr/>
          </p:nvSpPr>
          <p:spPr bwMode="auto">
            <a:xfrm>
              <a:off x="1989" y="3434"/>
              <a:ext cx="3" cy="1"/>
            </a:xfrm>
            <a:custGeom>
              <a:avLst/>
              <a:gdLst>
                <a:gd name="T0" fmla="*/ 2 w 4"/>
                <a:gd name="T1" fmla="*/ 0 h 1"/>
                <a:gd name="T2" fmla="*/ 2 w 4"/>
                <a:gd name="T3" fmla="*/ 0 h 1"/>
                <a:gd name="T4" fmla="*/ 0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61" name="Freeform 954"/>
            <p:cNvSpPr>
              <a:spLocks/>
            </p:cNvSpPr>
            <p:nvPr/>
          </p:nvSpPr>
          <p:spPr bwMode="auto">
            <a:xfrm>
              <a:off x="1990" y="3142"/>
              <a:ext cx="1" cy="294"/>
            </a:xfrm>
            <a:custGeom>
              <a:avLst/>
              <a:gdLst>
                <a:gd name="T0" fmla="*/ 0 w 1"/>
                <a:gd name="T1" fmla="*/ 0 h 482"/>
                <a:gd name="T2" fmla="*/ 0 w 1"/>
                <a:gd name="T3" fmla="*/ 1 h 482"/>
                <a:gd name="T4" fmla="*/ 0 w 1"/>
                <a:gd name="T5" fmla="*/ 1 h 482"/>
                <a:gd name="T6" fmla="*/ 0 60000 65536"/>
                <a:gd name="T7" fmla="*/ 0 60000 65536"/>
                <a:gd name="T8" fmla="*/ 0 60000 65536"/>
                <a:gd name="T9" fmla="*/ 0 w 1"/>
                <a:gd name="T10" fmla="*/ 0 h 482"/>
                <a:gd name="T11" fmla="*/ 1 w 1"/>
                <a:gd name="T12" fmla="*/ 482 h 48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82">
                  <a:moveTo>
                    <a:pt x="0" y="0"/>
                  </a:moveTo>
                  <a:lnTo>
                    <a:pt x="0" y="479"/>
                  </a:lnTo>
                  <a:lnTo>
                    <a:pt x="0" y="482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62" name="Freeform 955"/>
            <p:cNvSpPr>
              <a:spLocks/>
            </p:cNvSpPr>
            <p:nvPr/>
          </p:nvSpPr>
          <p:spPr bwMode="auto">
            <a:xfrm>
              <a:off x="2372" y="3468"/>
              <a:ext cx="69" cy="0"/>
            </a:xfrm>
            <a:custGeom>
              <a:avLst/>
              <a:gdLst>
                <a:gd name="T0" fmla="*/ 0 w 106"/>
                <a:gd name="T1" fmla="*/ 1 w 106"/>
                <a:gd name="T2" fmla="*/ 1 w 106"/>
                <a:gd name="T3" fmla="*/ 0 60000 65536"/>
                <a:gd name="T4" fmla="*/ 0 60000 65536"/>
                <a:gd name="T5" fmla="*/ 0 60000 65536"/>
                <a:gd name="T6" fmla="*/ 0 w 106"/>
                <a:gd name="T7" fmla="*/ 106 w 106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106">
                  <a:moveTo>
                    <a:pt x="0" y="0"/>
                  </a:moveTo>
                  <a:lnTo>
                    <a:pt x="104" y="0"/>
                  </a:lnTo>
                  <a:lnTo>
                    <a:pt x="10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63" name="Freeform 956"/>
            <p:cNvSpPr>
              <a:spLocks/>
            </p:cNvSpPr>
            <p:nvPr/>
          </p:nvSpPr>
          <p:spPr bwMode="auto">
            <a:xfrm>
              <a:off x="2368" y="3417"/>
              <a:ext cx="22" cy="158"/>
            </a:xfrm>
            <a:custGeom>
              <a:avLst/>
              <a:gdLst>
                <a:gd name="T0" fmla="*/ 1 w 34"/>
                <a:gd name="T1" fmla="*/ 1 h 258"/>
                <a:gd name="T2" fmla="*/ 0 w 34"/>
                <a:gd name="T3" fmla="*/ 0 h 258"/>
                <a:gd name="T4" fmla="*/ 1 w 34"/>
                <a:gd name="T5" fmla="*/ 0 h 258"/>
                <a:gd name="T6" fmla="*/ 1 w 34"/>
                <a:gd name="T7" fmla="*/ 1 h 258"/>
                <a:gd name="T8" fmla="*/ 1 w 34"/>
                <a:gd name="T9" fmla="*/ 1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"/>
                <a:gd name="T16" fmla="*/ 0 h 258"/>
                <a:gd name="T17" fmla="*/ 34 w 34"/>
                <a:gd name="T18" fmla="*/ 258 h 2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" h="258">
                  <a:moveTo>
                    <a:pt x="31" y="258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34" y="256"/>
                  </a:lnTo>
                  <a:lnTo>
                    <a:pt x="31" y="25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64" name="Freeform 957"/>
            <p:cNvSpPr>
              <a:spLocks/>
            </p:cNvSpPr>
            <p:nvPr/>
          </p:nvSpPr>
          <p:spPr bwMode="auto">
            <a:xfrm>
              <a:off x="2371" y="3417"/>
              <a:ext cx="20" cy="158"/>
            </a:xfrm>
            <a:custGeom>
              <a:avLst/>
              <a:gdLst>
                <a:gd name="T0" fmla="*/ 0 w 31"/>
                <a:gd name="T1" fmla="*/ 0 h 258"/>
                <a:gd name="T2" fmla="*/ 1 w 31"/>
                <a:gd name="T3" fmla="*/ 1 h 258"/>
                <a:gd name="T4" fmla="*/ 1 w 31"/>
                <a:gd name="T5" fmla="*/ 1 h 258"/>
                <a:gd name="T6" fmla="*/ 0 60000 65536"/>
                <a:gd name="T7" fmla="*/ 0 60000 65536"/>
                <a:gd name="T8" fmla="*/ 0 60000 65536"/>
                <a:gd name="T9" fmla="*/ 0 w 31"/>
                <a:gd name="T10" fmla="*/ 0 h 258"/>
                <a:gd name="T11" fmla="*/ 31 w 31"/>
                <a:gd name="T12" fmla="*/ 258 h 25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" h="258">
                  <a:moveTo>
                    <a:pt x="0" y="0"/>
                  </a:moveTo>
                  <a:lnTo>
                    <a:pt x="29" y="256"/>
                  </a:lnTo>
                  <a:lnTo>
                    <a:pt x="31" y="258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65" name="Freeform 958"/>
            <p:cNvSpPr>
              <a:spLocks/>
            </p:cNvSpPr>
            <p:nvPr/>
          </p:nvSpPr>
          <p:spPr bwMode="auto">
            <a:xfrm>
              <a:off x="2367" y="3417"/>
              <a:ext cx="4" cy="0"/>
            </a:xfrm>
            <a:custGeom>
              <a:avLst/>
              <a:gdLst>
                <a:gd name="T0" fmla="*/ 1 w 7"/>
                <a:gd name="T1" fmla="*/ 1 w 7"/>
                <a:gd name="T2" fmla="*/ 0 w 7"/>
                <a:gd name="T3" fmla="*/ 0 60000 65536"/>
                <a:gd name="T4" fmla="*/ 0 60000 65536"/>
                <a:gd name="T5" fmla="*/ 0 60000 65536"/>
                <a:gd name="T6" fmla="*/ 0 w 7"/>
                <a:gd name="T7" fmla="*/ 7 w 7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7">
                  <a:moveTo>
                    <a:pt x="7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66" name="Freeform 959"/>
            <p:cNvSpPr>
              <a:spLocks/>
            </p:cNvSpPr>
            <p:nvPr/>
          </p:nvSpPr>
          <p:spPr bwMode="auto">
            <a:xfrm>
              <a:off x="2386" y="3573"/>
              <a:ext cx="4" cy="3"/>
            </a:xfrm>
            <a:custGeom>
              <a:avLst/>
              <a:gdLst>
                <a:gd name="T0" fmla="*/ 2 w 5"/>
                <a:gd name="T1" fmla="*/ 0 h 4"/>
                <a:gd name="T2" fmla="*/ 2 w 5"/>
                <a:gd name="T3" fmla="*/ 2 h 4"/>
                <a:gd name="T4" fmla="*/ 0 w 5"/>
                <a:gd name="T5" fmla="*/ 2 h 4"/>
                <a:gd name="T6" fmla="*/ 0 60000 65536"/>
                <a:gd name="T7" fmla="*/ 0 60000 65536"/>
                <a:gd name="T8" fmla="*/ 0 60000 65536"/>
                <a:gd name="T9" fmla="*/ 0 w 5"/>
                <a:gd name="T10" fmla="*/ 0 h 4"/>
                <a:gd name="T11" fmla="*/ 5 w 5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4">
                  <a:moveTo>
                    <a:pt x="5" y="0"/>
                  </a:moveTo>
                  <a:lnTo>
                    <a:pt x="2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67" name="Freeform 960"/>
            <p:cNvSpPr>
              <a:spLocks/>
            </p:cNvSpPr>
            <p:nvPr/>
          </p:nvSpPr>
          <p:spPr bwMode="auto">
            <a:xfrm>
              <a:off x="2368" y="3417"/>
              <a:ext cx="22" cy="159"/>
            </a:xfrm>
            <a:custGeom>
              <a:avLst/>
              <a:gdLst>
                <a:gd name="T0" fmla="*/ 0 w 34"/>
                <a:gd name="T1" fmla="*/ 0 h 260"/>
                <a:gd name="T2" fmla="*/ 1 w 34"/>
                <a:gd name="T3" fmla="*/ 1 h 260"/>
                <a:gd name="T4" fmla="*/ 1 w 34"/>
                <a:gd name="T5" fmla="*/ 1 h 260"/>
                <a:gd name="T6" fmla="*/ 0 60000 65536"/>
                <a:gd name="T7" fmla="*/ 0 60000 65536"/>
                <a:gd name="T8" fmla="*/ 0 60000 65536"/>
                <a:gd name="T9" fmla="*/ 0 w 34"/>
                <a:gd name="T10" fmla="*/ 0 h 260"/>
                <a:gd name="T11" fmla="*/ 34 w 34"/>
                <a:gd name="T12" fmla="*/ 260 h 2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" h="260">
                  <a:moveTo>
                    <a:pt x="0" y="0"/>
                  </a:moveTo>
                  <a:lnTo>
                    <a:pt x="31" y="258"/>
                  </a:lnTo>
                  <a:lnTo>
                    <a:pt x="34" y="26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68" name="Freeform 961"/>
            <p:cNvSpPr>
              <a:spLocks/>
            </p:cNvSpPr>
            <p:nvPr/>
          </p:nvSpPr>
          <p:spPr bwMode="auto">
            <a:xfrm>
              <a:off x="2287" y="3417"/>
              <a:ext cx="21" cy="158"/>
            </a:xfrm>
            <a:custGeom>
              <a:avLst/>
              <a:gdLst>
                <a:gd name="T0" fmla="*/ 1 w 35"/>
                <a:gd name="T1" fmla="*/ 0 h 260"/>
                <a:gd name="T2" fmla="*/ 1 w 35"/>
                <a:gd name="T3" fmla="*/ 1 h 260"/>
                <a:gd name="T4" fmla="*/ 0 w 35"/>
                <a:gd name="T5" fmla="*/ 1 h 260"/>
                <a:gd name="T6" fmla="*/ 1 w 35"/>
                <a:gd name="T7" fmla="*/ 0 h 260"/>
                <a:gd name="T8" fmla="*/ 1 w 35"/>
                <a:gd name="T9" fmla="*/ 0 h 2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"/>
                <a:gd name="T16" fmla="*/ 0 h 260"/>
                <a:gd name="T17" fmla="*/ 35 w 35"/>
                <a:gd name="T18" fmla="*/ 260 h 2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" h="260">
                  <a:moveTo>
                    <a:pt x="35" y="0"/>
                  </a:moveTo>
                  <a:lnTo>
                    <a:pt x="2" y="260"/>
                  </a:lnTo>
                  <a:lnTo>
                    <a:pt x="0" y="258"/>
                  </a:lnTo>
                  <a:lnTo>
                    <a:pt x="3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69" name="Freeform 962"/>
            <p:cNvSpPr>
              <a:spLocks/>
            </p:cNvSpPr>
            <p:nvPr/>
          </p:nvSpPr>
          <p:spPr bwMode="auto">
            <a:xfrm>
              <a:off x="2287" y="3415"/>
              <a:ext cx="20" cy="158"/>
            </a:xfrm>
            <a:custGeom>
              <a:avLst/>
              <a:gdLst>
                <a:gd name="T0" fmla="*/ 0 w 33"/>
                <a:gd name="T1" fmla="*/ 1 h 260"/>
                <a:gd name="T2" fmla="*/ 1 w 33"/>
                <a:gd name="T3" fmla="*/ 1 h 260"/>
                <a:gd name="T4" fmla="*/ 1 w 33"/>
                <a:gd name="T5" fmla="*/ 0 h 260"/>
                <a:gd name="T6" fmla="*/ 0 60000 65536"/>
                <a:gd name="T7" fmla="*/ 0 60000 65536"/>
                <a:gd name="T8" fmla="*/ 0 60000 65536"/>
                <a:gd name="T9" fmla="*/ 0 w 33"/>
                <a:gd name="T10" fmla="*/ 0 h 260"/>
                <a:gd name="T11" fmla="*/ 33 w 33"/>
                <a:gd name="T12" fmla="*/ 260 h 2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260">
                  <a:moveTo>
                    <a:pt x="0" y="260"/>
                  </a:moveTo>
                  <a:lnTo>
                    <a:pt x="31" y="2"/>
                  </a:lnTo>
                  <a:lnTo>
                    <a:pt x="3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70" name="Freeform 963"/>
            <p:cNvSpPr>
              <a:spLocks/>
            </p:cNvSpPr>
            <p:nvPr/>
          </p:nvSpPr>
          <p:spPr bwMode="auto">
            <a:xfrm>
              <a:off x="2287" y="3573"/>
              <a:ext cx="2" cy="3"/>
            </a:xfrm>
            <a:custGeom>
              <a:avLst/>
              <a:gdLst>
                <a:gd name="T0" fmla="*/ 0 w 4"/>
                <a:gd name="T1" fmla="*/ 0 h 4"/>
                <a:gd name="T2" fmla="*/ 1 w 4"/>
                <a:gd name="T3" fmla="*/ 2 h 4"/>
                <a:gd name="T4" fmla="*/ 1 w 4"/>
                <a:gd name="T5" fmla="*/ 2 h 4"/>
                <a:gd name="T6" fmla="*/ 0 60000 65536"/>
                <a:gd name="T7" fmla="*/ 0 60000 65536"/>
                <a:gd name="T8" fmla="*/ 0 60000 65536"/>
                <a:gd name="T9" fmla="*/ 0 w 4"/>
                <a:gd name="T10" fmla="*/ 0 h 4"/>
                <a:gd name="T11" fmla="*/ 4 w 4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4">
                  <a:moveTo>
                    <a:pt x="0" y="0"/>
                  </a:moveTo>
                  <a:lnTo>
                    <a:pt x="2" y="2"/>
                  </a:lnTo>
                  <a:lnTo>
                    <a:pt x="4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71" name="Freeform 964"/>
            <p:cNvSpPr>
              <a:spLocks/>
            </p:cNvSpPr>
            <p:nvPr/>
          </p:nvSpPr>
          <p:spPr bwMode="auto">
            <a:xfrm>
              <a:off x="2306" y="3417"/>
              <a:ext cx="5" cy="0"/>
            </a:xfrm>
            <a:custGeom>
              <a:avLst/>
              <a:gdLst>
                <a:gd name="T0" fmla="*/ 0 w 7"/>
                <a:gd name="T1" fmla="*/ 1 w 7"/>
                <a:gd name="T2" fmla="*/ 1 w 7"/>
                <a:gd name="T3" fmla="*/ 0 60000 65536"/>
                <a:gd name="T4" fmla="*/ 0 60000 65536"/>
                <a:gd name="T5" fmla="*/ 0 60000 65536"/>
                <a:gd name="T6" fmla="*/ 0 w 7"/>
                <a:gd name="T7" fmla="*/ 7 w 7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7">
                  <a:moveTo>
                    <a:pt x="0" y="0"/>
                  </a:moveTo>
                  <a:lnTo>
                    <a:pt x="4" y="0"/>
                  </a:lnTo>
                  <a:lnTo>
                    <a:pt x="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3572" name="Group 965"/>
            <p:cNvGrpSpPr>
              <a:grpSpLocks/>
            </p:cNvGrpSpPr>
            <p:nvPr/>
          </p:nvGrpSpPr>
          <p:grpSpPr bwMode="auto">
            <a:xfrm>
              <a:off x="2238" y="3415"/>
              <a:ext cx="164" cy="201"/>
              <a:chOff x="2580" y="2446"/>
              <a:chExt cx="256" cy="330"/>
            </a:xfrm>
          </p:grpSpPr>
          <p:sp>
            <p:nvSpPr>
              <p:cNvPr id="54325" name="Freeform 966"/>
              <p:cNvSpPr>
                <a:spLocks/>
              </p:cNvSpPr>
              <p:nvPr/>
            </p:nvSpPr>
            <p:spPr bwMode="auto">
              <a:xfrm>
                <a:off x="2657" y="2446"/>
                <a:ext cx="36" cy="262"/>
              </a:xfrm>
              <a:custGeom>
                <a:avLst/>
                <a:gdLst>
                  <a:gd name="T0" fmla="*/ 0 w 36"/>
                  <a:gd name="T1" fmla="*/ 262 h 262"/>
                  <a:gd name="T2" fmla="*/ 33 w 36"/>
                  <a:gd name="T3" fmla="*/ 2 h 262"/>
                  <a:gd name="T4" fmla="*/ 36 w 36"/>
                  <a:gd name="T5" fmla="*/ 0 h 262"/>
                  <a:gd name="T6" fmla="*/ 0 60000 65536"/>
                  <a:gd name="T7" fmla="*/ 0 60000 65536"/>
                  <a:gd name="T8" fmla="*/ 0 60000 65536"/>
                  <a:gd name="T9" fmla="*/ 0 w 36"/>
                  <a:gd name="T10" fmla="*/ 0 h 262"/>
                  <a:gd name="T11" fmla="*/ 36 w 36"/>
                  <a:gd name="T12" fmla="*/ 262 h 26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6" h="262">
                    <a:moveTo>
                      <a:pt x="0" y="262"/>
                    </a:moveTo>
                    <a:lnTo>
                      <a:pt x="33" y="2"/>
                    </a:lnTo>
                    <a:lnTo>
                      <a:pt x="3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26" name="Freeform 967"/>
              <p:cNvSpPr>
                <a:spLocks/>
              </p:cNvSpPr>
              <p:nvPr/>
            </p:nvSpPr>
            <p:spPr bwMode="auto">
              <a:xfrm>
                <a:off x="2790" y="2678"/>
                <a:ext cx="1" cy="13"/>
              </a:xfrm>
              <a:custGeom>
                <a:avLst/>
                <a:gdLst>
                  <a:gd name="T0" fmla="*/ 0 w 1"/>
                  <a:gd name="T1" fmla="*/ 0 h 13"/>
                  <a:gd name="T2" fmla="*/ 0 w 1"/>
                  <a:gd name="T3" fmla="*/ 10 h 13"/>
                  <a:gd name="T4" fmla="*/ 0 w 1"/>
                  <a:gd name="T5" fmla="*/ 13 h 13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3"/>
                  <a:gd name="T11" fmla="*/ 1 w 1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3">
                    <a:moveTo>
                      <a:pt x="0" y="0"/>
                    </a:moveTo>
                    <a:lnTo>
                      <a:pt x="0" y="10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27" name="Freeform 968"/>
              <p:cNvSpPr>
                <a:spLocks/>
              </p:cNvSpPr>
              <p:nvPr/>
            </p:nvSpPr>
            <p:spPr bwMode="auto">
              <a:xfrm>
                <a:off x="2783" y="2691"/>
                <a:ext cx="7" cy="4"/>
              </a:xfrm>
              <a:custGeom>
                <a:avLst/>
                <a:gdLst>
                  <a:gd name="T0" fmla="*/ 7 w 7"/>
                  <a:gd name="T1" fmla="*/ 0 h 4"/>
                  <a:gd name="T2" fmla="*/ 3 w 7"/>
                  <a:gd name="T3" fmla="*/ 2 h 4"/>
                  <a:gd name="T4" fmla="*/ 0 w 7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4"/>
                  <a:gd name="T11" fmla="*/ 7 w 7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4">
                    <a:moveTo>
                      <a:pt x="7" y="0"/>
                    </a:moveTo>
                    <a:lnTo>
                      <a:pt x="3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28" name="Freeform 969"/>
              <p:cNvSpPr>
                <a:spLocks/>
              </p:cNvSpPr>
              <p:nvPr/>
            </p:nvSpPr>
            <p:spPr bwMode="auto">
              <a:xfrm>
                <a:off x="2790" y="2688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3 h 5"/>
                  <a:gd name="T4" fmla="*/ 0 w 1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"/>
                  <a:gd name="T11" fmla="*/ 1 w 1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29" name="Freeform 970"/>
              <p:cNvSpPr>
                <a:spLocks/>
              </p:cNvSpPr>
              <p:nvPr/>
            </p:nvSpPr>
            <p:spPr bwMode="auto">
              <a:xfrm>
                <a:off x="2766" y="2699"/>
                <a:ext cx="1" cy="20"/>
              </a:xfrm>
              <a:custGeom>
                <a:avLst/>
                <a:gdLst>
                  <a:gd name="T0" fmla="*/ 0 w 1"/>
                  <a:gd name="T1" fmla="*/ 0 h 20"/>
                  <a:gd name="T2" fmla="*/ 0 w 1"/>
                  <a:gd name="T3" fmla="*/ 18 h 20"/>
                  <a:gd name="T4" fmla="*/ 0 w 1"/>
                  <a:gd name="T5" fmla="*/ 20 h 20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0"/>
                  <a:gd name="T11" fmla="*/ 1 w 1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0">
                    <a:moveTo>
                      <a:pt x="0" y="0"/>
                    </a:moveTo>
                    <a:lnTo>
                      <a:pt x="0" y="18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30" name="Freeform 971"/>
              <p:cNvSpPr>
                <a:spLocks/>
              </p:cNvSpPr>
              <p:nvPr/>
            </p:nvSpPr>
            <p:spPr bwMode="auto">
              <a:xfrm>
                <a:off x="2763" y="2717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3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31" name="Freeform 972"/>
              <p:cNvSpPr>
                <a:spLocks/>
              </p:cNvSpPr>
              <p:nvPr/>
            </p:nvSpPr>
            <p:spPr bwMode="auto">
              <a:xfrm>
                <a:off x="2766" y="2695"/>
                <a:ext cx="6" cy="24"/>
              </a:xfrm>
              <a:custGeom>
                <a:avLst/>
                <a:gdLst>
                  <a:gd name="T0" fmla="*/ 6 w 6"/>
                  <a:gd name="T1" fmla="*/ 0 h 24"/>
                  <a:gd name="T2" fmla="*/ 2 w 6"/>
                  <a:gd name="T3" fmla="*/ 22 h 24"/>
                  <a:gd name="T4" fmla="*/ 0 w 6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24"/>
                  <a:gd name="T11" fmla="*/ 6 w 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24">
                    <a:moveTo>
                      <a:pt x="6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32" name="Freeform 973"/>
              <p:cNvSpPr>
                <a:spLocks/>
              </p:cNvSpPr>
              <p:nvPr/>
            </p:nvSpPr>
            <p:spPr bwMode="auto">
              <a:xfrm>
                <a:off x="2770" y="2719"/>
                <a:ext cx="4" cy="13"/>
              </a:xfrm>
              <a:custGeom>
                <a:avLst/>
                <a:gdLst>
                  <a:gd name="T0" fmla="*/ 0 w 4"/>
                  <a:gd name="T1" fmla="*/ 0 h 13"/>
                  <a:gd name="T2" fmla="*/ 2 w 4"/>
                  <a:gd name="T3" fmla="*/ 11 h 13"/>
                  <a:gd name="T4" fmla="*/ 4 w 4"/>
                  <a:gd name="T5" fmla="*/ 13 h 13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3"/>
                  <a:gd name="T11" fmla="*/ 4 w 4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3">
                    <a:moveTo>
                      <a:pt x="0" y="0"/>
                    </a:moveTo>
                    <a:lnTo>
                      <a:pt x="2" y="11"/>
                    </a:lnTo>
                    <a:lnTo>
                      <a:pt x="4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33" name="Line 974"/>
              <p:cNvSpPr>
                <a:spLocks noChangeShapeType="1"/>
              </p:cNvSpPr>
              <p:nvPr/>
            </p:nvSpPr>
            <p:spPr bwMode="auto">
              <a:xfrm>
                <a:off x="2746" y="2719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34" name="Freeform 975"/>
              <p:cNvSpPr>
                <a:spLocks/>
              </p:cNvSpPr>
              <p:nvPr/>
            </p:nvSpPr>
            <p:spPr bwMode="auto">
              <a:xfrm>
                <a:off x="2763" y="2717"/>
                <a:ext cx="1" cy="9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7 h 9"/>
                  <a:gd name="T4" fmla="*/ 0 w 1"/>
                  <a:gd name="T5" fmla="*/ 9 h 9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"/>
                  <a:gd name="T11" fmla="*/ 1 w 1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">
                    <a:moveTo>
                      <a:pt x="0" y="0"/>
                    </a:moveTo>
                    <a:lnTo>
                      <a:pt x="0" y="7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35" name="Freeform 976"/>
              <p:cNvSpPr>
                <a:spLocks/>
              </p:cNvSpPr>
              <p:nvPr/>
            </p:nvSpPr>
            <p:spPr bwMode="auto">
              <a:xfrm>
                <a:off x="2759" y="2697"/>
                <a:ext cx="1" cy="20"/>
              </a:xfrm>
              <a:custGeom>
                <a:avLst/>
                <a:gdLst>
                  <a:gd name="T0" fmla="*/ 0 w 1"/>
                  <a:gd name="T1" fmla="*/ 0 h 20"/>
                  <a:gd name="T2" fmla="*/ 0 w 1"/>
                  <a:gd name="T3" fmla="*/ 18 h 20"/>
                  <a:gd name="T4" fmla="*/ 0 w 1"/>
                  <a:gd name="T5" fmla="*/ 20 h 20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0"/>
                  <a:gd name="T11" fmla="*/ 1 w 1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0">
                    <a:moveTo>
                      <a:pt x="0" y="0"/>
                    </a:moveTo>
                    <a:lnTo>
                      <a:pt x="0" y="18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36" name="Freeform 977"/>
              <p:cNvSpPr>
                <a:spLocks/>
              </p:cNvSpPr>
              <p:nvPr/>
            </p:nvSpPr>
            <p:spPr bwMode="auto">
              <a:xfrm>
                <a:off x="2759" y="2717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37" name="Freeform 978"/>
              <p:cNvSpPr>
                <a:spLocks/>
              </p:cNvSpPr>
              <p:nvPr/>
            </p:nvSpPr>
            <p:spPr bwMode="auto">
              <a:xfrm>
                <a:off x="2759" y="271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38" name="Freeform 979"/>
              <p:cNvSpPr>
                <a:spLocks/>
              </p:cNvSpPr>
              <p:nvPr/>
            </p:nvSpPr>
            <p:spPr bwMode="auto">
              <a:xfrm>
                <a:off x="2759" y="2717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39" name="Freeform 980"/>
              <p:cNvSpPr>
                <a:spLocks/>
              </p:cNvSpPr>
              <p:nvPr/>
            </p:nvSpPr>
            <p:spPr bwMode="auto">
              <a:xfrm>
                <a:off x="2757" y="2719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2 w 6"/>
                  <a:gd name="T3" fmla="*/ 2 h 5"/>
                  <a:gd name="T4" fmla="*/ 0 w 6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5"/>
                  <a:gd name="T11" fmla="*/ 6 w 6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5">
                    <a:moveTo>
                      <a:pt x="6" y="5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40" name="Freeform 981"/>
              <p:cNvSpPr>
                <a:spLocks/>
              </p:cNvSpPr>
              <p:nvPr/>
            </p:nvSpPr>
            <p:spPr bwMode="auto">
              <a:xfrm>
                <a:off x="2748" y="2719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41" name="Freeform 982"/>
              <p:cNvSpPr>
                <a:spLocks/>
              </p:cNvSpPr>
              <p:nvPr/>
            </p:nvSpPr>
            <p:spPr bwMode="auto">
              <a:xfrm>
                <a:off x="2748" y="2719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42" name="Freeform 983"/>
              <p:cNvSpPr>
                <a:spLocks/>
              </p:cNvSpPr>
              <p:nvPr/>
            </p:nvSpPr>
            <p:spPr bwMode="auto">
              <a:xfrm>
                <a:off x="2759" y="2708"/>
                <a:ext cx="7" cy="16"/>
              </a:xfrm>
              <a:custGeom>
                <a:avLst/>
                <a:gdLst>
                  <a:gd name="T0" fmla="*/ 7 w 7"/>
                  <a:gd name="T1" fmla="*/ 9 h 16"/>
                  <a:gd name="T2" fmla="*/ 7 w 7"/>
                  <a:gd name="T3" fmla="*/ 0 h 16"/>
                  <a:gd name="T4" fmla="*/ 0 w 7"/>
                  <a:gd name="T5" fmla="*/ 0 h 16"/>
                  <a:gd name="T6" fmla="*/ 0 w 7"/>
                  <a:gd name="T7" fmla="*/ 7 h 16"/>
                  <a:gd name="T8" fmla="*/ 0 w 7"/>
                  <a:gd name="T9" fmla="*/ 9 h 16"/>
                  <a:gd name="T10" fmla="*/ 0 w 7"/>
                  <a:gd name="T11" fmla="*/ 11 h 16"/>
                  <a:gd name="T12" fmla="*/ 0 w 7"/>
                  <a:gd name="T13" fmla="*/ 13 h 16"/>
                  <a:gd name="T14" fmla="*/ 4 w 7"/>
                  <a:gd name="T15" fmla="*/ 16 h 16"/>
                  <a:gd name="T16" fmla="*/ 4 w 7"/>
                  <a:gd name="T17" fmla="*/ 9 h 16"/>
                  <a:gd name="T18" fmla="*/ 7 w 7"/>
                  <a:gd name="T19" fmla="*/ 9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6"/>
                  <a:gd name="T32" fmla="*/ 7 w 7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6">
                    <a:moveTo>
                      <a:pt x="7" y="9"/>
                    </a:moveTo>
                    <a:lnTo>
                      <a:pt x="7" y="0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4" y="16"/>
                    </a:lnTo>
                    <a:lnTo>
                      <a:pt x="4" y="9"/>
                    </a:lnTo>
                    <a:lnTo>
                      <a:pt x="7" y="9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43" name="Freeform 984"/>
              <p:cNvSpPr>
                <a:spLocks/>
              </p:cNvSpPr>
              <p:nvPr/>
            </p:nvSpPr>
            <p:spPr bwMode="auto">
              <a:xfrm>
                <a:off x="2761" y="2717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2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44" name="Freeform 985"/>
              <p:cNvSpPr>
                <a:spLocks/>
              </p:cNvSpPr>
              <p:nvPr/>
            </p:nvSpPr>
            <p:spPr bwMode="auto">
              <a:xfrm>
                <a:off x="2748" y="2719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45" name="Freeform 986"/>
              <p:cNvSpPr>
                <a:spLocks/>
              </p:cNvSpPr>
              <p:nvPr/>
            </p:nvSpPr>
            <p:spPr bwMode="auto">
              <a:xfrm>
                <a:off x="2763" y="2693"/>
                <a:ext cx="9" cy="26"/>
              </a:xfrm>
              <a:custGeom>
                <a:avLst/>
                <a:gdLst>
                  <a:gd name="T0" fmla="*/ 9 w 9"/>
                  <a:gd name="T1" fmla="*/ 0 h 26"/>
                  <a:gd name="T2" fmla="*/ 3 w 9"/>
                  <a:gd name="T3" fmla="*/ 24 h 26"/>
                  <a:gd name="T4" fmla="*/ 0 w 9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26"/>
                  <a:gd name="T11" fmla="*/ 9 w 9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26">
                    <a:moveTo>
                      <a:pt x="9" y="0"/>
                    </a:moveTo>
                    <a:lnTo>
                      <a:pt x="3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46" name="Freeform 987"/>
              <p:cNvSpPr>
                <a:spLocks/>
              </p:cNvSpPr>
              <p:nvPr/>
            </p:nvSpPr>
            <p:spPr bwMode="auto">
              <a:xfrm>
                <a:off x="2759" y="2691"/>
                <a:ext cx="7" cy="6"/>
              </a:xfrm>
              <a:custGeom>
                <a:avLst/>
                <a:gdLst>
                  <a:gd name="T0" fmla="*/ 0 w 7"/>
                  <a:gd name="T1" fmla="*/ 6 h 6"/>
                  <a:gd name="T2" fmla="*/ 4 w 7"/>
                  <a:gd name="T3" fmla="*/ 2 h 6"/>
                  <a:gd name="T4" fmla="*/ 7 w 7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6"/>
                  <a:gd name="T11" fmla="*/ 7 w 7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6">
                    <a:moveTo>
                      <a:pt x="0" y="6"/>
                    </a:moveTo>
                    <a:lnTo>
                      <a:pt x="4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47" name="Freeform 988"/>
              <p:cNvSpPr>
                <a:spLocks/>
              </p:cNvSpPr>
              <p:nvPr/>
            </p:nvSpPr>
            <p:spPr bwMode="auto">
              <a:xfrm>
                <a:off x="2759" y="2693"/>
                <a:ext cx="7" cy="15"/>
              </a:xfrm>
              <a:custGeom>
                <a:avLst/>
                <a:gdLst>
                  <a:gd name="T0" fmla="*/ 7 w 7"/>
                  <a:gd name="T1" fmla="*/ 6 h 15"/>
                  <a:gd name="T2" fmla="*/ 4 w 7"/>
                  <a:gd name="T3" fmla="*/ 6 h 15"/>
                  <a:gd name="T4" fmla="*/ 2 w 7"/>
                  <a:gd name="T5" fmla="*/ 4 h 15"/>
                  <a:gd name="T6" fmla="*/ 4 w 7"/>
                  <a:gd name="T7" fmla="*/ 2 h 15"/>
                  <a:gd name="T8" fmla="*/ 4 w 7"/>
                  <a:gd name="T9" fmla="*/ 0 h 15"/>
                  <a:gd name="T10" fmla="*/ 4 w 7"/>
                  <a:gd name="T11" fmla="*/ 0 h 15"/>
                  <a:gd name="T12" fmla="*/ 0 w 7"/>
                  <a:gd name="T13" fmla="*/ 4 h 15"/>
                  <a:gd name="T14" fmla="*/ 0 w 7"/>
                  <a:gd name="T15" fmla="*/ 15 h 15"/>
                  <a:gd name="T16" fmla="*/ 7 w 7"/>
                  <a:gd name="T17" fmla="*/ 15 h 15"/>
                  <a:gd name="T18" fmla="*/ 7 w 7"/>
                  <a:gd name="T19" fmla="*/ 6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5"/>
                  <a:gd name="T32" fmla="*/ 7 w 7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5">
                    <a:moveTo>
                      <a:pt x="7" y="6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15"/>
                    </a:lnTo>
                    <a:lnTo>
                      <a:pt x="7" y="15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48" name="Freeform 989"/>
              <p:cNvSpPr>
                <a:spLocks/>
              </p:cNvSpPr>
              <p:nvPr/>
            </p:nvSpPr>
            <p:spPr bwMode="auto">
              <a:xfrm>
                <a:off x="2763" y="2691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49" name="Freeform 990"/>
              <p:cNvSpPr>
                <a:spLocks/>
              </p:cNvSpPr>
              <p:nvPr/>
            </p:nvSpPr>
            <p:spPr bwMode="auto">
              <a:xfrm>
                <a:off x="2761" y="2693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2 w 5"/>
                  <a:gd name="T3" fmla="*/ 2 h 4"/>
                  <a:gd name="T4" fmla="*/ 5 w 5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4"/>
                  <a:gd name="T11" fmla="*/ 5 w 5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4">
                    <a:moveTo>
                      <a:pt x="0" y="4"/>
                    </a:moveTo>
                    <a:lnTo>
                      <a:pt x="2" y="2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50" name="Freeform 991"/>
              <p:cNvSpPr>
                <a:spLocks/>
              </p:cNvSpPr>
              <p:nvPr/>
            </p:nvSpPr>
            <p:spPr bwMode="auto">
              <a:xfrm>
                <a:off x="2759" y="2695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2 w 4"/>
                  <a:gd name="T3" fmla="*/ 2 h 4"/>
                  <a:gd name="T4" fmla="*/ 0 w 4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4"/>
                  <a:gd name="T11" fmla="*/ 4 w 4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4">
                    <a:moveTo>
                      <a:pt x="4" y="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51" name="Freeform 992"/>
              <p:cNvSpPr>
                <a:spLocks/>
              </p:cNvSpPr>
              <p:nvPr/>
            </p:nvSpPr>
            <p:spPr bwMode="auto">
              <a:xfrm>
                <a:off x="2761" y="2699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2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52" name="Freeform 993"/>
              <p:cNvSpPr>
                <a:spLocks/>
              </p:cNvSpPr>
              <p:nvPr/>
            </p:nvSpPr>
            <p:spPr bwMode="auto">
              <a:xfrm>
                <a:off x="2735" y="2702"/>
                <a:ext cx="1" cy="8"/>
              </a:xfrm>
              <a:custGeom>
                <a:avLst/>
                <a:gdLst>
                  <a:gd name="T0" fmla="*/ 0 w 1"/>
                  <a:gd name="T1" fmla="*/ 8 h 8"/>
                  <a:gd name="T2" fmla="*/ 0 w 1"/>
                  <a:gd name="T3" fmla="*/ 2 h 8"/>
                  <a:gd name="T4" fmla="*/ 0 w 1"/>
                  <a:gd name="T5" fmla="*/ 0 h 8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"/>
                  <a:gd name="T11" fmla="*/ 1 w 1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53" name="Freeform 994"/>
              <p:cNvSpPr>
                <a:spLocks/>
              </p:cNvSpPr>
              <p:nvPr/>
            </p:nvSpPr>
            <p:spPr bwMode="auto">
              <a:xfrm>
                <a:off x="2730" y="2706"/>
                <a:ext cx="7" cy="1"/>
              </a:xfrm>
              <a:custGeom>
                <a:avLst/>
                <a:gdLst>
                  <a:gd name="T0" fmla="*/ 7 w 7"/>
                  <a:gd name="T1" fmla="*/ 0 h 1"/>
                  <a:gd name="T2" fmla="*/ 2 w 7"/>
                  <a:gd name="T3" fmla="*/ 0 h 1"/>
                  <a:gd name="T4" fmla="*/ 0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7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54" name="Freeform 995"/>
              <p:cNvSpPr>
                <a:spLocks/>
              </p:cNvSpPr>
              <p:nvPr/>
            </p:nvSpPr>
            <p:spPr bwMode="auto">
              <a:xfrm>
                <a:off x="2710" y="2697"/>
                <a:ext cx="1" cy="20"/>
              </a:xfrm>
              <a:custGeom>
                <a:avLst/>
                <a:gdLst>
                  <a:gd name="T0" fmla="*/ 0 w 1"/>
                  <a:gd name="T1" fmla="*/ 0 h 20"/>
                  <a:gd name="T2" fmla="*/ 0 w 1"/>
                  <a:gd name="T3" fmla="*/ 18 h 20"/>
                  <a:gd name="T4" fmla="*/ 0 w 1"/>
                  <a:gd name="T5" fmla="*/ 20 h 20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0"/>
                  <a:gd name="T11" fmla="*/ 1 w 1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0">
                    <a:moveTo>
                      <a:pt x="0" y="0"/>
                    </a:moveTo>
                    <a:lnTo>
                      <a:pt x="0" y="18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55" name="Line 996"/>
              <p:cNvSpPr>
                <a:spLocks noChangeShapeType="1"/>
              </p:cNvSpPr>
              <p:nvPr/>
            </p:nvSpPr>
            <p:spPr bwMode="auto">
              <a:xfrm>
                <a:off x="2712" y="2719"/>
                <a:ext cx="3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56" name="Freeform 997"/>
              <p:cNvSpPr>
                <a:spLocks/>
              </p:cNvSpPr>
              <p:nvPr/>
            </p:nvSpPr>
            <p:spPr bwMode="auto">
              <a:xfrm>
                <a:off x="2710" y="2715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2 w 5"/>
                  <a:gd name="T3" fmla="*/ 4 h 6"/>
                  <a:gd name="T4" fmla="*/ 5 w 5"/>
                  <a:gd name="T5" fmla="*/ 6 h 6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6"/>
                  <a:gd name="T11" fmla="*/ 5 w 5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6">
                    <a:moveTo>
                      <a:pt x="0" y="0"/>
                    </a:moveTo>
                    <a:lnTo>
                      <a:pt x="2" y="4"/>
                    </a:lnTo>
                    <a:lnTo>
                      <a:pt x="5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57" name="Freeform 998"/>
              <p:cNvSpPr>
                <a:spLocks/>
              </p:cNvSpPr>
              <p:nvPr/>
            </p:nvSpPr>
            <p:spPr bwMode="auto">
              <a:xfrm>
                <a:off x="2708" y="2717"/>
                <a:ext cx="1" cy="9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7 h 9"/>
                  <a:gd name="T4" fmla="*/ 0 w 1"/>
                  <a:gd name="T5" fmla="*/ 9 h 9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"/>
                  <a:gd name="T11" fmla="*/ 1 w 1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">
                    <a:moveTo>
                      <a:pt x="0" y="0"/>
                    </a:moveTo>
                    <a:lnTo>
                      <a:pt x="0" y="7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58" name="Freeform 999"/>
              <p:cNvSpPr>
                <a:spLocks/>
              </p:cNvSpPr>
              <p:nvPr/>
            </p:nvSpPr>
            <p:spPr bwMode="auto">
              <a:xfrm>
                <a:off x="2704" y="2699"/>
                <a:ext cx="1" cy="20"/>
              </a:xfrm>
              <a:custGeom>
                <a:avLst/>
                <a:gdLst>
                  <a:gd name="T0" fmla="*/ 0 w 1"/>
                  <a:gd name="T1" fmla="*/ 0 h 20"/>
                  <a:gd name="T2" fmla="*/ 0 w 1"/>
                  <a:gd name="T3" fmla="*/ 18 h 20"/>
                  <a:gd name="T4" fmla="*/ 0 w 1"/>
                  <a:gd name="T5" fmla="*/ 20 h 20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0"/>
                  <a:gd name="T11" fmla="*/ 1 w 1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0">
                    <a:moveTo>
                      <a:pt x="0" y="0"/>
                    </a:moveTo>
                    <a:lnTo>
                      <a:pt x="0" y="18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59" name="Freeform 1000"/>
              <p:cNvSpPr>
                <a:spLocks/>
              </p:cNvSpPr>
              <p:nvPr/>
            </p:nvSpPr>
            <p:spPr bwMode="auto">
              <a:xfrm>
                <a:off x="2704" y="2717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4 w 6"/>
                  <a:gd name="T3" fmla="*/ 0 h 1"/>
                  <a:gd name="T4" fmla="*/ 6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0" y="0"/>
                    </a:moveTo>
                    <a:lnTo>
                      <a:pt x="4" y="0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60" name="Freeform 1001"/>
              <p:cNvSpPr>
                <a:spLocks/>
              </p:cNvSpPr>
              <p:nvPr/>
            </p:nvSpPr>
            <p:spPr bwMode="auto">
              <a:xfrm>
                <a:off x="2701" y="2717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61" name="Freeform 1002"/>
              <p:cNvSpPr>
                <a:spLocks/>
              </p:cNvSpPr>
              <p:nvPr/>
            </p:nvSpPr>
            <p:spPr bwMode="auto">
              <a:xfrm>
                <a:off x="2697" y="2695"/>
                <a:ext cx="7" cy="24"/>
              </a:xfrm>
              <a:custGeom>
                <a:avLst/>
                <a:gdLst>
                  <a:gd name="T0" fmla="*/ 0 w 7"/>
                  <a:gd name="T1" fmla="*/ 0 h 24"/>
                  <a:gd name="T2" fmla="*/ 4 w 7"/>
                  <a:gd name="T3" fmla="*/ 22 h 24"/>
                  <a:gd name="T4" fmla="*/ 7 w 7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24"/>
                  <a:gd name="T11" fmla="*/ 7 w 7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24">
                    <a:moveTo>
                      <a:pt x="0" y="0"/>
                    </a:moveTo>
                    <a:lnTo>
                      <a:pt x="4" y="22"/>
                    </a:lnTo>
                    <a:lnTo>
                      <a:pt x="7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62" name="Freeform 1003"/>
              <p:cNvSpPr>
                <a:spLocks/>
              </p:cNvSpPr>
              <p:nvPr/>
            </p:nvSpPr>
            <p:spPr bwMode="auto">
              <a:xfrm>
                <a:off x="2699" y="2719"/>
                <a:ext cx="1" cy="11"/>
              </a:xfrm>
              <a:custGeom>
                <a:avLst/>
                <a:gdLst>
                  <a:gd name="T0" fmla="*/ 0 w 1"/>
                  <a:gd name="T1" fmla="*/ 11 h 11"/>
                  <a:gd name="T2" fmla="*/ 0 w 1"/>
                  <a:gd name="T3" fmla="*/ 2 h 11"/>
                  <a:gd name="T4" fmla="*/ 0 w 1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1"/>
                  <a:gd name="T11" fmla="*/ 1 w 1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1">
                    <a:moveTo>
                      <a:pt x="0" y="11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63" name="Freeform 1004"/>
              <p:cNvSpPr>
                <a:spLocks/>
              </p:cNvSpPr>
              <p:nvPr/>
            </p:nvSpPr>
            <p:spPr bwMode="auto">
              <a:xfrm>
                <a:off x="2701" y="2699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3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64" name="Freeform 1005"/>
              <p:cNvSpPr>
                <a:spLocks/>
              </p:cNvSpPr>
              <p:nvPr/>
            </p:nvSpPr>
            <p:spPr bwMode="auto">
              <a:xfrm>
                <a:off x="2704" y="2697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2 w 4"/>
                  <a:gd name="T3" fmla="*/ 2 h 5"/>
                  <a:gd name="T4" fmla="*/ 0 w 4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4" y="0"/>
                    </a:moveTo>
                    <a:lnTo>
                      <a:pt x="2" y="2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65" name="Freeform 1006"/>
              <p:cNvSpPr>
                <a:spLocks/>
              </p:cNvSpPr>
              <p:nvPr/>
            </p:nvSpPr>
            <p:spPr bwMode="auto">
              <a:xfrm>
                <a:off x="2708" y="2695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66" name="Freeform 1007"/>
              <p:cNvSpPr>
                <a:spLocks/>
              </p:cNvSpPr>
              <p:nvPr/>
            </p:nvSpPr>
            <p:spPr bwMode="auto">
              <a:xfrm>
                <a:off x="2706" y="2695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67" name="Freeform 1008"/>
              <p:cNvSpPr>
                <a:spLocks/>
              </p:cNvSpPr>
              <p:nvPr/>
            </p:nvSpPr>
            <p:spPr bwMode="auto">
              <a:xfrm>
                <a:off x="2697" y="2693"/>
                <a:ext cx="9" cy="26"/>
              </a:xfrm>
              <a:custGeom>
                <a:avLst/>
                <a:gdLst>
                  <a:gd name="T0" fmla="*/ 0 w 9"/>
                  <a:gd name="T1" fmla="*/ 0 h 26"/>
                  <a:gd name="T2" fmla="*/ 7 w 9"/>
                  <a:gd name="T3" fmla="*/ 24 h 26"/>
                  <a:gd name="T4" fmla="*/ 9 w 9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26"/>
                  <a:gd name="T11" fmla="*/ 9 w 9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26">
                    <a:moveTo>
                      <a:pt x="0" y="0"/>
                    </a:moveTo>
                    <a:lnTo>
                      <a:pt x="7" y="24"/>
                    </a:lnTo>
                    <a:lnTo>
                      <a:pt x="9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68" name="Freeform 1009"/>
              <p:cNvSpPr>
                <a:spLocks/>
              </p:cNvSpPr>
              <p:nvPr/>
            </p:nvSpPr>
            <p:spPr bwMode="auto">
              <a:xfrm>
                <a:off x="2688" y="2693"/>
                <a:ext cx="16" cy="24"/>
              </a:xfrm>
              <a:custGeom>
                <a:avLst/>
                <a:gdLst>
                  <a:gd name="T0" fmla="*/ 9 w 16"/>
                  <a:gd name="T1" fmla="*/ 2 h 24"/>
                  <a:gd name="T2" fmla="*/ 0 w 16"/>
                  <a:gd name="T3" fmla="*/ 2 h 24"/>
                  <a:gd name="T4" fmla="*/ 0 w 16"/>
                  <a:gd name="T5" fmla="*/ 0 h 24"/>
                  <a:gd name="T6" fmla="*/ 9 w 16"/>
                  <a:gd name="T7" fmla="*/ 0 h 24"/>
                  <a:gd name="T8" fmla="*/ 16 w 16"/>
                  <a:gd name="T9" fmla="*/ 24 h 24"/>
                  <a:gd name="T10" fmla="*/ 13 w 16"/>
                  <a:gd name="T11" fmla="*/ 24 h 24"/>
                  <a:gd name="T12" fmla="*/ 9 w 16"/>
                  <a:gd name="T13" fmla="*/ 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24"/>
                  <a:gd name="T23" fmla="*/ 16 w 16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24">
                    <a:moveTo>
                      <a:pt x="9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6" y="24"/>
                    </a:lnTo>
                    <a:lnTo>
                      <a:pt x="13" y="24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69" name="Freeform 1010"/>
              <p:cNvSpPr>
                <a:spLocks/>
              </p:cNvSpPr>
              <p:nvPr/>
            </p:nvSpPr>
            <p:spPr bwMode="auto">
              <a:xfrm>
                <a:off x="2699" y="2721"/>
                <a:ext cx="27" cy="1"/>
              </a:xfrm>
              <a:custGeom>
                <a:avLst/>
                <a:gdLst>
                  <a:gd name="T0" fmla="*/ 0 w 27"/>
                  <a:gd name="T1" fmla="*/ 0 h 1"/>
                  <a:gd name="T2" fmla="*/ 25 w 27"/>
                  <a:gd name="T3" fmla="*/ 0 h 1"/>
                  <a:gd name="T4" fmla="*/ 27 w 2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1"/>
                  <a:gd name="T11" fmla="*/ 27 w 2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1">
                    <a:moveTo>
                      <a:pt x="0" y="0"/>
                    </a:moveTo>
                    <a:lnTo>
                      <a:pt x="25" y="0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70" name="Freeform 1011"/>
              <p:cNvSpPr>
                <a:spLocks/>
              </p:cNvSpPr>
              <p:nvPr/>
            </p:nvSpPr>
            <p:spPr bwMode="auto">
              <a:xfrm>
                <a:off x="2704" y="2708"/>
                <a:ext cx="8" cy="16"/>
              </a:xfrm>
              <a:custGeom>
                <a:avLst/>
                <a:gdLst>
                  <a:gd name="T0" fmla="*/ 0 w 8"/>
                  <a:gd name="T1" fmla="*/ 9 h 16"/>
                  <a:gd name="T2" fmla="*/ 0 w 8"/>
                  <a:gd name="T3" fmla="*/ 0 h 16"/>
                  <a:gd name="T4" fmla="*/ 6 w 8"/>
                  <a:gd name="T5" fmla="*/ 0 h 16"/>
                  <a:gd name="T6" fmla="*/ 6 w 8"/>
                  <a:gd name="T7" fmla="*/ 7 h 16"/>
                  <a:gd name="T8" fmla="*/ 8 w 8"/>
                  <a:gd name="T9" fmla="*/ 11 h 16"/>
                  <a:gd name="T10" fmla="*/ 8 w 8"/>
                  <a:gd name="T11" fmla="*/ 11 h 16"/>
                  <a:gd name="T12" fmla="*/ 6 w 8"/>
                  <a:gd name="T13" fmla="*/ 13 h 16"/>
                  <a:gd name="T14" fmla="*/ 4 w 8"/>
                  <a:gd name="T15" fmla="*/ 16 h 16"/>
                  <a:gd name="T16" fmla="*/ 4 w 8"/>
                  <a:gd name="T17" fmla="*/ 9 h 16"/>
                  <a:gd name="T18" fmla="*/ 0 w 8"/>
                  <a:gd name="T19" fmla="*/ 9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16"/>
                  <a:gd name="T32" fmla="*/ 8 w 8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16">
                    <a:moveTo>
                      <a:pt x="0" y="9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7"/>
                    </a:lnTo>
                    <a:lnTo>
                      <a:pt x="8" y="11"/>
                    </a:lnTo>
                    <a:lnTo>
                      <a:pt x="6" y="13"/>
                    </a:lnTo>
                    <a:lnTo>
                      <a:pt x="4" y="16"/>
                    </a:lnTo>
                    <a:lnTo>
                      <a:pt x="4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71" name="Freeform 1012"/>
              <p:cNvSpPr>
                <a:spLocks/>
              </p:cNvSpPr>
              <p:nvPr/>
            </p:nvSpPr>
            <p:spPr bwMode="auto">
              <a:xfrm>
                <a:off x="2706" y="2721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2 w 4"/>
                  <a:gd name="T3" fmla="*/ 3 h 5"/>
                  <a:gd name="T4" fmla="*/ 0 w 4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4" y="0"/>
                    </a:moveTo>
                    <a:lnTo>
                      <a:pt x="2" y="3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72" name="Freeform 1013"/>
              <p:cNvSpPr>
                <a:spLocks/>
              </p:cNvSpPr>
              <p:nvPr/>
            </p:nvSpPr>
            <p:spPr bwMode="auto">
              <a:xfrm>
                <a:off x="2708" y="2719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2 w 4"/>
                  <a:gd name="T3" fmla="*/ 2 h 5"/>
                  <a:gd name="T4" fmla="*/ 0 w 4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4" y="0"/>
                    </a:moveTo>
                    <a:lnTo>
                      <a:pt x="2" y="2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73" name="Freeform 1014"/>
              <p:cNvSpPr>
                <a:spLocks/>
              </p:cNvSpPr>
              <p:nvPr/>
            </p:nvSpPr>
            <p:spPr bwMode="auto">
              <a:xfrm>
                <a:off x="2704" y="2695"/>
                <a:ext cx="6" cy="13"/>
              </a:xfrm>
              <a:custGeom>
                <a:avLst/>
                <a:gdLst>
                  <a:gd name="T0" fmla="*/ 0 w 6"/>
                  <a:gd name="T1" fmla="*/ 4 h 13"/>
                  <a:gd name="T2" fmla="*/ 2 w 6"/>
                  <a:gd name="T3" fmla="*/ 4 h 13"/>
                  <a:gd name="T4" fmla="*/ 4 w 6"/>
                  <a:gd name="T5" fmla="*/ 2 h 13"/>
                  <a:gd name="T6" fmla="*/ 4 w 6"/>
                  <a:gd name="T7" fmla="*/ 0 h 13"/>
                  <a:gd name="T8" fmla="*/ 2 w 6"/>
                  <a:gd name="T9" fmla="*/ 0 h 13"/>
                  <a:gd name="T10" fmla="*/ 4 w 6"/>
                  <a:gd name="T11" fmla="*/ 0 h 13"/>
                  <a:gd name="T12" fmla="*/ 6 w 6"/>
                  <a:gd name="T13" fmla="*/ 2 h 13"/>
                  <a:gd name="T14" fmla="*/ 6 w 6"/>
                  <a:gd name="T15" fmla="*/ 13 h 13"/>
                  <a:gd name="T16" fmla="*/ 0 w 6"/>
                  <a:gd name="T17" fmla="*/ 13 h 13"/>
                  <a:gd name="T18" fmla="*/ 0 w 6"/>
                  <a:gd name="T19" fmla="*/ 4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13"/>
                  <a:gd name="T32" fmla="*/ 6 w 6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13">
                    <a:moveTo>
                      <a:pt x="0" y="4"/>
                    </a:moveTo>
                    <a:lnTo>
                      <a:pt x="2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6" y="13"/>
                    </a:lnTo>
                    <a:lnTo>
                      <a:pt x="0" y="1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74" name="Freeform 1015"/>
              <p:cNvSpPr>
                <a:spLocks/>
              </p:cNvSpPr>
              <p:nvPr/>
            </p:nvSpPr>
            <p:spPr bwMode="auto">
              <a:xfrm>
                <a:off x="2708" y="2695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2 h 4"/>
                  <a:gd name="T4" fmla="*/ 4 w 4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4"/>
                  <a:gd name="T11" fmla="*/ 4 w 4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4">
                    <a:moveTo>
                      <a:pt x="0" y="0"/>
                    </a:moveTo>
                    <a:lnTo>
                      <a:pt x="2" y="2"/>
                    </a:lnTo>
                    <a:lnTo>
                      <a:pt x="4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75" name="Freeform 1016"/>
              <p:cNvSpPr>
                <a:spLocks/>
              </p:cNvSpPr>
              <p:nvPr/>
            </p:nvSpPr>
            <p:spPr bwMode="auto">
              <a:xfrm>
                <a:off x="2748" y="2693"/>
                <a:ext cx="40" cy="1"/>
              </a:xfrm>
              <a:custGeom>
                <a:avLst/>
                <a:gdLst>
                  <a:gd name="T0" fmla="*/ 0 w 40"/>
                  <a:gd name="T1" fmla="*/ 0 h 1"/>
                  <a:gd name="T2" fmla="*/ 38 w 40"/>
                  <a:gd name="T3" fmla="*/ 0 h 1"/>
                  <a:gd name="T4" fmla="*/ 40 w 4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0"/>
                  <a:gd name="T10" fmla="*/ 0 h 1"/>
                  <a:gd name="T11" fmla="*/ 40 w 4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" h="1">
                    <a:moveTo>
                      <a:pt x="0" y="0"/>
                    </a:moveTo>
                    <a:lnTo>
                      <a:pt x="38" y="0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76" name="Freeform 1017"/>
              <p:cNvSpPr>
                <a:spLocks/>
              </p:cNvSpPr>
              <p:nvPr/>
            </p:nvSpPr>
            <p:spPr bwMode="auto">
              <a:xfrm>
                <a:off x="2766" y="2693"/>
                <a:ext cx="15" cy="24"/>
              </a:xfrm>
              <a:custGeom>
                <a:avLst/>
                <a:gdLst>
                  <a:gd name="T0" fmla="*/ 6 w 15"/>
                  <a:gd name="T1" fmla="*/ 2 h 24"/>
                  <a:gd name="T2" fmla="*/ 15 w 15"/>
                  <a:gd name="T3" fmla="*/ 2 h 24"/>
                  <a:gd name="T4" fmla="*/ 15 w 15"/>
                  <a:gd name="T5" fmla="*/ 0 h 24"/>
                  <a:gd name="T6" fmla="*/ 6 w 15"/>
                  <a:gd name="T7" fmla="*/ 0 h 24"/>
                  <a:gd name="T8" fmla="*/ 0 w 15"/>
                  <a:gd name="T9" fmla="*/ 24 h 24"/>
                  <a:gd name="T10" fmla="*/ 2 w 15"/>
                  <a:gd name="T11" fmla="*/ 24 h 24"/>
                  <a:gd name="T12" fmla="*/ 6 w 15"/>
                  <a:gd name="T13" fmla="*/ 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24"/>
                  <a:gd name="T23" fmla="*/ 15 w 15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24">
                    <a:moveTo>
                      <a:pt x="6" y="2"/>
                    </a:moveTo>
                    <a:lnTo>
                      <a:pt x="15" y="2"/>
                    </a:lnTo>
                    <a:lnTo>
                      <a:pt x="15" y="0"/>
                    </a:lnTo>
                    <a:lnTo>
                      <a:pt x="6" y="0"/>
                    </a:lnTo>
                    <a:lnTo>
                      <a:pt x="0" y="24"/>
                    </a:lnTo>
                    <a:lnTo>
                      <a:pt x="2" y="24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77" name="Freeform 1018"/>
              <p:cNvSpPr>
                <a:spLocks/>
              </p:cNvSpPr>
              <p:nvPr/>
            </p:nvSpPr>
            <p:spPr bwMode="auto">
              <a:xfrm>
                <a:off x="2655" y="2708"/>
                <a:ext cx="7" cy="5"/>
              </a:xfrm>
              <a:custGeom>
                <a:avLst/>
                <a:gdLst>
                  <a:gd name="T0" fmla="*/ 0 w 7"/>
                  <a:gd name="T1" fmla="*/ 0 h 5"/>
                  <a:gd name="T2" fmla="*/ 4 w 7"/>
                  <a:gd name="T3" fmla="*/ 2 h 5"/>
                  <a:gd name="T4" fmla="*/ 7 w 7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0"/>
                    </a:moveTo>
                    <a:lnTo>
                      <a:pt x="4" y="2"/>
                    </a:lnTo>
                    <a:lnTo>
                      <a:pt x="7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78" name="Freeform 1019"/>
              <p:cNvSpPr>
                <a:spLocks/>
              </p:cNvSpPr>
              <p:nvPr/>
            </p:nvSpPr>
            <p:spPr bwMode="auto">
              <a:xfrm>
                <a:off x="2666" y="2713"/>
                <a:ext cx="9" cy="6"/>
              </a:xfrm>
              <a:custGeom>
                <a:avLst/>
                <a:gdLst>
                  <a:gd name="T0" fmla="*/ 0 w 9"/>
                  <a:gd name="T1" fmla="*/ 0 h 6"/>
                  <a:gd name="T2" fmla="*/ 7 w 9"/>
                  <a:gd name="T3" fmla="*/ 4 h 6"/>
                  <a:gd name="T4" fmla="*/ 9 w 9"/>
                  <a:gd name="T5" fmla="*/ 6 h 6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6"/>
                  <a:gd name="T11" fmla="*/ 9 w 9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6">
                    <a:moveTo>
                      <a:pt x="0" y="0"/>
                    </a:moveTo>
                    <a:lnTo>
                      <a:pt x="7" y="4"/>
                    </a:lnTo>
                    <a:lnTo>
                      <a:pt x="9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79" name="Freeform 1020"/>
              <p:cNvSpPr>
                <a:spLocks/>
              </p:cNvSpPr>
              <p:nvPr/>
            </p:nvSpPr>
            <p:spPr bwMode="auto">
              <a:xfrm>
                <a:off x="2677" y="2721"/>
                <a:ext cx="9" cy="5"/>
              </a:xfrm>
              <a:custGeom>
                <a:avLst/>
                <a:gdLst>
                  <a:gd name="T0" fmla="*/ 0 w 9"/>
                  <a:gd name="T1" fmla="*/ 0 h 5"/>
                  <a:gd name="T2" fmla="*/ 7 w 9"/>
                  <a:gd name="T3" fmla="*/ 3 h 5"/>
                  <a:gd name="T4" fmla="*/ 9 w 9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5"/>
                  <a:gd name="T11" fmla="*/ 9 w 9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5">
                    <a:moveTo>
                      <a:pt x="0" y="0"/>
                    </a:moveTo>
                    <a:lnTo>
                      <a:pt x="7" y="3"/>
                    </a:lnTo>
                    <a:lnTo>
                      <a:pt x="9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80" name="Freeform 1021"/>
              <p:cNvSpPr>
                <a:spLocks/>
              </p:cNvSpPr>
              <p:nvPr/>
            </p:nvSpPr>
            <p:spPr bwMode="auto">
              <a:xfrm>
                <a:off x="2690" y="2726"/>
                <a:ext cx="9" cy="4"/>
              </a:xfrm>
              <a:custGeom>
                <a:avLst/>
                <a:gdLst>
                  <a:gd name="T0" fmla="*/ 0 w 9"/>
                  <a:gd name="T1" fmla="*/ 0 h 4"/>
                  <a:gd name="T2" fmla="*/ 7 w 9"/>
                  <a:gd name="T3" fmla="*/ 2 h 4"/>
                  <a:gd name="T4" fmla="*/ 9 w 9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4"/>
                  <a:gd name="T11" fmla="*/ 9 w 9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4">
                    <a:moveTo>
                      <a:pt x="0" y="0"/>
                    </a:moveTo>
                    <a:lnTo>
                      <a:pt x="7" y="2"/>
                    </a:lnTo>
                    <a:lnTo>
                      <a:pt x="9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81" name="Freeform 1022"/>
              <p:cNvSpPr>
                <a:spLocks/>
              </p:cNvSpPr>
              <p:nvPr/>
            </p:nvSpPr>
            <p:spPr bwMode="auto">
              <a:xfrm>
                <a:off x="2704" y="2730"/>
                <a:ext cx="8" cy="4"/>
              </a:xfrm>
              <a:custGeom>
                <a:avLst/>
                <a:gdLst>
                  <a:gd name="T0" fmla="*/ 0 w 8"/>
                  <a:gd name="T1" fmla="*/ 0 h 4"/>
                  <a:gd name="T2" fmla="*/ 6 w 8"/>
                  <a:gd name="T3" fmla="*/ 2 h 4"/>
                  <a:gd name="T4" fmla="*/ 8 w 8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4"/>
                  <a:gd name="T11" fmla="*/ 8 w 8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4">
                    <a:moveTo>
                      <a:pt x="0" y="0"/>
                    </a:moveTo>
                    <a:lnTo>
                      <a:pt x="6" y="2"/>
                    </a:lnTo>
                    <a:lnTo>
                      <a:pt x="8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82" name="Freeform 1023"/>
              <p:cNvSpPr>
                <a:spLocks/>
              </p:cNvSpPr>
              <p:nvPr/>
            </p:nvSpPr>
            <p:spPr bwMode="auto">
              <a:xfrm>
                <a:off x="2719" y="2732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2 h 5"/>
                  <a:gd name="T4" fmla="*/ 0 w 1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"/>
                  <a:gd name="T11" fmla="*/ 1 w 1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83" name="Freeform 1024"/>
              <p:cNvSpPr>
                <a:spLocks/>
              </p:cNvSpPr>
              <p:nvPr/>
            </p:nvSpPr>
            <p:spPr bwMode="auto">
              <a:xfrm>
                <a:off x="2719" y="2734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84" name="Freeform 1025"/>
              <p:cNvSpPr>
                <a:spLocks/>
              </p:cNvSpPr>
              <p:nvPr/>
            </p:nvSpPr>
            <p:spPr bwMode="auto">
              <a:xfrm>
                <a:off x="2732" y="2734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85" name="Freeform 1026"/>
              <p:cNvSpPr>
                <a:spLocks/>
              </p:cNvSpPr>
              <p:nvPr/>
            </p:nvSpPr>
            <p:spPr bwMode="auto">
              <a:xfrm>
                <a:off x="2746" y="2734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6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6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86" name="Freeform 1027"/>
              <p:cNvSpPr>
                <a:spLocks/>
              </p:cNvSpPr>
              <p:nvPr/>
            </p:nvSpPr>
            <p:spPr bwMode="auto">
              <a:xfrm>
                <a:off x="2752" y="2730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3 w 5"/>
                  <a:gd name="T3" fmla="*/ 2 h 4"/>
                  <a:gd name="T4" fmla="*/ 5 w 5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4"/>
                  <a:gd name="T11" fmla="*/ 5 w 5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4">
                    <a:moveTo>
                      <a:pt x="0" y="4"/>
                    </a:moveTo>
                    <a:lnTo>
                      <a:pt x="3" y="2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87" name="Freeform 1028"/>
              <p:cNvSpPr>
                <a:spLocks/>
              </p:cNvSpPr>
              <p:nvPr/>
            </p:nvSpPr>
            <p:spPr bwMode="auto">
              <a:xfrm>
                <a:off x="2761" y="2728"/>
                <a:ext cx="9" cy="4"/>
              </a:xfrm>
              <a:custGeom>
                <a:avLst/>
                <a:gdLst>
                  <a:gd name="T0" fmla="*/ 0 w 9"/>
                  <a:gd name="T1" fmla="*/ 4 h 4"/>
                  <a:gd name="T2" fmla="*/ 7 w 9"/>
                  <a:gd name="T3" fmla="*/ 2 h 4"/>
                  <a:gd name="T4" fmla="*/ 9 w 9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4"/>
                  <a:gd name="T11" fmla="*/ 9 w 9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4">
                    <a:moveTo>
                      <a:pt x="0" y="4"/>
                    </a:moveTo>
                    <a:lnTo>
                      <a:pt x="7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88" name="Freeform 1029"/>
              <p:cNvSpPr>
                <a:spLocks/>
              </p:cNvSpPr>
              <p:nvPr/>
            </p:nvSpPr>
            <p:spPr bwMode="auto">
              <a:xfrm>
                <a:off x="2774" y="2724"/>
                <a:ext cx="9" cy="4"/>
              </a:xfrm>
              <a:custGeom>
                <a:avLst/>
                <a:gdLst>
                  <a:gd name="T0" fmla="*/ 0 w 9"/>
                  <a:gd name="T1" fmla="*/ 4 h 4"/>
                  <a:gd name="T2" fmla="*/ 7 w 9"/>
                  <a:gd name="T3" fmla="*/ 2 h 4"/>
                  <a:gd name="T4" fmla="*/ 9 w 9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4"/>
                  <a:gd name="T11" fmla="*/ 9 w 9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4">
                    <a:moveTo>
                      <a:pt x="0" y="4"/>
                    </a:moveTo>
                    <a:lnTo>
                      <a:pt x="7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89" name="Freeform 1030"/>
              <p:cNvSpPr>
                <a:spLocks/>
              </p:cNvSpPr>
              <p:nvPr/>
            </p:nvSpPr>
            <p:spPr bwMode="auto">
              <a:xfrm>
                <a:off x="2788" y="2717"/>
                <a:ext cx="9" cy="7"/>
              </a:xfrm>
              <a:custGeom>
                <a:avLst/>
                <a:gdLst>
                  <a:gd name="T0" fmla="*/ 0 w 9"/>
                  <a:gd name="T1" fmla="*/ 7 h 7"/>
                  <a:gd name="T2" fmla="*/ 6 w 9"/>
                  <a:gd name="T3" fmla="*/ 2 h 7"/>
                  <a:gd name="T4" fmla="*/ 9 w 9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7"/>
                  <a:gd name="T11" fmla="*/ 9 w 9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7">
                    <a:moveTo>
                      <a:pt x="0" y="7"/>
                    </a:moveTo>
                    <a:lnTo>
                      <a:pt x="6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90" name="Freeform 1031"/>
              <p:cNvSpPr>
                <a:spLocks/>
              </p:cNvSpPr>
              <p:nvPr/>
            </p:nvSpPr>
            <p:spPr bwMode="auto">
              <a:xfrm>
                <a:off x="2801" y="2710"/>
                <a:ext cx="7" cy="7"/>
              </a:xfrm>
              <a:custGeom>
                <a:avLst/>
                <a:gdLst>
                  <a:gd name="T0" fmla="*/ 0 w 7"/>
                  <a:gd name="T1" fmla="*/ 7 h 7"/>
                  <a:gd name="T2" fmla="*/ 4 w 7"/>
                  <a:gd name="T3" fmla="*/ 3 h 7"/>
                  <a:gd name="T4" fmla="*/ 7 w 7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7"/>
                  <a:gd name="T11" fmla="*/ 7 w 7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7">
                    <a:moveTo>
                      <a:pt x="0" y="7"/>
                    </a:moveTo>
                    <a:lnTo>
                      <a:pt x="4" y="3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91" name="Freeform 1032"/>
              <p:cNvSpPr>
                <a:spLocks/>
              </p:cNvSpPr>
              <p:nvPr/>
            </p:nvSpPr>
            <p:spPr bwMode="auto">
              <a:xfrm>
                <a:off x="2812" y="2706"/>
                <a:ext cx="7" cy="4"/>
              </a:xfrm>
              <a:custGeom>
                <a:avLst/>
                <a:gdLst>
                  <a:gd name="T0" fmla="*/ 0 w 7"/>
                  <a:gd name="T1" fmla="*/ 4 h 4"/>
                  <a:gd name="T2" fmla="*/ 5 w 7"/>
                  <a:gd name="T3" fmla="*/ 2 h 4"/>
                  <a:gd name="T4" fmla="*/ 7 w 7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4"/>
                  <a:gd name="T11" fmla="*/ 7 w 7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4">
                    <a:moveTo>
                      <a:pt x="0" y="4"/>
                    </a:moveTo>
                    <a:lnTo>
                      <a:pt x="5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92" name="Rectangle 1033"/>
              <p:cNvSpPr>
                <a:spLocks noChangeArrowheads="1"/>
              </p:cNvSpPr>
              <p:nvPr/>
            </p:nvSpPr>
            <p:spPr bwMode="auto">
              <a:xfrm>
                <a:off x="2821" y="2715"/>
                <a:ext cx="2" cy="54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93" name="Freeform 1034"/>
              <p:cNvSpPr>
                <a:spLocks/>
              </p:cNvSpPr>
              <p:nvPr/>
            </p:nvSpPr>
            <p:spPr bwMode="auto">
              <a:xfrm>
                <a:off x="2821" y="2713"/>
                <a:ext cx="1" cy="56"/>
              </a:xfrm>
              <a:custGeom>
                <a:avLst/>
                <a:gdLst>
                  <a:gd name="T0" fmla="*/ 0 w 1"/>
                  <a:gd name="T1" fmla="*/ 56 h 56"/>
                  <a:gd name="T2" fmla="*/ 0 w 1"/>
                  <a:gd name="T3" fmla="*/ 2 h 56"/>
                  <a:gd name="T4" fmla="*/ 0 w 1"/>
                  <a:gd name="T5" fmla="*/ 0 h 5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6"/>
                  <a:gd name="T11" fmla="*/ 1 w 1"/>
                  <a:gd name="T12" fmla="*/ 56 h 5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6">
                    <a:moveTo>
                      <a:pt x="0" y="56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94" name="Freeform 1035"/>
              <p:cNvSpPr>
                <a:spLocks/>
              </p:cNvSpPr>
              <p:nvPr/>
            </p:nvSpPr>
            <p:spPr bwMode="auto">
              <a:xfrm>
                <a:off x="2821" y="2769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95" name="Freeform 1036"/>
              <p:cNvSpPr>
                <a:spLocks/>
              </p:cNvSpPr>
              <p:nvPr/>
            </p:nvSpPr>
            <p:spPr bwMode="auto">
              <a:xfrm>
                <a:off x="2821" y="2715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96" name="Freeform 1037"/>
              <p:cNvSpPr>
                <a:spLocks/>
              </p:cNvSpPr>
              <p:nvPr/>
            </p:nvSpPr>
            <p:spPr bwMode="auto">
              <a:xfrm>
                <a:off x="2823" y="2713"/>
                <a:ext cx="1" cy="56"/>
              </a:xfrm>
              <a:custGeom>
                <a:avLst/>
                <a:gdLst>
                  <a:gd name="T0" fmla="*/ 0 w 1"/>
                  <a:gd name="T1" fmla="*/ 56 h 56"/>
                  <a:gd name="T2" fmla="*/ 0 w 1"/>
                  <a:gd name="T3" fmla="*/ 2 h 56"/>
                  <a:gd name="T4" fmla="*/ 0 w 1"/>
                  <a:gd name="T5" fmla="*/ 0 h 5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6"/>
                  <a:gd name="T11" fmla="*/ 1 w 1"/>
                  <a:gd name="T12" fmla="*/ 56 h 5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6">
                    <a:moveTo>
                      <a:pt x="0" y="56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97" name="Rectangle 1038"/>
              <p:cNvSpPr>
                <a:spLocks noChangeArrowheads="1"/>
              </p:cNvSpPr>
              <p:nvPr/>
            </p:nvSpPr>
            <p:spPr bwMode="auto">
              <a:xfrm>
                <a:off x="2821" y="2745"/>
                <a:ext cx="2" cy="24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98" name="Freeform 1039"/>
              <p:cNvSpPr>
                <a:spLocks/>
              </p:cNvSpPr>
              <p:nvPr/>
            </p:nvSpPr>
            <p:spPr bwMode="auto">
              <a:xfrm>
                <a:off x="2821" y="2743"/>
                <a:ext cx="1" cy="26"/>
              </a:xfrm>
              <a:custGeom>
                <a:avLst/>
                <a:gdLst>
                  <a:gd name="T0" fmla="*/ 0 w 1"/>
                  <a:gd name="T1" fmla="*/ 26 h 26"/>
                  <a:gd name="T2" fmla="*/ 0 w 1"/>
                  <a:gd name="T3" fmla="*/ 2 h 26"/>
                  <a:gd name="T4" fmla="*/ 0 w 1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6"/>
                  <a:gd name="T11" fmla="*/ 1 w 1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6">
                    <a:moveTo>
                      <a:pt x="0" y="26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99" name="Freeform 1040"/>
              <p:cNvSpPr>
                <a:spLocks/>
              </p:cNvSpPr>
              <p:nvPr/>
            </p:nvSpPr>
            <p:spPr bwMode="auto">
              <a:xfrm>
                <a:off x="2821" y="2769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00" name="Freeform 1041"/>
              <p:cNvSpPr>
                <a:spLocks/>
              </p:cNvSpPr>
              <p:nvPr/>
            </p:nvSpPr>
            <p:spPr bwMode="auto">
              <a:xfrm>
                <a:off x="2821" y="2745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01" name="Freeform 1042"/>
              <p:cNvSpPr>
                <a:spLocks/>
              </p:cNvSpPr>
              <p:nvPr/>
            </p:nvSpPr>
            <p:spPr bwMode="auto">
              <a:xfrm>
                <a:off x="2823" y="2743"/>
                <a:ext cx="1" cy="26"/>
              </a:xfrm>
              <a:custGeom>
                <a:avLst/>
                <a:gdLst>
                  <a:gd name="T0" fmla="*/ 0 w 1"/>
                  <a:gd name="T1" fmla="*/ 26 h 26"/>
                  <a:gd name="T2" fmla="*/ 0 w 1"/>
                  <a:gd name="T3" fmla="*/ 2 h 26"/>
                  <a:gd name="T4" fmla="*/ 0 w 1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6"/>
                  <a:gd name="T11" fmla="*/ 1 w 1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6">
                    <a:moveTo>
                      <a:pt x="0" y="26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02" name="Rectangle 1043"/>
              <p:cNvSpPr>
                <a:spLocks noChangeArrowheads="1"/>
              </p:cNvSpPr>
              <p:nvPr/>
            </p:nvSpPr>
            <p:spPr bwMode="auto">
              <a:xfrm>
                <a:off x="2639" y="2769"/>
                <a:ext cx="195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03" name="Freeform 1044"/>
              <p:cNvSpPr>
                <a:spLocks/>
              </p:cNvSpPr>
              <p:nvPr/>
            </p:nvSpPr>
            <p:spPr bwMode="auto">
              <a:xfrm>
                <a:off x="2639" y="2769"/>
                <a:ext cx="197" cy="1"/>
              </a:xfrm>
              <a:custGeom>
                <a:avLst/>
                <a:gdLst>
                  <a:gd name="T0" fmla="*/ 0 w 197"/>
                  <a:gd name="T1" fmla="*/ 0 h 1"/>
                  <a:gd name="T2" fmla="*/ 195 w 197"/>
                  <a:gd name="T3" fmla="*/ 0 h 1"/>
                  <a:gd name="T4" fmla="*/ 197 w 19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97"/>
                  <a:gd name="T10" fmla="*/ 0 h 1"/>
                  <a:gd name="T11" fmla="*/ 197 w 19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7" h="1">
                    <a:moveTo>
                      <a:pt x="0" y="0"/>
                    </a:moveTo>
                    <a:lnTo>
                      <a:pt x="195" y="0"/>
                    </a:lnTo>
                    <a:lnTo>
                      <a:pt x="19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04" name="Freeform 1045"/>
              <p:cNvSpPr>
                <a:spLocks/>
              </p:cNvSpPr>
              <p:nvPr/>
            </p:nvSpPr>
            <p:spPr bwMode="auto">
              <a:xfrm>
                <a:off x="2639" y="276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05" name="Freeform 1046"/>
              <p:cNvSpPr>
                <a:spLocks/>
              </p:cNvSpPr>
              <p:nvPr/>
            </p:nvSpPr>
            <p:spPr bwMode="auto">
              <a:xfrm>
                <a:off x="2834" y="276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06" name="Freeform 1047"/>
              <p:cNvSpPr>
                <a:spLocks/>
              </p:cNvSpPr>
              <p:nvPr/>
            </p:nvSpPr>
            <p:spPr bwMode="auto">
              <a:xfrm>
                <a:off x="2639" y="2774"/>
                <a:ext cx="197" cy="1"/>
              </a:xfrm>
              <a:custGeom>
                <a:avLst/>
                <a:gdLst>
                  <a:gd name="T0" fmla="*/ 0 w 197"/>
                  <a:gd name="T1" fmla="*/ 0 h 1"/>
                  <a:gd name="T2" fmla="*/ 195 w 197"/>
                  <a:gd name="T3" fmla="*/ 0 h 1"/>
                  <a:gd name="T4" fmla="*/ 197 w 19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97"/>
                  <a:gd name="T10" fmla="*/ 0 h 1"/>
                  <a:gd name="T11" fmla="*/ 197 w 19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7" h="1">
                    <a:moveTo>
                      <a:pt x="0" y="0"/>
                    </a:moveTo>
                    <a:lnTo>
                      <a:pt x="195" y="0"/>
                    </a:lnTo>
                    <a:lnTo>
                      <a:pt x="19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07" name="Rectangle 1048"/>
              <p:cNvSpPr>
                <a:spLocks noChangeArrowheads="1"/>
              </p:cNvSpPr>
              <p:nvPr/>
            </p:nvSpPr>
            <p:spPr bwMode="auto">
              <a:xfrm>
                <a:off x="2657" y="2706"/>
                <a:ext cx="157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08" name="Freeform 1049"/>
              <p:cNvSpPr>
                <a:spLocks/>
              </p:cNvSpPr>
              <p:nvPr/>
            </p:nvSpPr>
            <p:spPr bwMode="auto">
              <a:xfrm>
                <a:off x="2657" y="2706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57 w 160"/>
                  <a:gd name="T3" fmla="*/ 0 h 1"/>
                  <a:gd name="T4" fmla="*/ 160 w 16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60"/>
                  <a:gd name="T10" fmla="*/ 0 h 1"/>
                  <a:gd name="T11" fmla="*/ 160 w 16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" h="1">
                    <a:moveTo>
                      <a:pt x="0" y="0"/>
                    </a:moveTo>
                    <a:lnTo>
                      <a:pt x="157" y="0"/>
                    </a:lnTo>
                    <a:lnTo>
                      <a:pt x="1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09" name="Freeform 1050"/>
              <p:cNvSpPr>
                <a:spLocks/>
              </p:cNvSpPr>
              <p:nvPr/>
            </p:nvSpPr>
            <p:spPr bwMode="auto">
              <a:xfrm>
                <a:off x="2657" y="270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10" name="Freeform 1051"/>
              <p:cNvSpPr>
                <a:spLocks/>
              </p:cNvSpPr>
              <p:nvPr/>
            </p:nvSpPr>
            <p:spPr bwMode="auto">
              <a:xfrm>
                <a:off x="2814" y="270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11" name="Freeform 1052"/>
              <p:cNvSpPr>
                <a:spLocks/>
              </p:cNvSpPr>
              <p:nvPr/>
            </p:nvSpPr>
            <p:spPr bwMode="auto">
              <a:xfrm>
                <a:off x="2657" y="2708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57 w 160"/>
                  <a:gd name="T3" fmla="*/ 0 h 1"/>
                  <a:gd name="T4" fmla="*/ 160 w 16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60"/>
                  <a:gd name="T10" fmla="*/ 0 h 1"/>
                  <a:gd name="T11" fmla="*/ 160 w 16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" h="1">
                    <a:moveTo>
                      <a:pt x="0" y="0"/>
                    </a:moveTo>
                    <a:lnTo>
                      <a:pt x="157" y="0"/>
                    </a:lnTo>
                    <a:lnTo>
                      <a:pt x="1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12" name="Freeform 1053"/>
              <p:cNvSpPr>
                <a:spLocks/>
              </p:cNvSpPr>
              <p:nvPr/>
            </p:nvSpPr>
            <p:spPr bwMode="auto">
              <a:xfrm>
                <a:off x="2814" y="2706"/>
                <a:ext cx="9" cy="9"/>
              </a:xfrm>
              <a:custGeom>
                <a:avLst/>
                <a:gdLst>
                  <a:gd name="T0" fmla="*/ 7 w 9"/>
                  <a:gd name="T1" fmla="*/ 2 h 9"/>
                  <a:gd name="T2" fmla="*/ 0 w 9"/>
                  <a:gd name="T3" fmla="*/ 0 h 9"/>
                  <a:gd name="T4" fmla="*/ 0 w 9"/>
                  <a:gd name="T5" fmla="*/ 2 h 9"/>
                  <a:gd name="T6" fmla="*/ 5 w 9"/>
                  <a:gd name="T7" fmla="*/ 4 h 9"/>
                  <a:gd name="T8" fmla="*/ 7 w 9"/>
                  <a:gd name="T9" fmla="*/ 9 h 9"/>
                  <a:gd name="T10" fmla="*/ 9 w 9"/>
                  <a:gd name="T11" fmla="*/ 9 h 9"/>
                  <a:gd name="T12" fmla="*/ 7 w 9"/>
                  <a:gd name="T13" fmla="*/ 2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9"/>
                  <a:gd name="T23" fmla="*/ 9 w 9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9">
                    <a:moveTo>
                      <a:pt x="7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5" y="4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13" name="Freeform 1054"/>
              <p:cNvSpPr>
                <a:spLocks/>
              </p:cNvSpPr>
              <p:nvPr/>
            </p:nvSpPr>
            <p:spPr bwMode="auto">
              <a:xfrm>
                <a:off x="2821" y="2708"/>
                <a:ext cx="4" cy="9"/>
              </a:xfrm>
              <a:custGeom>
                <a:avLst/>
                <a:gdLst>
                  <a:gd name="T0" fmla="*/ 0 w 4"/>
                  <a:gd name="T1" fmla="*/ 0 h 9"/>
                  <a:gd name="T2" fmla="*/ 2 w 4"/>
                  <a:gd name="T3" fmla="*/ 7 h 9"/>
                  <a:gd name="T4" fmla="*/ 4 w 4"/>
                  <a:gd name="T5" fmla="*/ 9 h 9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9"/>
                  <a:gd name="T11" fmla="*/ 4 w 4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9">
                    <a:moveTo>
                      <a:pt x="0" y="0"/>
                    </a:moveTo>
                    <a:lnTo>
                      <a:pt x="2" y="7"/>
                    </a:lnTo>
                    <a:lnTo>
                      <a:pt x="4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14" name="Freeform 1055"/>
              <p:cNvSpPr>
                <a:spLocks/>
              </p:cNvSpPr>
              <p:nvPr/>
            </p:nvSpPr>
            <p:spPr bwMode="auto">
              <a:xfrm>
                <a:off x="2814" y="2706"/>
                <a:ext cx="9" cy="4"/>
              </a:xfrm>
              <a:custGeom>
                <a:avLst/>
                <a:gdLst>
                  <a:gd name="T0" fmla="*/ 0 w 9"/>
                  <a:gd name="T1" fmla="*/ 0 h 4"/>
                  <a:gd name="T2" fmla="*/ 7 w 9"/>
                  <a:gd name="T3" fmla="*/ 2 h 4"/>
                  <a:gd name="T4" fmla="*/ 9 w 9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4"/>
                  <a:gd name="T11" fmla="*/ 9 w 9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4">
                    <a:moveTo>
                      <a:pt x="0" y="0"/>
                    </a:moveTo>
                    <a:lnTo>
                      <a:pt x="7" y="2"/>
                    </a:lnTo>
                    <a:lnTo>
                      <a:pt x="9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15" name="Freeform 1056"/>
              <p:cNvSpPr>
                <a:spLocks/>
              </p:cNvSpPr>
              <p:nvPr/>
            </p:nvSpPr>
            <p:spPr bwMode="auto">
              <a:xfrm>
                <a:off x="2819" y="2710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2 w 4"/>
                  <a:gd name="T3" fmla="*/ 5 h 7"/>
                  <a:gd name="T4" fmla="*/ 4 w 4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7"/>
                  <a:gd name="T11" fmla="*/ 4 w 4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7">
                    <a:moveTo>
                      <a:pt x="0" y="0"/>
                    </a:moveTo>
                    <a:lnTo>
                      <a:pt x="2" y="5"/>
                    </a:lnTo>
                    <a:lnTo>
                      <a:pt x="4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16" name="Freeform 1057"/>
              <p:cNvSpPr>
                <a:spLocks/>
              </p:cNvSpPr>
              <p:nvPr/>
            </p:nvSpPr>
            <p:spPr bwMode="auto">
              <a:xfrm>
                <a:off x="2814" y="2708"/>
                <a:ext cx="7" cy="5"/>
              </a:xfrm>
              <a:custGeom>
                <a:avLst/>
                <a:gdLst>
                  <a:gd name="T0" fmla="*/ 0 w 7"/>
                  <a:gd name="T1" fmla="*/ 0 h 5"/>
                  <a:gd name="T2" fmla="*/ 5 w 7"/>
                  <a:gd name="T3" fmla="*/ 2 h 5"/>
                  <a:gd name="T4" fmla="*/ 7 w 7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0"/>
                    </a:moveTo>
                    <a:lnTo>
                      <a:pt x="5" y="2"/>
                    </a:lnTo>
                    <a:lnTo>
                      <a:pt x="7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17" name="Freeform 1058"/>
              <p:cNvSpPr>
                <a:spLocks/>
              </p:cNvSpPr>
              <p:nvPr/>
            </p:nvSpPr>
            <p:spPr bwMode="auto">
              <a:xfrm>
                <a:off x="2819" y="2715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18" name="Freeform 1059"/>
              <p:cNvSpPr>
                <a:spLocks/>
              </p:cNvSpPr>
              <p:nvPr/>
            </p:nvSpPr>
            <p:spPr bwMode="auto">
              <a:xfrm>
                <a:off x="2814" y="270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19" name="Rectangle 1060"/>
              <p:cNvSpPr>
                <a:spLocks noChangeArrowheads="1"/>
              </p:cNvSpPr>
              <p:nvPr/>
            </p:nvSpPr>
            <p:spPr bwMode="auto">
              <a:xfrm>
                <a:off x="2657" y="2734"/>
                <a:ext cx="157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20" name="Freeform 1061"/>
              <p:cNvSpPr>
                <a:spLocks/>
              </p:cNvSpPr>
              <p:nvPr/>
            </p:nvSpPr>
            <p:spPr bwMode="auto">
              <a:xfrm>
                <a:off x="2657" y="2734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57 w 160"/>
                  <a:gd name="T3" fmla="*/ 0 h 1"/>
                  <a:gd name="T4" fmla="*/ 160 w 16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60"/>
                  <a:gd name="T10" fmla="*/ 0 h 1"/>
                  <a:gd name="T11" fmla="*/ 160 w 16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" h="1">
                    <a:moveTo>
                      <a:pt x="0" y="0"/>
                    </a:moveTo>
                    <a:lnTo>
                      <a:pt x="157" y="0"/>
                    </a:lnTo>
                    <a:lnTo>
                      <a:pt x="1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21" name="Freeform 1062"/>
              <p:cNvSpPr>
                <a:spLocks/>
              </p:cNvSpPr>
              <p:nvPr/>
            </p:nvSpPr>
            <p:spPr bwMode="auto">
              <a:xfrm>
                <a:off x="2657" y="2734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22" name="Freeform 1063"/>
              <p:cNvSpPr>
                <a:spLocks/>
              </p:cNvSpPr>
              <p:nvPr/>
            </p:nvSpPr>
            <p:spPr bwMode="auto">
              <a:xfrm>
                <a:off x="2814" y="2734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23" name="Freeform 1064"/>
              <p:cNvSpPr>
                <a:spLocks/>
              </p:cNvSpPr>
              <p:nvPr/>
            </p:nvSpPr>
            <p:spPr bwMode="auto">
              <a:xfrm>
                <a:off x="2657" y="2739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57 w 160"/>
                  <a:gd name="T3" fmla="*/ 0 h 1"/>
                  <a:gd name="T4" fmla="*/ 160 w 16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60"/>
                  <a:gd name="T10" fmla="*/ 0 h 1"/>
                  <a:gd name="T11" fmla="*/ 160 w 16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" h="1">
                    <a:moveTo>
                      <a:pt x="0" y="0"/>
                    </a:moveTo>
                    <a:lnTo>
                      <a:pt x="157" y="0"/>
                    </a:lnTo>
                    <a:lnTo>
                      <a:pt x="1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24" name="Freeform 1065"/>
              <p:cNvSpPr>
                <a:spLocks/>
              </p:cNvSpPr>
              <p:nvPr/>
            </p:nvSpPr>
            <p:spPr bwMode="auto">
              <a:xfrm>
                <a:off x="2814" y="2734"/>
                <a:ext cx="9" cy="11"/>
              </a:xfrm>
              <a:custGeom>
                <a:avLst/>
                <a:gdLst>
                  <a:gd name="T0" fmla="*/ 7 w 9"/>
                  <a:gd name="T1" fmla="*/ 5 h 11"/>
                  <a:gd name="T2" fmla="*/ 0 w 9"/>
                  <a:gd name="T3" fmla="*/ 0 h 11"/>
                  <a:gd name="T4" fmla="*/ 0 w 9"/>
                  <a:gd name="T5" fmla="*/ 5 h 11"/>
                  <a:gd name="T6" fmla="*/ 5 w 9"/>
                  <a:gd name="T7" fmla="*/ 5 h 11"/>
                  <a:gd name="T8" fmla="*/ 7 w 9"/>
                  <a:gd name="T9" fmla="*/ 11 h 11"/>
                  <a:gd name="T10" fmla="*/ 9 w 9"/>
                  <a:gd name="T11" fmla="*/ 11 h 11"/>
                  <a:gd name="T12" fmla="*/ 7 w 9"/>
                  <a:gd name="T13" fmla="*/ 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11"/>
                  <a:gd name="T23" fmla="*/ 9 w 9"/>
                  <a:gd name="T24" fmla="*/ 11 h 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11">
                    <a:moveTo>
                      <a:pt x="7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25" name="Freeform 1066"/>
              <p:cNvSpPr>
                <a:spLocks/>
              </p:cNvSpPr>
              <p:nvPr/>
            </p:nvSpPr>
            <p:spPr bwMode="auto">
              <a:xfrm>
                <a:off x="2821" y="2739"/>
                <a:ext cx="4" cy="9"/>
              </a:xfrm>
              <a:custGeom>
                <a:avLst/>
                <a:gdLst>
                  <a:gd name="T0" fmla="*/ 0 w 4"/>
                  <a:gd name="T1" fmla="*/ 0 h 9"/>
                  <a:gd name="T2" fmla="*/ 2 w 4"/>
                  <a:gd name="T3" fmla="*/ 6 h 9"/>
                  <a:gd name="T4" fmla="*/ 4 w 4"/>
                  <a:gd name="T5" fmla="*/ 9 h 9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9"/>
                  <a:gd name="T11" fmla="*/ 4 w 4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9">
                    <a:moveTo>
                      <a:pt x="0" y="0"/>
                    </a:moveTo>
                    <a:lnTo>
                      <a:pt x="2" y="6"/>
                    </a:lnTo>
                    <a:lnTo>
                      <a:pt x="4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26" name="Freeform 1067"/>
              <p:cNvSpPr>
                <a:spLocks/>
              </p:cNvSpPr>
              <p:nvPr/>
            </p:nvSpPr>
            <p:spPr bwMode="auto">
              <a:xfrm>
                <a:off x="2814" y="2734"/>
                <a:ext cx="9" cy="7"/>
              </a:xfrm>
              <a:custGeom>
                <a:avLst/>
                <a:gdLst>
                  <a:gd name="T0" fmla="*/ 0 w 9"/>
                  <a:gd name="T1" fmla="*/ 0 h 7"/>
                  <a:gd name="T2" fmla="*/ 7 w 9"/>
                  <a:gd name="T3" fmla="*/ 5 h 7"/>
                  <a:gd name="T4" fmla="*/ 9 w 9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7"/>
                  <a:gd name="T11" fmla="*/ 9 w 9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7">
                    <a:moveTo>
                      <a:pt x="0" y="0"/>
                    </a:moveTo>
                    <a:lnTo>
                      <a:pt x="7" y="5"/>
                    </a:lnTo>
                    <a:lnTo>
                      <a:pt x="9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27" name="Freeform 1068"/>
              <p:cNvSpPr>
                <a:spLocks/>
              </p:cNvSpPr>
              <p:nvPr/>
            </p:nvSpPr>
            <p:spPr bwMode="auto">
              <a:xfrm>
                <a:off x="2819" y="2739"/>
                <a:ext cx="4" cy="9"/>
              </a:xfrm>
              <a:custGeom>
                <a:avLst/>
                <a:gdLst>
                  <a:gd name="T0" fmla="*/ 0 w 4"/>
                  <a:gd name="T1" fmla="*/ 0 h 9"/>
                  <a:gd name="T2" fmla="*/ 2 w 4"/>
                  <a:gd name="T3" fmla="*/ 6 h 9"/>
                  <a:gd name="T4" fmla="*/ 4 w 4"/>
                  <a:gd name="T5" fmla="*/ 9 h 9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9"/>
                  <a:gd name="T11" fmla="*/ 4 w 4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9">
                    <a:moveTo>
                      <a:pt x="0" y="0"/>
                    </a:moveTo>
                    <a:lnTo>
                      <a:pt x="2" y="6"/>
                    </a:lnTo>
                    <a:lnTo>
                      <a:pt x="4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28" name="Freeform 1069"/>
              <p:cNvSpPr>
                <a:spLocks/>
              </p:cNvSpPr>
              <p:nvPr/>
            </p:nvSpPr>
            <p:spPr bwMode="auto">
              <a:xfrm>
                <a:off x="2814" y="2739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5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5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29" name="Freeform 1070"/>
              <p:cNvSpPr>
                <a:spLocks/>
              </p:cNvSpPr>
              <p:nvPr/>
            </p:nvSpPr>
            <p:spPr bwMode="auto">
              <a:xfrm>
                <a:off x="2819" y="2745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30" name="Freeform 1071"/>
              <p:cNvSpPr>
                <a:spLocks/>
              </p:cNvSpPr>
              <p:nvPr/>
            </p:nvSpPr>
            <p:spPr bwMode="auto">
              <a:xfrm>
                <a:off x="2814" y="2734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31" name="Rectangle 1072"/>
              <p:cNvSpPr>
                <a:spLocks noChangeArrowheads="1"/>
              </p:cNvSpPr>
              <p:nvPr/>
            </p:nvSpPr>
            <p:spPr bwMode="auto">
              <a:xfrm>
                <a:off x="2646" y="2715"/>
                <a:ext cx="4" cy="54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32" name="Freeform 1073"/>
              <p:cNvSpPr>
                <a:spLocks/>
              </p:cNvSpPr>
              <p:nvPr/>
            </p:nvSpPr>
            <p:spPr bwMode="auto">
              <a:xfrm>
                <a:off x="2650" y="2715"/>
                <a:ext cx="1" cy="57"/>
              </a:xfrm>
              <a:custGeom>
                <a:avLst/>
                <a:gdLst>
                  <a:gd name="T0" fmla="*/ 0 w 1"/>
                  <a:gd name="T1" fmla="*/ 0 h 57"/>
                  <a:gd name="T2" fmla="*/ 0 w 1"/>
                  <a:gd name="T3" fmla="*/ 54 h 57"/>
                  <a:gd name="T4" fmla="*/ 0 w 1"/>
                  <a:gd name="T5" fmla="*/ 57 h 5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7"/>
                  <a:gd name="T11" fmla="*/ 1 w 1"/>
                  <a:gd name="T12" fmla="*/ 57 h 5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7">
                    <a:moveTo>
                      <a:pt x="0" y="0"/>
                    </a:moveTo>
                    <a:lnTo>
                      <a:pt x="0" y="54"/>
                    </a:lnTo>
                    <a:lnTo>
                      <a:pt x="0" y="5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33" name="Freeform 1074"/>
              <p:cNvSpPr>
                <a:spLocks/>
              </p:cNvSpPr>
              <p:nvPr/>
            </p:nvSpPr>
            <p:spPr bwMode="auto">
              <a:xfrm>
                <a:off x="2644" y="2715"/>
                <a:ext cx="6" cy="1"/>
              </a:xfrm>
              <a:custGeom>
                <a:avLst/>
                <a:gdLst>
                  <a:gd name="T0" fmla="*/ 6 w 6"/>
                  <a:gd name="T1" fmla="*/ 0 h 1"/>
                  <a:gd name="T2" fmla="*/ 2 w 6"/>
                  <a:gd name="T3" fmla="*/ 0 h 1"/>
                  <a:gd name="T4" fmla="*/ 0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6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34" name="Freeform 1075"/>
              <p:cNvSpPr>
                <a:spLocks/>
              </p:cNvSpPr>
              <p:nvPr/>
            </p:nvSpPr>
            <p:spPr bwMode="auto">
              <a:xfrm>
                <a:off x="2644" y="2769"/>
                <a:ext cx="6" cy="1"/>
              </a:xfrm>
              <a:custGeom>
                <a:avLst/>
                <a:gdLst>
                  <a:gd name="T0" fmla="*/ 6 w 6"/>
                  <a:gd name="T1" fmla="*/ 0 h 1"/>
                  <a:gd name="T2" fmla="*/ 2 w 6"/>
                  <a:gd name="T3" fmla="*/ 0 h 1"/>
                  <a:gd name="T4" fmla="*/ 0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6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35" name="Freeform 1076"/>
              <p:cNvSpPr>
                <a:spLocks/>
              </p:cNvSpPr>
              <p:nvPr/>
            </p:nvSpPr>
            <p:spPr bwMode="auto">
              <a:xfrm>
                <a:off x="2646" y="2715"/>
                <a:ext cx="1" cy="57"/>
              </a:xfrm>
              <a:custGeom>
                <a:avLst/>
                <a:gdLst>
                  <a:gd name="T0" fmla="*/ 0 w 1"/>
                  <a:gd name="T1" fmla="*/ 0 h 57"/>
                  <a:gd name="T2" fmla="*/ 0 w 1"/>
                  <a:gd name="T3" fmla="*/ 54 h 57"/>
                  <a:gd name="T4" fmla="*/ 0 w 1"/>
                  <a:gd name="T5" fmla="*/ 57 h 5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7"/>
                  <a:gd name="T11" fmla="*/ 1 w 1"/>
                  <a:gd name="T12" fmla="*/ 57 h 5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7">
                    <a:moveTo>
                      <a:pt x="0" y="0"/>
                    </a:moveTo>
                    <a:lnTo>
                      <a:pt x="0" y="54"/>
                    </a:lnTo>
                    <a:lnTo>
                      <a:pt x="0" y="5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36" name="Freeform 1077"/>
              <p:cNvSpPr>
                <a:spLocks/>
              </p:cNvSpPr>
              <p:nvPr/>
            </p:nvSpPr>
            <p:spPr bwMode="auto">
              <a:xfrm>
                <a:off x="2646" y="2706"/>
                <a:ext cx="11" cy="9"/>
              </a:xfrm>
              <a:custGeom>
                <a:avLst/>
                <a:gdLst>
                  <a:gd name="T0" fmla="*/ 4 w 11"/>
                  <a:gd name="T1" fmla="*/ 2 h 9"/>
                  <a:gd name="T2" fmla="*/ 0 w 11"/>
                  <a:gd name="T3" fmla="*/ 9 h 9"/>
                  <a:gd name="T4" fmla="*/ 4 w 11"/>
                  <a:gd name="T5" fmla="*/ 9 h 9"/>
                  <a:gd name="T6" fmla="*/ 7 w 11"/>
                  <a:gd name="T7" fmla="*/ 4 h 9"/>
                  <a:gd name="T8" fmla="*/ 11 w 11"/>
                  <a:gd name="T9" fmla="*/ 2 h 9"/>
                  <a:gd name="T10" fmla="*/ 11 w 11"/>
                  <a:gd name="T11" fmla="*/ 0 h 9"/>
                  <a:gd name="T12" fmla="*/ 4 w 11"/>
                  <a:gd name="T13" fmla="*/ 2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9"/>
                  <a:gd name="T23" fmla="*/ 11 w 11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9">
                    <a:moveTo>
                      <a:pt x="4" y="2"/>
                    </a:moveTo>
                    <a:lnTo>
                      <a:pt x="0" y="9"/>
                    </a:lnTo>
                    <a:lnTo>
                      <a:pt x="4" y="9"/>
                    </a:lnTo>
                    <a:lnTo>
                      <a:pt x="7" y="4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37" name="Freeform 1078"/>
              <p:cNvSpPr>
                <a:spLocks/>
              </p:cNvSpPr>
              <p:nvPr/>
            </p:nvSpPr>
            <p:spPr bwMode="auto">
              <a:xfrm>
                <a:off x="2650" y="2704"/>
                <a:ext cx="9" cy="4"/>
              </a:xfrm>
              <a:custGeom>
                <a:avLst/>
                <a:gdLst>
                  <a:gd name="T0" fmla="*/ 0 w 9"/>
                  <a:gd name="T1" fmla="*/ 4 h 4"/>
                  <a:gd name="T2" fmla="*/ 7 w 9"/>
                  <a:gd name="T3" fmla="*/ 2 h 4"/>
                  <a:gd name="T4" fmla="*/ 9 w 9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4"/>
                  <a:gd name="T11" fmla="*/ 9 w 9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4">
                    <a:moveTo>
                      <a:pt x="0" y="4"/>
                    </a:moveTo>
                    <a:lnTo>
                      <a:pt x="7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38" name="Freeform 1079"/>
              <p:cNvSpPr>
                <a:spLocks/>
              </p:cNvSpPr>
              <p:nvPr/>
            </p:nvSpPr>
            <p:spPr bwMode="auto">
              <a:xfrm>
                <a:off x="2646" y="2706"/>
                <a:ext cx="7" cy="9"/>
              </a:xfrm>
              <a:custGeom>
                <a:avLst/>
                <a:gdLst>
                  <a:gd name="T0" fmla="*/ 0 w 7"/>
                  <a:gd name="T1" fmla="*/ 9 h 9"/>
                  <a:gd name="T2" fmla="*/ 4 w 7"/>
                  <a:gd name="T3" fmla="*/ 2 h 9"/>
                  <a:gd name="T4" fmla="*/ 7 w 7"/>
                  <a:gd name="T5" fmla="*/ 0 h 9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9"/>
                  <a:gd name="T11" fmla="*/ 7 w 7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9">
                    <a:moveTo>
                      <a:pt x="0" y="9"/>
                    </a:moveTo>
                    <a:lnTo>
                      <a:pt x="4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39" name="Freeform 1080"/>
              <p:cNvSpPr>
                <a:spLocks/>
              </p:cNvSpPr>
              <p:nvPr/>
            </p:nvSpPr>
            <p:spPr bwMode="auto">
              <a:xfrm>
                <a:off x="2653" y="2706"/>
                <a:ext cx="6" cy="4"/>
              </a:xfrm>
              <a:custGeom>
                <a:avLst/>
                <a:gdLst>
                  <a:gd name="T0" fmla="*/ 0 w 6"/>
                  <a:gd name="T1" fmla="*/ 4 h 4"/>
                  <a:gd name="T2" fmla="*/ 4 w 6"/>
                  <a:gd name="T3" fmla="*/ 2 h 4"/>
                  <a:gd name="T4" fmla="*/ 6 w 6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4"/>
                  <a:gd name="T11" fmla="*/ 6 w 6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4">
                    <a:moveTo>
                      <a:pt x="0" y="4"/>
                    </a:moveTo>
                    <a:lnTo>
                      <a:pt x="4" y="2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40" name="Freeform 1081"/>
              <p:cNvSpPr>
                <a:spLocks/>
              </p:cNvSpPr>
              <p:nvPr/>
            </p:nvSpPr>
            <p:spPr bwMode="auto">
              <a:xfrm>
                <a:off x="2650" y="2708"/>
                <a:ext cx="5" cy="7"/>
              </a:xfrm>
              <a:custGeom>
                <a:avLst/>
                <a:gdLst>
                  <a:gd name="T0" fmla="*/ 0 w 5"/>
                  <a:gd name="T1" fmla="*/ 7 h 7"/>
                  <a:gd name="T2" fmla="*/ 3 w 5"/>
                  <a:gd name="T3" fmla="*/ 2 h 7"/>
                  <a:gd name="T4" fmla="*/ 5 w 5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7"/>
                  <a:gd name="T11" fmla="*/ 5 w 5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7">
                    <a:moveTo>
                      <a:pt x="0" y="7"/>
                    </a:moveTo>
                    <a:lnTo>
                      <a:pt x="3" y="2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41" name="Freeform 1082"/>
              <p:cNvSpPr>
                <a:spLocks/>
              </p:cNvSpPr>
              <p:nvPr/>
            </p:nvSpPr>
            <p:spPr bwMode="auto">
              <a:xfrm>
                <a:off x="2657" y="270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42" name="Freeform 1083"/>
              <p:cNvSpPr>
                <a:spLocks/>
              </p:cNvSpPr>
              <p:nvPr/>
            </p:nvSpPr>
            <p:spPr bwMode="auto">
              <a:xfrm>
                <a:off x="2646" y="2715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4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4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43" name="Freeform 1084"/>
              <p:cNvSpPr>
                <a:spLocks/>
              </p:cNvSpPr>
              <p:nvPr/>
            </p:nvSpPr>
            <p:spPr bwMode="auto">
              <a:xfrm>
                <a:off x="2646" y="2734"/>
                <a:ext cx="11" cy="11"/>
              </a:xfrm>
              <a:custGeom>
                <a:avLst/>
                <a:gdLst>
                  <a:gd name="T0" fmla="*/ 4 w 11"/>
                  <a:gd name="T1" fmla="*/ 5 h 11"/>
                  <a:gd name="T2" fmla="*/ 0 w 11"/>
                  <a:gd name="T3" fmla="*/ 11 h 11"/>
                  <a:gd name="T4" fmla="*/ 4 w 11"/>
                  <a:gd name="T5" fmla="*/ 11 h 11"/>
                  <a:gd name="T6" fmla="*/ 7 w 11"/>
                  <a:gd name="T7" fmla="*/ 5 h 11"/>
                  <a:gd name="T8" fmla="*/ 11 w 11"/>
                  <a:gd name="T9" fmla="*/ 5 h 11"/>
                  <a:gd name="T10" fmla="*/ 11 w 11"/>
                  <a:gd name="T11" fmla="*/ 0 h 11"/>
                  <a:gd name="T12" fmla="*/ 4 w 11"/>
                  <a:gd name="T13" fmla="*/ 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11"/>
                  <a:gd name="T23" fmla="*/ 11 w 11"/>
                  <a:gd name="T24" fmla="*/ 11 h 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11">
                    <a:moveTo>
                      <a:pt x="4" y="5"/>
                    </a:moveTo>
                    <a:lnTo>
                      <a:pt x="0" y="11"/>
                    </a:lnTo>
                    <a:lnTo>
                      <a:pt x="4" y="11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1" y="0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44" name="Freeform 1085"/>
              <p:cNvSpPr>
                <a:spLocks/>
              </p:cNvSpPr>
              <p:nvPr/>
            </p:nvSpPr>
            <p:spPr bwMode="auto">
              <a:xfrm>
                <a:off x="2650" y="2732"/>
                <a:ext cx="9" cy="7"/>
              </a:xfrm>
              <a:custGeom>
                <a:avLst/>
                <a:gdLst>
                  <a:gd name="T0" fmla="*/ 0 w 9"/>
                  <a:gd name="T1" fmla="*/ 7 h 7"/>
                  <a:gd name="T2" fmla="*/ 7 w 9"/>
                  <a:gd name="T3" fmla="*/ 2 h 7"/>
                  <a:gd name="T4" fmla="*/ 9 w 9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7"/>
                  <a:gd name="T11" fmla="*/ 9 w 9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7">
                    <a:moveTo>
                      <a:pt x="0" y="7"/>
                    </a:moveTo>
                    <a:lnTo>
                      <a:pt x="7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45" name="Freeform 1086"/>
              <p:cNvSpPr>
                <a:spLocks/>
              </p:cNvSpPr>
              <p:nvPr/>
            </p:nvSpPr>
            <p:spPr bwMode="auto">
              <a:xfrm>
                <a:off x="2646" y="2737"/>
                <a:ext cx="7" cy="8"/>
              </a:xfrm>
              <a:custGeom>
                <a:avLst/>
                <a:gdLst>
                  <a:gd name="T0" fmla="*/ 0 w 7"/>
                  <a:gd name="T1" fmla="*/ 8 h 8"/>
                  <a:gd name="T2" fmla="*/ 4 w 7"/>
                  <a:gd name="T3" fmla="*/ 2 h 8"/>
                  <a:gd name="T4" fmla="*/ 7 w 7"/>
                  <a:gd name="T5" fmla="*/ 0 h 8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8"/>
                  <a:gd name="T11" fmla="*/ 7 w 7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8">
                    <a:moveTo>
                      <a:pt x="0" y="8"/>
                    </a:moveTo>
                    <a:lnTo>
                      <a:pt x="4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46" name="Freeform 1087"/>
              <p:cNvSpPr>
                <a:spLocks/>
              </p:cNvSpPr>
              <p:nvPr/>
            </p:nvSpPr>
            <p:spPr bwMode="auto">
              <a:xfrm>
                <a:off x="2653" y="2739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4 w 6"/>
                  <a:gd name="T3" fmla="*/ 0 h 1"/>
                  <a:gd name="T4" fmla="*/ 6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0" y="0"/>
                    </a:moveTo>
                    <a:lnTo>
                      <a:pt x="4" y="0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47" name="Freeform 1088"/>
              <p:cNvSpPr>
                <a:spLocks/>
              </p:cNvSpPr>
              <p:nvPr/>
            </p:nvSpPr>
            <p:spPr bwMode="auto">
              <a:xfrm>
                <a:off x="2650" y="2737"/>
                <a:ext cx="5" cy="8"/>
              </a:xfrm>
              <a:custGeom>
                <a:avLst/>
                <a:gdLst>
                  <a:gd name="T0" fmla="*/ 0 w 5"/>
                  <a:gd name="T1" fmla="*/ 8 h 8"/>
                  <a:gd name="T2" fmla="*/ 3 w 5"/>
                  <a:gd name="T3" fmla="*/ 2 h 8"/>
                  <a:gd name="T4" fmla="*/ 5 w 5"/>
                  <a:gd name="T5" fmla="*/ 0 h 8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8"/>
                  <a:gd name="T11" fmla="*/ 5 w 5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8">
                    <a:moveTo>
                      <a:pt x="0" y="8"/>
                    </a:moveTo>
                    <a:lnTo>
                      <a:pt x="3" y="2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48" name="Freeform 1089"/>
              <p:cNvSpPr>
                <a:spLocks/>
              </p:cNvSpPr>
              <p:nvPr/>
            </p:nvSpPr>
            <p:spPr bwMode="auto">
              <a:xfrm>
                <a:off x="2657" y="2734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49" name="Freeform 1090"/>
              <p:cNvSpPr>
                <a:spLocks/>
              </p:cNvSpPr>
              <p:nvPr/>
            </p:nvSpPr>
            <p:spPr bwMode="auto">
              <a:xfrm>
                <a:off x="2646" y="2745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4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4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50" name="Rectangle 1091"/>
              <p:cNvSpPr>
                <a:spLocks noChangeArrowheads="1"/>
              </p:cNvSpPr>
              <p:nvPr/>
            </p:nvSpPr>
            <p:spPr bwMode="auto">
              <a:xfrm>
                <a:off x="2639" y="2612"/>
                <a:ext cx="3" cy="76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51" name="Freeform 1092"/>
              <p:cNvSpPr>
                <a:spLocks/>
              </p:cNvSpPr>
              <p:nvPr/>
            </p:nvSpPr>
            <p:spPr bwMode="auto">
              <a:xfrm>
                <a:off x="2639" y="2610"/>
                <a:ext cx="1" cy="78"/>
              </a:xfrm>
              <a:custGeom>
                <a:avLst/>
                <a:gdLst>
                  <a:gd name="T0" fmla="*/ 0 w 1"/>
                  <a:gd name="T1" fmla="*/ 78 h 78"/>
                  <a:gd name="T2" fmla="*/ 0 w 1"/>
                  <a:gd name="T3" fmla="*/ 2 h 78"/>
                  <a:gd name="T4" fmla="*/ 0 w 1"/>
                  <a:gd name="T5" fmla="*/ 0 h 78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8"/>
                  <a:gd name="T11" fmla="*/ 1 w 1"/>
                  <a:gd name="T12" fmla="*/ 78 h 7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8">
                    <a:moveTo>
                      <a:pt x="0" y="78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52" name="Freeform 1093"/>
              <p:cNvSpPr>
                <a:spLocks/>
              </p:cNvSpPr>
              <p:nvPr/>
            </p:nvSpPr>
            <p:spPr bwMode="auto">
              <a:xfrm>
                <a:off x="2639" y="2688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53" name="Freeform 1094"/>
              <p:cNvSpPr>
                <a:spLocks/>
              </p:cNvSpPr>
              <p:nvPr/>
            </p:nvSpPr>
            <p:spPr bwMode="auto">
              <a:xfrm>
                <a:off x="2639" y="2612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54" name="Freeform 1095"/>
              <p:cNvSpPr>
                <a:spLocks/>
              </p:cNvSpPr>
              <p:nvPr/>
            </p:nvSpPr>
            <p:spPr bwMode="auto">
              <a:xfrm>
                <a:off x="2642" y="2610"/>
                <a:ext cx="1" cy="78"/>
              </a:xfrm>
              <a:custGeom>
                <a:avLst/>
                <a:gdLst>
                  <a:gd name="T0" fmla="*/ 0 w 1"/>
                  <a:gd name="T1" fmla="*/ 78 h 78"/>
                  <a:gd name="T2" fmla="*/ 0 w 1"/>
                  <a:gd name="T3" fmla="*/ 2 h 78"/>
                  <a:gd name="T4" fmla="*/ 0 w 1"/>
                  <a:gd name="T5" fmla="*/ 0 h 78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8"/>
                  <a:gd name="T11" fmla="*/ 1 w 1"/>
                  <a:gd name="T12" fmla="*/ 78 h 7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8">
                    <a:moveTo>
                      <a:pt x="0" y="78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55" name="Freeform 1096"/>
              <p:cNvSpPr>
                <a:spLocks/>
              </p:cNvSpPr>
              <p:nvPr/>
            </p:nvSpPr>
            <p:spPr bwMode="auto">
              <a:xfrm>
                <a:off x="2639" y="2688"/>
                <a:ext cx="7" cy="7"/>
              </a:xfrm>
              <a:custGeom>
                <a:avLst/>
                <a:gdLst>
                  <a:gd name="T0" fmla="*/ 3 w 7"/>
                  <a:gd name="T1" fmla="*/ 5 h 7"/>
                  <a:gd name="T2" fmla="*/ 7 w 7"/>
                  <a:gd name="T3" fmla="*/ 7 h 7"/>
                  <a:gd name="T4" fmla="*/ 7 w 7"/>
                  <a:gd name="T5" fmla="*/ 5 h 7"/>
                  <a:gd name="T6" fmla="*/ 5 w 7"/>
                  <a:gd name="T7" fmla="*/ 3 h 7"/>
                  <a:gd name="T8" fmla="*/ 3 w 7"/>
                  <a:gd name="T9" fmla="*/ 0 h 7"/>
                  <a:gd name="T10" fmla="*/ 0 w 7"/>
                  <a:gd name="T11" fmla="*/ 0 h 7"/>
                  <a:gd name="T12" fmla="*/ 3 w 7"/>
                  <a:gd name="T13" fmla="*/ 5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7"/>
                  <a:gd name="T23" fmla="*/ 7 w 7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7">
                    <a:moveTo>
                      <a:pt x="3" y="5"/>
                    </a:moveTo>
                    <a:lnTo>
                      <a:pt x="7" y="7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56" name="Freeform 1097"/>
              <p:cNvSpPr>
                <a:spLocks/>
              </p:cNvSpPr>
              <p:nvPr/>
            </p:nvSpPr>
            <p:spPr bwMode="auto">
              <a:xfrm>
                <a:off x="2637" y="2686"/>
                <a:ext cx="5" cy="7"/>
              </a:xfrm>
              <a:custGeom>
                <a:avLst/>
                <a:gdLst>
                  <a:gd name="T0" fmla="*/ 5 w 5"/>
                  <a:gd name="T1" fmla="*/ 7 h 7"/>
                  <a:gd name="T2" fmla="*/ 2 w 5"/>
                  <a:gd name="T3" fmla="*/ 2 h 7"/>
                  <a:gd name="T4" fmla="*/ 0 w 5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7"/>
                  <a:gd name="T11" fmla="*/ 5 w 5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7">
                    <a:moveTo>
                      <a:pt x="5" y="7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57" name="Freeform 1098"/>
              <p:cNvSpPr>
                <a:spLocks/>
              </p:cNvSpPr>
              <p:nvPr/>
            </p:nvSpPr>
            <p:spPr bwMode="auto">
              <a:xfrm>
                <a:off x="2639" y="2691"/>
                <a:ext cx="7" cy="4"/>
              </a:xfrm>
              <a:custGeom>
                <a:avLst/>
                <a:gdLst>
                  <a:gd name="T0" fmla="*/ 7 w 7"/>
                  <a:gd name="T1" fmla="*/ 4 h 4"/>
                  <a:gd name="T2" fmla="*/ 3 w 7"/>
                  <a:gd name="T3" fmla="*/ 2 h 4"/>
                  <a:gd name="T4" fmla="*/ 0 w 7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4"/>
                  <a:gd name="T11" fmla="*/ 7 w 7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4">
                    <a:moveTo>
                      <a:pt x="7" y="4"/>
                    </a:move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58" name="Freeform 1099"/>
              <p:cNvSpPr>
                <a:spLocks/>
              </p:cNvSpPr>
              <p:nvPr/>
            </p:nvSpPr>
            <p:spPr bwMode="auto">
              <a:xfrm>
                <a:off x="2639" y="2686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3 w 5"/>
                  <a:gd name="T3" fmla="*/ 2 h 5"/>
                  <a:gd name="T4" fmla="*/ 0 w 5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5"/>
                  <a:gd name="T11" fmla="*/ 5 w 5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5">
                    <a:moveTo>
                      <a:pt x="5" y="5"/>
                    </a:move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59" name="Freeform 1100"/>
              <p:cNvSpPr>
                <a:spLocks/>
              </p:cNvSpPr>
              <p:nvPr/>
            </p:nvSpPr>
            <p:spPr bwMode="auto">
              <a:xfrm>
                <a:off x="2642" y="2688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2 w 4"/>
                  <a:gd name="T3" fmla="*/ 3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4" y="5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60" name="Freeform 1101"/>
              <p:cNvSpPr>
                <a:spLocks/>
              </p:cNvSpPr>
              <p:nvPr/>
            </p:nvSpPr>
            <p:spPr bwMode="auto">
              <a:xfrm>
                <a:off x="2639" y="2688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61" name="Freeform 1102"/>
              <p:cNvSpPr>
                <a:spLocks/>
              </p:cNvSpPr>
              <p:nvPr/>
            </p:nvSpPr>
            <p:spPr bwMode="auto">
              <a:xfrm>
                <a:off x="2646" y="2691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62" name="Rectangle 1103"/>
              <p:cNvSpPr>
                <a:spLocks noChangeArrowheads="1"/>
              </p:cNvSpPr>
              <p:nvPr/>
            </p:nvSpPr>
            <p:spPr bwMode="auto">
              <a:xfrm>
                <a:off x="2646" y="2693"/>
                <a:ext cx="75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63" name="Freeform 1104"/>
              <p:cNvSpPr>
                <a:spLocks/>
              </p:cNvSpPr>
              <p:nvPr/>
            </p:nvSpPr>
            <p:spPr bwMode="auto">
              <a:xfrm>
                <a:off x="2646" y="2693"/>
                <a:ext cx="78" cy="1"/>
              </a:xfrm>
              <a:custGeom>
                <a:avLst/>
                <a:gdLst>
                  <a:gd name="T0" fmla="*/ 0 w 78"/>
                  <a:gd name="T1" fmla="*/ 0 h 1"/>
                  <a:gd name="T2" fmla="*/ 75 w 78"/>
                  <a:gd name="T3" fmla="*/ 0 h 1"/>
                  <a:gd name="T4" fmla="*/ 78 w 78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8"/>
                  <a:gd name="T10" fmla="*/ 0 h 1"/>
                  <a:gd name="T11" fmla="*/ 78 w 7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8" h="1">
                    <a:moveTo>
                      <a:pt x="0" y="0"/>
                    </a:moveTo>
                    <a:lnTo>
                      <a:pt x="75" y="0"/>
                    </a:lnTo>
                    <a:lnTo>
                      <a:pt x="7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64" name="Freeform 1105"/>
              <p:cNvSpPr>
                <a:spLocks/>
              </p:cNvSpPr>
              <p:nvPr/>
            </p:nvSpPr>
            <p:spPr bwMode="auto">
              <a:xfrm>
                <a:off x="2646" y="2693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65" name="Freeform 1106"/>
              <p:cNvSpPr>
                <a:spLocks/>
              </p:cNvSpPr>
              <p:nvPr/>
            </p:nvSpPr>
            <p:spPr bwMode="auto">
              <a:xfrm>
                <a:off x="2721" y="2693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66" name="Freeform 1107"/>
              <p:cNvSpPr>
                <a:spLocks/>
              </p:cNvSpPr>
              <p:nvPr/>
            </p:nvSpPr>
            <p:spPr bwMode="auto">
              <a:xfrm>
                <a:off x="2646" y="2695"/>
                <a:ext cx="78" cy="1"/>
              </a:xfrm>
              <a:custGeom>
                <a:avLst/>
                <a:gdLst>
                  <a:gd name="T0" fmla="*/ 0 w 78"/>
                  <a:gd name="T1" fmla="*/ 0 h 1"/>
                  <a:gd name="T2" fmla="*/ 75 w 78"/>
                  <a:gd name="T3" fmla="*/ 0 h 1"/>
                  <a:gd name="T4" fmla="*/ 78 w 78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8"/>
                  <a:gd name="T10" fmla="*/ 0 h 1"/>
                  <a:gd name="T11" fmla="*/ 78 w 7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8" h="1">
                    <a:moveTo>
                      <a:pt x="0" y="0"/>
                    </a:moveTo>
                    <a:lnTo>
                      <a:pt x="75" y="0"/>
                    </a:lnTo>
                    <a:lnTo>
                      <a:pt x="7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67" name="Freeform 1108"/>
              <p:cNvSpPr>
                <a:spLocks noEditPoints="1"/>
              </p:cNvSpPr>
              <p:nvPr/>
            </p:nvSpPr>
            <p:spPr bwMode="auto">
              <a:xfrm>
                <a:off x="2715" y="2686"/>
                <a:ext cx="40" cy="40"/>
              </a:xfrm>
              <a:custGeom>
                <a:avLst/>
                <a:gdLst>
                  <a:gd name="T0" fmla="*/ 33 w 40"/>
                  <a:gd name="T1" fmla="*/ 9 h 40"/>
                  <a:gd name="T2" fmla="*/ 20 w 40"/>
                  <a:gd name="T3" fmla="*/ 5 h 40"/>
                  <a:gd name="T4" fmla="*/ 9 w 40"/>
                  <a:gd name="T5" fmla="*/ 9 h 40"/>
                  <a:gd name="T6" fmla="*/ 4 w 40"/>
                  <a:gd name="T7" fmla="*/ 20 h 40"/>
                  <a:gd name="T8" fmla="*/ 9 w 40"/>
                  <a:gd name="T9" fmla="*/ 33 h 40"/>
                  <a:gd name="T10" fmla="*/ 20 w 40"/>
                  <a:gd name="T11" fmla="*/ 38 h 40"/>
                  <a:gd name="T12" fmla="*/ 33 w 40"/>
                  <a:gd name="T13" fmla="*/ 33 h 40"/>
                  <a:gd name="T14" fmla="*/ 37 w 40"/>
                  <a:gd name="T15" fmla="*/ 20 h 40"/>
                  <a:gd name="T16" fmla="*/ 33 w 40"/>
                  <a:gd name="T17" fmla="*/ 9 h 40"/>
                  <a:gd name="T18" fmla="*/ 31 w 40"/>
                  <a:gd name="T19" fmla="*/ 5 h 40"/>
                  <a:gd name="T20" fmla="*/ 20 w 40"/>
                  <a:gd name="T21" fmla="*/ 0 h 40"/>
                  <a:gd name="T22" fmla="*/ 11 w 40"/>
                  <a:gd name="T23" fmla="*/ 5 h 40"/>
                  <a:gd name="T24" fmla="*/ 2 w 40"/>
                  <a:gd name="T25" fmla="*/ 11 h 40"/>
                  <a:gd name="T26" fmla="*/ 0 w 40"/>
                  <a:gd name="T27" fmla="*/ 20 h 40"/>
                  <a:gd name="T28" fmla="*/ 2 w 40"/>
                  <a:gd name="T29" fmla="*/ 31 h 40"/>
                  <a:gd name="T30" fmla="*/ 11 w 40"/>
                  <a:gd name="T31" fmla="*/ 38 h 40"/>
                  <a:gd name="T32" fmla="*/ 20 w 40"/>
                  <a:gd name="T33" fmla="*/ 40 h 40"/>
                  <a:gd name="T34" fmla="*/ 31 w 40"/>
                  <a:gd name="T35" fmla="*/ 38 h 40"/>
                  <a:gd name="T36" fmla="*/ 37 w 40"/>
                  <a:gd name="T37" fmla="*/ 31 h 40"/>
                  <a:gd name="T38" fmla="*/ 40 w 40"/>
                  <a:gd name="T39" fmla="*/ 20 h 40"/>
                  <a:gd name="T40" fmla="*/ 37 w 40"/>
                  <a:gd name="T41" fmla="*/ 11 h 40"/>
                  <a:gd name="T42" fmla="*/ 31 w 40"/>
                  <a:gd name="T43" fmla="*/ 5 h 4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0"/>
                  <a:gd name="T67" fmla="*/ 0 h 40"/>
                  <a:gd name="T68" fmla="*/ 40 w 40"/>
                  <a:gd name="T69" fmla="*/ 40 h 4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0" h="40">
                    <a:moveTo>
                      <a:pt x="33" y="9"/>
                    </a:moveTo>
                    <a:lnTo>
                      <a:pt x="20" y="5"/>
                    </a:lnTo>
                    <a:lnTo>
                      <a:pt x="9" y="9"/>
                    </a:lnTo>
                    <a:lnTo>
                      <a:pt x="4" y="20"/>
                    </a:lnTo>
                    <a:lnTo>
                      <a:pt x="9" y="33"/>
                    </a:lnTo>
                    <a:lnTo>
                      <a:pt x="20" y="38"/>
                    </a:lnTo>
                    <a:lnTo>
                      <a:pt x="33" y="33"/>
                    </a:lnTo>
                    <a:lnTo>
                      <a:pt x="37" y="20"/>
                    </a:lnTo>
                    <a:lnTo>
                      <a:pt x="33" y="9"/>
                    </a:lnTo>
                    <a:close/>
                    <a:moveTo>
                      <a:pt x="31" y="5"/>
                    </a:moveTo>
                    <a:lnTo>
                      <a:pt x="20" y="0"/>
                    </a:lnTo>
                    <a:lnTo>
                      <a:pt x="11" y="5"/>
                    </a:lnTo>
                    <a:lnTo>
                      <a:pt x="2" y="11"/>
                    </a:lnTo>
                    <a:lnTo>
                      <a:pt x="0" y="20"/>
                    </a:lnTo>
                    <a:lnTo>
                      <a:pt x="2" y="31"/>
                    </a:lnTo>
                    <a:lnTo>
                      <a:pt x="11" y="38"/>
                    </a:lnTo>
                    <a:lnTo>
                      <a:pt x="20" y="40"/>
                    </a:lnTo>
                    <a:lnTo>
                      <a:pt x="31" y="38"/>
                    </a:lnTo>
                    <a:lnTo>
                      <a:pt x="37" y="31"/>
                    </a:lnTo>
                    <a:lnTo>
                      <a:pt x="40" y="20"/>
                    </a:lnTo>
                    <a:lnTo>
                      <a:pt x="37" y="11"/>
                    </a:lnTo>
                    <a:lnTo>
                      <a:pt x="31" y="5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68" name="Oval 1109"/>
              <p:cNvSpPr>
                <a:spLocks noChangeArrowheads="1"/>
              </p:cNvSpPr>
              <p:nvPr/>
            </p:nvSpPr>
            <p:spPr bwMode="auto">
              <a:xfrm>
                <a:off x="2715" y="2686"/>
                <a:ext cx="42" cy="42"/>
              </a:xfrm>
              <a:prstGeom prst="ellips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69" name="Oval 1110"/>
              <p:cNvSpPr>
                <a:spLocks noChangeArrowheads="1"/>
              </p:cNvSpPr>
              <p:nvPr/>
            </p:nvSpPr>
            <p:spPr bwMode="auto">
              <a:xfrm>
                <a:off x="2719" y="2691"/>
                <a:ext cx="36" cy="35"/>
              </a:xfrm>
              <a:prstGeom prst="ellips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70" name="Freeform 1111"/>
              <p:cNvSpPr>
                <a:spLocks/>
              </p:cNvSpPr>
              <p:nvPr/>
            </p:nvSpPr>
            <p:spPr bwMode="auto">
              <a:xfrm>
                <a:off x="2662" y="2533"/>
                <a:ext cx="6" cy="2"/>
              </a:xfrm>
              <a:custGeom>
                <a:avLst/>
                <a:gdLst>
                  <a:gd name="T0" fmla="*/ 4 w 6"/>
                  <a:gd name="T1" fmla="*/ 2 h 2"/>
                  <a:gd name="T2" fmla="*/ 6 w 6"/>
                  <a:gd name="T3" fmla="*/ 0 h 2"/>
                  <a:gd name="T4" fmla="*/ 0 w 6"/>
                  <a:gd name="T5" fmla="*/ 0 h 2"/>
                  <a:gd name="T6" fmla="*/ 4 w 6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"/>
                  <a:gd name="T13" fmla="*/ 0 h 2"/>
                  <a:gd name="T14" fmla="*/ 6 w 6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" h="2">
                    <a:moveTo>
                      <a:pt x="4" y="2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71" name="Freeform 1112"/>
              <p:cNvSpPr>
                <a:spLocks/>
              </p:cNvSpPr>
              <p:nvPr/>
            </p:nvSpPr>
            <p:spPr bwMode="auto">
              <a:xfrm>
                <a:off x="2659" y="2531"/>
                <a:ext cx="7" cy="4"/>
              </a:xfrm>
              <a:custGeom>
                <a:avLst/>
                <a:gdLst>
                  <a:gd name="T0" fmla="*/ 7 w 7"/>
                  <a:gd name="T1" fmla="*/ 4 h 4"/>
                  <a:gd name="T2" fmla="*/ 3 w 7"/>
                  <a:gd name="T3" fmla="*/ 2 h 4"/>
                  <a:gd name="T4" fmla="*/ 0 w 7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4"/>
                  <a:gd name="T11" fmla="*/ 7 w 7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4">
                    <a:moveTo>
                      <a:pt x="7" y="4"/>
                    </a:move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72" name="Freeform 1113"/>
              <p:cNvSpPr>
                <a:spLocks/>
              </p:cNvSpPr>
              <p:nvPr/>
            </p:nvSpPr>
            <p:spPr bwMode="auto">
              <a:xfrm>
                <a:off x="2664" y="2533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2 w 4"/>
                  <a:gd name="T3" fmla="*/ 2 h 4"/>
                  <a:gd name="T4" fmla="*/ 0 w 4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4"/>
                  <a:gd name="T11" fmla="*/ 4 w 4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4">
                    <a:moveTo>
                      <a:pt x="4" y="0"/>
                    </a:move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73" name="Freeform 1114"/>
              <p:cNvSpPr>
                <a:spLocks/>
              </p:cNvSpPr>
              <p:nvPr/>
            </p:nvSpPr>
            <p:spPr bwMode="auto">
              <a:xfrm>
                <a:off x="2580" y="2533"/>
                <a:ext cx="212" cy="1"/>
              </a:xfrm>
              <a:custGeom>
                <a:avLst/>
                <a:gdLst>
                  <a:gd name="T0" fmla="*/ 0 w 212"/>
                  <a:gd name="T1" fmla="*/ 0 h 1"/>
                  <a:gd name="T2" fmla="*/ 210 w 212"/>
                  <a:gd name="T3" fmla="*/ 0 h 1"/>
                  <a:gd name="T4" fmla="*/ 212 w 2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12"/>
                  <a:gd name="T10" fmla="*/ 0 h 1"/>
                  <a:gd name="T11" fmla="*/ 212 w 2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2" h="1">
                    <a:moveTo>
                      <a:pt x="0" y="0"/>
                    </a:moveTo>
                    <a:lnTo>
                      <a:pt x="210" y="0"/>
                    </a:lnTo>
                    <a:lnTo>
                      <a:pt x="2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74" name="Freeform 1115"/>
              <p:cNvSpPr>
                <a:spLocks/>
              </p:cNvSpPr>
              <p:nvPr/>
            </p:nvSpPr>
            <p:spPr bwMode="auto">
              <a:xfrm>
                <a:off x="2763" y="2496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3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75" name="Line 1116"/>
              <p:cNvSpPr>
                <a:spLocks noChangeShapeType="1"/>
              </p:cNvSpPr>
              <p:nvPr/>
            </p:nvSpPr>
            <p:spPr bwMode="auto">
              <a:xfrm>
                <a:off x="2746" y="2491"/>
                <a:ext cx="2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76" name="Freeform 1117"/>
              <p:cNvSpPr>
                <a:spLocks/>
              </p:cNvSpPr>
              <p:nvPr/>
            </p:nvSpPr>
            <p:spPr bwMode="auto">
              <a:xfrm>
                <a:off x="2761" y="2487"/>
                <a:ext cx="1" cy="7"/>
              </a:xfrm>
              <a:custGeom>
                <a:avLst/>
                <a:gdLst>
                  <a:gd name="T0" fmla="*/ 0 w 1"/>
                  <a:gd name="T1" fmla="*/ 7 h 7"/>
                  <a:gd name="T2" fmla="*/ 0 w 1"/>
                  <a:gd name="T3" fmla="*/ 2 h 7"/>
                  <a:gd name="T4" fmla="*/ 0 w 1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77" name="Line 1118"/>
              <p:cNvSpPr>
                <a:spLocks noChangeShapeType="1"/>
              </p:cNvSpPr>
              <p:nvPr/>
            </p:nvSpPr>
            <p:spPr bwMode="auto">
              <a:xfrm>
                <a:off x="2759" y="2494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78" name="Freeform 1119"/>
              <p:cNvSpPr>
                <a:spLocks/>
              </p:cNvSpPr>
              <p:nvPr/>
            </p:nvSpPr>
            <p:spPr bwMode="auto">
              <a:xfrm>
                <a:off x="2759" y="2491"/>
                <a:ext cx="1" cy="5"/>
              </a:xfrm>
              <a:custGeom>
                <a:avLst/>
                <a:gdLst>
                  <a:gd name="T0" fmla="*/ 0 w 1"/>
                  <a:gd name="T1" fmla="*/ 5 h 5"/>
                  <a:gd name="T2" fmla="*/ 0 w 1"/>
                  <a:gd name="T3" fmla="*/ 3 h 5"/>
                  <a:gd name="T4" fmla="*/ 0 w 1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"/>
                  <a:gd name="T11" fmla="*/ 1 w 1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">
                    <a:moveTo>
                      <a:pt x="0" y="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79" name="Freeform 1120"/>
              <p:cNvSpPr>
                <a:spLocks/>
              </p:cNvSpPr>
              <p:nvPr/>
            </p:nvSpPr>
            <p:spPr bwMode="auto">
              <a:xfrm>
                <a:off x="2759" y="2489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80" name="Freeform 1121"/>
              <p:cNvSpPr>
                <a:spLocks/>
              </p:cNvSpPr>
              <p:nvPr/>
            </p:nvSpPr>
            <p:spPr bwMode="auto">
              <a:xfrm>
                <a:off x="2759" y="2487"/>
                <a:ext cx="1" cy="7"/>
              </a:xfrm>
              <a:custGeom>
                <a:avLst/>
                <a:gdLst>
                  <a:gd name="T0" fmla="*/ 0 w 1"/>
                  <a:gd name="T1" fmla="*/ 7 h 7"/>
                  <a:gd name="T2" fmla="*/ 0 w 1"/>
                  <a:gd name="T3" fmla="*/ 2 h 7"/>
                  <a:gd name="T4" fmla="*/ 0 w 1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81" name="Freeform 1122"/>
              <p:cNvSpPr>
                <a:spLocks/>
              </p:cNvSpPr>
              <p:nvPr/>
            </p:nvSpPr>
            <p:spPr bwMode="auto">
              <a:xfrm>
                <a:off x="2759" y="2491"/>
                <a:ext cx="7" cy="5"/>
              </a:xfrm>
              <a:custGeom>
                <a:avLst/>
                <a:gdLst>
                  <a:gd name="T0" fmla="*/ 7 w 7"/>
                  <a:gd name="T1" fmla="*/ 5 h 5"/>
                  <a:gd name="T2" fmla="*/ 2 w 7"/>
                  <a:gd name="T3" fmla="*/ 3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82" name="Line 1123"/>
              <p:cNvSpPr>
                <a:spLocks noChangeShapeType="1"/>
              </p:cNvSpPr>
              <p:nvPr/>
            </p:nvSpPr>
            <p:spPr bwMode="auto">
              <a:xfrm>
                <a:off x="2710" y="2494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83" name="Freeform 1124"/>
              <p:cNvSpPr>
                <a:spLocks/>
              </p:cNvSpPr>
              <p:nvPr/>
            </p:nvSpPr>
            <p:spPr bwMode="auto">
              <a:xfrm>
                <a:off x="2706" y="2487"/>
                <a:ext cx="1" cy="7"/>
              </a:xfrm>
              <a:custGeom>
                <a:avLst/>
                <a:gdLst>
                  <a:gd name="T0" fmla="*/ 0 w 1"/>
                  <a:gd name="T1" fmla="*/ 7 h 7"/>
                  <a:gd name="T2" fmla="*/ 0 w 1"/>
                  <a:gd name="T3" fmla="*/ 2 h 7"/>
                  <a:gd name="T4" fmla="*/ 0 w 1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84" name="Freeform 1125"/>
              <p:cNvSpPr>
                <a:spLocks/>
              </p:cNvSpPr>
              <p:nvPr/>
            </p:nvSpPr>
            <p:spPr bwMode="auto">
              <a:xfrm>
                <a:off x="2704" y="2491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2 w 4"/>
                  <a:gd name="T3" fmla="*/ 3 h 5"/>
                  <a:gd name="T4" fmla="*/ 4 w 4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0" y="5"/>
                    </a:moveTo>
                    <a:lnTo>
                      <a:pt x="2" y="3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85" name="Freeform 1126"/>
              <p:cNvSpPr>
                <a:spLocks/>
              </p:cNvSpPr>
              <p:nvPr/>
            </p:nvSpPr>
            <p:spPr bwMode="auto">
              <a:xfrm>
                <a:off x="2701" y="2496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86" name="Freeform 1127"/>
              <p:cNvSpPr>
                <a:spLocks/>
              </p:cNvSpPr>
              <p:nvPr/>
            </p:nvSpPr>
            <p:spPr bwMode="auto">
              <a:xfrm>
                <a:off x="2710" y="2494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87" name="Freeform 1128"/>
              <p:cNvSpPr>
                <a:spLocks/>
              </p:cNvSpPr>
              <p:nvPr/>
            </p:nvSpPr>
            <p:spPr bwMode="auto">
              <a:xfrm>
                <a:off x="2710" y="248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88" name="Freeform 1129"/>
              <p:cNvSpPr>
                <a:spLocks/>
              </p:cNvSpPr>
              <p:nvPr/>
            </p:nvSpPr>
            <p:spPr bwMode="auto">
              <a:xfrm>
                <a:off x="2706" y="2489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4 w 6"/>
                  <a:gd name="T3" fmla="*/ 0 h 1"/>
                  <a:gd name="T4" fmla="*/ 6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0" y="0"/>
                    </a:moveTo>
                    <a:lnTo>
                      <a:pt x="4" y="0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89" name="Freeform 1130"/>
              <p:cNvSpPr>
                <a:spLocks/>
              </p:cNvSpPr>
              <p:nvPr/>
            </p:nvSpPr>
            <p:spPr bwMode="auto">
              <a:xfrm>
                <a:off x="2757" y="2513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2 w 4"/>
                  <a:gd name="T3" fmla="*/ 3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4" y="5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90" name="Freeform 1131"/>
              <p:cNvSpPr>
                <a:spLocks/>
              </p:cNvSpPr>
              <p:nvPr/>
            </p:nvSpPr>
            <p:spPr bwMode="auto">
              <a:xfrm>
                <a:off x="2759" y="2505"/>
                <a:ext cx="7" cy="13"/>
              </a:xfrm>
              <a:custGeom>
                <a:avLst/>
                <a:gdLst>
                  <a:gd name="T0" fmla="*/ 7 w 7"/>
                  <a:gd name="T1" fmla="*/ 8 h 13"/>
                  <a:gd name="T2" fmla="*/ 4 w 7"/>
                  <a:gd name="T3" fmla="*/ 8 h 13"/>
                  <a:gd name="T4" fmla="*/ 2 w 7"/>
                  <a:gd name="T5" fmla="*/ 11 h 13"/>
                  <a:gd name="T6" fmla="*/ 2 w 7"/>
                  <a:gd name="T7" fmla="*/ 11 h 13"/>
                  <a:gd name="T8" fmla="*/ 4 w 7"/>
                  <a:gd name="T9" fmla="*/ 13 h 13"/>
                  <a:gd name="T10" fmla="*/ 2 w 7"/>
                  <a:gd name="T11" fmla="*/ 13 h 13"/>
                  <a:gd name="T12" fmla="*/ 0 w 7"/>
                  <a:gd name="T13" fmla="*/ 11 h 13"/>
                  <a:gd name="T14" fmla="*/ 0 w 7"/>
                  <a:gd name="T15" fmla="*/ 0 h 13"/>
                  <a:gd name="T16" fmla="*/ 7 w 7"/>
                  <a:gd name="T17" fmla="*/ 0 h 13"/>
                  <a:gd name="T18" fmla="*/ 7 w 7"/>
                  <a:gd name="T19" fmla="*/ 8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3"/>
                  <a:gd name="T32" fmla="*/ 7 w 7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3">
                    <a:moveTo>
                      <a:pt x="7" y="8"/>
                    </a:moveTo>
                    <a:lnTo>
                      <a:pt x="4" y="8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91" name="Freeform 1132"/>
              <p:cNvSpPr>
                <a:spLocks/>
              </p:cNvSpPr>
              <p:nvPr/>
            </p:nvSpPr>
            <p:spPr bwMode="auto">
              <a:xfrm>
                <a:off x="2763" y="2513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92" name="Freeform 1133"/>
              <p:cNvSpPr>
                <a:spLocks/>
              </p:cNvSpPr>
              <p:nvPr/>
            </p:nvSpPr>
            <p:spPr bwMode="auto">
              <a:xfrm>
                <a:off x="2761" y="2511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2 w 5"/>
                  <a:gd name="T3" fmla="*/ 2 h 5"/>
                  <a:gd name="T4" fmla="*/ 5 w 5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5"/>
                  <a:gd name="T11" fmla="*/ 5 w 5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5">
                    <a:moveTo>
                      <a:pt x="0" y="5"/>
                    </a:moveTo>
                    <a:lnTo>
                      <a:pt x="2" y="2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93" name="Freeform 1134"/>
              <p:cNvSpPr>
                <a:spLocks/>
              </p:cNvSpPr>
              <p:nvPr/>
            </p:nvSpPr>
            <p:spPr bwMode="auto">
              <a:xfrm>
                <a:off x="2759" y="251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94" name="Freeform 1135"/>
              <p:cNvSpPr>
                <a:spLocks/>
              </p:cNvSpPr>
              <p:nvPr/>
            </p:nvSpPr>
            <p:spPr bwMode="auto">
              <a:xfrm>
                <a:off x="2759" y="2513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2 w 4"/>
                  <a:gd name="T3" fmla="*/ 3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4" y="5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95" name="Freeform 1136"/>
              <p:cNvSpPr>
                <a:spLocks/>
              </p:cNvSpPr>
              <p:nvPr/>
            </p:nvSpPr>
            <p:spPr bwMode="auto">
              <a:xfrm>
                <a:off x="2735" y="2502"/>
                <a:ext cx="1" cy="9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7 h 9"/>
                  <a:gd name="T4" fmla="*/ 0 w 1"/>
                  <a:gd name="T5" fmla="*/ 9 h 9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"/>
                  <a:gd name="T11" fmla="*/ 1 w 1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">
                    <a:moveTo>
                      <a:pt x="0" y="0"/>
                    </a:moveTo>
                    <a:lnTo>
                      <a:pt x="0" y="7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96" name="Freeform 1137"/>
              <p:cNvSpPr>
                <a:spLocks/>
              </p:cNvSpPr>
              <p:nvPr/>
            </p:nvSpPr>
            <p:spPr bwMode="auto">
              <a:xfrm>
                <a:off x="2730" y="2505"/>
                <a:ext cx="7" cy="1"/>
              </a:xfrm>
              <a:custGeom>
                <a:avLst/>
                <a:gdLst>
                  <a:gd name="T0" fmla="*/ 7 w 7"/>
                  <a:gd name="T1" fmla="*/ 0 h 1"/>
                  <a:gd name="T2" fmla="*/ 2 w 7"/>
                  <a:gd name="T3" fmla="*/ 0 h 1"/>
                  <a:gd name="T4" fmla="*/ 0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7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97" name="Freeform 1138"/>
              <p:cNvSpPr>
                <a:spLocks/>
              </p:cNvSpPr>
              <p:nvPr/>
            </p:nvSpPr>
            <p:spPr bwMode="auto">
              <a:xfrm>
                <a:off x="2673" y="2516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4 h 6"/>
                  <a:gd name="T4" fmla="*/ 4 w 4"/>
                  <a:gd name="T5" fmla="*/ 6 h 6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6"/>
                  <a:gd name="T11" fmla="*/ 4 w 4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6">
                    <a:moveTo>
                      <a:pt x="0" y="0"/>
                    </a:moveTo>
                    <a:lnTo>
                      <a:pt x="2" y="4"/>
                    </a:lnTo>
                    <a:lnTo>
                      <a:pt x="4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98" name="Freeform 1139"/>
              <p:cNvSpPr>
                <a:spLocks/>
              </p:cNvSpPr>
              <p:nvPr/>
            </p:nvSpPr>
            <p:spPr bwMode="auto">
              <a:xfrm>
                <a:off x="2666" y="2524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99" name="Line 1140"/>
              <p:cNvSpPr>
                <a:spLocks noChangeShapeType="1"/>
              </p:cNvSpPr>
              <p:nvPr/>
            </p:nvSpPr>
            <p:spPr bwMode="auto">
              <a:xfrm>
                <a:off x="2675" y="2533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00" name="Freeform 1141"/>
              <p:cNvSpPr>
                <a:spLocks/>
              </p:cNvSpPr>
              <p:nvPr/>
            </p:nvSpPr>
            <p:spPr bwMode="auto">
              <a:xfrm>
                <a:off x="2675" y="2518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2 h 15"/>
                  <a:gd name="T4" fmla="*/ 0 w 1"/>
                  <a:gd name="T5" fmla="*/ 0 h 1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5"/>
                  <a:gd name="T11" fmla="*/ 1 w 1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5">
                    <a:moveTo>
                      <a:pt x="0" y="15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01" name="Freeform 1142"/>
              <p:cNvSpPr>
                <a:spLocks/>
              </p:cNvSpPr>
              <p:nvPr/>
            </p:nvSpPr>
            <p:spPr bwMode="auto">
              <a:xfrm>
                <a:off x="2670" y="2513"/>
                <a:ext cx="1" cy="11"/>
              </a:xfrm>
              <a:custGeom>
                <a:avLst/>
                <a:gdLst>
                  <a:gd name="T0" fmla="*/ 0 w 1"/>
                  <a:gd name="T1" fmla="*/ 11 h 11"/>
                  <a:gd name="T2" fmla="*/ 0 w 1"/>
                  <a:gd name="T3" fmla="*/ 3 h 11"/>
                  <a:gd name="T4" fmla="*/ 0 w 1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1"/>
                  <a:gd name="T11" fmla="*/ 1 w 1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1">
                    <a:moveTo>
                      <a:pt x="0" y="11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02" name="Freeform 1143"/>
              <p:cNvSpPr>
                <a:spLocks/>
              </p:cNvSpPr>
              <p:nvPr/>
            </p:nvSpPr>
            <p:spPr bwMode="auto">
              <a:xfrm>
                <a:off x="2668" y="2513"/>
                <a:ext cx="1" cy="11"/>
              </a:xfrm>
              <a:custGeom>
                <a:avLst/>
                <a:gdLst>
                  <a:gd name="T0" fmla="*/ 0 w 1"/>
                  <a:gd name="T1" fmla="*/ 11 h 11"/>
                  <a:gd name="T2" fmla="*/ 0 w 1"/>
                  <a:gd name="T3" fmla="*/ 3 h 11"/>
                  <a:gd name="T4" fmla="*/ 0 w 1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1"/>
                  <a:gd name="T11" fmla="*/ 1 w 1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1">
                    <a:moveTo>
                      <a:pt x="0" y="11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03" name="Freeform 1144"/>
              <p:cNvSpPr>
                <a:spLocks/>
              </p:cNvSpPr>
              <p:nvPr/>
            </p:nvSpPr>
            <p:spPr bwMode="auto">
              <a:xfrm>
                <a:off x="2704" y="2505"/>
                <a:ext cx="6" cy="13"/>
              </a:xfrm>
              <a:custGeom>
                <a:avLst/>
                <a:gdLst>
                  <a:gd name="T0" fmla="*/ 0 w 6"/>
                  <a:gd name="T1" fmla="*/ 8 h 13"/>
                  <a:gd name="T2" fmla="*/ 2 w 6"/>
                  <a:gd name="T3" fmla="*/ 8 h 13"/>
                  <a:gd name="T4" fmla="*/ 4 w 6"/>
                  <a:gd name="T5" fmla="*/ 11 h 13"/>
                  <a:gd name="T6" fmla="*/ 2 w 6"/>
                  <a:gd name="T7" fmla="*/ 11 h 13"/>
                  <a:gd name="T8" fmla="*/ 2 w 6"/>
                  <a:gd name="T9" fmla="*/ 13 h 13"/>
                  <a:gd name="T10" fmla="*/ 2 w 6"/>
                  <a:gd name="T11" fmla="*/ 13 h 13"/>
                  <a:gd name="T12" fmla="*/ 6 w 6"/>
                  <a:gd name="T13" fmla="*/ 11 h 13"/>
                  <a:gd name="T14" fmla="*/ 6 w 6"/>
                  <a:gd name="T15" fmla="*/ 0 h 13"/>
                  <a:gd name="T16" fmla="*/ 0 w 6"/>
                  <a:gd name="T17" fmla="*/ 0 h 13"/>
                  <a:gd name="T18" fmla="*/ 0 w 6"/>
                  <a:gd name="T19" fmla="*/ 8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13"/>
                  <a:gd name="T32" fmla="*/ 6 w 6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13">
                    <a:moveTo>
                      <a:pt x="0" y="8"/>
                    </a:moveTo>
                    <a:lnTo>
                      <a:pt x="2" y="8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6" y="11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04" name="Freeform 1145"/>
              <p:cNvSpPr>
                <a:spLocks/>
              </p:cNvSpPr>
              <p:nvPr/>
            </p:nvSpPr>
            <p:spPr bwMode="auto">
              <a:xfrm>
                <a:off x="2704" y="2516"/>
                <a:ext cx="6" cy="4"/>
              </a:xfrm>
              <a:custGeom>
                <a:avLst/>
                <a:gdLst>
                  <a:gd name="T0" fmla="*/ 6 w 6"/>
                  <a:gd name="T1" fmla="*/ 0 h 4"/>
                  <a:gd name="T2" fmla="*/ 2 w 6"/>
                  <a:gd name="T3" fmla="*/ 2 h 4"/>
                  <a:gd name="T4" fmla="*/ 0 w 6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4"/>
                  <a:gd name="T11" fmla="*/ 6 w 6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4">
                    <a:moveTo>
                      <a:pt x="6" y="0"/>
                    </a:move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05" name="Freeform 1146"/>
              <p:cNvSpPr>
                <a:spLocks/>
              </p:cNvSpPr>
              <p:nvPr/>
            </p:nvSpPr>
            <p:spPr bwMode="auto">
              <a:xfrm>
                <a:off x="2706" y="251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06" name="Freeform 1147"/>
              <p:cNvSpPr>
                <a:spLocks/>
              </p:cNvSpPr>
              <p:nvPr/>
            </p:nvSpPr>
            <p:spPr bwMode="auto">
              <a:xfrm>
                <a:off x="2704" y="251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07" name="Freeform 1148"/>
              <p:cNvSpPr>
                <a:spLocks/>
              </p:cNvSpPr>
              <p:nvPr/>
            </p:nvSpPr>
            <p:spPr bwMode="auto">
              <a:xfrm>
                <a:off x="2706" y="2513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3 h 5"/>
                  <a:gd name="T4" fmla="*/ 4 w 4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0" y="0"/>
                    </a:moveTo>
                    <a:lnTo>
                      <a:pt x="2" y="3"/>
                    </a:lnTo>
                    <a:lnTo>
                      <a:pt x="4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08" name="Freeform 1149"/>
              <p:cNvSpPr>
                <a:spLocks/>
              </p:cNvSpPr>
              <p:nvPr/>
            </p:nvSpPr>
            <p:spPr bwMode="auto">
              <a:xfrm>
                <a:off x="2704" y="251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09" name="Freeform 1150"/>
              <p:cNvSpPr>
                <a:spLocks/>
              </p:cNvSpPr>
              <p:nvPr/>
            </p:nvSpPr>
            <p:spPr bwMode="auto">
              <a:xfrm>
                <a:off x="2655" y="2513"/>
                <a:ext cx="4" cy="7"/>
              </a:xfrm>
              <a:custGeom>
                <a:avLst/>
                <a:gdLst>
                  <a:gd name="T0" fmla="*/ 0 w 4"/>
                  <a:gd name="T1" fmla="*/ 7 h 7"/>
                  <a:gd name="T2" fmla="*/ 2 w 4"/>
                  <a:gd name="T3" fmla="*/ 3 h 7"/>
                  <a:gd name="T4" fmla="*/ 4 w 4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7"/>
                  <a:gd name="T11" fmla="*/ 4 w 4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7">
                    <a:moveTo>
                      <a:pt x="0" y="7"/>
                    </a:moveTo>
                    <a:lnTo>
                      <a:pt x="2" y="3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10" name="Freeform 1151"/>
              <p:cNvSpPr>
                <a:spLocks/>
              </p:cNvSpPr>
              <p:nvPr/>
            </p:nvSpPr>
            <p:spPr bwMode="auto">
              <a:xfrm>
                <a:off x="2655" y="253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11" name="Freeform 1152"/>
              <p:cNvSpPr>
                <a:spLocks/>
              </p:cNvSpPr>
              <p:nvPr/>
            </p:nvSpPr>
            <p:spPr bwMode="auto">
              <a:xfrm>
                <a:off x="2655" y="2518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2 h 15"/>
                  <a:gd name="T4" fmla="*/ 0 w 1"/>
                  <a:gd name="T5" fmla="*/ 0 h 1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5"/>
                  <a:gd name="T11" fmla="*/ 1 w 1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5">
                    <a:moveTo>
                      <a:pt x="0" y="15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12" name="Freeform 1153"/>
              <p:cNvSpPr>
                <a:spLocks/>
              </p:cNvSpPr>
              <p:nvPr/>
            </p:nvSpPr>
            <p:spPr bwMode="auto">
              <a:xfrm>
                <a:off x="2659" y="2513"/>
                <a:ext cx="1" cy="11"/>
              </a:xfrm>
              <a:custGeom>
                <a:avLst/>
                <a:gdLst>
                  <a:gd name="T0" fmla="*/ 0 w 1"/>
                  <a:gd name="T1" fmla="*/ 11 h 11"/>
                  <a:gd name="T2" fmla="*/ 0 w 1"/>
                  <a:gd name="T3" fmla="*/ 3 h 11"/>
                  <a:gd name="T4" fmla="*/ 0 w 1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1"/>
                  <a:gd name="T11" fmla="*/ 1 w 1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1">
                    <a:moveTo>
                      <a:pt x="0" y="11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13" name="Freeform 1154"/>
              <p:cNvSpPr>
                <a:spLocks/>
              </p:cNvSpPr>
              <p:nvPr/>
            </p:nvSpPr>
            <p:spPr bwMode="auto">
              <a:xfrm>
                <a:off x="2662" y="2513"/>
                <a:ext cx="1" cy="11"/>
              </a:xfrm>
              <a:custGeom>
                <a:avLst/>
                <a:gdLst>
                  <a:gd name="T0" fmla="*/ 0 w 1"/>
                  <a:gd name="T1" fmla="*/ 11 h 11"/>
                  <a:gd name="T2" fmla="*/ 0 w 1"/>
                  <a:gd name="T3" fmla="*/ 3 h 11"/>
                  <a:gd name="T4" fmla="*/ 0 w 1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1"/>
                  <a:gd name="T11" fmla="*/ 1 w 1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1">
                    <a:moveTo>
                      <a:pt x="0" y="11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14" name="Freeform 1155"/>
              <p:cNvSpPr>
                <a:spLocks/>
              </p:cNvSpPr>
              <p:nvPr/>
            </p:nvSpPr>
            <p:spPr bwMode="auto">
              <a:xfrm>
                <a:off x="2657" y="2516"/>
                <a:ext cx="18" cy="1"/>
              </a:xfrm>
              <a:custGeom>
                <a:avLst/>
                <a:gdLst>
                  <a:gd name="T0" fmla="*/ 0 w 18"/>
                  <a:gd name="T1" fmla="*/ 0 h 1"/>
                  <a:gd name="T2" fmla="*/ 16 w 18"/>
                  <a:gd name="T3" fmla="*/ 0 h 1"/>
                  <a:gd name="T4" fmla="*/ 18 w 18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8"/>
                  <a:gd name="T10" fmla="*/ 0 h 1"/>
                  <a:gd name="T11" fmla="*/ 18 w 1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" h="1">
                    <a:moveTo>
                      <a:pt x="0" y="0"/>
                    </a:moveTo>
                    <a:lnTo>
                      <a:pt x="16" y="0"/>
                    </a:lnTo>
                    <a:lnTo>
                      <a:pt x="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15" name="Freeform 1156"/>
              <p:cNvSpPr>
                <a:spLocks/>
              </p:cNvSpPr>
              <p:nvPr/>
            </p:nvSpPr>
            <p:spPr bwMode="auto">
              <a:xfrm>
                <a:off x="2662" y="2524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4 w 6"/>
                  <a:gd name="T3" fmla="*/ 0 h 1"/>
                  <a:gd name="T4" fmla="*/ 6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0" y="0"/>
                    </a:moveTo>
                    <a:lnTo>
                      <a:pt x="4" y="0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16" name="Freeform 1157"/>
              <p:cNvSpPr>
                <a:spLocks/>
              </p:cNvSpPr>
              <p:nvPr/>
            </p:nvSpPr>
            <p:spPr bwMode="auto">
              <a:xfrm>
                <a:off x="2659" y="2524"/>
                <a:ext cx="14" cy="1"/>
              </a:xfrm>
              <a:custGeom>
                <a:avLst/>
                <a:gdLst>
                  <a:gd name="T0" fmla="*/ 0 w 14"/>
                  <a:gd name="T1" fmla="*/ 0 h 1"/>
                  <a:gd name="T2" fmla="*/ 11 w 14"/>
                  <a:gd name="T3" fmla="*/ 0 h 1"/>
                  <a:gd name="T4" fmla="*/ 14 w 1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1"/>
                  <a:gd name="T11" fmla="*/ 14 w 1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1">
                    <a:moveTo>
                      <a:pt x="0" y="0"/>
                    </a:moveTo>
                    <a:lnTo>
                      <a:pt x="11" y="0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17" name="Freeform 1158"/>
              <p:cNvSpPr>
                <a:spLocks/>
              </p:cNvSpPr>
              <p:nvPr/>
            </p:nvSpPr>
            <p:spPr bwMode="auto">
              <a:xfrm>
                <a:off x="2657" y="2533"/>
                <a:ext cx="20" cy="1"/>
              </a:xfrm>
              <a:custGeom>
                <a:avLst/>
                <a:gdLst>
                  <a:gd name="T0" fmla="*/ 0 w 20"/>
                  <a:gd name="T1" fmla="*/ 0 h 1"/>
                  <a:gd name="T2" fmla="*/ 18 w 20"/>
                  <a:gd name="T3" fmla="*/ 0 h 1"/>
                  <a:gd name="T4" fmla="*/ 20 w 2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1"/>
                  <a:gd name="T11" fmla="*/ 20 w 2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1">
                    <a:moveTo>
                      <a:pt x="0" y="0"/>
                    </a:moveTo>
                    <a:lnTo>
                      <a:pt x="18" y="0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18" name="Freeform 1159"/>
              <p:cNvSpPr>
                <a:spLocks/>
              </p:cNvSpPr>
              <p:nvPr/>
            </p:nvSpPr>
            <p:spPr bwMode="auto">
              <a:xfrm>
                <a:off x="2655" y="2533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0 w 22"/>
                  <a:gd name="T3" fmla="*/ 0 h 1"/>
                  <a:gd name="T4" fmla="*/ 22 w 2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1"/>
                  <a:gd name="T11" fmla="*/ 22 w 2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1">
                    <a:moveTo>
                      <a:pt x="0" y="0"/>
                    </a:moveTo>
                    <a:lnTo>
                      <a:pt x="20" y="0"/>
                    </a:lnTo>
                    <a:lnTo>
                      <a:pt x="2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19" name="Freeform 1160"/>
              <p:cNvSpPr>
                <a:spLocks/>
              </p:cNvSpPr>
              <p:nvPr/>
            </p:nvSpPr>
            <p:spPr bwMode="auto">
              <a:xfrm>
                <a:off x="2766" y="2494"/>
                <a:ext cx="1" cy="19"/>
              </a:xfrm>
              <a:custGeom>
                <a:avLst/>
                <a:gdLst>
                  <a:gd name="T0" fmla="*/ 0 w 1"/>
                  <a:gd name="T1" fmla="*/ 19 h 19"/>
                  <a:gd name="T2" fmla="*/ 0 w 1"/>
                  <a:gd name="T3" fmla="*/ 2 h 19"/>
                  <a:gd name="T4" fmla="*/ 0 w 1"/>
                  <a:gd name="T5" fmla="*/ 0 h 19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9"/>
                  <a:gd name="T11" fmla="*/ 1 w 1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9">
                    <a:moveTo>
                      <a:pt x="0" y="19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20" name="Freeform 1161"/>
              <p:cNvSpPr>
                <a:spLocks/>
              </p:cNvSpPr>
              <p:nvPr/>
            </p:nvSpPr>
            <p:spPr bwMode="auto">
              <a:xfrm>
                <a:off x="2766" y="2494"/>
                <a:ext cx="6" cy="24"/>
              </a:xfrm>
              <a:custGeom>
                <a:avLst/>
                <a:gdLst>
                  <a:gd name="T0" fmla="*/ 6 w 6"/>
                  <a:gd name="T1" fmla="*/ 24 h 24"/>
                  <a:gd name="T2" fmla="*/ 2 w 6"/>
                  <a:gd name="T3" fmla="*/ 2 h 24"/>
                  <a:gd name="T4" fmla="*/ 0 w 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24"/>
                  <a:gd name="T11" fmla="*/ 6 w 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24">
                    <a:moveTo>
                      <a:pt x="6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21" name="Freeform 1162"/>
              <p:cNvSpPr>
                <a:spLocks/>
              </p:cNvSpPr>
              <p:nvPr/>
            </p:nvSpPr>
            <p:spPr bwMode="auto">
              <a:xfrm>
                <a:off x="2763" y="2494"/>
                <a:ext cx="9" cy="24"/>
              </a:xfrm>
              <a:custGeom>
                <a:avLst/>
                <a:gdLst>
                  <a:gd name="T0" fmla="*/ 9 w 9"/>
                  <a:gd name="T1" fmla="*/ 24 h 24"/>
                  <a:gd name="T2" fmla="*/ 3 w 9"/>
                  <a:gd name="T3" fmla="*/ 2 h 24"/>
                  <a:gd name="T4" fmla="*/ 0 w 9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24"/>
                  <a:gd name="T11" fmla="*/ 9 w 9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24">
                    <a:moveTo>
                      <a:pt x="9" y="24"/>
                    </a:move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22" name="Freeform 1163"/>
              <p:cNvSpPr>
                <a:spLocks/>
              </p:cNvSpPr>
              <p:nvPr/>
            </p:nvSpPr>
            <p:spPr bwMode="auto">
              <a:xfrm>
                <a:off x="2759" y="2494"/>
                <a:ext cx="1" cy="22"/>
              </a:xfrm>
              <a:custGeom>
                <a:avLst/>
                <a:gdLst>
                  <a:gd name="T0" fmla="*/ 0 w 1"/>
                  <a:gd name="T1" fmla="*/ 22 h 22"/>
                  <a:gd name="T2" fmla="*/ 0 w 1"/>
                  <a:gd name="T3" fmla="*/ 2 h 22"/>
                  <a:gd name="T4" fmla="*/ 0 w 1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2"/>
                  <a:gd name="T11" fmla="*/ 1 w 1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2">
                    <a:moveTo>
                      <a:pt x="0" y="2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23" name="Freeform 1164"/>
              <p:cNvSpPr>
                <a:spLocks/>
              </p:cNvSpPr>
              <p:nvPr/>
            </p:nvSpPr>
            <p:spPr bwMode="auto">
              <a:xfrm>
                <a:off x="2759" y="2489"/>
                <a:ext cx="7" cy="16"/>
              </a:xfrm>
              <a:custGeom>
                <a:avLst/>
                <a:gdLst>
                  <a:gd name="T0" fmla="*/ 7 w 7"/>
                  <a:gd name="T1" fmla="*/ 7 h 16"/>
                  <a:gd name="T2" fmla="*/ 7 w 7"/>
                  <a:gd name="T3" fmla="*/ 16 h 16"/>
                  <a:gd name="T4" fmla="*/ 0 w 7"/>
                  <a:gd name="T5" fmla="*/ 16 h 16"/>
                  <a:gd name="T6" fmla="*/ 0 w 7"/>
                  <a:gd name="T7" fmla="*/ 7 h 16"/>
                  <a:gd name="T8" fmla="*/ 0 w 7"/>
                  <a:gd name="T9" fmla="*/ 5 h 16"/>
                  <a:gd name="T10" fmla="*/ 0 w 7"/>
                  <a:gd name="T11" fmla="*/ 5 h 16"/>
                  <a:gd name="T12" fmla="*/ 0 w 7"/>
                  <a:gd name="T13" fmla="*/ 0 h 16"/>
                  <a:gd name="T14" fmla="*/ 2 w 7"/>
                  <a:gd name="T15" fmla="*/ 0 h 16"/>
                  <a:gd name="T16" fmla="*/ 2 w 7"/>
                  <a:gd name="T17" fmla="*/ 5 h 16"/>
                  <a:gd name="T18" fmla="*/ 7 w 7"/>
                  <a:gd name="T19" fmla="*/ 7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6"/>
                  <a:gd name="T32" fmla="*/ 7 w 7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6">
                    <a:moveTo>
                      <a:pt x="7" y="7"/>
                    </a:moveTo>
                    <a:lnTo>
                      <a:pt x="7" y="16"/>
                    </a:lnTo>
                    <a:lnTo>
                      <a:pt x="0" y="16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5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24" name="Freeform 1165"/>
              <p:cNvSpPr>
                <a:spLocks/>
              </p:cNvSpPr>
              <p:nvPr/>
            </p:nvSpPr>
            <p:spPr bwMode="auto">
              <a:xfrm>
                <a:off x="2704" y="2489"/>
                <a:ext cx="6" cy="16"/>
              </a:xfrm>
              <a:custGeom>
                <a:avLst/>
                <a:gdLst>
                  <a:gd name="T0" fmla="*/ 0 w 6"/>
                  <a:gd name="T1" fmla="*/ 7 h 16"/>
                  <a:gd name="T2" fmla="*/ 0 w 6"/>
                  <a:gd name="T3" fmla="*/ 16 h 16"/>
                  <a:gd name="T4" fmla="*/ 6 w 6"/>
                  <a:gd name="T5" fmla="*/ 16 h 16"/>
                  <a:gd name="T6" fmla="*/ 6 w 6"/>
                  <a:gd name="T7" fmla="*/ 7 h 16"/>
                  <a:gd name="T8" fmla="*/ 6 w 6"/>
                  <a:gd name="T9" fmla="*/ 5 h 16"/>
                  <a:gd name="T10" fmla="*/ 6 w 6"/>
                  <a:gd name="T11" fmla="*/ 5 h 16"/>
                  <a:gd name="T12" fmla="*/ 6 w 6"/>
                  <a:gd name="T13" fmla="*/ 0 h 16"/>
                  <a:gd name="T14" fmla="*/ 2 w 6"/>
                  <a:gd name="T15" fmla="*/ 0 h 16"/>
                  <a:gd name="T16" fmla="*/ 2 w 6"/>
                  <a:gd name="T17" fmla="*/ 5 h 16"/>
                  <a:gd name="T18" fmla="*/ 0 w 6"/>
                  <a:gd name="T19" fmla="*/ 7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16"/>
                  <a:gd name="T32" fmla="*/ 6 w 6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16">
                    <a:moveTo>
                      <a:pt x="0" y="7"/>
                    </a:moveTo>
                    <a:lnTo>
                      <a:pt x="0" y="16"/>
                    </a:lnTo>
                    <a:lnTo>
                      <a:pt x="6" y="16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2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3573" name="Group 1166"/>
            <p:cNvGrpSpPr>
              <a:grpSpLocks/>
            </p:cNvGrpSpPr>
            <p:nvPr/>
          </p:nvGrpSpPr>
          <p:grpSpPr bwMode="auto">
            <a:xfrm>
              <a:off x="2276" y="3401"/>
              <a:ext cx="98" cy="113"/>
              <a:chOff x="2639" y="2424"/>
              <a:chExt cx="155" cy="184"/>
            </a:xfrm>
          </p:grpSpPr>
          <p:sp>
            <p:nvSpPr>
              <p:cNvPr id="54125" name="Freeform 1167"/>
              <p:cNvSpPr>
                <a:spLocks/>
              </p:cNvSpPr>
              <p:nvPr/>
            </p:nvSpPr>
            <p:spPr bwMode="auto">
              <a:xfrm>
                <a:off x="2710" y="2494"/>
                <a:ext cx="1" cy="22"/>
              </a:xfrm>
              <a:custGeom>
                <a:avLst/>
                <a:gdLst>
                  <a:gd name="T0" fmla="*/ 0 w 1"/>
                  <a:gd name="T1" fmla="*/ 22 h 22"/>
                  <a:gd name="T2" fmla="*/ 0 w 1"/>
                  <a:gd name="T3" fmla="*/ 2 h 22"/>
                  <a:gd name="T4" fmla="*/ 0 w 1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2"/>
                  <a:gd name="T11" fmla="*/ 1 w 1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2">
                    <a:moveTo>
                      <a:pt x="0" y="2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26" name="Freeform 1168"/>
              <p:cNvSpPr>
                <a:spLocks/>
              </p:cNvSpPr>
              <p:nvPr/>
            </p:nvSpPr>
            <p:spPr bwMode="auto">
              <a:xfrm>
                <a:off x="2704" y="2494"/>
                <a:ext cx="1" cy="19"/>
              </a:xfrm>
              <a:custGeom>
                <a:avLst/>
                <a:gdLst>
                  <a:gd name="T0" fmla="*/ 0 w 1"/>
                  <a:gd name="T1" fmla="*/ 19 h 19"/>
                  <a:gd name="T2" fmla="*/ 0 w 1"/>
                  <a:gd name="T3" fmla="*/ 2 h 19"/>
                  <a:gd name="T4" fmla="*/ 0 w 1"/>
                  <a:gd name="T5" fmla="*/ 0 h 19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9"/>
                  <a:gd name="T11" fmla="*/ 1 w 1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9">
                    <a:moveTo>
                      <a:pt x="0" y="19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27" name="Freeform 1169"/>
              <p:cNvSpPr>
                <a:spLocks/>
              </p:cNvSpPr>
              <p:nvPr/>
            </p:nvSpPr>
            <p:spPr bwMode="auto">
              <a:xfrm>
                <a:off x="2697" y="2494"/>
                <a:ext cx="7" cy="24"/>
              </a:xfrm>
              <a:custGeom>
                <a:avLst/>
                <a:gdLst>
                  <a:gd name="T0" fmla="*/ 0 w 7"/>
                  <a:gd name="T1" fmla="*/ 24 h 24"/>
                  <a:gd name="T2" fmla="*/ 4 w 7"/>
                  <a:gd name="T3" fmla="*/ 2 h 24"/>
                  <a:gd name="T4" fmla="*/ 7 w 7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24"/>
                  <a:gd name="T11" fmla="*/ 7 w 7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24">
                    <a:moveTo>
                      <a:pt x="0" y="24"/>
                    </a:moveTo>
                    <a:lnTo>
                      <a:pt x="4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28" name="Freeform 1170"/>
              <p:cNvSpPr>
                <a:spLocks/>
              </p:cNvSpPr>
              <p:nvPr/>
            </p:nvSpPr>
            <p:spPr bwMode="auto">
              <a:xfrm>
                <a:off x="2697" y="2494"/>
                <a:ext cx="9" cy="24"/>
              </a:xfrm>
              <a:custGeom>
                <a:avLst/>
                <a:gdLst>
                  <a:gd name="T0" fmla="*/ 0 w 9"/>
                  <a:gd name="T1" fmla="*/ 24 h 24"/>
                  <a:gd name="T2" fmla="*/ 7 w 9"/>
                  <a:gd name="T3" fmla="*/ 2 h 24"/>
                  <a:gd name="T4" fmla="*/ 9 w 9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24"/>
                  <a:gd name="T11" fmla="*/ 9 w 9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24">
                    <a:moveTo>
                      <a:pt x="0" y="24"/>
                    </a:moveTo>
                    <a:lnTo>
                      <a:pt x="7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29" name="Freeform 1171"/>
              <p:cNvSpPr>
                <a:spLocks/>
              </p:cNvSpPr>
              <p:nvPr/>
            </p:nvSpPr>
            <p:spPr bwMode="auto">
              <a:xfrm>
                <a:off x="2688" y="2496"/>
                <a:ext cx="16" cy="22"/>
              </a:xfrm>
              <a:custGeom>
                <a:avLst/>
                <a:gdLst>
                  <a:gd name="T0" fmla="*/ 9 w 16"/>
                  <a:gd name="T1" fmla="*/ 22 h 22"/>
                  <a:gd name="T2" fmla="*/ 0 w 16"/>
                  <a:gd name="T3" fmla="*/ 22 h 22"/>
                  <a:gd name="T4" fmla="*/ 0 w 16"/>
                  <a:gd name="T5" fmla="*/ 22 h 22"/>
                  <a:gd name="T6" fmla="*/ 9 w 16"/>
                  <a:gd name="T7" fmla="*/ 22 h 22"/>
                  <a:gd name="T8" fmla="*/ 16 w 16"/>
                  <a:gd name="T9" fmla="*/ 0 h 22"/>
                  <a:gd name="T10" fmla="*/ 13 w 16"/>
                  <a:gd name="T11" fmla="*/ 0 h 22"/>
                  <a:gd name="T12" fmla="*/ 9 w 1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22"/>
                  <a:gd name="T23" fmla="*/ 16 w 16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22">
                    <a:moveTo>
                      <a:pt x="9" y="22"/>
                    </a:moveTo>
                    <a:lnTo>
                      <a:pt x="0" y="22"/>
                    </a:lnTo>
                    <a:lnTo>
                      <a:pt x="9" y="22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9" y="2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30" name="Freeform 1172"/>
              <p:cNvSpPr>
                <a:spLocks/>
              </p:cNvSpPr>
              <p:nvPr/>
            </p:nvSpPr>
            <p:spPr bwMode="auto">
              <a:xfrm>
                <a:off x="2766" y="2496"/>
                <a:ext cx="15" cy="22"/>
              </a:xfrm>
              <a:custGeom>
                <a:avLst/>
                <a:gdLst>
                  <a:gd name="T0" fmla="*/ 6 w 15"/>
                  <a:gd name="T1" fmla="*/ 22 h 22"/>
                  <a:gd name="T2" fmla="*/ 15 w 15"/>
                  <a:gd name="T3" fmla="*/ 22 h 22"/>
                  <a:gd name="T4" fmla="*/ 15 w 15"/>
                  <a:gd name="T5" fmla="*/ 22 h 22"/>
                  <a:gd name="T6" fmla="*/ 6 w 15"/>
                  <a:gd name="T7" fmla="*/ 22 h 22"/>
                  <a:gd name="T8" fmla="*/ 0 w 15"/>
                  <a:gd name="T9" fmla="*/ 0 h 22"/>
                  <a:gd name="T10" fmla="*/ 2 w 15"/>
                  <a:gd name="T11" fmla="*/ 0 h 22"/>
                  <a:gd name="T12" fmla="*/ 6 w 15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22"/>
                  <a:gd name="T23" fmla="*/ 15 w 15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22">
                    <a:moveTo>
                      <a:pt x="6" y="22"/>
                    </a:moveTo>
                    <a:lnTo>
                      <a:pt x="15" y="22"/>
                    </a:lnTo>
                    <a:lnTo>
                      <a:pt x="6" y="2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2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31" name="Rectangle 1173"/>
              <p:cNvSpPr>
                <a:spLocks noChangeArrowheads="1"/>
              </p:cNvSpPr>
              <p:nvPr/>
            </p:nvSpPr>
            <p:spPr bwMode="auto">
              <a:xfrm>
                <a:off x="2781" y="2456"/>
                <a:ext cx="7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32" name="Freeform 1174"/>
              <p:cNvSpPr>
                <a:spLocks/>
              </p:cNvSpPr>
              <p:nvPr/>
            </p:nvSpPr>
            <p:spPr bwMode="auto">
              <a:xfrm>
                <a:off x="2781" y="2456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33" name="Freeform 1175"/>
              <p:cNvSpPr>
                <a:spLocks/>
              </p:cNvSpPr>
              <p:nvPr/>
            </p:nvSpPr>
            <p:spPr bwMode="auto">
              <a:xfrm>
                <a:off x="2781" y="2456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34" name="Freeform 1176"/>
              <p:cNvSpPr>
                <a:spLocks/>
              </p:cNvSpPr>
              <p:nvPr/>
            </p:nvSpPr>
            <p:spPr bwMode="auto">
              <a:xfrm>
                <a:off x="2788" y="2456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35" name="Freeform 1177"/>
              <p:cNvSpPr>
                <a:spLocks/>
              </p:cNvSpPr>
              <p:nvPr/>
            </p:nvSpPr>
            <p:spPr bwMode="auto">
              <a:xfrm>
                <a:off x="2781" y="2461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36" name="Freeform 1178"/>
              <p:cNvSpPr>
                <a:spLocks/>
              </p:cNvSpPr>
              <p:nvPr/>
            </p:nvSpPr>
            <p:spPr bwMode="auto">
              <a:xfrm>
                <a:off x="2783" y="2446"/>
                <a:ext cx="5" cy="4"/>
              </a:xfrm>
              <a:custGeom>
                <a:avLst/>
                <a:gdLst>
                  <a:gd name="T0" fmla="*/ 3 w 5"/>
                  <a:gd name="T1" fmla="*/ 2 h 4"/>
                  <a:gd name="T2" fmla="*/ 0 w 5"/>
                  <a:gd name="T3" fmla="*/ 0 h 4"/>
                  <a:gd name="T4" fmla="*/ 0 w 5"/>
                  <a:gd name="T5" fmla="*/ 2 h 4"/>
                  <a:gd name="T6" fmla="*/ 0 w 5"/>
                  <a:gd name="T7" fmla="*/ 4 h 4"/>
                  <a:gd name="T8" fmla="*/ 0 w 5"/>
                  <a:gd name="T9" fmla="*/ 4 h 4"/>
                  <a:gd name="T10" fmla="*/ 5 w 5"/>
                  <a:gd name="T11" fmla="*/ 4 h 4"/>
                  <a:gd name="T12" fmla="*/ 3 w 5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4"/>
                  <a:gd name="T23" fmla="*/ 5 w 5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4">
                    <a:moveTo>
                      <a:pt x="3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37" name="Freeform 1179"/>
              <p:cNvSpPr>
                <a:spLocks/>
              </p:cNvSpPr>
              <p:nvPr/>
            </p:nvSpPr>
            <p:spPr bwMode="auto">
              <a:xfrm>
                <a:off x="2786" y="2448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2 h 4"/>
                  <a:gd name="T4" fmla="*/ 4 w 4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4"/>
                  <a:gd name="T11" fmla="*/ 4 w 4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4">
                    <a:moveTo>
                      <a:pt x="0" y="0"/>
                    </a:moveTo>
                    <a:lnTo>
                      <a:pt x="2" y="2"/>
                    </a:lnTo>
                    <a:lnTo>
                      <a:pt x="4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38" name="Freeform 1180"/>
              <p:cNvSpPr>
                <a:spLocks/>
              </p:cNvSpPr>
              <p:nvPr/>
            </p:nvSpPr>
            <p:spPr bwMode="auto">
              <a:xfrm>
                <a:off x="2783" y="2446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3 w 5"/>
                  <a:gd name="T3" fmla="*/ 2 h 4"/>
                  <a:gd name="T4" fmla="*/ 5 w 5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4"/>
                  <a:gd name="T11" fmla="*/ 5 w 5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4">
                    <a:moveTo>
                      <a:pt x="0" y="0"/>
                    </a:moveTo>
                    <a:lnTo>
                      <a:pt x="3" y="2"/>
                    </a:lnTo>
                    <a:lnTo>
                      <a:pt x="5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39" name="Freeform 1181"/>
              <p:cNvSpPr>
                <a:spLocks/>
              </p:cNvSpPr>
              <p:nvPr/>
            </p:nvSpPr>
            <p:spPr bwMode="auto">
              <a:xfrm>
                <a:off x="2781" y="245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40" name="Freeform 1182"/>
              <p:cNvSpPr>
                <a:spLocks/>
              </p:cNvSpPr>
              <p:nvPr/>
            </p:nvSpPr>
            <p:spPr bwMode="auto">
              <a:xfrm>
                <a:off x="2783" y="244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41" name="Freeform 1183"/>
              <p:cNvSpPr>
                <a:spLocks/>
              </p:cNvSpPr>
              <p:nvPr/>
            </p:nvSpPr>
            <p:spPr bwMode="auto">
              <a:xfrm>
                <a:off x="2781" y="2450"/>
                <a:ext cx="7" cy="1"/>
              </a:xfrm>
              <a:custGeom>
                <a:avLst/>
                <a:gdLst>
                  <a:gd name="T0" fmla="*/ 7 w 7"/>
                  <a:gd name="T1" fmla="*/ 0 h 1"/>
                  <a:gd name="T2" fmla="*/ 2 w 7"/>
                  <a:gd name="T3" fmla="*/ 0 h 1"/>
                  <a:gd name="T4" fmla="*/ 0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7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42" name="Freeform 1184"/>
              <p:cNvSpPr>
                <a:spLocks/>
              </p:cNvSpPr>
              <p:nvPr/>
            </p:nvSpPr>
            <p:spPr bwMode="auto">
              <a:xfrm>
                <a:off x="2783" y="244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43" name="Rectangle 1185"/>
              <p:cNvSpPr>
                <a:spLocks noChangeArrowheads="1"/>
              </p:cNvSpPr>
              <p:nvPr/>
            </p:nvSpPr>
            <p:spPr bwMode="auto">
              <a:xfrm>
                <a:off x="2710" y="2443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44" name="Freeform 1186"/>
              <p:cNvSpPr>
                <a:spLocks/>
              </p:cNvSpPr>
              <p:nvPr/>
            </p:nvSpPr>
            <p:spPr bwMode="auto">
              <a:xfrm>
                <a:off x="2710" y="2443"/>
                <a:ext cx="20" cy="1"/>
              </a:xfrm>
              <a:custGeom>
                <a:avLst/>
                <a:gdLst>
                  <a:gd name="T0" fmla="*/ 0 w 20"/>
                  <a:gd name="T1" fmla="*/ 0 h 1"/>
                  <a:gd name="T2" fmla="*/ 18 w 20"/>
                  <a:gd name="T3" fmla="*/ 0 h 1"/>
                  <a:gd name="T4" fmla="*/ 20 w 2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1"/>
                  <a:gd name="T11" fmla="*/ 20 w 2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1">
                    <a:moveTo>
                      <a:pt x="0" y="0"/>
                    </a:moveTo>
                    <a:lnTo>
                      <a:pt x="18" y="0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45" name="Freeform 1187"/>
              <p:cNvSpPr>
                <a:spLocks/>
              </p:cNvSpPr>
              <p:nvPr/>
            </p:nvSpPr>
            <p:spPr bwMode="auto">
              <a:xfrm>
                <a:off x="2710" y="2443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46" name="Freeform 1188"/>
              <p:cNvSpPr>
                <a:spLocks/>
              </p:cNvSpPr>
              <p:nvPr/>
            </p:nvSpPr>
            <p:spPr bwMode="auto">
              <a:xfrm>
                <a:off x="2728" y="2443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47" name="Freeform 1189"/>
              <p:cNvSpPr>
                <a:spLocks/>
              </p:cNvSpPr>
              <p:nvPr/>
            </p:nvSpPr>
            <p:spPr bwMode="auto">
              <a:xfrm>
                <a:off x="2710" y="2448"/>
                <a:ext cx="20" cy="1"/>
              </a:xfrm>
              <a:custGeom>
                <a:avLst/>
                <a:gdLst>
                  <a:gd name="T0" fmla="*/ 0 w 20"/>
                  <a:gd name="T1" fmla="*/ 0 h 1"/>
                  <a:gd name="T2" fmla="*/ 18 w 20"/>
                  <a:gd name="T3" fmla="*/ 0 h 1"/>
                  <a:gd name="T4" fmla="*/ 20 w 2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1"/>
                  <a:gd name="T11" fmla="*/ 20 w 2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1">
                    <a:moveTo>
                      <a:pt x="0" y="0"/>
                    </a:moveTo>
                    <a:lnTo>
                      <a:pt x="18" y="0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48" name="Rectangle 1190"/>
              <p:cNvSpPr>
                <a:spLocks noChangeArrowheads="1"/>
              </p:cNvSpPr>
              <p:nvPr/>
            </p:nvSpPr>
            <p:spPr bwMode="auto">
              <a:xfrm>
                <a:off x="2710" y="2441"/>
                <a:ext cx="2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49" name="Freeform 1191"/>
              <p:cNvSpPr>
                <a:spLocks/>
              </p:cNvSpPr>
              <p:nvPr/>
            </p:nvSpPr>
            <p:spPr bwMode="auto">
              <a:xfrm>
                <a:off x="2710" y="2439"/>
                <a:ext cx="1" cy="7"/>
              </a:xfrm>
              <a:custGeom>
                <a:avLst/>
                <a:gdLst>
                  <a:gd name="T0" fmla="*/ 0 w 1"/>
                  <a:gd name="T1" fmla="*/ 7 h 7"/>
                  <a:gd name="T2" fmla="*/ 0 w 1"/>
                  <a:gd name="T3" fmla="*/ 2 h 7"/>
                  <a:gd name="T4" fmla="*/ 0 w 1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50" name="Freeform 1192"/>
              <p:cNvSpPr>
                <a:spLocks/>
              </p:cNvSpPr>
              <p:nvPr/>
            </p:nvSpPr>
            <p:spPr bwMode="auto">
              <a:xfrm>
                <a:off x="2710" y="2446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51" name="Freeform 1193"/>
              <p:cNvSpPr>
                <a:spLocks/>
              </p:cNvSpPr>
              <p:nvPr/>
            </p:nvSpPr>
            <p:spPr bwMode="auto">
              <a:xfrm>
                <a:off x="2710" y="2441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52" name="Freeform 1194"/>
              <p:cNvSpPr>
                <a:spLocks/>
              </p:cNvSpPr>
              <p:nvPr/>
            </p:nvSpPr>
            <p:spPr bwMode="auto">
              <a:xfrm>
                <a:off x="2712" y="2439"/>
                <a:ext cx="1" cy="7"/>
              </a:xfrm>
              <a:custGeom>
                <a:avLst/>
                <a:gdLst>
                  <a:gd name="T0" fmla="*/ 0 w 1"/>
                  <a:gd name="T1" fmla="*/ 7 h 7"/>
                  <a:gd name="T2" fmla="*/ 0 w 1"/>
                  <a:gd name="T3" fmla="*/ 2 h 7"/>
                  <a:gd name="T4" fmla="*/ 0 w 1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53" name="Freeform 1195"/>
              <p:cNvSpPr>
                <a:spLocks/>
              </p:cNvSpPr>
              <p:nvPr/>
            </p:nvSpPr>
            <p:spPr bwMode="auto">
              <a:xfrm>
                <a:off x="2724" y="2435"/>
                <a:ext cx="4" cy="6"/>
              </a:xfrm>
              <a:custGeom>
                <a:avLst/>
                <a:gdLst>
                  <a:gd name="T0" fmla="*/ 2 w 4"/>
                  <a:gd name="T1" fmla="*/ 6 h 6"/>
                  <a:gd name="T2" fmla="*/ 0 w 4"/>
                  <a:gd name="T3" fmla="*/ 0 h 6"/>
                  <a:gd name="T4" fmla="*/ 2 w 4"/>
                  <a:gd name="T5" fmla="*/ 0 h 6"/>
                  <a:gd name="T6" fmla="*/ 4 w 4"/>
                  <a:gd name="T7" fmla="*/ 6 h 6"/>
                  <a:gd name="T8" fmla="*/ 2 w 4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6"/>
                  <a:gd name="T17" fmla="*/ 4 w 4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6">
                    <a:moveTo>
                      <a:pt x="2" y="6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54" name="Freeform 1196"/>
              <p:cNvSpPr>
                <a:spLocks/>
              </p:cNvSpPr>
              <p:nvPr/>
            </p:nvSpPr>
            <p:spPr bwMode="auto">
              <a:xfrm>
                <a:off x="2726" y="2435"/>
                <a:ext cx="4" cy="8"/>
              </a:xfrm>
              <a:custGeom>
                <a:avLst/>
                <a:gdLst>
                  <a:gd name="T0" fmla="*/ 0 w 4"/>
                  <a:gd name="T1" fmla="*/ 0 h 8"/>
                  <a:gd name="T2" fmla="*/ 2 w 4"/>
                  <a:gd name="T3" fmla="*/ 6 h 8"/>
                  <a:gd name="T4" fmla="*/ 4 w 4"/>
                  <a:gd name="T5" fmla="*/ 8 h 8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8"/>
                  <a:gd name="T11" fmla="*/ 4 w 4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8">
                    <a:moveTo>
                      <a:pt x="0" y="0"/>
                    </a:moveTo>
                    <a:lnTo>
                      <a:pt x="2" y="6"/>
                    </a:lnTo>
                    <a:lnTo>
                      <a:pt x="4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55" name="Freeform 1197"/>
              <p:cNvSpPr>
                <a:spLocks/>
              </p:cNvSpPr>
              <p:nvPr/>
            </p:nvSpPr>
            <p:spPr bwMode="auto">
              <a:xfrm>
                <a:off x="2721" y="2435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3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56" name="Freeform 1198"/>
              <p:cNvSpPr>
                <a:spLocks/>
              </p:cNvSpPr>
              <p:nvPr/>
            </p:nvSpPr>
            <p:spPr bwMode="auto">
              <a:xfrm>
                <a:off x="2724" y="244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57" name="Freeform 1199"/>
              <p:cNvSpPr>
                <a:spLocks/>
              </p:cNvSpPr>
              <p:nvPr/>
            </p:nvSpPr>
            <p:spPr bwMode="auto">
              <a:xfrm>
                <a:off x="2724" y="2435"/>
                <a:ext cx="4" cy="8"/>
              </a:xfrm>
              <a:custGeom>
                <a:avLst/>
                <a:gdLst>
                  <a:gd name="T0" fmla="*/ 0 w 4"/>
                  <a:gd name="T1" fmla="*/ 0 h 8"/>
                  <a:gd name="T2" fmla="*/ 2 w 4"/>
                  <a:gd name="T3" fmla="*/ 6 h 8"/>
                  <a:gd name="T4" fmla="*/ 4 w 4"/>
                  <a:gd name="T5" fmla="*/ 8 h 8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8"/>
                  <a:gd name="T11" fmla="*/ 4 w 4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8">
                    <a:moveTo>
                      <a:pt x="0" y="0"/>
                    </a:moveTo>
                    <a:lnTo>
                      <a:pt x="2" y="6"/>
                    </a:lnTo>
                    <a:lnTo>
                      <a:pt x="4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58" name="Rectangle 1200"/>
              <p:cNvSpPr>
                <a:spLocks noChangeArrowheads="1"/>
              </p:cNvSpPr>
              <p:nvPr/>
            </p:nvSpPr>
            <p:spPr bwMode="auto">
              <a:xfrm>
                <a:off x="2728" y="2441"/>
                <a:ext cx="2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59" name="Freeform 1201"/>
              <p:cNvSpPr>
                <a:spLocks/>
              </p:cNvSpPr>
              <p:nvPr/>
            </p:nvSpPr>
            <p:spPr bwMode="auto">
              <a:xfrm>
                <a:off x="2730" y="2441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60" name="Freeform 1202"/>
              <p:cNvSpPr>
                <a:spLocks/>
              </p:cNvSpPr>
              <p:nvPr/>
            </p:nvSpPr>
            <p:spPr bwMode="auto">
              <a:xfrm>
                <a:off x="2726" y="244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61" name="Freeform 1203"/>
              <p:cNvSpPr>
                <a:spLocks/>
              </p:cNvSpPr>
              <p:nvPr/>
            </p:nvSpPr>
            <p:spPr bwMode="auto">
              <a:xfrm>
                <a:off x="2726" y="244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62" name="Freeform 1204"/>
              <p:cNvSpPr>
                <a:spLocks/>
              </p:cNvSpPr>
              <p:nvPr/>
            </p:nvSpPr>
            <p:spPr bwMode="auto">
              <a:xfrm>
                <a:off x="2728" y="2441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63" name="Freeform 1205"/>
              <p:cNvSpPr>
                <a:spLocks/>
              </p:cNvSpPr>
              <p:nvPr/>
            </p:nvSpPr>
            <p:spPr bwMode="auto">
              <a:xfrm>
                <a:off x="2724" y="2430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2 w 4"/>
                  <a:gd name="T3" fmla="*/ 0 h 5"/>
                  <a:gd name="T4" fmla="*/ 4 w 4"/>
                  <a:gd name="T5" fmla="*/ 2 h 5"/>
                  <a:gd name="T6" fmla="*/ 2 w 4"/>
                  <a:gd name="T7" fmla="*/ 5 h 5"/>
                  <a:gd name="T8" fmla="*/ 0 w 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0" y="5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2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64" name="Freeform 1206"/>
              <p:cNvSpPr>
                <a:spLocks/>
              </p:cNvSpPr>
              <p:nvPr/>
            </p:nvSpPr>
            <p:spPr bwMode="auto">
              <a:xfrm>
                <a:off x="2724" y="2432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2 w 4"/>
                  <a:gd name="T3" fmla="*/ 3 h 5"/>
                  <a:gd name="T4" fmla="*/ 0 w 4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4" y="0"/>
                    </a:moveTo>
                    <a:lnTo>
                      <a:pt x="2" y="3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65" name="Freeform 1207"/>
              <p:cNvSpPr>
                <a:spLocks/>
              </p:cNvSpPr>
              <p:nvPr/>
            </p:nvSpPr>
            <p:spPr bwMode="auto">
              <a:xfrm>
                <a:off x="2724" y="2428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2 w 4"/>
                  <a:gd name="T3" fmla="*/ 2 h 4"/>
                  <a:gd name="T4" fmla="*/ 0 w 4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4"/>
                  <a:gd name="T11" fmla="*/ 4 w 4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4">
                    <a:moveTo>
                      <a:pt x="4" y="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66" name="Freeform 1208"/>
              <p:cNvSpPr>
                <a:spLocks/>
              </p:cNvSpPr>
              <p:nvPr/>
            </p:nvSpPr>
            <p:spPr bwMode="auto">
              <a:xfrm>
                <a:off x="2721" y="2435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3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67" name="Freeform 1209"/>
              <p:cNvSpPr>
                <a:spLocks/>
              </p:cNvSpPr>
              <p:nvPr/>
            </p:nvSpPr>
            <p:spPr bwMode="auto">
              <a:xfrm>
                <a:off x="2721" y="2430"/>
                <a:ext cx="5" cy="7"/>
              </a:xfrm>
              <a:custGeom>
                <a:avLst/>
                <a:gdLst>
                  <a:gd name="T0" fmla="*/ 5 w 5"/>
                  <a:gd name="T1" fmla="*/ 0 h 7"/>
                  <a:gd name="T2" fmla="*/ 3 w 5"/>
                  <a:gd name="T3" fmla="*/ 5 h 7"/>
                  <a:gd name="T4" fmla="*/ 0 w 5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7"/>
                  <a:gd name="T11" fmla="*/ 5 w 5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7">
                    <a:moveTo>
                      <a:pt x="5" y="0"/>
                    </a:moveTo>
                    <a:lnTo>
                      <a:pt x="3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68" name="Freeform 1210"/>
              <p:cNvSpPr>
                <a:spLocks/>
              </p:cNvSpPr>
              <p:nvPr/>
            </p:nvSpPr>
            <p:spPr bwMode="auto">
              <a:xfrm>
                <a:off x="2721" y="2426"/>
                <a:ext cx="7" cy="6"/>
              </a:xfrm>
              <a:custGeom>
                <a:avLst/>
                <a:gdLst>
                  <a:gd name="T0" fmla="*/ 5 w 7"/>
                  <a:gd name="T1" fmla="*/ 6 h 6"/>
                  <a:gd name="T2" fmla="*/ 0 w 7"/>
                  <a:gd name="T3" fmla="*/ 0 h 6"/>
                  <a:gd name="T4" fmla="*/ 3 w 7"/>
                  <a:gd name="T5" fmla="*/ 0 h 6"/>
                  <a:gd name="T6" fmla="*/ 7 w 7"/>
                  <a:gd name="T7" fmla="*/ 4 h 6"/>
                  <a:gd name="T8" fmla="*/ 5 w 7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6"/>
                  <a:gd name="T17" fmla="*/ 7 w 7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6">
                    <a:moveTo>
                      <a:pt x="5" y="6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7" y="4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69" name="Freeform 1211"/>
              <p:cNvSpPr>
                <a:spLocks/>
              </p:cNvSpPr>
              <p:nvPr/>
            </p:nvSpPr>
            <p:spPr bwMode="auto">
              <a:xfrm>
                <a:off x="2724" y="2426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4 w 6"/>
                  <a:gd name="T3" fmla="*/ 4 h 6"/>
                  <a:gd name="T4" fmla="*/ 6 w 6"/>
                  <a:gd name="T5" fmla="*/ 6 h 6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6"/>
                  <a:gd name="T11" fmla="*/ 6 w 6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6">
                    <a:moveTo>
                      <a:pt x="0" y="0"/>
                    </a:moveTo>
                    <a:lnTo>
                      <a:pt x="4" y="4"/>
                    </a:lnTo>
                    <a:lnTo>
                      <a:pt x="6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70" name="Freeform 1212"/>
              <p:cNvSpPr>
                <a:spLocks/>
              </p:cNvSpPr>
              <p:nvPr/>
            </p:nvSpPr>
            <p:spPr bwMode="auto">
              <a:xfrm>
                <a:off x="2719" y="2426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2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71" name="Freeform 1213"/>
              <p:cNvSpPr>
                <a:spLocks/>
              </p:cNvSpPr>
              <p:nvPr/>
            </p:nvSpPr>
            <p:spPr bwMode="auto">
              <a:xfrm>
                <a:off x="2724" y="2430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2 w 4"/>
                  <a:gd name="T3" fmla="*/ 2 h 5"/>
                  <a:gd name="T4" fmla="*/ 0 w 4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4" y="0"/>
                    </a:moveTo>
                    <a:lnTo>
                      <a:pt x="2" y="2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72" name="Freeform 1214"/>
              <p:cNvSpPr>
                <a:spLocks/>
              </p:cNvSpPr>
              <p:nvPr/>
            </p:nvSpPr>
            <p:spPr bwMode="auto">
              <a:xfrm>
                <a:off x="2721" y="2426"/>
                <a:ext cx="7" cy="9"/>
              </a:xfrm>
              <a:custGeom>
                <a:avLst/>
                <a:gdLst>
                  <a:gd name="T0" fmla="*/ 0 w 7"/>
                  <a:gd name="T1" fmla="*/ 0 h 9"/>
                  <a:gd name="T2" fmla="*/ 5 w 7"/>
                  <a:gd name="T3" fmla="*/ 6 h 9"/>
                  <a:gd name="T4" fmla="*/ 7 w 7"/>
                  <a:gd name="T5" fmla="*/ 9 h 9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9"/>
                  <a:gd name="T11" fmla="*/ 7 w 7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9">
                    <a:moveTo>
                      <a:pt x="0" y="0"/>
                    </a:moveTo>
                    <a:lnTo>
                      <a:pt x="5" y="6"/>
                    </a:lnTo>
                    <a:lnTo>
                      <a:pt x="7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73" name="Rectangle 1215"/>
              <p:cNvSpPr>
                <a:spLocks noChangeArrowheads="1"/>
              </p:cNvSpPr>
              <p:nvPr/>
            </p:nvSpPr>
            <p:spPr bwMode="auto">
              <a:xfrm>
                <a:off x="2712" y="2439"/>
                <a:ext cx="7" cy="4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74" name="Freeform 1216"/>
              <p:cNvSpPr>
                <a:spLocks/>
              </p:cNvSpPr>
              <p:nvPr/>
            </p:nvSpPr>
            <p:spPr bwMode="auto">
              <a:xfrm>
                <a:off x="2712" y="2439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75" name="Freeform 1217"/>
              <p:cNvSpPr>
                <a:spLocks/>
              </p:cNvSpPr>
              <p:nvPr/>
            </p:nvSpPr>
            <p:spPr bwMode="auto">
              <a:xfrm>
                <a:off x="2712" y="243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4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4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76" name="Freeform 1218"/>
              <p:cNvSpPr>
                <a:spLocks/>
              </p:cNvSpPr>
              <p:nvPr/>
            </p:nvSpPr>
            <p:spPr bwMode="auto">
              <a:xfrm>
                <a:off x="2719" y="243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4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4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77" name="Freeform 1219"/>
              <p:cNvSpPr>
                <a:spLocks/>
              </p:cNvSpPr>
              <p:nvPr/>
            </p:nvSpPr>
            <p:spPr bwMode="auto">
              <a:xfrm>
                <a:off x="2712" y="2443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78" name="Freeform 1220"/>
              <p:cNvSpPr>
                <a:spLocks/>
              </p:cNvSpPr>
              <p:nvPr/>
            </p:nvSpPr>
            <p:spPr bwMode="auto">
              <a:xfrm>
                <a:off x="2712" y="2435"/>
                <a:ext cx="5" cy="6"/>
              </a:xfrm>
              <a:custGeom>
                <a:avLst/>
                <a:gdLst>
                  <a:gd name="T0" fmla="*/ 5 w 5"/>
                  <a:gd name="T1" fmla="*/ 0 h 6"/>
                  <a:gd name="T2" fmla="*/ 3 w 5"/>
                  <a:gd name="T3" fmla="*/ 6 h 6"/>
                  <a:gd name="T4" fmla="*/ 0 w 5"/>
                  <a:gd name="T5" fmla="*/ 6 h 6"/>
                  <a:gd name="T6" fmla="*/ 3 w 5"/>
                  <a:gd name="T7" fmla="*/ 0 h 6"/>
                  <a:gd name="T8" fmla="*/ 5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6"/>
                  <a:gd name="T17" fmla="*/ 5 w 5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6">
                    <a:moveTo>
                      <a:pt x="5" y="0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79" name="Freeform 1221"/>
              <p:cNvSpPr>
                <a:spLocks/>
              </p:cNvSpPr>
              <p:nvPr/>
            </p:nvSpPr>
            <p:spPr bwMode="auto">
              <a:xfrm>
                <a:off x="2712" y="2432"/>
                <a:ext cx="5" cy="9"/>
              </a:xfrm>
              <a:custGeom>
                <a:avLst/>
                <a:gdLst>
                  <a:gd name="T0" fmla="*/ 0 w 5"/>
                  <a:gd name="T1" fmla="*/ 9 h 9"/>
                  <a:gd name="T2" fmla="*/ 3 w 5"/>
                  <a:gd name="T3" fmla="*/ 3 h 9"/>
                  <a:gd name="T4" fmla="*/ 5 w 5"/>
                  <a:gd name="T5" fmla="*/ 0 h 9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9"/>
                  <a:gd name="T11" fmla="*/ 5 w 5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9">
                    <a:moveTo>
                      <a:pt x="0" y="9"/>
                    </a:moveTo>
                    <a:lnTo>
                      <a:pt x="3" y="3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80" name="Freeform 1222"/>
              <p:cNvSpPr>
                <a:spLocks/>
              </p:cNvSpPr>
              <p:nvPr/>
            </p:nvSpPr>
            <p:spPr bwMode="auto">
              <a:xfrm>
                <a:off x="2712" y="2441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81" name="Freeform 1223"/>
              <p:cNvSpPr>
                <a:spLocks/>
              </p:cNvSpPr>
              <p:nvPr/>
            </p:nvSpPr>
            <p:spPr bwMode="auto">
              <a:xfrm>
                <a:off x="2715" y="2435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82" name="Freeform 1224"/>
              <p:cNvSpPr>
                <a:spLocks/>
              </p:cNvSpPr>
              <p:nvPr/>
            </p:nvSpPr>
            <p:spPr bwMode="auto">
              <a:xfrm>
                <a:off x="2715" y="2432"/>
                <a:ext cx="4" cy="9"/>
              </a:xfrm>
              <a:custGeom>
                <a:avLst/>
                <a:gdLst>
                  <a:gd name="T0" fmla="*/ 0 w 4"/>
                  <a:gd name="T1" fmla="*/ 9 h 9"/>
                  <a:gd name="T2" fmla="*/ 2 w 4"/>
                  <a:gd name="T3" fmla="*/ 3 h 9"/>
                  <a:gd name="T4" fmla="*/ 4 w 4"/>
                  <a:gd name="T5" fmla="*/ 0 h 9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9"/>
                  <a:gd name="T11" fmla="*/ 4 w 4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9">
                    <a:moveTo>
                      <a:pt x="0" y="9"/>
                    </a:moveTo>
                    <a:lnTo>
                      <a:pt x="2" y="3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83" name="Freeform 1225"/>
              <p:cNvSpPr>
                <a:spLocks/>
              </p:cNvSpPr>
              <p:nvPr/>
            </p:nvSpPr>
            <p:spPr bwMode="auto">
              <a:xfrm>
                <a:off x="2712" y="2430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0 w 5"/>
                  <a:gd name="T3" fmla="*/ 2 h 5"/>
                  <a:gd name="T4" fmla="*/ 5 w 5"/>
                  <a:gd name="T5" fmla="*/ 0 h 5"/>
                  <a:gd name="T6" fmla="*/ 5 w 5"/>
                  <a:gd name="T7" fmla="*/ 5 h 5"/>
                  <a:gd name="T8" fmla="*/ 3 w 5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5"/>
                  <a:gd name="T17" fmla="*/ 5 w 5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5">
                    <a:moveTo>
                      <a:pt x="3" y="5"/>
                    </a:moveTo>
                    <a:lnTo>
                      <a:pt x="0" y="2"/>
                    </a:lnTo>
                    <a:lnTo>
                      <a:pt x="5" y="0"/>
                    </a:lnTo>
                    <a:lnTo>
                      <a:pt x="5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84" name="Freeform 1226"/>
              <p:cNvSpPr>
                <a:spLocks/>
              </p:cNvSpPr>
              <p:nvPr/>
            </p:nvSpPr>
            <p:spPr bwMode="auto">
              <a:xfrm>
                <a:off x="2717" y="2430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85" name="Freeform 1227"/>
              <p:cNvSpPr>
                <a:spLocks/>
              </p:cNvSpPr>
              <p:nvPr/>
            </p:nvSpPr>
            <p:spPr bwMode="auto">
              <a:xfrm>
                <a:off x="2710" y="2430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2 w 7"/>
                  <a:gd name="T3" fmla="*/ 2 h 5"/>
                  <a:gd name="T4" fmla="*/ 0 w 7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0"/>
                    </a:moveTo>
                    <a:lnTo>
                      <a:pt x="2" y="2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86" name="Freeform 1228"/>
              <p:cNvSpPr>
                <a:spLocks/>
              </p:cNvSpPr>
              <p:nvPr/>
            </p:nvSpPr>
            <p:spPr bwMode="auto">
              <a:xfrm>
                <a:off x="2712" y="2435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3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87" name="Freeform 1229"/>
              <p:cNvSpPr>
                <a:spLocks/>
              </p:cNvSpPr>
              <p:nvPr/>
            </p:nvSpPr>
            <p:spPr bwMode="auto">
              <a:xfrm>
                <a:off x="2712" y="243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5"/>
                  <a:gd name="T11" fmla="*/ 5 w 5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88" name="Freeform 1230"/>
              <p:cNvSpPr>
                <a:spLocks/>
              </p:cNvSpPr>
              <p:nvPr/>
            </p:nvSpPr>
            <p:spPr bwMode="auto">
              <a:xfrm>
                <a:off x="2712" y="2426"/>
                <a:ext cx="7" cy="6"/>
              </a:xfrm>
              <a:custGeom>
                <a:avLst/>
                <a:gdLst>
                  <a:gd name="T0" fmla="*/ 7 w 7"/>
                  <a:gd name="T1" fmla="*/ 0 h 6"/>
                  <a:gd name="T2" fmla="*/ 5 w 7"/>
                  <a:gd name="T3" fmla="*/ 6 h 6"/>
                  <a:gd name="T4" fmla="*/ 0 w 7"/>
                  <a:gd name="T5" fmla="*/ 4 h 6"/>
                  <a:gd name="T6" fmla="*/ 5 w 7"/>
                  <a:gd name="T7" fmla="*/ 0 h 6"/>
                  <a:gd name="T8" fmla="*/ 7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6"/>
                  <a:gd name="T17" fmla="*/ 7 w 7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6">
                    <a:moveTo>
                      <a:pt x="7" y="0"/>
                    </a:moveTo>
                    <a:lnTo>
                      <a:pt x="5" y="6"/>
                    </a:lnTo>
                    <a:lnTo>
                      <a:pt x="0" y="4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89" name="Freeform 1231"/>
              <p:cNvSpPr>
                <a:spLocks/>
              </p:cNvSpPr>
              <p:nvPr/>
            </p:nvSpPr>
            <p:spPr bwMode="auto">
              <a:xfrm>
                <a:off x="2712" y="2424"/>
                <a:ext cx="7" cy="6"/>
              </a:xfrm>
              <a:custGeom>
                <a:avLst/>
                <a:gdLst>
                  <a:gd name="T0" fmla="*/ 0 w 7"/>
                  <a:gd name="T1" fmla="*/ 6 h 6"/>
                  <a:gd name="T2" fmla="*/ 5 w 7"/>
                  <a:gd name="T3" fmla="*/ 2 h 6"/>
                  <a:gd name="T4" fmla="*/ 7 w 7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6"/>
                  <a:gd name="T11" fmla="*/ 7 w 7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6">
                    <a:moveTo>
                      <a:pt x="0" y="6"/>
                    </a:moveTo>
                    <a:lnTo>
                      <a:pt x="5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90" name="Freeform 1232"/>
              <p:cNvSpPr>
                <a:spLocks/>
              </p:cNvSpPr>
              <p:nvPr/>
            </p:nvSpPr>
            <p:spPr bwMode="auto">
              <a:xfrm>
                <a:off x="2712" y="2430"/>
                <a:ext cx="7" cy="5"/>
              </a:xfrm>
              <a:custGeom>
                <a:avLst/>
                <a:gdLst>
                  <a:gd name="T0" fmla="*/ 0 w 7"/>
                  <a:gd name="T1" fmla="*/ 0 h 5"/>
                  <a:gd name="T2" fmla="*/ 5 w 7"/>
                  <a:gd name="T3" fmla="*/ 2 h 5"/>
                  <a:gd name="T4" fmla="*/ 7 w 7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0"/>
                    </a:moveTo>
                    <a:lnTo>
                      <a:pt x="5" y="2"/>
                    </a:lnTo>
                    <a:lnTo>
                      <a:pt x="7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91" name="Freeform 1233"/>
              <p:cNvSpPr>
                <a:spLocks/>
              </p:cNvSpPr>
              <p:nvPr/>
            </p:nvSpPr>
            <p:spPr bwMode="auto">
              <a:xfrm>
                <a:off x="2717" y="2426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92" name="Freeform 1234"/>
              <p:cNvSpPr>
                <a:spLocks/>
              </p:cNvSpPr>
              <p:nvPr/>
            </p:nvSpPr>
            <p:spPr bwMode="auto">
              <a:xfrm>
                <a:off x="2717" y="2424"/>
                <a:ext cx="4" cy="8"/>
              </a:xfrm>
              <a:custGeom>
                <a:avLst/>
                <a:gdLst>
                  <a:gd name="T0" fmla="*/ 0 w 4"/>
                  <a:gd name="T1" fmla="*/ 8 h 8"/>
                  <a:gd name="T2" fmla="*/ 2 w 4"/>
                  <a:gd name="T3" fmla="*/ 2 h 8"/>
                  <a:gd name="T4" fmla="*/ 4 w 4"/>
                  <a:gd name="T5" fmla="*/ 0 h 8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8"/>
                  <a:gd name="T11" fmla="*/ 4 w 4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8">
                    <a:moveTo>
                      <a:pt x="0" y="8"/>
                    </a:moveTo>
                    <a:lnTo>
                      <a:pt x="2" y="2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93" name="Rectangle 1235"/>
              <p:cNvSpPr>
                <a:spLocks noChangeArrowheads="1"/>
              </p:cNvSpPr>
              <p:nvPr/>
            </p:nvSpPr>
            <p:spPr bwMode="auto">
              <a:xfrm>
                <a:off x="2721" y="2439"/>
                <a:ext cx="7" cy="4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94" name="Freeform 1236"/>
              <p:cNvSpPr>
                <a:spLocks/>
              </p:cNvSpPr>
              <p:nvPr/>
            </p:nvSpPr>
            <p:spPr bwMode="auto">
              <a:xfrm>
                <a:off x="2719" y="2443"/>
                <a:ext cx="9" cy="1"/>
              </a:xfrm>
              <a:custGeom>
                <a:avLst/>
                <a:gdLst>
                  <a:gd name="T0" fmla="*/ 9 w 9"/>
                  <a:gd name="T1" fmla="*/ 0 h 1"/>
                  <a:gd name="T2" fmla="*/ 2 w 9"/>
                  <a:gd name="T3" fmla="*/ 0 h 1"/>
                  <a:gd name="T4" fmla="*/ 0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9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95" name="Freeform 1237"/>
              <p:cNvSpPr>
                <a:spLocks/>
              </p:cNvSpPr>
              <p:nvPr/>
            </p:nvSpPr>
            <p:spPr bwMode="auto">
              <a:xfrm>
                <a:off x="2728" y="2437"/>
                <a:ext cx="1" cy="6"/>
              </a:xfrm>
              <a:custGeom>
                <a:avLst/>
                <a:gdLst>
                  <a:gd name="T0" fmla="*/ 0 w 1"/>
                  <a:gd name="T1" fmla="*/ 6 h 6"/>
                  <a:gd name="T2" fmla="*/ 0 w 1"/>
                  <a:gd name="T3" fmla="*/ 2 h 6"/>
                  <a:gd name="T4" fmla="*/ 0 w 1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6"/>
                  <a:gd name="T11" fmla="*/ 1 w 1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6">
                    <a:moveTo>
                      <a:pt x="0" y="6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96" name="Freeform 1238"/>
              <p:cNvSpPr>
                <a:spLocks/>
              </p:cNvSpPr>
              <p:nvPr/>
            </p:nvSpPr>
            <p:spPr bwMode="auto">
              <a:xfrm>
                <a:off x="2721" y="2437"/>
                <a:ext cx="1" cy="6"/>
              </a:xfrm>
              <a:custGeom>
                <a:avLst/>
                <a:gdLst>
                  <a:gd name="T0" fmla="*/ 0 w 1"/>
                  <a:gd name="T1" fmla="*/ 6 h 6"/>
                  <a:gd name="T2" fmla="*/ 0 w 1"/>
                  <a:gd name="T3" fmla="*/ 2 h 6"/>
                  <a:gd name="T4" fmla="*/ 0 w 1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6"/>
                  <a:gd name="T11" fmla="*/ 1 w 1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6">
                    <a:moveTo>
                      <a:pt x="0" y="6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97" name="Freeform 1239"/>
              <p:cNvSpPr>
                <a:spLocks/>
              </p:cNvSpPr>
              <p:nvPr/>
            </p:nvSpPr>
            <p:spPr bwMode="auto">
              <a:xfrm>
                <a:off x="2719" y="2439"/>
                <a:ext cx="9" cy="1"/>
              </a:xfrm>
              <a:custGeom>
                <a:avLst/>
                <a:gdLst>
                  <a:gd name="T0" fmla="*/ 9 w 9"/>
                  <a:gd name="T1" fmla="*/ 0 h 1"/>
                  <a:gd name="T2" fmla="*/ 2 w 9"/>
                  <a:gd name="T3" fmla="*/ 0 h 1"/>
                  <a:gd name="T4" fmla="*/ 0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9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98" name="Rectangle 1240"/>
              <p:cNvSpPr>
                <a:spLocks noChangeArrowheads="1"/>
              </p:cNvSpPr>
              <p:nvPr/>
            </p:nvSpPr>
            <p:spPr bwMode="auto">
              <a:xfrm>
                <a:off x="2717" y="2426"/>
                <a:ext cx="7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99" name="Freeform 1241"/>
              <p:cNvSpPr>
                <a:spLocks/>
              </p:cNvSpPr>
              <p:nvPr/>
            </p:nvSpPr>
            <p:spPr bwMode="auto">
              <a:xfrm>
                <a:off x="2717" y="2426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00" name="Freeform 1242"/>
              <p:cNvSpPr>
                <a:spLocks/>
              </p:cNvSpPr>
              <p:nvPr/>
            </p:nvSpPr>
            <p:spPr bwMode="auto">
              <a:xfrm>
                <a:off x="2717" y="242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01" name="Freeform 1243"/>
              <p:cNvSpPr>
                <a:spLocks/>
              </p:cNvSpPr>
              <p:nvPr/>
            </p:nvSpPr>
            <p:spPr bwMode="auto">
              <a:xfrm>
                <a:off x="2724" y="242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02" name="Freeform 1244"/>
              <p:cNvSpPr>
                <a:spLocks/>
              </p:cNvSpPr>
              <p:nvPr/>
            </p:nvSpPr>
            <p:spPr bwMode="auto">
              <a:xfrm>
                <a:off x="2717" y="2428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03" name="Rectangle 1245"/>
              <p:cNvSpPr>
                <a:spLocks noChangeArrowheads="1"/>
              </p:cNvSpPr>
              <p:nvPr/>
            </p:nvSpPr>
            <p:spPr bwMode="auto">
              <a:xfrm>
                <a:off x="2717" y="2432"/>
                <a:ext cx="7" cy="3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04" name="Freeform 1246"/>
              <p:cNvSpPr>
                <a:spLocks/>
              </p:cNvSpPr>
              <p:nvPr/>
            </p:nvSpPr>
            <p:spPr bwMode="auto">
              <a:xfrm>
                <a:off x="2717" y="2432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05" name="Freeform 1247"/>
              <p:cNvSpPr>
                <a:spLocks/>
              </p:cNvSpPr>
              <p:nvPr/>
            </p:nvSpPr>
            <p:spPr bwMode="auto">
              <a:xfrm>
                <a:off x="2717" y="2432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3 h 5"/>
                  <a:gd name="T4" fmla="*/ 0 w 1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"/>
                  <a:gd name="T11" fmla="*/ 1 w 1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06" name="Freeform 1248"/>
              <p:cNvSpPr>
                <a:spLocks/>
              </p:cNvSpPr>
              <p:nvPr/>
            </p:nvSpPr>
            <p:spPr bwMode="auto">
              <a:xfrm>
                <a:off x="2724" y="2432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3 h 5"/>
                  <a:gd name="T4" fmla="*/ 0 w 1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"/>
                  <a:gd name="T11" fmla="*/ 1 w 1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07" name="Freeform 1249"/>
              <p:cNvSpPr>
                <a:spLocks/>
              </p:cNvSpPr>
              <p:nvPr/>
            </p:nvSpPr>
            <p:spPr bwMode="auto">
              <a:xfrm>
                <a:off x="2717" y="2435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08" name="Rectangle 1250"/>
              <p:cNvSpPr>
                <a:spLocks noChangeArrowheads="1"/>
              </p:cNvSpPr>
              <p:nvPr/>
            </p:nvSpPr>
            <p:spPr bwMode="auto">
              <a:xfrm>
                <a:off x="2777" y="2461"/>
                <a:ext cx="2" cy="20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09" name="Freeform 1251"/>
              <p:cNvSpPr>
                <a:spLocks/>
              </p:cNvSpPr>
              <p:nvPr/>
            </p:nvSpPr>
            <p:spPr bwMode="auto">
              <a:xfrm>
                <a:off x="2777" y="2459"/>
                <a:ext cx="1" cy="22"/>
              </a:xfrm>
              <a:custGeom>
                <a:avLst/>
                <a:gdLst>
                  <a:gd name="T0" fmla="*/ 0 w 1"/>
                  <a:gd name="T1" fmla="*/ 22 h 22"/>
                  <a:gd name="T2" fmla="*/ 0 w 1"/>
                  <a:gd name="T3" fmla="*/ 2 h 22"/>
                  <a:gd name="T4" fmla="*/ 0 w 1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2"/>
                  <a:gd name="T11" fmla="*/ 1 w 1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2">
                    <a:moveTo>
                      <a:pt x="0" y="2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10" name="Freeform 1252"/>
              <p:cNvSpPr>
                <a:spLocks/>
              </p:cNvSpPr>
              <p:nvPr/>
            </p:nvSpPr>
            <p:spPr bwMode="auto">
              <a:xfrm>
                <a:off x="2777" y="248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11" name="Freeform 1253"/>
              <p:cNvSpPr>
                <a:spLocks/>
              </p:cNvSpPr>
              <p:nvPr/>
            </p:nvSpPr>
            <p:spPr bwMode="auto">
              <a:xfrm>
                <a:off x="2777" y="246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12" name="Freeform 1254"/>
              <p:cNvSpPr>
                <a:spLocks/>
              </p:cNvSpPr>
              <p:nvPr/>
            </p:nvSpPr>
            <p:spPr bwMode="auto">
              <a:xfrm>
                <a:off x="2779" y="2459"/>
                <a:ext cx="1" cy="22"/>
              </a:xfrm>
              <a:custGeom>
                <a:avLst/>
                <a:gdLst>
                  <a:gd name="T0" fmla="*/ 0 w 1"/>
                  <a:gd name="T1" fmla="*/ 22 h 22"/>
                  <a:gd name="T2" fmla="*/ 0 w 1"/>
                  <a:gd name="T3" fmla="*/ 2 h 22"/>
                  <a:gd name="T4" fmla="*/ 0 w 1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2"/>
                  <a:gd name="T11" fmla="*/ 1 w 1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2">
                    <a:moveTo>
                      <a:pt x="0" y="2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13" name="Line 1255"/>
              <p:cNvSpPr>
                <a:spLocks noChangeShapeType="1"/>
              </p:cNvSpPr>
              <p:nvPr/>
            </p:nvSpPr>
            <p:spPr bwMode="auto">
              <a:xfrm>
                <a:off x="2690" y="2448"/>
                <a:ext cx="3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14" name="Freeform 1256"/>
              <p:cNvSpPr>
                <a:spLocks/>
              </p:cNvSpPr>
              <p:nvPr/>
            </p:nvSpPr>
            <p:spPr bwMode="auto">
              <a:xfrm>
                <a:off x="2686" y="2446"/>
                <a:ext cx="4" cy="2"/>
              </a:xfrm>
              <a:custGeom>
                <a:avLst/>
                <a:gdLst>
                  <a:gd name="T0" fmla="*/ 2 w 4"/>
                  <a:gd name="T1" fmla="*/ 0 h 2"/>
                  <a:gd name="T2" fmla="*/ 0 w 4"/>
                  <a:gd name="T3" fmla="*/ 2 h 2"/>
                  <a:gd name="T4" fmla="*/ 4 w 4"/>
                  <a:gd name="T5" fmla="*/ 2 h 2"/>
                  <a:gd name="T6" fmla="*/ 4 w 4"/>
                  <a:gd name="T7" fmla="*/ 2 h 2"/>
                  <a:gd name="T8" fmla="*/ 4 w 4"/>
                  <a:gd name="T9" fmla="*/ 0 h 2"/>
                  <a:gd name="T10" fmla="*/ 2 w 4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2" y="0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15" name="Freeform 1257"/>
              <p:cNvSpPr>
                <a:spLocks/>
              </p:cNvSpPr>
              <p:nvPr/>
            </p:nvSpPr>
            <p:spPr bwMode="auto">
              <a:xfrm>
                <a:off x="2688" y="2446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16" name="Freeform 1258"/>
              <p:cNvSpPr>
                <a:spLocks/>
              </p:cNvSpPr>
              <p:nvPr/>
            </p:nvSpPr>
            <p:spPr bwMode="auto">
              <a:xfrm>
                <a:off x="2686" y="2443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2 w 4"/>
                  <a:gd name="T3" fmla="*/ 3 h 5"/>
                  <a:gd name="T4" fmla="*/ 4 w 4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0" y="5"/>
                    </a:moveTo>
                    <a:lnTo>
                      <a:pt x="2" y="3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17" name="Freeform 1259"/>
              <p:cNvSpPr>
                <a:spLocks/>
              </p:cNvSpPr>
              <p:nvPr/>
            </p:nvSpPr>
            <p:spPr bwMode="auto">
              <a:xfrm>
                <a:off x="2688" y="2448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18" name="Freeform 1260"/>
              <p:cNvSpPr>
                <a:spLocks/>
              </p:cNvSpPr>
              <p:nvPr/>
            </p:nvSpPr>
            <p:spPr bwMode="auto">
              <a:xfrm>
                <a:off x="2690" y="244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19" name="Freeform 1261"/>
              <p:cNvSpPr>
                <a:spLocks/>
              </p:cNvSpPr>
              <p:nvPr/>
            </p:nvSpPr>
            <p:spPr bwMode="auto">
              <a:xfrm>
                <a:off x="2686" y="2448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4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4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20" name="Rectangle 1262"/>
              <p:cNvSpPr>
                <a:spLocks noChangeArrowheads="1"/>
              </p:cNvSpPr>
              <p:nvPr/>
            </p:nvSpPr>
            <p:spPr bwMode="auto">
              <a:xfrm>
                <a:off x="2690" y="2461"/>
                <a:ext cx="5" cy="20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21" name="Freeform 1263"/>
              <p:cNvSpPr>
                <a:spLocks/>
              </p:cNvSpPr>
              <p:nvPr/>
            </p:nvSpPr>
            <p:spPr bwMode="auto">
              <a:xfrm>
                <a:off x="2690" y="2459"/>
                <a:ext cx="1" cy="22"/>
              </a:xfrm>
              <a:custGeom>
                <a:avLst/>
                <a:gdLst>
                  <a:gd name="T0" fmla="*/ 0 w 1"/>
                  <a:gd name="T1" fmla="*/ 22 h 22"/>
                  <a:gd name="T2" fmla="*/ 0 w 1"/>
                  <a:gd name="T3" fmla="*/ 2 h 22"/>
                  <a:gd name="T4" fmla="*/ 0 w 1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2"/>
                  <a:gd name="T11" fmla="*/ 1 w 1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2">
                    <a:moveTo>
                      <a:pt x="0" y="2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22" name="Freeform 1264"/>
              <p:cNvSpPr>
                <a:spLocks/>
              </p:cNvSpPr>
              <p:nvPr/>
            </p:nvSpPr>
            <p:spPr bwMode="auto">
              <a:xfrm>
                <a:off x="2690" y="2481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5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5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23" name="Freeform 1265"/>
              <p:cNvSpPr>
                <a:spLocks/>
              </p:cNvSpPr>
              <p:nvPr/>
            </p:nvSpPr>
            <p:spPr bwMode="auto">
              <a:xfrm>
                <a:off x="2690" y="2461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5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5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24" name="Freeform 1266"/>
              <p:cNvSpPr>
                <a:spLocks/>
              </p:cNvSpPr>
              <p:nvPr/>
            </p:nvSpPr>
            <p:spPr bwMode="auto">
              <a:xfrm>
                <a:off x="2695" y="2459"/>
                <a:ext cx="1" cy="22"/>
              </a:xfrm>
              <a:custGeom>
                <a:avLst/>
                <a:gdLst>
                  <a:gd name="T0" fmla="*/ 0 w 1"/>
                  <a:gd name="T1" fmla="*/ 22 h 22"/>
                  <a:gd name="T2" fmla="*/ 0 w 1"/>
                  <a:gd name="T3" fmla="*/ 2 h 22"/>
                  <a:gd name="T4" fmla="*/ 0 w 1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2"/>
                  <a:gd name="T11" fmla="*/ 1 w 1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2">
                    <a:moveTo>
                      <a:pt x="0" y="2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25" name="Freeform 1267"/>
              <p:cNvSpPr>
                <a:spLocks/>
              </p:cNvSpPr>
              <p:nvPr/>
            </p:nvSpPr>
            <p:spPr bwMode="auto">
              <a:xfrm>
                <a:off x="2686" y="2456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0 h 5"/>
                  <a:gd name="T6" fmla="*/ 0 w 2"/>
                  <a:gd name="T7" fmla="*/ 5 h 5"/>
                  <a:gd name="T8" fmla="*/ 2 w 2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5"/>
                  <a:gd name="T17" fmla="*/ 2 w 2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5">
                    <a:moveTo>
                      <a:pt x="2" y="5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26" name="Freeform 1268"/>
              <p:cNvSpPr>
                <a:spLocks/>
              </p:cNvSpPr>
              <p:nvPr/>
            </p:nvSpPr>
            <p:spPr bwMode="auto">
              <a:xfrm>
                <a:off x="2684" y="246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27" name="Freeform 1269"/>
              <p:cNvSpPr>
                <a:spLocks/>
              </p:cNvSpPr>
              <p:nvPr/>
            </p:nvSpPr>
            <p:spPr bwMode="auto">
              <a:xfrm>
                <a:off x="2686" y="245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28" name="Freeform 1270"/>
              <p:cNvSpPr>
                <a:spLocks/>
              </p:cNvSpPr>
              <p:nvPr/>
            </p:nvSpPr>
            <p:spPr bwMode="auto">
              <a:xfrm>
                <a:off x="2686" y="2454"/>
                <a:ext cx="4" cy="7"/>
              </a:xfrm>
              <a:custGeom>
                <a:avLst/>
                <a:gdLst>
                  <a:gd name="T0" fmla="*/ 0 w 4"/>
                  <a:gd name="T1" fmla="*/ 7 h 7"/>
                  <a:gd name="T2" fmla="*/ 2 w 4"/>
                  <a:gd name="T3" fmla="*/ 2 h 7"/>
                  <a:gd name="T4" fmla="*/ 4 w 4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7"/>
                  <a:gd name="T11" fmla="*/ 4 w 4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7">
                    <a:moveTo>
                      <a:pt x="0" y="7"/>
                    </a:moveTo>
                    <a:lnTo>
                      <a:pt x="2" y="2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29" name="Freeform 1271"/>
              <p:cNvSpPr>
                <a:spLocks/>
              </p:cNvSpPr>
              <p:nvPr/>
            </p:nvSpPr>
            <p:spPr bwMode="auto">
              <a:xfrm>
                <a:off x="2688" y="2454"/>
                <a:ext cx="1" cy="7"/>
              </a:xfrm>
              <a:custGeom>
                <a:avLst/>
                <a:gdLst>
                  <a:gd name="T0" fmla="*/ 0 w 1"/>
                  <a:gd name="T1" fmla="*/ 7 h 7"/>
                  <a:gd name="T2" fmla="*/ 0 w 1"/>
                  <a:gd name="T3" fmla="*/ 2 h 7"/>
                  <a:gd name="T4" fmla="*/ 0 w 1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30" name="Rectangle 1272"/>
              <p:cNvSpPr>
                <a:spLocks noChangeArrowheads="1"/>
              </p:cNvSpPr>
              <p:nvPr/>
            </p:nvSpPr>
            <p:spPr bwMode="auto">
              <a:xfrm>
                <a:off x="2688" y="2456"/>
                <a:ext cx="2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31" name="Freeform 1273"/>
              <p:cNvSpPr>
                <a:spLocks/>
              </p:cNvSpPr>
              <p:nvPr/>
            </p:nvSpPr>
            <p:spPr bwMode="auto">
              <a:xfrm>
                <a:off x="2688" y="2456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32" name="Freeform 1274"/>
              <p:cNvSpPr>
                <a:spLocks/>
              </p:cNvSpPr>
              <p:nvPr/>
            </p:nvSpPr>
            <p:spPr bwMode="auto">
              <a:xfrm>
                <a:off x="2688" y="2456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33" name="Freeform 1275"/>
              <p:cNvSpPr>
                <a:spLocks/>
              </p:cNvSpPr>
              <p:nvPr/>
            </p:nvSpPr>
            <p:spPr bwMode="auto">
              <a:xfrm>
                <a:off x="2690" y="2456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34" name="Freeform 1276"/>
              <p:cNvSpPr>
                <a:spLocks/>
              </p:cNvSpPr>
              <p:nvPr/>
            </p:nvSpPr>
            <p:spPr bwMode="auto">
              <a:xfrm>
                <a:off x="2688" y="2461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35" name="Freeform 1277"/>
              <p:cNvSpPr>
                <a:spLocks/>
              </p:cNvSpPr>
              <p:nvPr/>
            </p:nvSpPr>
            <p:spPr bwMode="auto">
              <a:xfrm>
                <a:off x="2690" y="2456"/>
                <a:ext cx="5" cy="5"/>
              </a:xfrm>
              <a:custGeom>
                <a:avLst/>
                <a:gdLst>
                  <a:gd name="T0" fmla="*/ 3 w 5"/>
                  <a:gd name="T1" fmla="*/ 3 h 5"/>
                  <a:gd name="T2" fmla="*/ 0 w 5"/>
                  <a:gd name="T3" fmla="*/ 0 h 5"/>
                  <a:gd name="T4" fmla="*/ 0 w 5"/>
                  <a:gd name="T5" fmla="*/ 5 h 5"/>
                  <a:gd name="T6" fmla="*/ 0 w 5"/>
                  <a:gd name="T7" fmla="*/ 5 h 5"/>
                  <a:gd name="T8" fmla="*/ 0 w 5"/>
                  <a:gd name="T9" fmla="*/ 5 h 5"/>
                  <a:gd name="T10" fmla="*/ 5 w 5"/>
                  <a:gd name="T11" fmla="*/ 5 h 5"/>
                  <a:gd name="T12" fmla="*/ 3 w 5"/>
                  <a:gd name="T13" fmla="*/ 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5"/>
                  <a:gd name="T23" fmla="*/ 5 w 5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5">
                    <a:moveTo>
                      <a:pt x="3" y="3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36" name="Freeform 1278"/>
              <p:cNvSpPr>
                <a:spLocks/>
              </p:cNvSpPr>
              <p:nvPr/>
            </p:nvSpPr>
            <p:spPr bwMode="auto">
              <a:xfrm>
                <a:off x="2693" y="2459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2 h 4"/>
                  <a:gd name="T4" fmla="*/ 4 w 4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4"/>
                  <a:gd name="T11" fmla="*/ 4 w 4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4">
                    <a:moveTo>
                      <a:pt x="0" y="0"/>
                    </a:moveTo>
                    <a:lnTo>
                      <a:pt x="2" y="2"/>
                    </a:lnTo>
                    <a:lnTo>
                      <a:pt x="4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37" name="Freeform 1279"/>
              <p:cNvSpPr>
                <a:spLocks/>
              </p:cNvSpPr>
              <p:nvPr/>
            </p:nvSpPr>
            <p:spPr bwMode="auto">
              <a:xfrm>
                <a:off x="2690" y="2456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5"/>
                  <a:gd name="T11" fmla="*/ 5 w 5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38" name="Freeform 1280"/>
              <p:cNvSpPr>
                <a:spLocks/>
              </p:cNvSpPr>
              <p:nvPr/>
            </p:nvSpPr>
            <p:spPr bwMode="auto">
              <a:xfrm>
                <a:off x="2688" y="246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39" name="Freeform 1281"/>
              <p:cNvSpPr>
                <a:spLocks/>
              </p:cNvSpPr>
              <p:nvPr/>
            </p:nvSpPr>
            <p:spPr bwMode="auto">
              <a:xfrm>
                <a:off x="2688" y="246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40" name="Freeform 1282"/>
              <p:cNvSpPr>
                <a:spLocks/>
              </p:cNvSpPr>
              <p:nvPr/>
            </p:nvSpPr>
            <p:spPr bwMode="auto">
              <a:xfrm>
                <a:off x="2688" y="2461"/>
                <a:ext cx="7" cy="1"/>
              </a:xfrm>
              <a:custGeom>
                <a:avLst/>
                <a:gdLst>
                  <a:gd name="T0" fmla="*/ 7 w 7"/>
                  <a:gd name="T1" fmla="*/ 0 h 1"/>
                  <a:gd name="T2" fmla="*/ 2 w 7"/>
                  <a:gd name="T3" fmla="*/ 0 h 1"/>
                  <a:gd name="T4" fmla="*/ 0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7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41" name="Freeform 1283"/>
              <p:cNvSpPr>
                <a:spLocks/>
              </p:cNvSpPr>
              <p:nvPr/>
            </p:nvSpPr>
            <p:spPr bwMode="auto">
              <a:xfrm>
                <a:off x="2690" y="2456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42" name="Freeform 1284"/>
              <p:cNvSpPr>
                <a:spLocks/>
              </p:cNvSpPr>
              <p:nvPr/>
            </p:nvSpPr>
            <p:spPr bwMode="auto">
              <a:xfrm>
                <a:off x="2688" y="2443"/>
                <a:ext cx="22" cy="5"/>
              </a:xfrm>
              <a:custGeom>
                <a:avLst/>
                <a:gdLst>
                  <a:gd name="T0" fmla="*/ 22 w 22"/>
                  <a:gd name="T1" fmla="*/ 5 h 5"/>
                  <a:gd name="T2" fmla="*/ 2 w 22"/>
                  <a:gd name="T3" fmla="*/ 5 h 5"/>
                  <a:gd name="T4" fmla="*/ 0 w 22"/>
                  <a:gd name="T5" fmla="*/ 3 h 5"/>
                  <a:gd name="T6" fmla="*/ 22 w 22"/>
                  <a:gd name="T7" fmla="*/ 0 h 5"/>
                  <a:gd name="T8" fmla="*/ 22 w 22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5"/>
                  <a:gd name="T17" fmla="*/ 22 w 22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5">
                    <a:moveTo>
                      <a:pt x="22" y="5"/>
                    </a:moveTo>
                    <a:lnTo>
                      <a:pt x="2" y="5"/>
                    </a:lnTo>
                    <a:lnTo>
                      <a:pt x="0" y="3"/>
                    </a:lnTo>
                    <a:lnTo>
                      <a:pt x="22" y="0"/>
                    </a:lnTo>
                    <a:lnTo>
                      <a:pt x="22" y="5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43" name="Freeform 1285"/>
              <p:cNvSpPr>
                <a:spLocks/>
              </p:cNvSpPr>
              <p:nvPr/>
            </p:nvSpPr>
            <p:spPr bwMode="auto">
              <a:xfrm>
                <a:off x="2688" y="2441"/>
                <a:ext cx="24" cy="5"/>
              </a:xfrm>
              <a:custGeom>
                <a:avLst/>
                <a:gdLst>
                  <a:gd name="T0" fmla="*/ 0 w 24"/>
                  <a:gd name="T1" fmla="*/ 5 h 5"/>
                  <a:gd name="T2" fmla="*/ 22 w 24"/>
                  <a:gd name="T3" fmla="*/ 2 h 5"/>
                  <a:gd name="T4" fmla="*/ 24 w 24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5"/>
                  <a:gd name="T11" fmla="*/ 24 w 2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5">
                    <a:moveTo>
                      <a:pt x="0" y="5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44" name="Freeform 1286"/>
              <p:cNvSpPr>
                <a:spLocks/>
              </p:cNvSpPr>
              <p:nvPr/>
            </p:nvSpPr>
            <p:spPr bwMode="auto">
              <a:xfrm>
                <a:off x="2688" y="2446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2 w 5"/>
                  <a:gd name="T3" fmla="*/ 2 h 4"/>
                  <a:gd name="T4" fmla="*/ 5 w 5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4"/>
                  <a:gd name="T11" fmla="*/ 5 w 5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4">
                    <a:moveTo>
                      <a:pt x="0" y="0"/>
                    </a:moveTo>
                    <a:lnTo>
                      <a:pt x="2" y="2"/>
                    </a:lnTo>
                    <a:lnTo>
                      <a:pt x="5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45" name="Freeform 1287"/>
              <p:cNvSpPr>
                <a:spLocks/>
              </p:cNvSpPr>
              <p:nvPr/>
            </p:nvSpPr>
            <p:spPr bwMode="auto">
              <a:xfrm>
                <a:off x="2710" y="2443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46" name="Freeform 1288"/>
              <p:cNvSpPr>
                <a:spLocks/>
              </p:cNvSpPr>
              <p:nvPr/>
            </p:nvSpPr>
            <p:spPr bwMode="auto">
              <a:xfrm>
                <a:off x="2690" y="2448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0 w 22"/>
                  <a:gd name="T3" fmla="*/ 0 h 1"/>
                  <a:gd name="T4" fmla="*/ 22 w 2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1"/>
                  <a:gd name="T11" fmla="*/ 22 w 2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1">
                    <a:moveTo>
                      <a:pt x="0" y="0"/>
                    </a:moveTo>
                    <a:lnTo>
                      <a:pt x="20" y="0"/>
                    </a:lnTo>
                    <a:lnTo>
                      <a:pt x="2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47" name="Freeform 1289"/>
              <p:cNvSpPr>
                <a:spLocks/>
              </p:cNvSpPr>
              <p:nvPr/>
            </p:nvSpPr>
            <p:spPr bwMode="auto">
              <a:xfrm>
                <a:off x="2777" y="2456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5 h 5"/>
                  <a:gd name="T4" fmla="*/ 2 w 4"/>
                  <a:gd name="T5" fmla="*/ 5 h 5"/>
                  <a:gd name="T6" fmla="*/ 2 w 4"/>
                  <a:gd name="T7" fmla="*/ 5 h 5"/>
                  <a:gd name="T8" fmla="*/ 4 w 4"/>
                  <a:gd name="T9" fmla="*/ 5 h 5"/>
                  <a:gd name="T10" fmla="*/ 4 w 4"/>
                  <a:gd name="T11" fmla="*/ 0 h 5"/>
                  <a:gd name="T12" fmla="*/ 0 w 4"/>
                  <a:gd name="T13" fmla="*/ 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5"/>
                  <a:gd name="T23" fmla="*/ 4 w 4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5">
                    <a:moveTo>
                      <a:pt x="0" y="3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48" name="Freeform 1290"/>
              <p:cNvSpPr>
                <a:spLocks/>
              </p:cNvSpPr>
              <p:nvPr/>
            </p:nvSpPr>
            <p:spPr bwMode="auto">
              <a:xfrm>
                <a:off x="2777" y="2454"/>
                <a:ext cx="6" cy="5"/>
              </a:xfrm>
              <a:custGeom>
                <a:avLst/>
                <a:gdLst>
                  <a:gd name="T0" fmla="*/ 0 w 6"/>
                  <a:gd name="T1" fmla="*/ 5 h 5"/>
                  <a:gd name="T2" fmla="*/ 4 w 6"/>
                  <a:gd name="T3" fmla="*/ 2 h 5"/>
                  <a:gd name="T4" fmla="*/ 6 w 6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5"/>
                  <a:gd name="T11" fmla="*/ 6 w 6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5">
                    <a:moveTo>
                      <a:pt x="0" y="5"/>
                    </a:moveTo>
                    <a:lnTo>
                      <a:pt x="4" y="2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49" name="Freeform 1291"/>
              <p:cNvSpPr>
                <a:spLocks/>
              </p:cNvSpPr>
              <p:nvPr/>
            </p:nvSpPr>
            <p:spPr bwMode="auto">
              <a:xfrm>
                <a:off x="2777" y="2456"/>
                <a:ext cx="1" cy="5"/>
              </a:xfrm>
              <a:custGeom>
                <a:avLst/>
                <a:gdLst>
                  <a:gd name="T0" fmla="*/ 0 w 1"/>
                  <a:gd name="T1" fmla="*/ 5 h 5"/>
                  <a:gd name="T2" fmla="*/ 0 w 1"/>
                  <a:gd name="T3" fmla="*/ 3 h 5"/>
                  <a:gd name="T4" fmla="*/ 0 w 1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"/>
                  <a:gd name="T11" fmla="*/ 1 w 1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">
                    <a:moveTo>
                      <a:pt x="0" y="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50" name="Freeform 1292"/>
              <p:cNvSpPr>
                <a:spLocks/>
              </p:cNvSpPr>
              <p:nvPr/>
            </p:nvSpPr>
            <p:spPr bwMode="auto">
              <a:xfrm>
                <a:off x="2779" y="246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51" name="Freeform 1293"/>
              <p:cNvSpPr>
                <a:spLocks/>
              </p:cNvSpPr>
              <p:nvPr/>
            </p:nvSpPr>
            <p:spPr bwMode="auto">
              <a:xfrm>
                <a:off x="2777" y="246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52" name="Freeform 1294"/>
              <p:cNvSpPr>
                <a:spLocks/>
              </p:cNvSpPr>
              <p:nvPr/>
            </p:nvSpPr>
            <p:spPr bwMode="auto">
              <a:xfrm>
                <a:off x="2781" y="2456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53" name="Freeform 1295"/>
              <p:cNvSpPr>
                <a:spLocks/>
              </p:cNvSpPr>
              <p:nvPr/>
            </p:nvSpPr>
            <p:spPr bwMode="auto">
              <a:xfrm>
                <a:off x="2777" y="246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54" name="Freeform 1296"/>
              <p:cNvSpPr>
                <a:spLocks/>
              </p:cNvSpPr>
              <p:nvPr/>
            </p:nvSpPr>
            <p:spPr bwMode="auto">
              <a:xfrm>
                <a:off x="2728" y="2443"/>
                <a:ext cx="55" cy="5"/>
              </a:xfrm>
              <a:custGeom>
                <a:avLst/>
                <a:gdLst>
                  <a:gd name="T0" fmla="*/ 0 w 55"/>
                  <a:gd name="T1" fmla="*/ 0 h 5"/>
                  <a:gd name="T2" fmla="*/ 0 w 55"/>
                  <a:gd name="T3" fmla="*/ 3 h 5"/>
                  <a:gd name="T4" fmla="*/ 55 w 55"/>
                  <a:gd name="T5" fmla="*/ 5 h 5"/>
                  <a:gd name="T6" fmla="*/ 55 w 55"/>
                  <a:gd name="T7" fmla="*/ 3 h 5"/>
                  <a:gd name="T8" fmla="*/ 0 w 5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5"/>
                  <a:gd name="T17" fmla="*/ 55 w 55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5">
                    <a:moveTo>
                      <a:pt x="0" y="0"/>
                    </a:moveTo>
                    <a:lnTo>
                      <a:pt x="0" y="3"/>
                    </a:lnTo>
                    <a:lnTo>
                      <a:pt x="55" y="5"/>
                    </a:lnTo>
                    <a:lnTo>
                      <a:pt x="5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55" name="Freeform 1297"/>
              <p:cNvSpPr>
                <a:spLocks/>
              </p:cNvSpPr>
              <p:nvPr/>
            </p:nvSpPr>
            <p:spPr bwMode="auto">
              <a:xfrm>
                <a:off x="2728" y="2443"/>
                <a:ext cx="58" cy="5"/>
              </a:xfrm>
              <a:custGeom>
                <a:avLst/>
                <a:gdLst>
                  <a:gd name="T0" fmla="*/ 0 w 58"/>
                  <a:gd name="T1" fmla="*/ 0 h 5"/>
                  <a:gd name="T2" fmla="*/ 55 w 58"/>
                  <a:gd name="T3" fmla="*/ 3 h 5"/>
                  <a:gd name="T4" fmla="*/ 58 w 58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58"/>
                  <a:gd name="T10" fmla="*/ 0 h 5"/>
                  <a:gd name="T11" fmla="*/ 58 w 58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8" h="5">
                    <a:moveTo>
                      <a:pt x="0" y="0"/>
                    </a:moveTo>
                    <a:lnTo>
                      <a:pt x="55" y="3"/>
                    </a:lnTo>
                    <a:lnTo>
                      <a:pt x="58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56" name="Freeform 1298"/>
              <p:cNvSpPr>
                <a:spLocks/>
              </p:cNvSpPr>
              <p:nvPr/>
            </p:nvSpPr>
            <p:spPr bwMode="auto">
              <a:xfrm>
                <a:off x="2728" y="2446"/>
                <a:ext cx="58" cy="4"/>
              </a:xfrm>
              <a:custGeom>
                <a:avLst/>
                <a:gdLst>
                  <a:gd name="T0" fmla="*/ 0 w 58"/>
                  <a:gd name="T1" fmla="*/ 0 h 4"/>
                  <a:gd name="T2" fmla="*/ 55 w 58"/>
                  <a:gd name="T3" fmla="*/ 2 h 4"/>
                  <a:gd name="T4" fmla="*/ 58 w 58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58"/>
                  <a:gd name="T10" fmla="*/ 0 h 4"/>
                  <a:gd name="T11" fmla="*/ 58 w 58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8" h="4">
                    <a:moveTo>
                      <a:pt x="0" y="0"/>
                    </a:moveTo>
                    <a:lnTo>
                      <a:pt x="55" y="2"/>
                    </a:lnTo>
                    <a:lnTo>
                      <a:pt x="58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57" name="Freeform 1299"/>
              <p:cNvSpPr>
                <a:spLocks/>
              </p:cNvSpPr>
              <p:nvPr/>
            </p:nvSpPr>
            <p:spPr bwMode="auto">
              <a:xfrm>
                <a:off x="2783" y="244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58" name="Freeform 1300"/>
              <p:cNvSpPr>
                <a:spLocks/>
              </p:cNvSpPr>
              <p:nvPr/>
            </p:nvSpPr>
            <p:spPr bwMode="auto">
              <a:xfrm>
                <a:off x="2728" y="2443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3 h 5"/>
                  <a:gd name="T4" fmla="*/ 0 w 1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"/>
                  <a:gd name="T11" fmla="*/ 1 w 1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59" name="Freeform 1301"/>
              <p:cNvSpPr>
                <a:spLocks noEditPoints="1"/>
              </p:cNvSpPr>
              <p:nvPr/>
            </p:nvSpPr>
            <p:spPr bwMode="auto">
              <a:xfrm>
                <a:off x="2715" y="2485"/>
                <a:ext cx="40" cy="39"/>
              </a:xfrm>
              <a:custGeom>
                <a:avLst/>
                <a:gdLst>
                  <a:gd name="T0" fmla="*/ 31 w 40"/>
                  <a:gd name="T1" fmla="*/ 9 h 39"/>
                  <a:gd name="T2" fmla="*/ 20 w 40"/>
                  <a:gd name="T3" fmla="*/ 4 h 39"/>
                  <a:gd name="T4" fmla="*/ 9 w 40"/>
                  <a:gd name="T5" fmla="*/ 9 h 39"/>
                  <a:gd name="T6" fmla="*/ 2 w 40"/>
                  <a:gd name="T7" fmla="*/ 20 h 39"/>
                  <a:gd name="T8" fmla="*/ 9 w 40"/>
                  <a:gd name="T9" fmla="*/ 33 h 39"/>
                  <a:gd name="T10" fmla="*/ 20 w 40"/>
                  <a:gd name="T11" fmla="*/ 37 h 39"/>
                  <a:gd name="T12" fmla="*/ 31 w 40"/>
                  <a:gd name="T13" fmla="*/ 33 h 39"/>
                  <a:gd name="T14" fmla="*/ 37 w 40"/>
                  <a:gd name="T15" fmla="*/ 20 h 39"/>
                  <a:gd name="T16" fmla="*/ 31 w 40"/>
                  <a:gd name="T17" fmla="*/ 9 h 39"/>
                  <a:gd name="T18" fmla="*/ 28 w 40"/>
                  <a:gd name="T19" fmla="*/ 4 h 39"/>
                  <a:gd name="T20" fmla="*/ 20 w 40"/>
                  <a:gd name="T21" fmla="*/ 0 h 39"/>
                  <a:gd name="T22" fmla="*/ 9 w 40"/>
                  <a:gd name="T23" fmla="*/ 4 h 39"/>
                  <a:gd name="T24" fmla="*/ 2 w 40"/>
                  <a:gd name="T25" fmla="*/ 11 h 39"/>
                  <a:gd name="T26" fmla="*/ 0 w 40"/>
                  <a:gd name="T27" fmla="*/ 20 h 39"/>
                  <a:gd name="T28" fmla="*/ 2 w 40"/>
                  <a:gd name="T29" fmla="*/ 31 h 39"/>
                  <a:gd name="T30" fmla="*/ 9 w 40"/>
                  <a:gd name="T31" fmla="*/ 37 h 39"/>
                  <a:gd name="T32" fmla="*/ 20 w 40"/>
                  <a:gd name="T33" fmla="*/ 39 h 39"/>
                  <a:gd name="T34" fmla="*/ 28 w 40"/>
                  <a:gd name="T35" fmla="*/ 37 h 39"/>
                  <a:gd name="T36" fmla="*/ 37 w 40"/>
                  <a:gd name="T37" fmla="*/ 31 h 39"/>
                  <a:gd name="T38" fmla="*/ 40 w 40"/>
                  <a:gd name="T39" fmla="*/ 20 h 39"/>
                  <a:gd name="T40" fmla="*/ 37 w 40"/>
                  <a:gd name="T41" fmla="*/ 11 h 39"/>
                  <a:gd name="T42" fmla="*/ 28 w 40"/>
                  <a:gd name="T43" fmla="*/ 4 h 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0"/>
                  <a:gd name="T67" fmla="*/ 0 h 39"/>
                  <a:gd name="T68" fmla="*/ 40 w 40"/>
                  <a:gd name="T69" fmla="*/ 39 h 39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0" h="39">
                    <a:moveTo>
                      <a:pt x="31" y="9"/>
                    </a:moveTo>
                    <a:lnTo>
                      <a:pt x="20" y="4"/>
                    </a:lnTo>
                    <a:lnTo>
                      <a:pt x="9" y="9"/>
                    </a:lnTo>
                    <a:lnTo>
                      <a:pt x="2" y="20"/>
                    </a:lnTo>
                    <a:lnTo>
                      <a:pt x="9" y="33"/>
                    </a:lnTo>
                    <a:lnTo>
                      <a:pt x="20" y="37"/>
                    </a:lnTo>
                    <a:lnTo>
                      <a:pt x="31" y="33"/>
                    </a:lnTo>
                    <a:lnTo>
                      <a:pt x="37" y="20"/>
                    </a:lnTo>
                    <a:lnTo>
                      <a:pt x="31" y="9"/>
                    </a:lnTo>
                    <a:close/>
                    <a:moveTo>
                      <a:pt x="28" y="4"/>
                    </a:moveTo>
                    <a:lnTo>
                      <a:pt x="20" y="0"/>
                    </a:lnTo>
                    <a:lnTo>
                      <a:pt x="9" y="4"/>
                    </a:lnTo>
                    <a:lnTo>
                      <a:pt x="2" y="11"/>
                    </a:lnTo>
                    <a:lnTo>
                      <a:pt x="0" y="20"/>
                    </a:lnTo>
                    <a:lnTo>
                      <a:pt x="2" y="31"/>
                    </a:lnTo>
                    <a:lnTo>
                      <a:pt x="9" y="37"/>
                    </a:lnTo>
                    <a:lnTo>
                      <a:pt x="20" y="39"/>
                    </a:lnTo>
                    <a:lnTo>
                      <a:pt x="28" y="37"/>
                    </a:lnTo>
                    <a:lnTo>
                      <a:pt x="37" y="31"/>
                    </a:lnTo>
                    <a:lnTo>
                      <a:pt x="40" y="20"/>
                    </a:lnTo>
                    <a:lnTo>
                      <a:pt x="37" y="11"/>
                    </a:lnTo>
                    <a:lnTo>
                      <a:pt x="28" y="4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60" name="Oval 1302"/>
              <p:cNvSpPr>
                <a:spLocks noChangeArrowheads="1"/>
              </p:cNvSpPr>
              <p:nvPr/>
            </p:nvSpPr>
            <p:spPr bwMode="auto">
              <a:xfrm>
                <a:off x="2715" y="2485"/>
                <a:ext cx="42" cy="42"/>
              </a:xfrm>
              <a:prstGeom prst="ellips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61" name="Oval 1303"/>
              <p:cNvSpPr>
                <a:spLocks noChangeArrowheads="1"/>
              </p:cNvSpPr>
              <p:nvPr/>
            </p:nvSpPr>
            <p:spPr bwMode="auto">
              <a:xfrm>
                <a:off x="2717" y="2489"/>
                <a:ext cx="38" cy="35"/>
              </a:xfrm>
              <a:prstGeom prst="ellips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62" name="Freeform 1304"/>
              <p:cNvSpPr>
                <a:spLocks/>
              </p:cNvSpPr>
              <p:nvPr/>
            </p:nvSpPr>
            <p:spPr bwMode="auto">
              <a:xfrm>
                <a:off x="2639" y="2518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4 h 4"/>
                  <a:gd name="T4" fmla="*/ 3 w 5"/>
                  <a:gd name="T5" fmla="*/ 4 h 4"/>
                  <a:gd name="T6" fmla="*/ 3 w 5"/>
                  <a:gd name="T7" fmla="*/ 2 h 4"/>
                  <a:gd name="T8" fmla="*/ 5 w 5"/>
                  <a:gd name="T9" fmla="*/ 2 h 4"/>
                  <a:gd name="T10" fmla="*/ 5 w 5"/>
                  <a:gd name="T11" fmla="*/ 0 h 4"/>
                  <a:gd name="T12" fmla="*/ 0 w 5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4"/>
                  <a:gd name="T23" fmla="*/ 5 w 5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4">
                    <a:moveTo>
                      <a:pt x="0" y="0"/>
                    </a:moveTo>
                    <a:lnTo>
                      <a:pt x="0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63" name="Freeform 1305"/>
              <p:cNvSpPr>
                <a:spLocks/>
              </p:cNvSpPr>
              <p:nvPr/>
            </p:nvSpPr>
            <p:spPr bwMode="auto">
              <a:xfrm>
                <a:off x="2639" y="2518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5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5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64" name="Freeform 1306"/>
              <p:cNvSpPr>
                <a:spLocks/>
              </p:cNvSpPr>
              <p:nvPr/>
            </p:nvSpPr>
            <p:spPr bwMode="auto">
              <a:xfrm>
                <a:off x="2639" y="2516"/>
                <a:ext cx="1" cy="6"/>
              </a:xfrm>
              <a:custGeom>
                <a:avLst/>
                <a:gdLst>
                  <a:gd name="T0" fmla="*/ 0 w 1"/>
                  <a:gd name="T1" fmla="*/ 6 h 6"/>
                  <a:gd name="T2" fmla="*/ 0 w 1"/>
                  <a:gd name="T3" fmla="*/ 2 h 6"/>
                  <a:gd name="T4" fmla="*/ 0 w 1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6"/>
                  <a:gd name="T11" fmla="*/ 1 w 1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6">
                    <a:moveTo>
                      <a:pt x="0" y="6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65" name="Freeform 1307"/>
              <p:cNvSpPr>
                <a:spLocks/>
              </p:cNvSpPr>
              <p:nvPr/>
            </p:nvSpPr>
            <p:spPr bwMode="auto">
              <a:xfrm>
                <a:off x="2642" y="2520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66" name="Freeform 1308"/>
              <p:cNvSpPr>
                <a:spLocks/>
              </p:cNvSpPr>
              <p:nvPr/>
            </p:nvSpPr>
            <p:spPr bwMode="auto">
              <a:xfrm>
                <a:off x="2642" y="2518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67" name="Freeform 1309"/>
              <p:cNvSpPr>
                <a:spLocks/>
              </p:cNvSpPr>
              <p:nvPr/>
            </p:nvSpPr>
            <p:spPr bwMode="auto">
              <a:xfrm>
                <a:off x="2644" y="251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68" name="Freeform 1310"/>
              <p:cNvSpPr>
                <a:spLocks/>
              </p:cNvSpPr>
              <p:nvPr/>
            </p:nvSpPr>
            <p:spPr bwMode="auto">
              <a:xfrm>
                <a:off x="2639" y="2522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69" name="Freeform 1311"/>
              <p:cNvSpPr>
                <a:spLocks/>
              </p:cNvSpPr>
              <p:nvPr/>
            </p:nvSpPr>
            <p:spPr bwMode="auto">
              <a:xfrm>
                <a:off x="2639" y="2520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0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70" name="Rectangle 1312"/>
              <p:cNvSpPr>
                <a:spLocks noChangeArrowheads="1"/>
              </p:cNvSpPr>
              <p:nvPr/>
            </p:nvSpPr>
            <p:spPr bwMode="auto">
              <a:xfrm>
                <a:off x="2644" y="2518"/>
                <a:ext cx="77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71" name="Freeform 1313"/>
              <p:cNvSpPr>
                <a:spLocks/>
              </p:cNvSpPr>
              <p:nvPr/>
            </p:nvSpPr>
            <p:spPr bwMode="auto">
              <a:xfrm>
                <a:off x="2644" y="2518"/>
                <a:ext cx="80" cy="1"/>
              </a:xfrm>
              <a:custGeom>
                <a:avLst/>
                <a:gdLst>
                  <a:gd name="T0" fmla="*/ 0 w 80"/>
                  <a:gd name="T1" fmla="*/ 0 h 1"/>
                  <a:gd name="T2" fmla="*/ 77 w 80"/>
                  <a:gd name="T3" fmla="*/ 0 h 1"/>
                  <a:gd name="T4" fmla="*/ 80 w 8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1"/>
                  <a:gd name="T11" fmla="*/ 80 w 8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1">
                    <a:moveTo>
                      <a:pt x="0" y="0"/>
                    </a:moveTo>
                    <a:lnTo>
                      <a:pt x="77" y="0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72" name="Freeform 1314"/>
              <p:cNvSpPr>
                <a:spLocks/>
              </p:cNvSpPr>
              <p:nvPr/>
            </p:nvSpPr>
            <p:spPr bwMode="auto">
              <a:xfrm>
                <a:off x="2644" y="251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73" name="Freeform 1315"/>
              <p:cNvSpPr>
                <a:spLocks/>
              </p:cNvSpPr>
              <p:nvPr/>
            </p:nvSpPr>
            <p:spPr bwMode="auto">
              <a:xfrm>
                <a:off x="2721" y="251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74" name="Freeform 1316"/>
              <p:cNvSpPr>
                <a:spLocks/>
              </p:cNvSpPr>
              <p:nvPr/>
            </p:nvSpPr>
            <p:spPr bwMode="auto">
              <a:xfrm>
                <a:off x="2644" y="2520"/>
                <a:ext cx="80" cy="1"/>
              </a:xfrm>
              <a:custGeom>
                <a:avLst/>
                <a:gdLst>
                  <a:gd name="T0" fmla="*/ 0 w 80"/>
                  <a:gd name="T1" fmla="*/ 0 h 1"/>
                  <a:gd name="T2" fmla="*/ 77 w 80"/>
                  <a:gd name="T3" fmla="*/ 0 h 1"/>
                  <a:gd name="T4" fmla="*/ 80 w 8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1"/>
                  <a:gd name="T11" fmla="*/ 80 w 8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1">
                    <a:moveTo>
                      <a:pt x="0" y="0"/>
                    </a:moveTo>
                    <a:lnTo>
                      <a:pt x="77" y="0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75" name="Rectangle 1317"/>
              <p:cNvSpPr>
                <a:spLocks noChangeArrowheads="1"/>
              </p:cNvSpPr>
              <p:nvPr/>
            </p:nvSpPr>
            <p:spPr bwMode="auto">
              <a:xfrm>
                <a:off x="2639" y="2522"/>
                <a:ext cx="3" cy="8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76" name="Freeform 1318"/>
              <p:cNvSpPr>
                <a:spLocks/>
              </p:cNvSpPr>
              <p:nvPr/>
            </p:nvSpPr>
            <p:spPr bwMode="auto">
              <a:xfrm>
                <a:off x="2639" y="2520"/>
                <a:ext cx="1" cy="87"/>
              </a:xfrm>
              <a:custGeom>
                <a:avLst/>
                <a:gdLst>
                  <a:gd name="T0" fmla="*/ 0 w 1"/>
                  <a:gd name="T1" fmla="*/ 87 h 87"/>
                  <a:gd name="T2" fmla="*/ 0 w 1"/>
                  <a:gd name="T3" fmla="*/ 2 h 87"/>
                  <a:gd name="T4" fmla="*/ 0 w 1"/>
                  <a:gd name="T5" fmla="*/ 0 h 8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7"/>
                  <a:gd name="T11" fmla="*/ 1 w 1"/>
                  <a:gd name="T12" fmla="*/ 87 h 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7">
                    <a:moveTo>
                      <a:pt x="0" y="8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77" name="Freeform 1319"/>
              <p:cNvSpPr>
                <a:spLocks/>
              </p:cNvSpPr>
              <p:nvPr/>
            </p:nvSpPr>
            <p:spPr bwMode="auto">
              <a:xfrm>
                <a:off x="2639" y="2607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78" name="Freeform 1320"/>
              <p:cNvSpPr>
                <a:spLocks/>
              </p:cNvSpPr>
              <p:nvPr/>
            </p:nvSpPr>
            <p:spPr bwMode="auto">
              <a:xfrm>
                <a:off x="2639" y="2522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79" name="Freeform 1321"/>
              <p:cNvSpPr>
                <a:spLocks/>
              </p:cNvSpPr>
              <p:nvPr/>
            </p:nvSpPr>
            <p:spPr bwMode="auto">
              <a:xfrm>
                <a:off x="2642" y="2520"/>
                <a:ext cx="1" cy="87"/>
              </a:xfrm>
              <a:custGeom>
                <a:avLst/>
                <a:gdLst>
                  <a:gd name="T0" fmla="*/ 0 w 1"/>
                  <a:gd name="T1" fmla="*/ 87 h 87"/>
                  <a:gd name="T2" fmla="*/ 0 w 1"/>
                  <a:gd name="T3" fmla="*/ 2 h 87"/>
                  <a:gd name="T4" fmla="*/ 0 w 1"/>
                  <a:gd name="T5" fmla="*/ 0 h 8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7"/>
                  <a:gd name="T11" fmla="*/ 1 w 1"/>
                  <a:gd name="T12" fmla="*/ 87 h 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7">
                    <a:moveTo>
                      <a:pt x="0" y="8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80" name="Freeform 1322"/>
              <p:cNvSpPr>
                <a:spLocks/>
              </p:cNvSpPr>
              <p:nvPr/>
            </p:nvSpPr>
            <p:spPr bwMode="auto">
              <a:xfrm>
                <a:off x="2783" y="2518"/>
                <a:ext cx="9" cy="6"/>
              </a:xfrm>
              <a:custGeom>
                <a:avLst/>
                <a:gdLst>
                  <a:gd name="T0" fmla="*/ 7 w 9"/>
                  <a:gd name="T1" fmla="*/ 2 h 6"/>
                  <a:gd name="T2" fmla="*/ 0 w 9"/>
                  <a:gd name="T3" fmla="*/ 0 h 6"/>
                  <a:gd name="T4" fmla="*/ 0 w 9"/>
                  <a:gd name="T5" fmla="*/ 2 h 6"/>
                  <a:gd name="T6" fmla="*/ 5 w 9"/>
                  <a:gd name="T7" fmla="*/ 2 h 6"/>
                  <a:gd name="T8" fmla="*/ 5 w 9"/>
                  <a:gd name="T9" fmla="*/ 6 h 6"/>
                  <a:gd name="T10" fmla="*/ 9 w 9"/>
                  <a:gd name="T11" fmla="*/ 6 h 6"/>
                  <a:gd name="T12" fmla="*/ 7 w 9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6"/>
                  <a:gd name="T23" fmla="*/ 9 w 9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6">
                    <a:moveTo>
                      <a:pt x="7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5" y="6"/>
                    </a:lnTo>
                    <a:lnTo>
                      <a:pt x="9" y="6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81" name="Freeform 1323"/>
              <p:cNvSpPr>
                <a:spLocks/>
              </p:cNvSpPr>
              <p:nvPr/>
            </p:nvSpPr>
            <p:spPr bwMode="auto">
              <a:xfrm>
                <a:off x="2790" y="2520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2 w 4"/>
                  <a:gd name="T3" fmla="*/ 4 h 7"/>
                  <a:gd name="T4" fmla="*/ 4 w 4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7"/>
                  <a:gd name="T11" fmla="*/ 4 w 4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7">
                    <a:moveTo>
                      <a:pt x="0" y="0"/>
                    </a:moveTo>
                    <a:lnTo>
                      <a:pt x="2" y="4"/>
                    </a:lnTo>
                    <a:lnTo>
                      <a:pt x="4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82" name="Freeform 1324"/>
              <p:cNvSpPr>
                <a:spLocks/>
              </p:cNvSpPr>
              <p:nvPr/>
            </p:nvSpPr>
            <p:spPr bwMode="auto">
              <a:xfrm>
                <a:off x="2783" y="2518"/>
                <a:ext cx="9" cy="4"/>
              </a:xfrm>
              <a:custGeom>
                <a:avLst/>
                <a:gdLst>
                  <a:gd name="T0" fmla="*/ 0 w 9"/>
                  <a:gd name="T1" fmla="*/ 0 h 4"/>
                  <a:gd name="T2" fmla="*/ 7 w 9"/>
                  <a:gd name="T3" fmla="*/ 2 h 4"/>
                  <a:gd name="T4" fmla="*/ 9 w 9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4"/>
                  <a:gd name="T11" fmla="*/ 9 w 9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4">
                    <a:moveTo>
                      <a:pt x="0" y="0"/>
                    </a:moveTo>
                    <a:lnTo>
                      <a:pt x="7" y="2"/>
                    </a:lnTo>
                    <a:lnTo>
                      <a:pt x="9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83" name="Freeform 1325"/>
              <p:cNvSpPr>
                <a:spLocks/>
              </p:cNvSpPr>
              <p:nvPr/>
            </p:nvSpPr>
            <p:spPr bwMode="auto">
              <a:xfrm>
                <a:off x="2788" y="2520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4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4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84" name="Freeform 1326"/>
              <p:cNvSpPr>
                <a:spLocks/>
              </p:cNvSpPr>
              <p:nvPr/>
            </p:nvSpPr>
            <p:spPr bwMode="auto">
              <a:xfrm>
                <a:off x="2783" y="2520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5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5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85" name="Freeform 1327"/>
              <p:cNvSpPr>
                <a:spLocks/>
              </p:cNvSpPr>
              <p:nvPr/>
            </p:nvSpPr>
            <p:spPr bwMode="auto">
              <a:xfrm>
                <a:off x="2786" y="2524"/>
                <a:ext cx="6" cy="1"/>
              </a:xfrm>
              <a:custGeom>
                <a:avLst/>
                <a:gdLst>
                  <a:gd name="T0" fmla="*/ 6 w 6"/>
                  <a:gd name="T1" fmla="*/ 0 h 1"/>
                  <a:gd name="T2" fmla="*/ 2 w 6"/>
                  <a:gd name="T3" fmla="*/ 0 h 1"/>
                  <a:gd name="T4" fmla="*/ 0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6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86" name="Freeform 1328"/>
              <p:cNvSpPr>
                <a:spLocks/>
              </p:cNvSpPr>
              <p:nvPr/>
            </p:nvSpPr>
            <p:spPr bwMode="auto">
              <a:xfrm>
                <a:off x="2783" y="251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87" name="Rectangle 1329"/>
              <p:cNvSpPr>
                <a:spLocks noChangeArrowheads="1"/>
              </p:cNvSpPr>
              <p:nvPr/>
            </p:nvSpPr>
            <p:spPr bwMode="auto">
              <a:xfrm>
                <a:off x="2788" y="2524"/>
                <a:ext cx="4" cy="9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88" name="Freeform 1330"/>
              <p:cNvSpPr>
                <a:spLocks/>
              </p:cNvSpPr>
              <p:nvPr/>
            </p:nvSpPr>
            <p:spPr bwMode="auto">
              <a:xfrm>
                <a:off x="2792" y="2524"/>
                <a:ext cx="1" cy="11"/>
              </a:xfrm>
              <a:custGeom>
                <a:avLst/>
                <a:gdLst>
                  <a:gd name="T0" fmla="*/ 0 w 1"/>
                  <a:gd name="T1" fmla="*/ 0 h 11"/>
                  <a:gd name="T2" fmla="*/ 0 w 1"/>
                  <a:gd name="T3" fmla="*/ 9 h 11"/>
                  <a:gd name="T4" fmla="*/ 0 w 1"/>
                  <a:gd name="T5" fmla="*/ 11 h 1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1"/>
                  <a:gd name="T11" fmla="*/ 1 w 1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1">
                    <a:moveTo>
                      <a:pt x="0" y="0"/>
                    </a:moveTo>
                    <a:lnTo>
                      <a:pt x="0" y="9"/>
                    </a:lnTo>
                    <a:lnTo>
                      <a:pt x="0" y="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89" name="Freeform 1331"/>
              <p:cNvSpPr>
                <a:spLocks/>
              </p:cNvSpPr>
              <p:nvPr/>
            </p:nvSpPr>
            <p:spPr bwMode="auto">
              <a:xfrm>
                <a:off x="2786" y="2524"/>
                <a:ext cx="6" cy="1"/>
              </a:xfrm>
              <a:custGeom>
                <a:avLst/>
                <a:gdLst>
                  <a:gd name="T0" fmla="*/ 6 w 6"/>
                  <a:gd name="T1" fmla="*/ 0 h 1"/>
                  <a:gd name="T2" fmla="*/ 2 w 6"/>
                  <a:gd name="T3" fmla="*/ 0 h 1"/>
                  <a:gd name="T4" fmla="*/ 0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6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90" name="Freeform 1332"/>
              <p:cNvSpPr>
                <a:spLocks/>
              </p:cNvSpPr>
              <p:nvPr/>
            </p:nvSpPr>
            <p:spPr bwMode="auto">
              <a:xfrm>
                <a:off x="2786" y="2533"/>
                <a:ext cx="6" cy="1"/>
              </a:xfrm>
              <a:custGeom>
                <a:avLst/>
                <a:gdLst>
                  <a:gd name="T0" fmla="*/ 6 w 6"/>
                  <a:gd name="T1" fmla="*/ 0 h 1"/>
                  <a:gd name="T2" fmla="*/ 2 w 6"/>
                  <a:gd name="T3" fmla="*/ 0 h 1"/>
                  <a:gd name="T4" fmla="*/ 0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6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91" name="Freeform 1333"/>
              <p:cNvSpPr>
                <a:spLocks/>
              </p:cNvSpPr>
              <p:nvPr/>
            </p:nvSpPr>
            <p:spPr bwMode="auto">
              <a:xfrm>
                <a:off x="2788" y="2524"/>
                <a:ext cx="1" cy="11"/>
              </a:xfrm>
              <a:custGeom>
                <a:avLst/>
                <a:gdLst>
                  <a:gd name="T0" fmla="*/ 0 w 1"/>
                  <a:gd name="T1" fmla="*/ 0 h 11"/>
                  <a:gd name="T2" fmla="*/ 0 w 1"/>
                  <a:gd name="T3" fmla="*/ 9 h 11"/>
                  <a:gd name="T4" fmla="*/ 0 w 1"/>
                  <a:gd name="T5" fmla="*/ 11 h 1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1"/>
                  <a:gd name="T11" fmla="*/ 1 w 1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1">
                    <a:moveTo>
                      <a:pt x="0" y="0"/>
                    </a:moveTo>
                    <a:lnTo>
                      <a:pt x="0" y="9"/>
                    </a:lnTo>
                    <a:lnTo>
                      <a:pt x="0" y="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92" name="Rectangle 1334"/>
              <p:cNvSpPr>
                <a:spLocks noChangeArrowheads="1"/>
              </p:cNvSpPr>
              <p:nvPr/>
            </p:nvSpPr>
            <p:spPr bwMode="auto">
              <a:xfrm>
                <a:off x="2748" y="2518"/>
                <a:ext cx="35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93" name="Freeform 1335"/>
              <p:cNvSpPr>
                <a:spLocks/>
              </p:cNvSpPr>
              <p:nvPr/>
            </p:nvSpPr>
            <p:spPr bwMode="auto">
              <a:xfrm>
                <a:off x="2748" y="2518"/>
                <a:ext cx="38" cy="1"/>
              </a:xfrm>
              <a:custGeom>
                <a:avLst/>
                <a:gdLst>
                  <a:gd name="T0" fmla="*/ 0 w 38"/>
                  <a:gd name="T1" fmla="*/ 0 h 1"/>
                  <a:gd name="T2" fmla="*/ 35 w 38"/>
                  <a:gd name="T3" fmla="*/ 0 h 1"/>
                  <a:gd name="T4" fmla="*/ 38 w 38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8"/>
                  <a:gd name="T10" fmla="*/ 0 h 1"/>
                  <a:gd name="T11" fmla="*/ 38 w 3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" h="1">
                    <a:moveTo>
                      <a:pt x="0" y="0"/>
                    </a:moveTo>
                    <a:lnTo>
                      <a:pt x="35" y="0"/>
                    </a:lnTo>
                    <a:lnTo>
                      <a:pt x="3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94" name="Freeform 1336"/>
              <p:cNvSpPr>
                <a:spLocks/>
              </p:cNvSpPr>
              <p:nvPr/>
            </p:nvSpPr>
            <p:spPr bwMode="auto">
              <a:xfrm>
                <a:off x="2748" y="251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95" name="Freeform 1337"/>
              <p:cNvSpPr>
                <a:spLocks/>
              </p:cNvSpPr>
              <p:nvPr/>
            </p:nvSpPr>
            <p:spPr bwMode="auto">
              <a:xfrm>
                <a:off x="2783" y="251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96" name="Freeform 1338"/>
              <p:cNvSpPr>
                <a:spLocks/>
              </p:cNvSpPr>
              <p:nvPr/>
            </p:nvSpPr>
            <p:spPr bwMode="auto">
              <a:xfrm>
                <a:off x="2748" y="2520"/>
                <a:ext cx="38" cy="1"/>
              </a:xfrm>
              <a:custGeom>
                <a:avLst/>
                <a:gdLst>
                  <a:gd name="T0" fmla="*/ 0 w 38"/>
                  <a:gd name="T1" fmla="*/ 0 h 1"/>
                  <a:gd name="T2" fmla="*/ 35 w 38"/>
                  <a:gd name="T3" fmla="*/ 0 h 1"/>
                  <a:gd name="T4" fmla="*/ 38 w 38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8"/>
                  <a:gd name="T10" fmla="*/ 0 h 1"/>
                  <a:gd name="T11" fmla="*/ 38 w 3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" h="1">
                    <a:moveTo>
                      <a:pt x="0" y="0"/>
                    </a:moveTo>
                    <a:lnTo>
                      <a:pt x="35" y="0"/>
                    </a:lnTo>
                    <a:lnTo>
                      <a:pt x="3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97" name="Freeform 1339"/>
              <p:cNvSpPr>
                <a:spLocks/>
              </p:cNvSpPr>
              <p:nvPr/>
            </p:nvSpPr>
            <p:spPr bwMode="auto">
              <a:xfrm>
                <a:off x="2774" y="2481"/>
                <a:ext cx="5" cy="4"/>
              </a:xfrm>
              <a:custGeom>
                <a:avLst/>
                <a:gdLst>
                  <a:gd name="T0" fmla="*/ 3 w 5"/>
                  <a:gd name="T1" fmla="*/ 2 h 4"/>
                  <a:gd name="T2" fmla="*/ 5 w 5"/>
                  <a:gd name="T3" fmla="*/ 0 h 4"/>
                  <a:gd name="T4" fmla="*/ 3 w 5"/>
                  <a:gd name="T5" fmla="*/ 0 h 4"/>
                  <a:gd name="T6" fmla="*/ 3 w 5"/>
                  <a:gd name="T7" fmla="*/ 0 h 4"/>
                  <a:gd name="T8" fmla="*/ 0 w 5"/>
                  <a:gd name="T9" fmla="*/ 2 h 4"/>
                  <a:gd name="T10" fmla="*/ 0 w 5"/>
                  <a:gd name="T11" fmla="*/ 4 h 4"/>
                  <a:gd name="T12" fmla="*/ 3 w 5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4"/>
                  <a:gd name="T23" fmla="*/ 5 w 5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4">
                    <a:moveTo>
                      <a:pt x="3" y="2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98" name="Freeform 1340"/>
              <p:cNvSpPr>
                <a:spLocks/>
              </p:cNvSpPr>
              <p:nvPr/>
            </p:nvSpPr>
            <p:spPr bwMode="auto">
              <a:xfrm>
                <a:off x="2772" y="2483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2 w 5"/>
                  <a:gd name="T3" fmla="*/ 2 h 4"/>
                  <a:gd name="T4" fmla="*/ 0 w 5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4"/>
                  <a:gd name="T11" fmla="*/ 5 w 5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4">
                    <a:moveTo>
                      <a:pt x="5" y="0"/>
                    </a:move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99" name="Freeform 1341"/>
              <p:cNvSpPr>
                <a:spLocks/>
              </p:cNvSpPr>
              <p:nvPr/>
            </p:nvSpPr>
            <p:spPr bwMode="auto">
              <a:xfrm>
                <a:off x="2774" y="2481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3 w 5"/>
                  <a:gd name="T3" fmla="*/ 2 h 4"/>
                  <a:gd name="T4" fmla="*/ 0 w 5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4"/>
                  <a:gd name="T11" fmla="*/ 5 w 5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4">
                    <a:moveTo>
                      <a:pt x="5" y="0"/>
                    </a:moveTo>
                    <a:lnTo>
                      <a:pt x="3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00" name="Freeform 1342"/>
              <p:cNvSpPr>
                <a:spLocks/>
              </p:cNvSpPr>
              <p:nvPr/>
            </p:nvSpPr>
            <p:spPr bwMode="auto">
              <a:xfrm>
                <a:off x="2772" y="2481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2 w 5"/>
                  <a:gd name="T3" fmla="*/ 2 h 4"/>
                  <a:gd name="T4" fmla="*/ 0 w 5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4"/>
                  <a:gd name="T11" fmla="*/ 5 w 5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4">
                    <a:moveTo>
                      <a:pt x="5" y="0"/>
                    </a:move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01" name="Freeform 1343"/>
              <p:cNvSpPr>
                <a:spLocks/>
              </p:cNvSpPr>
              <p:nvPr/>
            </p:nvSpPr>
            <p:spPr bwMode="auto">
              <a:xfrm>
                <a:off x="2774" y="2481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0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02" name="Freeform 1344"/>
              <p:cNvSpPr>
                <a:spLocks/>
              </p:cNvSpPr>
              <p:nvPr/>
            </p:nvSpPr>
            <p:spPr bwMode="auto">
              <a:xfrm>
                <a:off x="2774" y="2481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03" name="Freeform 1345"/>
              <p:cNvSpPr>
                <a:spLocks/>
              </p:cNvSpPr>
              <p:nvPr/>
            </p:nvSpPr>
            <p:spPr bwMode="auto">
              <a:xfrm>
                <a:off x="2774" y="248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3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04" name="Rectangle 1346"/>
              <p:cNvSpPr>
                <a:spLocks noChangeArrowheads="1"/>
              </p:cNvSpPr>
              <p:nvPr/>
            </p:nvSpPr>
            <p:spPr bwMode="auto">
              <a:xfrm>
                <a:off x="2770" y="2483"/>
                <a:ext cx="2" cy="8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05" name="Freeform 1347"/>
              <p:cNvSpPr>
                <a:spLocks/>
              </p:cNvSpPr>
              <p:nvPr/>
            </p:nvSpPr>
            <p:spPr bwMode="auto">
              <a:xfrm>
                <a:off x="2770" y="2481"/>
                <a:ext cx="1" cy="10"/>
              </a:xfrm>
              <a:custGeom>
                <a:avLst/>
                <a:gdLst>
                  <a:gd name="T0" fmla="*/ 0 w 1"/>
                  <a:gd name="T1" fmla="*/ 10 h 10"/>
                  <a:gd name="T2" fmla="*/ 0 w 1"/>
                  <a:gd name="T3" fmla="*/ 2 h 10"/>
                  <a:gd name="T4" fmla="*/ 0 w 1"/>
                  <a:gd name="T5" fmla="*/ 0 h 10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0"/>
                  <a:gd name="T11" fmla="*/ 1 w 1"/>
                  <a:gd name="T12" fmla="*/ 10 h 1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0">
                    <a:moveTo>
                      <a:pt x="0" y="1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06" name="Freeform 1348"/>
              <p:cNvSpPr>
                <a:spLocks/>
              </p:cNvSpPr>
              <p:nvPr/>
            </p:nvSpPr>
            <p:spPr bwMode="auto">
              <a:xfrm>
                <a:off x="2770" y="249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07" name="Freeform 1349"/>
              <p:cNvSpPr>
                <a:spLocks/>
              </p:cNvSpPr>
              <p:nvPr/>
            </p:nvSpPr>
            <p:spPr bwMode="auto">
              <a:xfrm>
                <a:off x="2770" y="248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08" name="Freeform 1350"/>
              <p:cNvSpPr>
                <a:spLocks/>
              </p:cNvSpPr>
              <p:nvPr/>
            </p:nvSpPr>
            <p:spPr bwMode="auto">
              <a:xfrm>
                <a:off x="2772" y="2481"/>
                <a:ext cx="1" cy="10"/>
              </a:xfrm>
              <a:custGeom>
                <a:avLst/>
                <a:gdLst>
                  <a:gd name="T0" fmla="*/ 0 w 1"/>
                  <a:gd name="T1" fmla="*/ 10 h 10"/>
                  <a:gd name="T2" fmla="*/ 0 w 1"/>
                  <a:gd name="T3" fmla="*/ 2 h 10"/>
                  <a:gd name="T4" fmla="*/ 0 w 1"/>
                  <a:gd name="T5" fmla="*/ 0 h 10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0"/>
                  <a:gd name="T11" fmla="*/ 1 w 1"/>
                  <a:gd name="T12" fmla="*/ 10 h 1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0">
                    <a:moveTo>
                      <a:pt x="0" y="1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09" name="Rectangle 1351"/>
              <p:cNvSpPr>
                <a:spLocks noChangeArrowheads="1"/>
              </p:cNvSpPr>
              <p:nvPr/>
            </p:nvSpPr>
            <p:spPr bwMode="auto">
              <a:xfrm>
                <a:off x="2748" y="2489"/>
                <a:ext cx="22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10" name="Freeform 1352"/>
              <p:cNvSpPr>
                <a:spLocks/>
              </p:cNvSpPr>
              <p:nvPr/>
            </p:nvSpPr>
            <p:spPr bwMode="auto">
              <a:xfrm>
                <a:off x="2748" y="2489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11" name="Freeform 1353"/>
              <p:cNvSpPr>
                <a:spLocks/>
              </p:cNvSpPr>
              <p:nvPr/>
            </p:nvSpPr>
            <p:spPr bwMode="auto">
              <a:xfrm>
                <a:off x="2748" y="248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12" name="Freeform 1354"/>
              <p:cNvSpPr>
                <a:spLocks/>
              </p:cNvSpPr>
              <p:nvPr/>
            </p:nvSpPr>
            <p:spPr bwMode="auto">
              <a:xfrm>
                <a:off x="2770" y="248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13" name="Freeform 1355"/>
              <p:cNvSpPr>
                <a:spLocks/>
              </p:cNvSpPr>
              <p:nvPr/>
            </p:nvSpPr>
            <p:spPr bwMode="auto">
              <a:xfrm>
                <a:off x="2748" y="2494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14" name="Rectangle 1356"/>
              <p:cNvSpPr>
                <a:spLocks noChangeArrowheads="1"/>
              </p:cNvSpPr>
              <p:nvPr/>
            </p:nvSpPr>
            <p:spPr bwMode="auto">
              <a:xfrm>
                <a:off x="2748" y="2489"/>
                <a:ext cx="22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15" name="Freeform 1357"/>
              <p:cNvSpPr>
                <a:spLocks/>
              </p:cNvSpPr>
              <p:nvPr/>
            </p:nvSpPr>
            <p:spPr bwMode="auto">
              <a:xfrm>
                <a:off x="2748" y="2489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16" name="Freeform 1358"/>
              <p:cNvSpPr>
                <a:spLocks/>
              </p:cNvSpPr>
              <p:nvPr/>
            </p:nvSpPr>
            <p:spPr bwMode="auto">
              <a:xfrm>
                <a:off x="2748" y="248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17" name="Freeform 1359"/>
              <p:cNvSpPr>
                <a:spLocks/>
              </p:cNvSpPr>
              <p:nvPr/>
            </p:nvSpPr>
            <p:spPr bwMode="auto">
              <a:xfrm>
                <a:off x="2770" y="248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18" name="Freeform 1360"/>
              <p:cNvSpPr>
                <a:spLocks/>
              </p:cNvSpPr>
              <p:nvPr/>
            </p:nvSpPr>
            <p:spPr bwMode="auto">
              <a:xfrm>
                <a:off x="2748" y="2494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19" name="Rectangle 1361"/>
              <p:cNvSpPr>
                <a:spLocks noChangeArrowheads="1"/>
              </p:cNvSpPr>
              <p:nvPr/>
            </p:nvSpPr>
            <p:spPr bwMode="auto">
              <a:xfrm>
                <a:off x="2748" y="2489"/>
                <a:ext cx="22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20" name="Freeform 1362"/>
              <p:cNvSpPr>
                <a:spLocks/>
              </p:cNvSpPr>
              <p:nvPr/>
            </p:nvSpPr>
            <p:spPr bwMode="auto">
              <a:xfrm>
                <a:off x="2748" y="2489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21" name="Freeform 1363"/>
              <p:cNvSpPr>
                <a:spLocks/>
              </p:cNvSpPr>
              <p:nvPr/>
            </p:nvSpPr>
            <p:spPr bwMode="auto">
              <a:xfrm>
                <a:off x="2748" y="248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22" name="Freeform 1364"/>
              <p:cNvSpPr>
                <a:spLocks/>
              </p:cNvSpPr>
              <p:nvPr/>
            </p:nvSpPr>
            <p:spPr bwMode="auto">
              <a:xfrm>
                <a:off x="2770" y="248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23" name="Freeform 1365"/>
              <p:cNvSpPr>
                <a:spLocks/>
              </p:cNvSpPr>
              <p:nvPr/>
            </p:nvSpPr>
            <p:spPr bwMode="auto">
              <a:xfrm>
                <a:off x="2748" y="2494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24" name="Freeform 1366"/>
              <p:cNvSpPr>
                <a:spLocks/>
              </p:cNvSpPr>
              <p:nvPr/>
            </p:nvSpPr>
            <p:spPr bwMode="auto">
              <a:xfrm>
                <a:off x="2715" y="2478"/>
                <a:ext cx="9" cy="13"/>
              </a:xfrm>
              <a:custGeom>
                <a:avLst/>
                <a:gdLst>
                  <a:gd name="T0" fmla="*/ 9 w 9"/>
                  <a:gd name="T1" fmla="*/ 0 h 13"/>
                  <a:gd name="T2" fmla="*/ 4 w 9"/>
                  <a:gd name="T3" fmla="*/ 13 h 13"/>
                  <a:gd name="T4" fmla="*/ 0 w 9"/>
                  <a:gd name="T5" fmla="*/ 13 h 13"/>
                  <a:gd name="T6" fmla="*/ 6 w 9"/>
                  <a:gd name="T7" fmla="*/ 0 h 13"/>
                  <a:gd name="T8" fmla="*/ 9 w 9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13"/>
                  <a:gd name="T17" fmla="*/ 9 w 9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13">
                    <a:moveTo>
                      <a:pt x="9" y="0"/>
                    </a:moveTo>
                    <a:lnTo>
                      <a:pt x="4" y="13"/>
                    </a:lnTo>
                    <a:lnTo>
                      <a:pt x="0" y="13"/>
                    </a:lnTo>
                    <a:lnTo>
                      <a:pt x="6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3574" name="Freeform 1367"/>
            <p:cNvSpPr>
              <a:spLocks/>
            </p:cNvSpPr>
            <p:nvPr/>
          </p:nvSpPr>
          <p:spPr bwMode="auto">
            <a:xfrm>
              <a:off x="2325" y="3433"/>
              <a:ext cx="5" cy="9"/>
            </a:xfrm>
            <a:custGeom>
              <a:avLst/>
              <a:gdLst>
                <a:gd name="T0" fmla="*/ 0 w 9"/>
                <a:gd name="T1" fmla="*/ 1 h 15"/>
                <a:gd name="T2" fmla="*/ 1 w 9"/>
                <a:gd name="T3" fmla="*/ 1 h 15"/>
                <a:gd name="T4" fmla="*/ 1 w 9"/>
                <a:gd name="T5" fmla="*/ 0 h 15"/>
                <a:gd name="T6" fmla="*/ 0 60000 65536"/>
                <a:gd name="T7" fmla="*/ 0 60000 65536"/>
                <a:gd name="T8" fmla="*/ 0 60000 65536"/>
                <a:gd name="T9" fmla="*/ 0 w 9"/>
                <a:gd name="T10" fmla="*/ 0 h 15"/>
                <a:gd name="T11" fmla="*/ 9 w 9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5">
                  <a:moveTo>
                    <a:pt x="0" y="15"/>
                  </a:moveTo>
                  <a:lnTo>
                    <a:pt x="6" y="2"/>
                  </a:lnTo>
                  <a:lnTo>
                    <a:pt x="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75" name="Freeform 1368"/>
            <p:cNvSpPr>
              <a:spLocks/>
            </p:cNvSpPr>
            <p:nvPr/>
          </p:nvSpPr>
          <p:spPr bwMode="auto">
            <a:xfrm>
              <a:off x="2325" y="3442"/>
              <a:ext cx="3" cy="1"/>
            </a:xfrm>
            <a:custGeom>
              <a:avLst/>
              <a:gdLst>
                <a:gd name="T0" fmla="*/ 0 w 6"/>
                <a:gd name="T1" fmla="*/ 0 h 1"/>
                <a:gd name="T2" fmla="*/ 1 w 6"/>
                <a:gd name="T3" fmla="*/ 0 h 1"/>
                <a:gd name="T4" fmla="*/ 1 w 6"/>
                <a:gd name="T5" fmla="*/ 0 h 1"/>
                <a:gd name="T6" fmla="*/ 0 60000 65536"/>
                <a:gd name="T7" fmla="*/ 0 60000 65536"/>
                <a:gd name="T8" fmla="*/ 0 60000 65536"/>
                <a:gd name="T9" fmla="*/ 0 w 6"/>
                <a:gd name="T10" fmla="*/ 0 h 1"/>
                <a:gd name="T11" fmla="*/ 6 w 6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1">
                  <a:moveTo>
                    <a:pt x="0" y="0"/>
                  </a:moveTo>
                  <a:lnTo>
                    <a:pt x="4" y="0"/>
                  </a:lnTo>
                  <a:lnTo>
                    <a:pt x="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76" name="Freeform 1369"/>
            <p:cNvSpPr>
              <a:spLocks/>
            </p:cNvSpPr>
            <p:nvPr/>
          </p:nvSpPr>
          <p:spPr bwMode="auto">
            <a:xfrm>
              <a:off x="2328" y="3434"/>
              <a:ext cx="3" cy="1"/>
            </a:xfrm>
            <a:custGeom>
              <a:avLst/>
              <a:gdLst>
                <a:gd name="T0" fmla="*/ 0 w 5"/>
                <a:gd name="T1" fmla="*/ 0 h 1"/>
                <a:gd name="T2" fmla="*/ 1 w 5"/>
                <a:gd name="T3" fmla="*/ 0 h 1"/>
                <a:gd name="T4" fmla="*/ 1 w 5"/>
                <a:gd name="T5" fmla="*/ 0 h 1"/>
                <a:gd name="T6" fmla="*/ 0 60000 65536"/>
                <a:gd name="T7" fmla="*/ 0 60000 65536"/>
                <a:gd name="T8" fmla="*/ 0 60000 65536"/>
                <a:gd name="T9" fmla="*/ 0 w 5"/>
                <a:gd name="T10" fmla="*/ 0 h 1"/>
                <a:gd name="T11" fmla="*/ 5 w 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1">
                  <a:moveTo>
                    <a:pt x="0" y="0"/>
                  </a:moveTo>
                  <a:lnTo>
                    <a:pt x="3" y="0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77" name="Freeform 1370"/>
            <p:cNvSpPr>
              <a:spLocks/>
            </p:cNvSpPr>
            <p:nvPr/>
          </p:nvSpPr>
          <p:spPr bwMode="auto">
            <a:xfrm>
              <a:off x="2327" y="3433"/>
              <a:ext cx="4" cy="9"/>
            </a:xfrm>
            <a:custGeom>
              <a:avLst/>
              <a:gdLst>
                <a:gd name="T0" fmla="*/ 0 w 7"/>
                <a:gd name="T1" fmla="*/ 1 h 15"/>
                <a:gd name="T2" fmla="*/ 1 w 7"/>
                <a:gd name="T3" fmla="*/ 1 h 15"/>
                <a:gd name="T4" fmla="*/ 1 w 7"/>
                <a:gd name="T5" fmla="*/ 0 h 15"/>
                <a:gd name="T6" fmla="*/ 0 60000 65536"/>
                <a:gd name="T7" fmla="*/ 0 60000 65536"/>
                <a:gd name="T8" fmla="*/ 0 60000 65536"/>
                <a:gd name="T9" fmla="*/ 0 w 7"/>
                <a:gd name="T10" fmla="*/ 0 h 15"/>
                <a:gd name="T11" fmla="*/ 7 w 7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15">
                  <a:moveTo>
                    <a:pt x="0" y="15"/>
                  </a:moveTo>
                  <a:lnTo>
                    <a:pt x="5" y="2"/>
                  </a:lnTo>
                  <a:lnTo>
                    <a:pt x="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78" name="Freeform 1371"/>
            <p:cNvSpPr>
              <a:spLocks/>
            </p:cNvSpPr>
            <p:nvPr/>
          </p:nvSpPr>
          <p:spPr bwMode="auto">
            <a:xfrm>
              <a:off x="2322" y="3434"/>
              <a:ext cx="6" cy="8"/>
            </a:xfrm>
            <a:custGeom>
              <a:avLst/>
              <a:gdLst>
                <a:gd name="T0" fmla="*/ 1 w 9"/>
                <a:gd name="T1" fmla="*/ 0 h 13"/>
                <a:gd name="T2" fmla="*/ 1 w 9"/>
                <a:gd name="T3" fmla="*/ 1 h 13"/>
                <a:gd name="T4" fmla="*/ 0 w 9"/>
                <a:gd name="T5" fmla="*/ 1 h 13"/>
                <a:gd name="T6" fmla="*/ 1 w 9"/>
                <a:gd name="T7" fmla="*/ 0 h 13"/>
                <a:gd name="T8" fmla="*/ 1 w 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13"/>
                <a:gd name="T17" fmla="*/ 9 w 9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13">
                  <a:moveTo>
                    <a:pt x="9" y="0"/>
                  </a:moveTo>
                  <a:lnTo>
                    <a:pt x="3" y="13"/>
                  </a:lnTo>
                  <a:lnTo>
                    <a:pt x="0" y="13"/>
                  </a:lnTo>
                  <a:lnTo>
                    <a:pt x="7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79" name="Freeform 1372"/>
            <p:cNvSpPr>
              <a:spLocks/>
            </p:cNvSpPr>
            <p:nvPr/>
          </p:nvSpPr>
          <p:spPr bwMode="auto">
            <a:xfrm>
              <a:off x="2322" y="3433"/>
              <a:ext cx="6" cy="9"/>
            </a:xfrm>
            <a:custGeom>
              <a:avLst/>
              <a:gdLst>
                <a:gd name="T0" fmla="*/ 0 w 9"/>
                <a:gd name="T1" fmla="*/ 1 h 15"/>
                <a:gd name="T2" fmla="*/ 1 w 9"/>
                <a:gd name="T3" fmla="*/ 1 h 15"/>
                <a:gd name="T4" fmla="*/ 1 w 9"/>
                <a:gd name="T5" fmla="*/ 0 h 15"/>
                <a:gd name="T6" fmla="*/ 0 60000 65536"/>
                <a:gd name="T7" fmla="*/ 0 60000 65536"/>
                <a:gd name="T8" fmla="*/ 0 60000 65536"/>
                <a:gd name="T9" fmla="*/ 0 w 9"/>
                <a:gd name="T10" fmla="*/ 0 h 15"/>
                <a:gd name="T11" fmla="*/ 9 w 9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5">
                  <a:moveTo>
                    <a:pt x="0" y="15"/>
                  </a:moveTo>
                  <a:lnTo>
                    <a:pt x="7" y="2"/>
                  </a:lnTo>
                  <a:lnTo>
                    <a:pt x="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80" name="Freeform 1373"/>
            <p:cNvSpPr>
              <a:spLocks/>
            </p:cNvSpPr>
            <p:nvPr/>
          </p:nvSpPr>
          <p:spPr bwMode="auto">
            <a:xfrm>
              <a:off x="2322" y="3442"/>
              <a:ext cx="4" cy="1"/>
            </a:xfrm>
            <a:custGeom>
              <a:avLst/>
              <a:gdLst>
                <a:gd name="T0" fmla="*/ 0 w 5"/>
                <a:gd name="T1" fmla="*/ 0 h 1"/>
                <a:gd name="T2" fmla="*/ 2 w 5"/>
                <a:gd name="T3" fmla="*/ 0 h 1"/>
                <a:gd name="T4" fmla="*/ 2 w 5"/>
                <a:gd name="T5" fmla="*/ 0 h 1"/>
                <a:gd name="T6" fmla="*/ 0 60000 65536"/>
                <a:gd name="T7" fmla="*/ 0 60000 65536"/>
                <a:gd name="T8" fmla="*/ 0 60000 65536"/>
                <a:gd name="T9" fmla="*/ 0 w 5"/>
                <a:gd name="T10" fmla="*/ 0 h 1"/>
                <a:gd name="T11" fmla="*/ 5 w 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1">
                  <a:moveTo>
                    <a:pt x="0" y="0"/>
                  </a:moveTo>
                  <a:lnTo>
                    <a:pt x="3" y="0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81" name="Freeform 1374"/>
            <p:cNvSpPr>
              <a:spLocks/>
            </p:cNvSpPr>
            <p:nvPr/>
          </p:nvSpPr>
          <p:spPr bwMode="auto">
            <a:xfrm>
              <a:off x="2327" y="3434"/>
              <a:ext cx="3" cy="1"/>
            </a:xfrm>
            <a:custGeom>
              <a:avLst/>
              <a:gdLst>
                <a:gd name="T0" fmla="*/ 0 w 5"/>
                <a:gd name="T1" fmla="*/ 0 h 1"/>
                <a:gd name="T2" fmla="*/ 1 w 5"/>
                <a:gd name="T3" fmla="*/ 0 h 1"/>
                <a:gd name="T4" fmla="*/ 1 w 5"/>
                <a:gd name="T5" fmla="*/ 0 h 1"/>
                <a:gd name="T6" fmla="*/ 0 60000 65536"/>
                <a:gd name="T7" fmla="*/ 0 60000 65536"/>
                <a:gd name="T8" fmla="*/ 0 60000 65536"/>
                <a:gd name="T9" fmla="*/ 0 w 5"/>
                <a:gd name="T10" fmla="*/ 0 h 1"/>
                <a:gd name="T11" fmla="*/ 5 w 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1">
                  <a:moveTo>
                    <a:pt x="0" y="0"/>
                  </a:moveTo>
                  <a:lnTo>
                    <a:pt x="2" y="0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82" name="Freeform 1375"/>
            <p:cNvSpPr>
              <a:spLocks/>
            </p:cNvSpPr>
            <p:nvPr/>
          </p:nvSpPr>
          <p:spPr bwMode="auto">
            <a:xfrm>
              <a:off x="2325" y="3433"/>
              <a:ext cx="5" cy="9"/>
            </a:xfrm>
            <a:custGeom>
              <a:avLst/>
              <a:gdLst>
                <a:gd name="T0" fmla="*/ 0 w 9"/>
                <a:gd name="T1" fmla="*/ 1 h 15"/>
                <a:gd name="T2" fmla="*/ 1 w 9"/>
                <a:gd name="T3" fmla="*/ 1 h 15"/>
                <a:gd name="T4" fmla="*/ 1 w 9"/>
                <a:gd name="T5" fmla="*/ 0 h 15"/>
                <a:gd name="T6" fmla="*/ 0 60000 65536"/>
                <a:gd name="T7" fmla="*/ 0 60000 65536"/>
                <a:gd name="T8" fmla="*/ 0 60000 65536"/>
                <a:gd name="T9" fmla="*/ 0 w 9"/>
                <a:gd name="T10" fmla="*/ 0 h 15"/>
                <a:gd name="T11" fmla="*/ 9 w 9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5">
                  <a:moveTo>
                    <a:pt x="0" y="15"/>
                  </a:moveTo>
                  <a:lnTo>
                    <a:pt x="6" y="2"/>
                  </a:lnTo>
                  <a:lnTo>
                    <a:pt x="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83" name="Rectangle 1376"/>
            <p:cNvSpPr>
              <a:spLocks noChangeArrowheads="1"/>
            </p:cNvSpPr>
            <p:nvPr/>
          </p:nvSpPr>
          <p:spPr bwMode="auto">
            <a:xfrm>
              <a:off x="2330" y="3432"/>
              <a:ext cx="1" cy="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84" name="Line 1377"/>
            <p:cNvSpPr>
              <a:spLocks noChangeShapeType="1"/>
            </p:cNvSpPr>
            <p:nvPr/>
          </p:nvSpPr>
          <p:spPr bwMode="auto">
            <a:xfrm>
              <a:off x="2330" y="3432"/>
              <a:ext cx="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85" name="Freeform 1378"/>
            <p:cNvSpPr>
              <a:spLocks/>
            </p:cNvSpPr>
            <p:nvPr/>
          </p:nvSpPr>
          <p:spPr bwMode="auto">
            <a:xfrm>
              <a:off x="2330" y="3432"/>
              <a:ext cx="1" cy="4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 h 7"/>
                <a:gd name="T4" fmla="*/ 0 w 1"/>
                <a:gd name="T5" fmla="*/ 1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0"/>
                  </a:moveTo>
                  <a:lnTo>
                    <a:pt x="0" y="4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86" name="Freeform 1379"/>
            <p:cNvSpPr>
              <a:spLocks/>
            </p:cNvSpPr>
            <p:nvPr/>
          </p:nvSpPr>
          <p:spPr bwMode="auto">
            <a:xfrm>
              <a:off x="2330" y="3432"/>
              <a:ext cx="1" cy="4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 h 7"/>
                <a:gd name="T4" fmla="*/ 0 w 1"/>
                <a:gd name="T5" fmla="*/ 1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0"/>
                  </a:moveTo>
                  <a:lnTo>
                    <a:pt x="0" y="4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87" name="Line 1380"/>
            <p:cNvSpPr>
              <a:spLocks noChangeShapeType="1"/>
            </p:cNvSpPr>
            <p:nvPr/>
          </p:nvSpPr>
          <p:spPr bwMode="auto">
            <a:xfrm>
              <a:off x="2330" y="3434"/>
              <a:ext cx="1" cy="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88" name="Rectangle 1381"/>
            <p:cNvSpPr>
              <a:spLocks noChangeArrowheads="1"/>
            </p:cNvSpPr>
            <p:nvPr/>
          </p:nvSpPr>
          <p:spPr bwMode="auto">
            <a:xfrm>
              <a:off x="2326" y="3432"/>
              <a:ext cx="1" cy="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89" name="Freeform 1382"/>
            <p:cNvSpPr>
              <a:spLocks/>
            </p:cNvSpPr>
            <p:nvPr/>
          </p:nvSpPr>
          <p:spPr bwMode="auto">
            <a:xfrm>
              <a:off x="2326" y="3432"/>
              <a:ext cx="2" cy="1"/>
            </a:xfrm>
            <a:custGeom>
              <a:avLst/>
              <a:gdLst>
                <a:gd name="T0" fmla="*/ 0 w 4"/>
                <a:gd name="T1" fmla="*/ 0 h 1"/>
                <a:gd name="T2" fmla="*/ 1 w 4"/>
                <a:gd name="T3" fmla="*/ 0 h 1"/>
                <a:gd name="T4" fmla="*/ 1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90" name="Freeform 1383"/>
            <p:cNvSpPr>
              <a:spLocks/>
            </p:cNvSpPr>
            <p:nvPr/>
          </p:nvSpPr>
          <p:spPr bwMode="auto">
            <a:xfrm>
              <a:off x="2326" y="3432"/>
              <a:ext cx="1" cy="4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 h 7"/>
                <a:gd name="T4" fmla="*/ 0 w 1"/>
                <a:gd name="T5" fmla="*/ 1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0"/>
                  </a:moveTo>
                  <a:lnTo>
                    <a:pt x="0" y="4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91" name="Freeform 1384"/>
            <p:cNvSpPr>
              <a:spLocks/>
            </p:cNvSpPr>
            <p:nvPr/>
          </p:nvSpPr>
          <p:spPr bwMode="auto">
            <a:xfrm>
              <a:off x="2327" y="3432"/>
              <a:ext cx="1" cy="4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 h 7"/>
                <a:gd name="T4" fmla="*/ 0 w 1"/>
                <a:gd name="T5" fmla="*/ 1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0"/>
                  </a:moveTo>
                  <a:lnTo>
                    <a:pt x="0" y="4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92" name="Freeform 1385"/>
            <p:cNvSpPr>
              <a:spLocks/>
            </p:cNvSpPr>
            <p:nvPr/>
          </p:nvSpPr>
          <p:spPr bwMode="auto">
            <a:xfrm>
              <a:off x="2326" y="3434"/>
              <a:ext cx="2" cy="1"/>
            </a:xfrm>
            <a:custGeom>
              <a:avLst/>
              <a:gdLst>
                <a:gd name="T0" fmla="*/ 0 w 4"/>
                <a:gd name="T1" fmla="*/ 0 h 1"/>
                <a:gd name="T2" fmla="*/ 1 w 4"/>
                <a:gd name="T3" fmla="*/ 0 h 1"/>
                <a:gd name="T4" fmla="*/ 1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93" name="Freeform 1386"/>
            <p:cNvSpPr>
              <a:spLocks/>
            </p:cNvSpPr>
            <p:nvPr/>
          </p:nvSpPr>
          <p:spPr bwMode="auto">
            <a:xfrm>
              <a:off x="2325" y="3433"/>
              <a:ext cx="1" cy="0"/>
            </a:xfrm>
            <a:custGeom>
              <a:avLst/>
              <a:gdLst>
                <a:gd name="T0" fmla="*/ 1 w 2"/>
                <a:gd name="T1" fmla="*/ 1 w 2"/>
                <a:gd name="T2" fmla="*/ 0 w 2"/>
                <a:gd name="T3" fmla="*/ 0 60000 65536"/>
                <a:gd name="T4" fmla="*/ 0 60000 65536"/>
                <a:gd name="T5" fmla="*/ 0 60000 65536"/>
                <a:gd name="T6" fmla="*/ 0 w 2"/>
                <a:gd name="T7" fmla="*/ 2 w 2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94" name="Rectangle 1387"/>
            <p:cNvSpPr>
              <a:spLocks noChangeArrowheads="1"/>
            </p:cNvSpPr>
            <p:nvPr/>
          </p:nvSpPr>
          <p:spPr bwMode="auto">
            <a:xfrm>
              <a:off x="2326" y="3433"/>
              <a:ext cx="1" cy="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95" name="Freeform 1388"/>
            <p:cNvSpPr>
              <a:spLocks/>
            </p:cNvSpPr>
            <p:nvPr/>
          </p:nvSpPr>
          <p:spPr bwMode="auto">
            <a:xfrm>
              <a:off x="2326" y="3432"/>
              <a:ext cx="1" cy="2"/>
            </a:xfrm>
            <a:custGeom>
              <a:avLst/>
              <a:gdLst>
                <a:gd name="T0" fmla="*/ 0 w 1"/>
                <a:gd name="T1" fmla="*/ 1 h 4"/>
                <a:gd name="T2" fmla="*/ 0 w 1"/>
                <a:gd name="T3" fmla="*/ 1 h 4"/>
                <a:gd name="T4" fmla="*/ 0 w 1"/>
                <a:gd name="T5" fmla="*/ 0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4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96" name="Freeform 1389"/>
            <p:cNvSpPr>
              <a:spLocks/>
            </p:cNvSpPr>
            <p:nvPr/>
          </p:nvSpPr>
          <p:spPr bwMode="auto">
            <a:xfrm>
              <a:off x="2326" y="3434"/>
              <a:ext cx="2" cy="1"/>
            </a:xfrm>
            <a:custGeom>
              <a:avLst/>
              <a:gdLst>
                <a:gd name="T0" fmla="*/ 0 w 4"/>
                <a:gd name="T1" fmla="*/ 0 h 1"/>
                <a:gd name="T2" fmla="*/ 1 w 4"/>
                <a:gd name="T3" fmla="*/ 0 h 1"/>
                <a:gd name="T4" fmla="*/ 1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97" name="Freeform 1390"/>
            <p:cNvSpPr>
              <a:spLocks/>
            </p:cNvSpPr>
            <p:nvPr/>
          </p:nvSpPr>
          <p:spPr bwMode="auto">
            <a:xfrm>
              <a:off x="2326" y="3433"/>
              <a:ext cx="2" cy="0"/>
            </a:xfrm>
            <a:custGeom>
              <a:avLst/>
              <a:gdLst>
                <a:gd name="T0" fmla="*/ 0 w 4"/>
                <a:gd name="T1" fmla="*/ 1 w 4"/>
                <a:gd name="T2" fmla="*/ 1 w 4"/>
                <a:gd name="T3" fmla="*/ 0 60000 65536"/>
                <a:gd name="T4" fmla="*/ 0 60000 65536"/>
                <a:gd name="T5" fmla="*/ 0 60000 65536"/>
                <a:gd name="T6" fmla="*/ 0 w 4"/>
                <a:gd name="T7" fmla="*/ 4 w 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4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98" name="Freeform 1391"/>
            <p:cNvSpPr>
              <a:spLocks/>
            </p:cNvSpPr>
            <p:nvPr/>
          </p:nvSpPr>
          <p:spPr bwMode="auto">
            <a:xfrm>
              <a:off x="2327" y="3432"/>
              <a:ext cx="1" cy="2"/>
            </a:xfrm>
            <a:custGeom>
              <a:avLst/>
              <a:gdLst>
                <a:gd name="T0" fmla="*/ 0 w 1"/>
                <a:gd name="T1" fmla="*/ 1 h 4"/>
                <a:gd name="T2" fmla="*/ 0 w 1"/>
                <a:gd name="T3" fmla="*/ 1 h 4"/>
                <a:gd name="T4" fmla="*/ 0 w 1"/>
                <a:gd name="T5" fmla="*/ 0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4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99" name="Freeform 1392"/>
            <p:cNvSpPr>
              <a:spLocks/>
            </p:cNvSpPr>
            <p:nvPr/>
          </p:nvSpPr>
          <p:spPr bwMode="auto">
            <a:xfrm>
              <a:off x="2328" y="3433"/>
              <a:ext cx="2" cy="0"/>
            </a:xfrm>
            <a:custGeom>
              <a:avLst/>
              <a:gdLst>
                <a:gd name="T0" fmla="*/ 1 w 3"/>
                <a:gd name="T1" fmla="*/ 1 w 3"/>
                <a:gd name="T2" fmla="*/ 0 w 3"/>
                <a:gd name="T3" fmla="*/ 0 60000 65536"/>
                <a:gd name="T4" fmla="*/ 0 60000 65536"/>
                <a:gd name="T5" fmla="*/ 0 60000 65536"/>
                <a:gd name="T6" fmla="*/ 0 w 3"/>
                <a:gd name="T7" fmla="*/ 3 w 3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00" name="Rectangle 1393"/>
            <p:cNvSpPr>
              <a:spLocks noChangeArrowheads="1"/>
            </p:cNvSpPr>
            <p:nvPr/>
          </p:nvSpPr>
          <p:spPr bwMode="auto">
            <a:xfrm>
              <a:off x="2328" y="3433"/>
              <a:ext cx="3" cy="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01" name="Freeform 1394"/>
            <p:cNvSpPr>
              <a:spLocks/>
            </p:cNvSpPr>
            <p:nvPr/>
          </p:nvSpPr>
          <p:spPr bwMode="auto">
            <a:xfrm>
              <a:off x="2328" y="3432"/>
              <a:ext cx="1" cy="2"/>
            </a:xfrm>
            <a:custGeom>
              <a:avLst/>
              <a:gdLst>
                <a:gd name="T0" fmla="*/ 0 w 1"/>
                <a:gd name="T1" fmla="*/ 1 h 4"/>
                <a:gd name="T2" fmla="*/ 0 w 1"/>
                <a:gd name="T3" fmla="*/ 1 h 4"/>
                <a:gd name="T4" fmla="*/ 0 w 1"/>
                <a:gd name="T5" fmla="*/ 0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4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02" name="Freeform 1395"/>
            <p:cNvSpPr>
              <a:spLocks/>
            </p:cNvSpPr>
            <p:nvPr/>
          </p:nvSpPr>
          <p:spPr bwMode="auto">
            <a:xfrm>
              <a:off x="2328" y="3434"/>
              <a:ext cx="4" cy="1"/>
            </a:xfrm>
            <a:custGeom>
              <a:avLst/>
              <a:gdLst>
                <a:gd name="T0" fmla="*/ 0 w 7"/>
                <a:gd name="T1" fmla="*/ 0 h 1"/>
                <a:gd name="T2" fmla="*/ 1 w 7"/>
                <a:gd name="T3" fmla="*/ 0 h 1"/>
                <a:gd name="T4" fmla="*/ 1 w 7"/>
                <a:gd name="T5" fmla="*/ 0 h 1"/>
                <a:gd name="T6" fmla="*/ 0 60000 65536"/>
                <a:gd name="T7" fmla="*/ 0 60000 65536"/>
                <a:gd name="T8" fmla="*/ 0 60000 65536"/>
                <a:gd name="T9" fmla="*/ 0 w 7"/>
                <a:gd name="T10" fmla="*/ 0 h 1"/>
                <a:gd name="T11" fmla="*/ 7 w 7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1">
                  <a:moveTo>
                    <a:pt x="0" y="0"/>
                  </a:moveTo>
                  <a:lnTo>
                    <a:pt x="5" y="0"/>
                  </a:lnTo>
                  <a:lnTo>
                    <a:pt x="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03" name="Freeform 1396"/>
            <p:cNvSpPr>
              <a:spLocks/>
            </p:cNvSpPr>
            <p:nvPr/>
          </p:nvSpPr>
          <p:spPr bwMode="auto">
            <a:xfrm>
              <a:off x="2328" y="3433"/>
              <a:ext cx="4" cy="0"/>
            </a:xfrm>
            <a:custGeom>
              <a:avLst/>
              <a:gdLst>
                <a:gd name="T0" fmla="*/ 0 w 7"/>
                <a:gd name="T1" fmla="*/ 1 w 7"/>
                <a:gd name="T2" fmla="*/ 1 w 7"/>
                <a:gd name="T3" fmla="*/ 0 60000 65536"/>
                <a:gd name="T4" fmla="*/ 0 60000 65536"/>
                <a:gd name="T5" fmla="*/ 0 60000 65536"/>
                <a:gd name="T6" fmla="*/ 0 w 7"/>
                <a:gd name="T7" fmla="*/ 7 w 7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7">
                  <a:moveTo>
                    <a:pt x="0" y="0"/>
                  </a:moveTo>
                  <a:lnTo>
                    <a:pt x="5" y="0"/>
                  </a:lnTo>
                  <a:lnTo>
                    <a:pt x="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04" name="Freeform 1397"/>
            <p:cNvSpPr>
              <a:spLocks/>
            </p:cNvSpPr>
            <p:nvPr/>
          </p:nvSpPr>
          <p:spPr bwMode="auto">
            <a:xfrm>
              <a:off x="2331" y="3432"/>
              <a:ext cx="1" cy="2"/>
            </a:xfrm>
            <a:custGeom>
              <a:avLst/>
              <a:gdLst>
                <a:gd name="T0" fmla="*/ 0 w 1"/>
                <a:gd name="T1" fmla="*/ 1 h 4"/>
                <a:gd name="T2" fmla="*/ 0 w 1"/>
                <a:gd name="T3" fmla="*/ 1 h 4"/>
                <a:gd name="T4" fmla="*/ 0 w 1"/>
                <a:gd name="T5" fmla="*/ 0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4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05" name="Rectangle 1398"/>
            <p:cNvSpPr>
              <a:spLocks noChangeArrowheads="1"/>
            </p:cNvSpPr>
            <p:nvPr/>
          </p:nvSpPr>
          <p:spPr bwMode="auto">
            <a:xfrm>
              <a:off x="2328" y="3415"/>
              <a:ext cx="2" cy="1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06" name="Freeform 1399"/>
            <p:cNvSpPr>
              <a:spLocks/>
            </p:cNvSpPr>
            <p:nvPr/>
          </p:nvSpPr>
          <p:spPr bwMode="auto">
            <a:xfrm>
              <a:off x="2328" y="3413"/>
              <a:ext cx="1" cy="20"/>
            </a:xfrm>
            <a:custGeom>
              <a:avLst/>
              <a:gdLst>
                <a:gd name="T0" fmla="*/ 0 w 1"/>
                <a:gd name="T1" fmla="*/ 1 h 33"/>
                <a:gd name="T2" fmla="*/ 0 w 1"/>
                <a:gd name="T3" fmla="*/ 1 h 33"/>
                <a:gd name="T4" fmla="*/ 0 w 1"/>
                <a:gd name="T5" fmla="*/ 0 h 33"/>
                <a:gd name="T6" fmla="*/ 0 60000 65536"/>
                <a:gd name="T7" fmla="*/ 0 60000 65536"/>
                <a:gd name="T8" fmla="*/ 0 60000 65536"/>
                <a:gd name="T9" fmla="*/ 0 w 1"/>
                <a:gd name="T10" fmla="*/ 0 h 33"/>
                <a:gd name="T11" fmla="*/ 1 w 1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33">
                  <a:moveTo>
                    <a:pt x="0" y="33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07" name="Freeform 1400"/>
            <p:cNvSpPr>
              <a:spLocks/>
            </p:cNvSpPr>
            <p:nvPr/>
          </p:nvSpPr>
          <p:spPr bwMode="auto">
            <a:xfrm>
              <a:off x="2328" y="3433"/>
              <a:ext cx="3" cy="0"/>
            </a:xfrm>
            <a:custGeom>
              <a:avLst/>
              <a:gdLst>
                <a:gd name="T0" fmla="*/ 0 w 5"/>
                <a:gd name="T1" fmla="*/ 1 w 5"/>
                <a:gd name="T2" fmla="*/ 1 w 5"/>
                <a:gd name="T3" fmla="*/ 0 60000 65536"/>
                <a:gd name="T4" fmla="*/ 0 60000 65536"/>
                <a:gd name="T5" fmla="*/ 0 60000 65536"/>
                <a:gd name="T6" fmla="*/ 0 w 5"/>
                <a:gd name="T7" fmla="*/ 5 w 5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5">
                  <a:moveTo>
                    <a:pt x="0" y="0"/>
                  </a:moveTo>
                  <a:lnTo>
                    <a:pt x="3" y="0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08" name="Freeform 1401"/>
            <p:cNvSpPr>
              <a:spLocks/>
            </p:cNvSpPr>
            <p:nvPr/>
          </p:nvSpPr>
          <p:spPr bwMode="auto">
            <a:xfrm>
              <a:off x="2328" y="3415"/>
              <a:ext cx="3" cy="1"/>
            </a:xfrm>
            <a:custGeom>
              <a:avLst/>
              <a:gdLst>
                <a:gd name="T0" fmla="*/ 0 w 5"/>
                <a:gd name="T1" fmla="*/ 0 h 1"/>
                <a:gd name="T2" fmla="*/ 1 w 5"/>
                <a:gd name="T3" fmla="*/ 0 h 1"/>
                <a:gd name="T4" fmla="*/ 1 w 5"/>
                <a:gd name="T5" fmla="*/ 0 h 1"/>
                <a:gd name="T6" fmla="*/ 0 60000 65536"/>
                <a:gd name="T7" fmla="*/ 0 60000 65536"/>
                <a:gd name="T8" fmla="*/ 0 60000 65536"/>
                <a:gd name="T9" fmla="*/ 0 w 5"/>
                <a:gd name="T10" fmla="*/ 0 h 1"/>
                <a:gd name="T11" fmla="*/ 5 w 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1">
                  <a:moveTo>
                    <a:pt x="0" y="0"/>
                  </a:moveTo>
                  <a:lnTo>
                    <a:pt x="3" y="0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09" name="Freeform 1402"/>
            <p:cNvSpPr>
              <a:spLocks/>
            </p:cNvSpPr>
            <p:nvPr/>
          </p:nvSpPr>
          <p:spPr bwMode="auto">
            <a:xfrm>
              <a:off x="2330" y="3413"/>
              <a:ext cx="1" cy="20"/>
            </a:xfrm>
            <a:custGeom>
              <a:avLst/>
              <a:gdLst>
                <a:gd name="T0" fmla="*/ 0 w 1"/>
                <a:gd name="T1" fmla="*/ 1 h 33"/>
                <a:gd name="T2" fmla="*/ 0 w 1"/>
                <a:gd name="T3" fmla="*/ 1 h 33"/>
                <a:gd name="T4" fmla="*/ 0 w 1"/>
                <a:gd name="T5" fmla="*/ 0 h 33"/>
                <a:gd name="T6" fmla="*/ 0 60000 65536"/>
                <a:gd name="T7" fmla="*/ 0 60000 65536"/>
                <a:gd name="T8" fmla="*/ 0 60000 65536"/>
                <a:gd name="T9" fmla="*/ 0 w 1"/>
                <a:gd name="T10" fmla="*/ 0 h 33"/>
                <a:gd name="T11" fmla="*/ 1 w 1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33">
                  <a:moveTo>
                    <a:pt x="0" y="33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10" name="Rectangle 1403"/>
            <p:cNvSpPr>
              <a:spLocks noChangeArrowheads="1"/>
            </p:cNvSpPr>
            <p:nvPr/>
          </p:nvSpPr>
          <p:spPr bwMode="auto">
            <a:xfrm>
              <a:off x="2326" y="3415"/>
              <a:ext cx="1" cy="1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11" name="Freeform 1404"/>
            <p:cNvSpPr>
              <a:spLocks/>
            </p:cNvSpPr>
            <p:nvPr/>
          </p:nvSpPr>
          <p:spPr bwMode="auto">
            <a:xfrm>
              <a:off x="2326" y="3413"/>
              <a:ext cx="1" cy="20"/>
            </a:xfrm>
            <a:custGeom>
              <a:avLst/>
              <a:gdLst>
                <a:gd name="T0" fmla="*/ 0 w 1"/>
                <a:gd name="T1" fmla="*/ 1 h 33"/>
                <a:gd name="T2" fmla="*/ 0 w 1"/>
                <a:gd name="T3" fmla="*/ 1 h 33"/>
                <a:gd name="T4" fmla="*/ 0 w 1"/>
                <a:gd name="T5" fmla="*/ 0 h 33"/>
                <a:gd name="T6" fmla="*/ 0 60000 65536"/>
                <a:gd name="T7" fmla="*/ 0 60000 65536"/>
                <a:gd name="T8" fmla="*/ 0 60000 65536"/>
                <a:gd name="T9" fmla="*/ 0 w 1"/>
                <a:gd name="T10" fmla="*/ 0 h 33"/>
                <a:gd name="T11" fmla="*/ 1 w 1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33">
                  <a:moveTo>
                    <a:pt x="0" y="33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12" name="Freeform 1405"/>
            <p:cNvSpPr>
              <a:spLocks/>
            </p:cNvSpPr>
            <p:nvPr/>
          </p:nvSpPr>
          <p:spPr bwMode="auto">
            <a:xfrm>
              <a:off x="2326" y="3433"/>
              <a:ext cx="2" cy="0"/>
            </a:xfrm>
            <a:custGeom>
              <a:avLst/>
              <a:gdLst>
                <a:gd name="T0" fmla="*/ 0 w 4"/>
                <a:gd name="T1" fmla="*/ 1 w 4"/>
                <a:gd name="T2" fmla="*/ 1 w 4"/>
                <a:gd name="T3" fmla="*/ 0 60000 65536"/>
                <a:gd name="T4" fmla="*/ 0 60000 65536"/>
                <a:gd name="T5" fmla="*/ 0 60000 65536"/>
                <a:gd name="T6" fmla="*/ 0 w 4"/>
                <a:gd name="T7" fmla="*/ 4 w 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4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13" name="Freeform 1406"/>
            <p:cNvSpPr>
              <a:spLocks/>
            </p:cNvSpPr>
            <p:nvPr/>
          </p:nvSpPr>
          <p:spPr bwMode="auto">
            <a:xfrm>
              <a:off x="2326" y="3415"/>
              <a:ext cx="2" cy="1"/>
            </a:xfrm>
            <a:custGeom>
              <a:avLst/>
              <a:gdLst>
                <a:gd name="T0" fmla="*/ 0 w 4"/>
                <a:gd name="T1" fmla="*/ 0 h 1"/>
                <a:gd name="T2" fmla="*/ 1 w 4"/>
                <a:gd name="T3" fmla="*/ 0 h 1"/>
                <a:gd name="T4" fmla="*/ 1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14" name="Freeform 1407"/>
            <p:cNvSpPr>
              <a:spLocks/>
            </p:cNvSpPr>
            <p:nvPr/>
          </p:nvSpPr>
          <p:spPr bwMode="auto">
            <a:xfrm>
              <a:off x="2327" y="3413"/>
              <a:ext cx="1" cy="20"/>
            </a:xfrm>
            <a:custGeom>
              <a:avLst/>
              <a:gdLst>
                <a:gd name="T0" fmla="*/ 0 w 1"/>
                <a:gd name="T1" fmla="*/ 1 h 33"/>
                <a:gd name="T2" fmla="*/ 0 w 1"/>
                <a:gd name="T3" fmla="*/ 1 h 33"/>
                <a:gd name="T4" fmla="*/ 0 w 1"/>
                <a:gd name="T5" fmla="*/ 0 h 33"/>
                <a:gd name="T6" fmla="*/ 0 60000 65536"/>
                <a:gd name="T7" fmla="*/ 0 60000 65536"/>
                <a:gd name="T8" fmla="*/ 0 60000 65536"/>
                <a:gd name="T9" fmla="*/ 0 w 1"/>
                <a:gd name="T10" fmla="*/ 0 h 33"/>
                <a:gd name="T11" fmla="*/ 1 w 1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33">
                  <a:moveTo>
                    <a:pt x="0" y="33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15" name="Freeform 1408"/>
            <p:cNvSpPr>
              <a:spLocks/>
            </p:cNvSpPr>
            <p:nvPr/>
          </p:nvSpPr>
          <p:spPr bwMode="auto">
            <a:xfrm>
              <a:off x="2313" y="3433"/>
              <a:ext cx="50" cy="5"/>
            </a:xfrm>
            <a:custGeom>
              <a:avLst/>
              <a:gdLst>
                <a:gd name="T0" fmla="*/ 1 w 77"/>
                <a:gd name="T1" fmla="*/ 0 h 9"/>
                <a:gd name="T2" fmla="*/ 0 w 77"/>
                <a:gd name="T3" fmla="*/ 1 h 9"/>
                <a:gd name="T4" fmla="*/ 0 w 77"/>
                <a:gd name="T5" fmla="*/ 1 h 9"/>
                <a:gd name="T6" fmla="*/ 1 w 77"/>
                <a:gd name="T7" fmla="*/ 1 h 9"/>
                <a:gd name="T8" fmla="*/ 1 w 77"/>
                <a:gd name="T9" fmla="*/ 1 h 9"/>
                <a:gd name="T10" fmla="*/ 1 w 77"/>
                <a:gd name="T11" fmla="*/ 1 h 9"/>
                <a:gd name="T12" fmla="*/ 1 w 77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7"/>
                <a:gd name="T22" fmla="*/ 0 h 9"/>
                <a:gd name="T23" fmla="*/ 77 w 77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7" h="9">
                  <a:moveTo>
                    <a:pt x="38" y="0"/>
                  </a:moveTo>
                  <a:lnTo>
                    <a:pt x="0" y="7"/>
                  </a:lnTo>
                  <a:lnTo>
                    <a:pt x="0" y="9"/>
                  </a:lnTo>
                  <a:lnTo>
                    <a:pt x="38" y="2"/>
                  </a:lnTo>
                  <a:lnTo>
                    <a:pt x="77" y="9"/>
                  </a:lnTo>
                  <a:lnTo>
                    <a:pt x="77" y="7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16" name="Freeform 1409"/>
            <p:cNvSpPr>
              <a:spLocks/>
            </p:cNvSpPr>
            <p:nvPr/>
          </p:nvSpPr>
          <p:spPr bwMode="auto">
            <a:xfrm>
              <a:off x="2338" y="3433"/>
              <a:ext cx="26" cy="5"/>
            </a:xfrm>
            <a:custGeom>
              <a:avLst/>
              <a:gdLst>
                <a:gd name="T0" fmla="*/ 0 w 42"/>
                <a:gd name="T1" fmla="*/ 0 h 9"/>
                <a:gd name="T2" fmla="*/ 1 w 42"/>
                <a:gd name="T3" fmla="*/ 1 h 9"/>
                <a:gd name="T4" fmla="*/ 1 w 42"/>
                <a:gd name="T5" fmla="*/ 1 h 9"/>
                <a:gd name="T6" fmla="*/ 0 60000 65536"/>
                <a:gd name="T7" fmla="*/ 0 60000 65536"/>
                <a:gd name="T8" fmla="*/ 0 60000 65536"/>
                <a:gd name="T9" fmla="*/ 0 w 42"/>
                <a:gd name="T10" fmla="*/ 0 h 9"/>
                <a:gd name="T11" fmla="*/ 42 w 42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2" h="9">
                  <a:moveTo>
                    <a:pt x="0" y="0"/>
                  </a:moveTo>
                  <a:lnTo>
                    <a:pt x="39" y="7"/>
                  </a:lnTo>
                  <a:lnTo>
                    <a:pt x="42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17" name="Freeform 1410"/>
            <p:cNvSpPr>
              <a:spLocks/>
            </p:cNvSpPr>
            <p:nvPr/>
          </p:nvSpPr>
          <p:spPr bwMode="auto">
            <a:xfrm>
              <a:off x="2313" y="3432"/>
              <a:ext cx="26" cy="5"/>
            </a:xfrm>
            <a:custGeom>
              <a:avLst/>
              <a:gdLst>
                <a:gd name="T0" fmla="*/ 0 w 40"/>
                <a:gd name="T1" fmla="*/ 1 h 9"/>
                <a:gd name="T2" fmla="*/ 1 w 40"/>
                <a:gd name="T3" fmla="*/ 1 h 9"/>
                <a:gd name="T4" fmla="*/ 1 w 40"/>
                <a:gd name="T5" fmla="*/ 0 h 9"/>
                <a:gd name="T6" fmla="*/ 0 60000 65536"/>
                <a:gd name="T7" fmla="*/ 0 60000 65536"/>
                <a:gd name="T8" fmla="*/ 0 60000 65536"/>
                <a:gd name="T9" fmla="*/ 0 w 40"/>
                <a:gd name="T10" fmla="*/ 0 h 9"/>
                <a:gd name="T11" fmla="*/ 40 w 40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" h="9">
                  <a:moveTo>
                    <a:pt x="0" y="9"/>
                  </a:moveTo>
                  <a:lnTo>
                    <a:pt x="38" y="2"/>
                  </a:lnTo>
                  <a:lnTo>
                    <a:pt x="4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18" name="Freeform 1411"/>
            <p:cNvSpPr>
              <a:spLocks/>
            </p:cNvSpPr>
            <p:nvPr/>
          </p:nvSpPr>
          <p:spPr bwMode="auto">
            <a:xfrm>
              <a:off x="2338" y="3434"/>
              <a:ext cx="26" cy="6"/>
            </a:xfrm>
            <a:custGeom>
              <a:avLst/>
              <a:gdLst>
                <a:gd name="T0" fmla="*/ 0 w 42"/>
                <a:gd name="T1" fmla="*/ 0 h 9"/>
                <a:gd name="T2" fmla="*/ 1 w 42"/>
                <a:gd name="T3" fmla="*/ 1 h 9"/>
                <a:gd name="T4" fmla="*/ 1 w 42"/>
                <a:gd name="T5" fmla="*/ 1 h 9"/>
                <a:gd name="T6" fmla="*/ 0 60000 65536"/>
                <a:gd name="T7" fmla="*/ 0 60000 65536"/>
                <a:gd name="T8" fmla="*/ 0 60000 65536"/>
                <a:gd name="T9" fmla="*/ 0 w 42"/>
                <a:gd name="T10" fmla="*/ 0 h 9"/>
                <a:gd name="T11" fmla="*/ 42 w 42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2" h="9">
                  <a:moveTo>
                    <a:pt x="0" y="0"/>
                  </a:moveTo>
                  <a:lnTo>
                    <a:pt x="39" y="7"/>
                  </a:lnTo>
                  <a:lnTo>
                    <a:pt x="42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19" name="Freeform 1412"/>
            <p:cNvSpPr>
              <a:spLocks/>
            </p:cNvSpPr>
            <p:nvPr/>
          </p:nvSpPr>
          <p:spPr bwMode="auto">
            <a:xfrm>
              <a:off x="2313" y="3433"/>
              <a:ext cx="26" cy="5"/>
            </a:xfrm>
            <a:custGeom>
              <a:avLst/>
              <a:gdLst>
                <a:gd name="T0" fmla="*/ 0 w 40"/>
                <a:gd name="T1" fmla="*/ 1 h 9"/>
                <a:gd name="T2" fmla="*/ 1 w 40"/>
                <a:gd name="T3" fmla="*/ 1 h 9"/>
                <a:gd name="T4" fmla="*/ 1 w 40"/>
                <a:gd name="T5" fmla="*/ 0 h 9"/>
                <a:gd name="T6" fmla="*/ 0 60000 65536"/>
                <a:gd name="T7" fmla="*/ 0 60000 65536"/>
                <a:gd name="T8" fmla="*/ 0 60000 65536"/>
                <a:gd name="T9" fmla="*/ 0 w 40"/>
                <a:gd name="T10" fmla="*/ 0 h 9"/>
                <a:gd name="T11" fmla="*/ 40 w 40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" h="9">
                  <a:moveTo>
                    <a:pt x="0" y="9"/>
                  </a:moveTo>
                  <a:lnTo>
                    <a:pt x="38" y="2"/>
                  </a:lnTo>
                  <a:lnTo>
                    <a:pt x="4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20" name="Freeform 1413"/>
            <p:cNvSpPr>
              <a:spLocks/>
            </p:cNvSpPr>
            <p:nvPr/>
          </p:nvSpPr>
          <p:spPr bwMode="auto">
            <a:xfrm>
              <a:off x="2363" y="3437"/>
              <a:ext cx="0" cy="3"/>
            </a:xfrm>
            <a:custGeom>
              <a:avLst/>
              <a:gdLst>
                <a:gd name="T0" fmla="*/ 0 h 4"/>
                <a:gd name="T1" fmla="*/ 2 h 4"/>
                <a:gd name="T2" fmla="*/ 2 h 4"/>
                <a:gd name="T3" fmla="*/ 0 60000 65536"/>
                <a:gd name="T4" fmla="*/ 0 60000 65536"/>
                <a:gd name="T5" fmla="*/ 0 60000 65536"/>
                <a:gd name="T6" fmla="*/ 0 h 4"/>
                <a:gd name="T7" fmla="*/ 4 h 4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21" name="Freeform 1414"/>
            <p:cNvSpPr>
              <a:spLocks/>
            </p:cNvSpPr>
            <p:nvPr/>
          </p:nvSpPr>
          <p:spPr bwMode="auto">
            <a:xfrm>
              <a:off x="2313" y="3437"/>
              <a:ext cx="1" cy="3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 h 4"/>
                <a:gd name="T4" fmla="*/ 0 w 1"/>
                <a:gd name="T5" fmla="*/ 2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22" name="Rectangle 1415"/>
            <p:cNvSpPr>
              <a:spLocks noChangeArrowheads="1"/>
            </p:cNvSpPr>
            <p:nvPr/>
          </p:nvSpPr>
          <p:spPr bwMode="auto">
            <a:xfrm>
              <a:off x="2314" y="3441"/>
              <a:ext cx="14" cy="3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23" name="Freeform 1416"/>
            <p:cNvSpPr>
              <a:spLocks/>
            </p:cNvSpPr>
            <p:nvPr/>
          </p:nvSpPr>
          <p:spPr bwMode="auto">
            <a:xfrm>
              <a:off x="2314" y="3441"/>
              <a:ext cx="16" cy="1"/>
            </a:xfrm>
            <a:custGeom>
              <a:avLst/>
              <a:gdLst>
                <a:gd name="T0" fmla="*/ 0 w 25"/>
                <a:gd name="T1" fmla="*/ 0 h 1"/>
                <a:gd name="T2" fmla="*/ 1 w 25"/>
                <a:gd name="T3" fmla="*/ 0 h 1"/>
                <a:gd name="T4" fmla="*/ 1 w 25"/>
                <a:gd name="T5" fmla="*/ 0 h 1"/>
                <a:gd name="T6" fmla="*/ 0 60000 65536"/>
                <a:gd name="T7" fmla="*/ 0 60000 65536"/>
                <a:gd name="T8" fmla="*/ 0 60000 65536"/>
                <a:gd name="T9" fmla="*/ 0 w 25"/>
                <a:gd name="T10" fmla="*/ 0 h 1"/>
                <a:gd name="T11" fmla="*/ 25 w 2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1">
                  <a:moveTo>
                    <a:pt x="0" y="0"/>
                  </a:moveTo>
                  <a:lnTo>
                    <a:pt x="22" y="0"/>
                  </a:lnTo>
                  <a:lnTo>
                    <a:pt x="2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24" name="Freeform 1417"/>
            <p:cNvSpPr>
              <a:spLocks/>
            </p:cNvSpPr>
            <p:nvPr/>
          </p:nvSpPr>
          <p:spPr bwMode="auto">
            <a:xfrm>
              <a:off x="2314" y="3441"/>
              <a:ext cx="1" cy="5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 h 7"/>
                <a:gd name="T4" fmla="*/ 0 w 1"/>
                <a:gd name="T5" fmla="*/ 1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0"/>
                  </a:moveTo>
                  <a:lnTo>
                    <a:pt x="0" y="5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25" name="Freeform 1418"/>
            <p:cNvSpPr>
              <a:spLocks/>
            </p:cNvSpPr>
            <p:nvPr/>
          </p:nvSpPr>
          <p:spPr bwMode="auto">
            <a:xfrm>
              <a:off x="2328" y="3441"/>
              <a:ext cx="1" cy="5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 h 7"/>
                <a:gd name="T4" fmla="*/ 0 w 1"/>
                <a:gd name="T5" fmla="*/ 1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0"/>
                  </a:moveTo>
                  <a:lnTo>
                    <a:pt x="0" y="5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26" name="Freeform 1419"/>
            <p:cNvSpPr>
              <a:spLocks/>
            </p:cNvSpPr>
            <p:nvPr/>
          </p:nvSpPr>
          <p:spPr bwMode="auto">
            <a:xfrm>
              <a:off x="2314" y="3444"/>
              <a:ext cx="16" cy="1"/>
            </a:xfrm>
            <a:custGeom>
              <a:avLst/>
              <a:gdLst>
                <a:gd name="T0" fmla="*/ 0 w 25"/>
                <a:gd name="T1" fmla="*/ 0 h 1"/>
                <a:gd name="T2" fmla="*/ 1 w 25"/>
                <a:gd name="T3" fmla="*/ 0 h 1"/>
                <a:gd name="T4" fmla="*/ 1 w 25"/>
                <a:gd name="T5" fmla="*/ 0 h 1"/>
                <a:gd name="T6" fmla="*/ 0 60000 65536"/>
                <a:gd name="T7" fmla="*/ 0 60000 65536"/>
                <a:gd name="T8" fmla="*/ 0 60000 65536"/>
                <a:gd name="T9" fmla="*/ 0 w 25"/>
                <a:gd name="T10" fmla="*/ 0 h 1"/>
                <a:gd name="T11" fmla="*/ 25 w 2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1">
                  <a:moveTo>
                    <a:pt x="0" y="0"/>
                  </a:moveTo>
                  <a:lnTo>
                    <a:pt x="22" y="0"/>
                  </a:lnTo>
                  <a:lnTo>
                    <a:pt x="2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27" name="Rectangle 1420"/>
            <p:cNvSpPr>
              <a:spLocks noChangeArrowheads="1"/>
            </p:cNvSpPr>
            <p:nvPr/>
          </p:nvSpPr>
          <p:spPr bwMode="auto">
            <a:xfrm>
              <a:off x="2313" y="3437"/>
              <a:ext cx="1" cy="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28" name="Freeform 1421"/>
            <p:cNvSpPr>
              <a:spLocks/>
            </p:cNvSpPr>
            <p:nvPr/>
          </p:nvSpPr>
          <p:spPr bwMode="auto">
            <a:xfrm>
              <a:off x="2314" y="3437"/>
              <a:ext cx="1" cy="7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1 h 11"/>
                <a:gd name="T4" fmla="*/ 0 w 1"/>
                <a:gd name="T5" fmla="*/ 1 h 11"/>
                <a:gd name="T6" fmla="*/ 0 60000 65536"/>
                <a:gd name="T7" fmla="*/ 0 60000 65536"/>
                <a:gd name="T8" fmla="*/ 0 60000 65536"/>
                <a:gd name="T9" fmla="*/ 0 w 1"/>
                <a:gd name="T10" fmla="*/ 0 h 11"/>
                <a:gd name="T11" fmla="*/ 1 w 1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1">
                  <a:moveTo>
                    <a:pt x="0" y="0"/>
                  </a:moveTo>
                  <a:lnTo>
                    <a:pt x="0" y="8"/>
                  </a:lnTo>
                  <a:lnTo>
                    <a:pt x="0" y="11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29" name="Freeform 1422"/>
            <p:cNvSpPr>
              <a:spLocks/>
            </p:cNvSpPr>
            <p:nvPr/>
          </p:nvSpPr>
          <p:spPr bwMode="auto">
            <a:xfrm>
              <a:off x="2312" y="3437"/>
              <a:ext cx="2" cy="1"/>
            </a:xfrm>
            <a:custGeom>
              <a:avLst/>
              <a:gdLst>
                <a:gd name="T0" fmla="*/ 1 w 4"/>
                <a:gd name="T1" fmla="*/ 0 h 1"/>
                <a:gd name="T2" fmla="*/ 1 w 4"/>
                <a:gd name="T3" fmla="*/ 0 h 1"/>
                <a:gd name="T4" fmla="*/ 0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30" name="Freeform 1423"/>
            <p:cNvSpPr>
              <a:spLocks/>
            </p:cNvSpPr>
            <p:nvPr/>
          </p:nvSpPr>
          <p:spPr bwMode="auto">
            <a:xfrm>
              <a:off x="2312" y="3442"/>
              <a:ext cx="2" cy="1"/>
            </a:xfrm>
            <a:custGeom>
              <a:avLst/>
              <a:gdLst>
                <a:gd name="T0" fmla="*/ 1 w 4"/>
                <a:gd name="T1" fmla="*/ 0 h 1"/>
                <a:gd name="T2" fmla="*/ 1 w 4"/>
                <a:gd name="T3" fmla="*/ 0 h 1"/>
                <a:gd name="T4" fmla="*/ 0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31" name="Freeform 1424"/>
            <p:cNvSpPr>
              <a:spLocks/>
            </p:cNvSpPr>
            <p:nvPr/>
          </p:nvSpPr>
          <p:spPr bwMode="auto">
            <a:xfrm>
              <a:off x="2313" y="3437"/>
              <a:ext cx="1" cy="7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1 h 11"/>
                <a:gd name="T4" fmla="*/ 0 w 1"/>
                <a:gd name="T5" fmla="*/ 1 h 11"/>
                <a:gd name="T6" fmla="*/ 0 60000 65536"/>
                <a:gd name="T7" fmla="*/ 0 60000 65536"/>
                <a:gd name="T8" fmla="*/ 0 60000 65536"/>
                <a:gd name="T9" fmla="*/ 0 w 1"/>
                <a:gd name="T10" fmla="*/ 0 h 11"/>
                <a:gd name="T11" fmla="*/ 1 w 1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1">
                  <a:moveTo>
                    <a:pt x="0" y="0"/>
                  </a:moveTo>
                  <a:lnTo>
                    <a:pt x="0" y="8"/>
                  </a:lnTo>
                  <a:lnTo>
                    <a:pt x="0" y="11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32" name="Freeform 1425"/>
            <p:cNvSpPr>
              <a:spLocks/>
            </p:cNvSpPr>
            <p:nvPr/>
          </p:nvSpPr>
          <p:spPr bwMode="auto">
            <a:xfrm>
              <a:off x="2308" y="3436"/>
              <a:ext cx="5" cy="2"/>
            </a:xfrm>
            <a:custGeom>
              <a:avLst/>
              <a:gdLst>
                <a:gd name="T0" fmla="*/ 1 w 7"/>
                <a:gd name="T1" fmla="*/ 1 h 4"/>
                <a:gd name="T2" fmla="*/ 1 w 7"/>
                <a:gd name="T3" fmla="*/ 1 h 4"/>
                <a:gd name="T4" fmla="*/ 1 w 7"/>
                <a:gd name="T5" fmla="*/ 1 h 4"/>
                <a:gd name="T6" fmla="*/ 1 w 7"/>
                <a:gd name="T7" fmla="*/ 1 h 4"/>
                <a:gd name="T8" fmla="*/ 1 w 7"/>
                <a:gd name="T9" fmla="*/ 0 h 4"/>
                <a:gd name="T10" fmla="*/ 0 w 7"/>
                <a:gd name="T11" fmla="*/ 0 h 4"/>
                <a:gd name="T12" fmla="*/ 1 w 7"/>
                <a:gd name="T13" fmla="*/ 1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4"/>
                <a:gd name="T23" fmla="*/ 7 w 7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4">
                  <a:moveTo>
                    <a:pt x="3" y="4"/>
                  </a:moveTo>
                  <a:lnTo>
                    <a:pt x="7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33" name="Freeform 1426"/>
            <p:cNvSpPr>
              <a:spLocks/>
            </p:cNvSpPr>
            <p:nvPr/>
          </p:nvSpPr>
          <p:spPr bwMode="auto">
            <a:xfrm>
              <a:off x="2307" y="3434"/>
              <a:ext cx="4" cy="4"/>
            </a:xfrm>
            <a:custGeom>
              <a:avLst/>
              <a:gdLst>
                <a:gd name="T0" fmla="*/ 2 w 5"/>
                <a:gd name="T1" fmla="*/ 1 h 7"/>
                <a:gd name="T2" fmla="*/ 2 w 5"/>
                <a:gd name="T3" fmla="*/ 1 h 7"/>
                <a:gd name="T4" fmla="*/ 0 w 5"/>
                <a:gd name="T5" fmla="*/ 0 h 7"/>
                <a:gd name="T6" fmla="*/ 0 60000 65536"/>
                <a:gd name="T7" fmla="*/ 0 60000 65536"/>
                <a:gd name="T8" fmla="*/ 0 60000 65536"/>
                <a:gd name="T9" fmla="*/ 0 w 5"/>
                <a:gd name="T10" fmla="*/ 0 h 7"/>
                <a:gd name="T11" fmla="*/ 5 w 5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7">
                  <a:moveTo>
                    <a:pt x="5" y="7"/>
                  </a:moveTo>
                  <a:lnTo>
                    <a:pt x="2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34" name="Freeform 1427"/>
            <p:cNvSpPr>
              <a:spLocks/>
            </p:cNvSpPr>
            <p:nvPr/>
          </p:nvSpPr>
          <p:spPr bwMode="auto">
            <a:xfrm>
              <a:off x="2308" y="3438"/>
              <a:ext cx="5" cy="1"/>
            </a:xfrm>
            <a:custGeom>
              <a:avLst/>
              <a:gdLst>
                <a:gd name="T0" fmla="*/ 1 w 7"/>
                <a:gd name="T1" fmla="*/ 0 h 1"/>
                <a:gd name="T2" fmla="*/ 1 w 7"/>
                <a:gd name="T3" fmla="*/ 0 h 1"/>
                <a:gd name="T4" fmla="*/ 0 w 7"/>
                <a:gd name="T5" fmla="*/ 0 h 1"/>
                <a:gd name="T6" fmla="*/ 0 60000 65536"/>
                <a:gd name="T7" fmla="*/ 0 60000 65536"/>
                <a:gd name="T8" fmla="*/ 0 60000 65536"/>
                <a:gd name="T9" fmla="*/ 0 w 7"/>
                <a:gd name="T10" fmla="*/ 0 h 1"/>
                <a:gd name="T11" fmla="*/ 7 w 7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1">
                  <a:moveTo>
                    <a:pt x="7" y="0"/>
                  </a:move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35" name="Freeform 1428"/>
            <p:cNvSpPr>
              <a:spLocks/>
            </p:cNvSpPr>
            <p:nvPr/>
          </p:nvSpPr>
          <p:spPr bwMode="auto">
            <a:xfrm>
              <a:off x="2312" y="3434"/>
              <a:ext cx="1" cy="3"/>
            </a:xfrm>
            <a:custGeom>
              <a:avLst/>
              <a:gdLst>
                <a:gd name="T0" fmla="*/ 0 w 1"/>
                <a:gd name="T1" fmla="*/ 1 h 5"/>
                <a:gd name="T2" fmla="*/ 0 w 1"/>
                <a:gd name="T3" fmla="*/ 1 h 5"/>
                <a:gd name="T4" fmla="*/ 0 w 1"/>
                <a:gd name="T5" fmla="*/ 0 h 5"/>
                <a:gd name="T6" fmla="*/ 0 60000 65536"/>
                <a:gd name="T7" fmla="*/ 0 60000 65536"/>
                <a:gd name="T8" fmla="*/ 0 60000 65536"/>
                <a:gd name="T9" fmla="*/ 0 w 1"/>
                <a:gd name="T10" fmla="*/ 0 h 5"/>
                <a:gd name="T11" fmla="*/ 1 w 1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5">
                  <a:moveTo>
                    <a:pt x="0" y="5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36" name="Freeform 1429"/>
            <p:cNvSpPr>
              <a:spLocks/>
            </p:cNvSpPr>
            <p:nvPr/>
          </p:nvSpPr>
          <p:spPr bwMode="auto">
            <a:xfrm>
              <a:off x="2311" y="3437"/>
              <a:ext cx="2" cy="1"/>
            </a:xfrm>
            <a:custGeom>
              <a:avLst/>
              <a:gdLst>
                <a:gd name="T0" fmla="*/ 1 w 4"/>
                <a:gd name="T1" fmla="*/ 0 h 1"/>
                <a:gd name="T2" fmla="*/ 1 w 4"/>
                <a:gd name="T3" fmla="*/ 0 h 1"/>
                <a:gd name="T4" fmla="*/ 0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37" name="Freeform 1430"/>
            <p:cNvSpPr>
              <a:spLocks/>
            </p:cNvSpPr>
            <p:nvPr/>
          </p:nvSpPr>
          <p:spPr bwMode="auto">
            <a:xfrm>
              <a:off x="2308" y="3436"/>
              <a:ext cx="5" cy="1"/>
            </a:xfrm>
            <a:custGeom>
              <a:avLst/>
              <a:gdLst>
                <a:gd name="T0" fmla="*/ 0 w 7"/>
                <a:gd name="T1" fmla="*/ 0 h 1"/>
                <a:gd name="T2" fmla="*/ 1 w 7"/>
                <a:gd name="T3" fmla="*/ 0 h 1"/>
                <a:gd name="T4" fmla="*/ 1 w 7"/>
                <a:gd name="T5" fmla="*/ 0 h 1"/>
                <a:gd name="T6" fmla="*/ 0 60000 65536"/>
                <a:gd name="T7" fmla="*/ 0 60000 65536"/>
                <a:gd name="T8" fmla="*/ 0 60000 65536"/>
                <a:gd name="T9" fmla="*/ 0 w 7"/>
                <a:gd name="T10" fmla="*/ 0 h 1"/>
                <a:gd name="T11" fmla="*/ 7 w 7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1">
                  <a:moveTo>
                    <a:pt x="0" y="0"/>
                  </a:moveTo>
                  <a:lnTo>
                    <a:pt x="5" y="0"/>
                  </a:lnTo>
                  <a:lnTo>
                    <a:pt x="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38" name="Freeform 1431"/>
            <p:cNvSpPr>
              <a:spLocks/>
            </p:cNvSpPr>
            <p:nvPr/>
          </p:nvSpPr>
          <p:spPr bwMode="auto">
            <a:xfrm>
              <a:off x="2313" y="3436"/>
              <a:ext cx="1" cy="2"/>
            </a:xfrm>
            <a:custGeom>
              <a:avLst/>
              <a:gdLst>
                <a:gd name="T0" fmla="*/ 0 w 1"/>
                <a:gd name="T1" fmla="*/ 1 h 4"/>
                <a:gd name="T2" fmla="*/ 0 w 1"/>
                <a:gd name="T3" fmla="*/ 1 h 4"/>
                <a:gd name="T4" fmla="*/ 0 w 1"/>
                <a:gd name="T5" fmla="*/ 0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4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39" name="Rectangle 1432"/>
            <p:cNvSpPr>
              <a:spLocks noChangeArrowheads="1"/>
            </p:cNvSpPr>
            <p:nvPr/>
          </p:nvSpPr>
          <p:spPr bwMode="auto">
            <a:xfrm>
              <a:off x="2227" y="3237"/>
              <a:ext cx="395" cy="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kumimoji="0" lang="en-US" altLang="ko-KR" sz="1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BEARING </a:t>
              </a:r>
              <a:endParaRPr kumimoji="0" lang="en-US" altLang="ko-KR" sz="1000">
                <a:solidFill>
                  <a:srgbClr val="000000"/>
                </a:solidFill>
                <a:latin typeface="Times New Roman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40" name="Rectangle 1433"/>
            <p:cNvSpPr>
              <a:spLocks noChangeArrowheads="1"/>
            </p:cNvSpPr>
            <p:nvPr/>
          </p:nvSpPr>
          <p:spPr bwMode="auto">
            <a:xfrm>
              <a:off x="2227" y="3305"/>
              <a:ext cx="154" cy="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kumimoji="0" lang="en-US" altLang="ko-KR" sz="1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B</a:t>
              </a:r>
              <a:endParaRPr kumimoji="0" lang="en-US" altLang="ko-KR" sz="1000">
                <a:solidFill>
                  <a:srgbClr val="000000"/>
                </a:solidFill>
                <a:latin typeface="Times New Roman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41" name="Freeform 1434"/>
            <p:cNvSpPr>
              <a:spLocks/>
            </p:cNvSpPr>
            <p:nvPr/>
          </p:nvSpPr>
          <p:spPr bwMode="auto">
            <a:xfrm>
              <a:off x="1704" y="3466"/>
              <a:ext cx="68" cy="0"/>
            </a:xfrm>
            <a:custGeom>
              <a:avLst/>
              <a:gdLst>
                <a:gd name="T0" fmla="*/ 0 w 106"/>
                <a:gd name="T1" fmla="*/ 1 w 106"/>
                <a:gd name="T2" fmla="*/ 1 w 106"/>
                <a:gd name="T3" fmla="*/ 0 60000 65536"/>
                <a:gd name="T4" fmla="*/ 0 60000 65536"/>
                <a:gd name="T5" fmla="*/ 0 60000 65536"/>
                <a:gd name="T6" fmla="*/ 0 w 106"/>
                <a:gd name="T7" fmla="*/ 106 w 106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106">
                  <a:moveTo>
                    <a:pt x="0" y="0"/>
                  </a:moveTo>
                  <a:lnTo>
                    <a:pt x="104" y="0"/>
                  </a:lnTo>
                  <a:lnTo>
                    <a:pt x="10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42" name="Freeform 1435"/>
            <p:cNvSpPr>
              <a:spLocks/>
            </p:cNvSpPr>
            <p:nvPr/>
          </p:nvSpPr>
          <p:spPr bwMode="auto">
            <a:xfrm>
              <a:off x="1700" y="3416"/>
              <a:ext cx="21" cy="157"/>
            </a:xfrm>
            <a:custGeom>
              <a:avLst/>
              <a:gdLst>
                <a:gd name="T0" fmla="*/ 1 w 34"/>
                <a:gd name="T1" fmla="*/ 1 h 258"/>
                <a:gd name="T2" fmla="*/ 0 w 34"/>
                <a:gd name="T3" fmla="*/ 0 h 258"/>
                <a:gd name="T4" fmla="*/ 1 w 34"/>
                <a:gd name="T5" fmla="*/ 0 h 258"/>
                <a:gd name="T6" fmla="*/ 1 w 34"/>
                <a:gd name="T7" fmla="*/ 1 h 258"/>
                <a:gd name="T8" fmla="*/ 1 w 34"/>
                <a:gd name="T9" fmla="*/ 1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"/>
                <a:gd name="T16" fmla="*/ 0 h 258"/>
                <a:gd name="T17" fmla="*/ 34 w 34"/>
                <a:gd name="T18" fmla="*/ 258 h 2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" h="258">
                  <a:moveTo>
                    <a:pt x="31" y="258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34" y="256"/>
                  </a:lnTo>
                  <a:lnTo>
                    <a:pt x="31" y="25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43" name="Freeform 1436"/>
            <p:cNvSpPr>
              <a:spLocks/>
            </p:cNvSpPr>
            <p:nvPr/>
          </p:nvSpPr>
          <p:spPr bwMode="auto">
            <a:xfrm>
              <a:off x="1703" y="3416"/>
              <a:ext cx="19" cy="157"/>
            </a:xfrm>
            <a:custGeom>
              <a:avLst/>
              <a:gdLst>
                <a:gd name="T0" fmla="*/ 0 w 31"/>
                <a:gd name="T1" fmla="*/ 0 h 258"/>
                <a:gd name="T2" fmla="*/ 1 w 31"/>
                <a:gd name="T3" fmla="*/ 1 h 258"/>
                <a:gd name="T4" fmla="*/ 1 w 31"/>
                <a:gd name="T5" fmla="*/ 1 h 258"/>
                <a:gd name="T6" fmla="*/ 0 60000 65536"/>
                <a:gd name="T7" fmla="*/ 0 60000 65536"/>
                <a:gd name="T8" fmla="*/ 0 60000 65536"/>
                <a:gd name="T9" fmla="*/ 0 w 31"/>
                <a:gd name="T10" fmla="*/ 0 h 258"/>
                <a:gd name="T11" fmla="*/ 31 w 31"/>
                <a:gd name="T12" fmla="*/ 258 h 25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" h="258">
                  <a:moveTo>
                    <a:pt x="0" y="0"/>
                  </a:moveTo>
                  <a:lnTo>
                    <a:pt x="29" y="256"/>
                  </a:lnTo>
                  <a:lnTo>
                    <a:pt x="31" y="258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44" name="Freeform 1437"/>
            <p:cNvSpPr>
              <a:spLocks/>
            </p:cNvSpPr>
            <p:nvPr/>
          </p:nvSpPr>
          <p:spPr bwMode="auto">
            <a:xfrm>
              <a:off x="1698" y="3416"/>
              <a:ext cx="5" cy="0"/>
            </a:xfrm>
            <a:custGeom>
              <a:avLst/>
              <a:gdLst>
                <a:gd name="T0" fmla="*/ 1 w 7"/>
                <a:gd name="T1" fmla="*/ 1 w 7"/>
                <a:gd name="T2" fmla="*/ 0 w 7"/>
                <a:gd name="T3" fmla="*/ 0 60000 65536"/>
                <a:gd name="T4" fmla="*/ 0 60000 65536"/>
                <a:gd name="T5" fmla="*/ 0 60000 65536"/>
                <a:gd name="T6" fmla="*/ 0 w 7"/>
                <a:gd name="T7" fmla="*/ 7 w 7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7">
                  <a:moveTo>
                    <a:pt x="7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45" name="Freeform 1438"/>
            <p:cNvSpPr>
              <a:spLocks/>
            </p:cNvSpPr>
            <p:nvPr/>
          </p:nvSpPr>
          <p:spPr bwMode="auto">
            <a:xfrm>
              <a:off x="1718" y="3571"/>
              <a:ext cx="3" cy="3"/>
            </a:xfrm>
            <a:custGeom>
              <a:avLst/>
              <a:gdLst>
                <a:gd name="T0" fmla="*/ 1 w 5"/>
                <a:gd name="T1" fmla="*/ 0 h 4"/>
                <a:gd name="T2" fmla="*/ 1 w 5"/>
                <a:gd name="T3" fmla="*/ 2 h 4"/>
                <a:gd name="T4" fmla="*/ 0 w 5"/>
                <a:gd name="T5" fmla="*/ 2 h 4"/>
                <a:gd name="T6" fmla="*/ 0 60000 65536"/>
                <a:gd name="T7" fmla="*/ 0 60000 65536"/>
                <a:gd name="T8" fmla="*/ 0 60000 65536"/>
                <a:gd name="T9" fmla="*/ 0 w 5"/>
                <a:gd name="T10" fmla="*/ 0 h 4"/>
                <a:gd name="T11" fmla="*/ 5 w 5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4">
                  <a:moveTo>
                    <a:pt x="5" y="0"/>
                  </a:moveTo>
                  <a:lnTo>
                    <a:pt x="2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46" name="Freeform 1439"/>
            <p:cNvSpPr>
              <a:spLocks/>
            </p:cNvSpPr>
            <p:nvPr/>
          </p:nvSpPr>
          <p:spPr bwMode="auto">
            <a:xfrm>
              <a:off x="1700" y="3416"/>
              <a:ext cx="21" cy="158"/>
            </a:xfrm>
            <a:custGeom>
              <a:avLst/>
              <a:gdLst>
                <a:gd name="T0" fmla="*/ 0 w 34"/>
                <a:gd name="T1" fmla="*/ 0 h 260"/>
                <a:gd name="T2" fmla="*/ 1 w 34"/>
                <a:gd name="T3" fmla="*/ 1 h 260"/>
                <a:gd name="T4" fmla="*/ 1 w 34"/>
                <a:gd name="T5" fmla="*/ 1 h 260"/>
                <a:gd name="T6" fmla="*/ 0 60000 65536"/>
                <a:gd name="T7" fmla="*/ 0 60000 65536"/>
                <a:gd name="T8" fmla="*/ 0 60000 65536"/>
                <a:gd name="T9" fmla="*/ 0 w 34"/>
                <a:gd name="T10" fmla="*/ 0 h 260"/>
                <a:gd name="T11" fmla="*/ 34 w 34"/>
                <a:gd name="T12" fmla="*/ 260 h 2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" h="260">
                  <a:moveTo>
                    <a:pt x="0" y="0"/>
                  </a:moveTo>
                  <a:lnTo>
                    <a:pt x="31" y="258"/>
                  </a:lnTo>
                  <a:lnTo>
                    <a:pt x="34" y="26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47" name="Freeform 1440"/>
            <p:cNvSpPr>
              <a:spLocks/>
            </p:cNvSpPr>
            <p:nvPr/>
          </p:nvSpPr>
          <p:spPr bwMode="auto">
            <a:xfrm>
              <a:off x="1618" y="3415"/>
              <a:ext cx="22" cy="158"/>
            </a:xfrm>
            <a:custGeom>
              <a:avLst/>
              <a:gdLst>
                <a:gd name="T0" fmla="*/ 1 w 35"/>
                <a:gd name="T1" fmla="*/ 0 h 260"/>
                <a:gd name="T2" fmla="*/ 1 w 35"/>
                <a:gd name="T3" fmla="*/ 1 h 260"/>
                <a:gd name="T4" fmla="*/ 0 w 35"/>
                <a:gd name="T5" fmla="*/ 1 h 260"/>
                <a:gd name="T6" fmla="*/ 1 w 35"/>
                <a:gd name="T7" fmla="*/ 0 h 260"/>
                <a:gd name="T8" fmla="*/ 1 w 35"/>
                <a:gd name="T9" fmla="*/ 0 h 2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"/>
                <a:gd name="T16" fmla="*/ 0 h 260"/>
                <a:gd name="T17" fmla="*/ 35 w 35"/>
                <a:gd name="T18" fmla="*/ 260 h 2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" h="260">
                  <a:moveTo>
                    <a:pt x="35" y="0"/>
                  </a:moveTo>
                  <a:lnTo>
                    <a:pt x="2" y="260"/>
                  </a:lnTo>
                  <a:lnTo>
                    <a:pt x="0" y="258"/>
                  </a:lnTo>
                  <a:lnTo>
                    <a:pt x="3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48" name="Freeform 1441"/>
            <p:cNvSpPr>
              <a:spLocks/>
            </p:cNvSpPr>
            <p:nvPr/>
          </p:nvSpPr>
          <p:spPr bwMode="auto">
            <a:xfrm>
              <a:off x="1618" y="3413"/>
              <a:ext cx="21" cy="158"/>
            </a:xfrm>
            <a:custGeom>
              <a:avLst/>
              <a:gdLst>
                <a:gd name="T0" fmla="*/ 0 w 33"/>
                <a:gd name="T1" fmla="*/ 1 h 260"/>
                <a:gd name="T2" fmla="*/ 1 w 33"/>
                <a:gd name="T3" fmla="*/ 1 h 260"/>
                <a:gd name="T4" fmla="*/ 1 w 33"/>
                <a:gd name="T5" fmla="*/ 0 h 260"/>
                <a:gd name="T6" fmla="*/ 0 60000 65536"/>
                <a:gd name="T7" fmla="*/ 0 60000 65536"/>
                <a:gd name="T8" fmla="*/ 0 60000 65536"/>
                <a:gd name="T9" fmla="*/ 0 w 33"/>
                <a:gd name="T10" fmla="*/ 0 h 260"/>
                <a:gd name="T11" fmla="*/ 33 w 33"/>
                <a:gd name="T12" fmla="*/ 260 h 2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260">
                  <a:moveTo>
                    <a:pt x="0" y="260"/>
                  </a:moveTo>
                  <a:lnTo>
                    <a:pt x="31" y="2"/>
                  </a:lnTo>
                  <a:lnTo>
                    <a:pt x="3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49" name="Freeform 1442"/>
            <p:cNvSpPr>
              <a:spLocks/>
            </p:cNvSpPr>
            <p:nvPr/>
          </p:nvSpPr>
          <p:spPr bwMode="auto">
            <a:xfrm>
              <a:off x="1618" y="3571"/>
              <a:ext cx="2" cy="3"/>
            </a:xfrm>
            <a:custGeom>
              <a:avLst/>
              <a:gdLst>
                <a:gd name="T0" fmla="*/ 0 w 4"/>
                <a:gd name="T1" fmla="*/ 0 h 4"/>
                <a:gd name="T2" fmla="*/ 1 w 4"/>
                <a:gd name="T3" fmla="*/ 2 h 4"/>
                <a:gd name="T4" fmla="*/ 1 w 4"/>
                <a:gd name="T5" fmla="*/ 2 h 4"/>
                <a:gd name="T6" fmla="*/ 0 60000 65536"/>
                <a:gd name="T7" fmla="*/ 0 60000 65536"/>
                <a:gd name="T8" fmla="*/ 0 60000 65536"/>
                <a:gd name="T9" fmla="*/ 0 w 4"/>
                <a:gd name="T10" fmla="*/ 0 h 4"/>
                <a:gd name="T11" fmla="*/ 4 w 4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4">
                  <a:moveTo>
                    <a:pt x="0" y="0"/>
                  </a:moveTo>
                  <a:lnTo>
                    <a:pt x="2" y="2"/>
                  </a:lnTo>
                  <a:lnTo>
                    <a:pt x="4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50" name="Freeform 1443"/>
            <p:cNvSpPr>
              <a:spLocks/>
            </p:cNvSpPr>
            <p:nvPr/>
          </p:nvSpPr>
          <p:spPr bwMode="auto">
            <a:xfrm>
              <a:off x="1638" y="3415"/>
              <a:ext cx="4" cy="0"/>
            </a:xfrm>
            <a:custGeom>
              <a:avLst/>
              <a:gdLst>
                <a:gd name="T0" fmla="*/ 0 w 7"/>
                <a:gd name="T1" fmla="*/ 1 w 7"/>
                <a:gd name="T2" fmla="*/ 1 w 7"/>
                <a:gd name="T3" fmla="*/ 0 60000 65536"/>
                <a:gd name="T4" fmla="*/ 0 60000 65536"/>
                <a:gd name="T5" fmla="*/ 0 60000 65536"/>
                <a:gd name="T6" fmla="*/ 0 w 7"/>
                <a:gd name="T7" fmla="*/ 7 w 7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7">
                  <a:moveTo>
                    <a:pt x="0" y="0"/>
                  </a:moveTo>
                  <a:lnTo>
                    <a:pt x="4" y="0"/>
                  </a:lnTo>
                  <a:lnTo>
                    <a:pt x="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3651" name="Group 1444"/>
            <p:cNvGrpSpPr>
              <a:grpSpLocks/>
            </p:cNvGrpSpPr>
            <p:nvPr/>
          </p:nvGrpSpPr>
          <p:grpSpPr bwMode="auto">
            <a:xfrm>
              <a:off x="1569" y="3413"/>
              <a:ext cx="164" cy="201"/>
              <a:chOff x="2580" y="2446"/>
              <a:chExt cx="256" cy="330"/>
            </a:xfrm>
          </p:grpSpPr>
          <p:sp>
            <p:nvSpPr>
              <p:cNvPr id="53925" name="Freeform 1445"/>
              <p:cNvSpPr>
                <a:spLocks/>
              </p:cNvSpPr>
              <p:nvPr/>
            </p:nvSpPr>
            <p:spPr bwMode="auto">
              <a:xfrm>
                <a:off x="2657" y="2446"/>
                <a:ext cx="36" cy="262"/>
              </a:xfrm>
              <a:custGeom>
                <a:avLst/>
                <a:gdLst>
                  <a:gd name="T0" fmla="*/ 0 w 36"/>
                  <a:gd name="T1" fmla="*/ 262 h 262"/>
                  <a:gd name="T2" fmla="*/ 33 w 36"/>
                  <a:gd name="T3" fmla="*/ 2 h 262"/>
                  <a:gd name="T4" fmla="*/ 36 w 36"/>
                  <a:gd name="T5" fmla="*/ 0 h 262"/>
                  <a:gd name="T6" fmla="*/ 0 60000 65536"/>
                  <a:gd name="T7" fmla="*/ 0 60000 65536"/>
                  <a:gd name="T8" fmla="*/ 0 60000 65536"/>
                  <a:gd name="T9" fmla="*/ 0 w 36"/>
                  <a:gd name="T10" fmla="*/ 0 h 262"/>
                  <a:gd name="T11" fmla="*/ 36 w 36"/>
                  <a:gd name="T12" fmla="*/ 262 h 26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6" h="262">
                    <a:moveTo>
                      <a:pt x="0" y="262"/>
                    </a:moveTo>
                    <a:lnTo>
                      <a:pt x="33" y="2"/>
                    </a:lnTo>
                    <a:lnTo>
                      <a:pt x="3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26" name="Freeform 1446"/>
              <p:cNvSpPr>
                <a:spLocks/>
              </p:cNvSpPr>
              <p:nvPr/>
            </p:nvSpPr>
            <p:spPr bwMode="auto">
              <a:xfrm>
                <a:off x="2790" y="2678"/>
                <a:ext cx="1" cy="13"/>
              </a:xfrm>
              <a:custGeom>
                <a:avLst/>
                <a:gdLst>
                  <a:gd name="T0" fmla="*/ 0 w 1"/>
                  <a:gd name="T1" fmla="*/ 0 h 13"/>
                  <a:gd name="T2" fmla="*/ 0 w 1"/>
                  <a:gd name="T3" fmla="*/ 10 h 13"/>
                  <a:gd name="T4" fmla="*/ 0 w 1"/>
                  <a:gd name="T5" fmla="*/ 13 h 13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3"/>
                  <a:gd name="T11" fmla="*/ 1 w 1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3">
                    <a:moveTo>
                      <a:pt x="0" y="0"/>
                    </a:moveTo>
                    <a:lnTo>
                      <a:pt x="0" y="10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27" name="Freeform 1447"/>
              <p:cNvSpPr>
                <a:spLocks/>
              </p:cNvSpPr>
              <p:nvPr/>
            </p:nvSpPr>
            <p:spPr bwMode="auto">
              <a:xfrm>
                <a:off x="2783" y="2691"/>
                <a:ext cx="7" cy="4"/>
              </a:xfrm>
              <a:custGeom>
                <a:avLst/>
                <a:gdLst>
                  <a:gd name="T0" fmla="*/ 7 w 7"/>
                  <a:gd name="T1" fmla="*/ 0 h 4"/>
                  <a:gd name="T2" fmla="*/ 3 w 7"/>
                  <a:gd name="T3" fmla="*/ 2 h 4"/>
                  <a:gd name="T4" fmla="*/ 0 w 7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4"/>
                  <a:gd name="T11" fmla="*/ 7 w 7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4">
                    <a:moveTo>
                      <a:pt x="7" y="0"/>
                    </a:moveTo>
                    <a:lnTo>
                      <a:pt x="3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28" name="Freeform 1448"/>
              <p:cNvSpPr>
                <a:spLocks/>
              </p:cNvSpPr>
              <p:nvPr/>
            </p:nvSpPr>
            <p:spPr bwMode="auto">
              <a:xfrm>
                <a:off x="2790" y="2688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3 h 5"/>
                  <a:gd name="T4" fmla="*/ 0 w 1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"/>
                  <a:gd name="T11" fmla="*/ 1 w 1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29" name="Freeform 1449"/>
              <p:cNvSpPr>
                <a:spLocks/>
              </p:cNvSpPr>
              <p:nvPr/>
            </p:nvSpPr>
            <p:spPr bwMode="auto">
              <a:xfrm>
                <a:off x="2766" y="2699"/>
                <a:ext cx="1" cy="20"/>
              </a:xfrm>
              <a:custGeom>
                <a:avLst/>
                <a:gdLst>
                  <a:gd name="T0" fmla="*/ 0 w 1"/>
                  <a:gd name="T1" fmla="*/ 0 h 20"/>
                  <a:gd name="T2" fmla="*/ 0 w 1"/>
                  <a:gd name="T3" fmla="*/ 18 h 20"/>
                  <a:gd name="T4" fmla="*/ 0 w 1"/>
                  <a:gd name="T5" fmla="*/ 20 h 20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0"/>
                  <a:gd name="T11" fmla="*/ 1 w 1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0">
                    <a:moveTo>
                      <a:pt x="0" y="0"/>
                    </a:moveTo>
                    <a:lnTo>
                      <a:pt x="0" y="18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30" name="Freeform 1450"/>
              <p:cNvSpPr>
                <a:spLocks/>
              </p:cNvSpPr>
              <p:nvPr/>
            </p:nvSpPr>
            <p:spPr bwMode="auto">
              <a:xfrm>
                <a:off x="2763" y="2717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3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31" name="Freeform 1451"/>
              <p:cNvSpPr>
                <a:spLocks/>
              </p:cNvSpPr>
              <p:nvPr/>
            </p:nvSpPr>
            <p:spPr bwMode="auto">
              <a:xfrm>
                <a:off x="2766" y="2695"/>
                <a:ext cx="6" cy="24"/>
              </a:xfrm>
              <a:custGeom>
                <a:avLst/>
                <a:gdLst>
                  <a:gd name="T0" fmla="*/ 6 w 6"/>
                  <a:gd name="T1" fmla="*/ 0 h 24"/>
                  <a:gd name="T2" fmla="*/ 2 w 6"/>
                  <a:gd name="T3" fmla="*/ 22 h 24"/>
                  <a:gd name="T4" fmla="*/ 0 w 6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24"/>
                  <a:gd name="T11" fmla="*/ 6 w 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24">
                    <a:moveTo>
                      <a:pt x="6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32" name="Freeform 1452"/>
              <p:cNvSpPr>
                <a:spLocks/>
              </p:cNvSpPr>
              <p:nvPr/>
            </p:nvSpPr>
            <p:spPr bwMode="auto">
              <a:xfrm>
                <a:off x="2770" y="2719"/>
                <a:ext cx="4" cy="13"/>
              </a:xfrm>
              <a:custGeom>
                <a:avLst/>
                <a:gdLst>
                  <a:gd name="T0" fmla="*/ 0 w 4"/>
                  <a:gd name="T1" fmla="*/ 0 h 13"/>
                  <a:gd name="T2" fmla="*/ 2 w 4"/>
                  <a:gd name="T3" fmla="*/ 11 h 13"/>
                  <a:gd name="T4" fmla="*/ 4 w 4"/>
                  <a:gd name="T5" fmla="*/ 13 h 13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3"/>
                  <a:gd name="T11" fmla="*/ 4 w 4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3">
                    <a:moveTo>
                      <a:pt x="0" y="0"/>
                    </a:moveTo>
                    <a:lnTo>
                      <a:pt x="2" y="11"/>
                    </a:lnTo>
                    <a:lnTo>
                      <a:pt x="4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33" name="Line 1453"/>
              <p:cNvSpPr>
                <a:spLocks noChangeShapeType="1"/>
              </p:cNvSpPr>
              <p:nvPr/>
            </p:nvSpPr>
            <p:spPr bwMode="auto">
              <a:xfrm>
                <a:off x="2746" y="2719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34" name="Freeform 1454"/>
              <p:cNvSpPr>
                <a:spLocks/>
              </p:cNvSpPr>
              <p:nvPr/>
            </p:nvSpPr>
            <p:spPr bwMode="auto">
              <a:xfrm>
                <a:off x="2763" y="2717"/>
                <a:ext cx="1" cy="9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7 h 9"/>
                  <a:gd name="T4" fmla="*/ 0 w 1"/>
                  <a:gd name="T5" fmla="*/ 9 h 9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"/>
                  <a:gd name="T11" fmla="*/ 1 w 1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">
                    <a:moveTo>
                      <a:pt x="0" y="0"/>
                    </a:moveTo>
                    <a:lnTo>
                      <a:pt x="0" y="7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35" name="Freeform 1455"/>
              <p:cNvSpPr>
                <a:spLocks/>
              </p:cNvSpPr>
              <p:nvPr/>
            </p:nvSpPr>
            <p:spPr bwMode="auto">
              <a:xfrm>
                <a:off x="2759" y="2697"/>
                <a:ext cx="1" cy="20"/>
              </a:xfrm>
              <a:custGeom>
                <a:avLst/>
                <a:gdLst>
                  <a:gd name="T0" fmla="*/ 0 w 1"/>
                  <a:gd name="T1" fmla="*/ 0 h 20"/>
                  <a:gd name="T2" fmla="*/ 0 w 1"/>
                  <a:gd name="T3" fmla="*/ 18 h 20"/>
                  <a:gd name="T4" fmla="*/ 0 w 1"/>
                  <a:gd name="T5" fmla="*/ 20 h 20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0"/>
                  <a:gd name="T11" fmla="*/ 1 w 1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0">
                    <a:moveTo>
                      <a:pt x="0" y="0"/>
                    </a:moveTo>
                    <a:lnTo>
                      <a:pt x="0" y="18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36" name="Freeform 1456"/>
              <p:cNvSpPr>
                <a:spLocks/>
              </p:cNvSpPr>
              <p:nvPr/>
            </p:nvSpPr>
            <p:spPr bwMode="auto">
              <a:xfrm>
                <a:off x="2759" y="2717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37" name="Freeform 1457"/>
              <p:cNvSpPr>
                <a:spLocks/>
              </p:cNvSpPr>
              <p:nvPr/>
            </p:nvSpPr>
            <p:spPr bwMode="auto">
              <a:xfrm>
                <a:off x="2759" y="271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38" name="Freeform 1458"/>
              <p:cNvSpPr>
                <a:spLocks/>
              </p:cNvSpPr>
              <p:nvPr/>
            </p:nvSpPr>
            <p:spPr bwMode="auto">
              <a:xfrm>
                <a:off x="2759" y="2717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39" name="Freeform 1459"/>
              <p:cNvSpPr>
                <a:spLocks/>
              </p:cNvSpPr>
              <p:nvPr/>
            </p:nvSpPr>
            <p:spPr bwMode="auto">
              <a:xfrm>
                <a:off x="2757" y="2719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2 w 6"/>
                  <a:gd name="T3" fmla="*/ 2 h 5"/>
                  <a:gd name="T4" fmla="*/ 0 w 6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5"/>
                  <a:gd name="T11" fmla="*/ 6 w 6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5">
                    <a:moveTo>
                      <a:pt x="6" y="5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40" name="Freeform 1460"/>
              <p:cNvSpPr>
                <a:spLocks/>
              </p:cNvSpPr>
              <p:nvPr/>
            </p:nvSpPr>
            <p:spPr bwMode="auto">
              <a:xfrm>
                <a:off x="2748" y="2719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41" name="Freeform 1461"/>
              <p:cNvSpPr>
                <a:spLocks/>
              </p:cNvSpPr>
              <p:nvPr/>
            </p:nvSpPr>
            <p:spPr bwMode="auto">
              <a:xfrm>
                <a:off x="2748" y="2719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42" name="Freeform 1462"/>
              <p:cNvSpPr>
                <a:spLocks/>
              </p:cNvSpPr>
              <p:nvPr/>
            </p:nvSpPr>
            <p:spPr bwMode="auto">
              <a:xfrm>
                <a:off x="2759" y="2708"/>
                <a:ext cx="7" cy="16"/>
              </a:xfrm>
              <a:custGeom>
                <a:avLst/>
                <a:gdLst>
                  <a:gd name="T0" fmla="*/ 7 w 7"/>
                  <a:gd name="T1" fmla="*/ 9 h 16"/>
                  <a:gd name="T2" fmla="*/ 7 w 7"/>
                  <a:gd name="T3" fmla="*/ 0 h 16"/>
                  <a:gd name="T4" fmla="*/ 0 w 7"/>
                  <a:gd name="T5" fmla="*/ 0 h 16"/>
                  <a:gd name="T6" fmla="*/ 0 w 7"/>
                  <a:gd name="T7" fmla="*/ 7 h 16"/>
                  <a:gd name="T8" fmla="*/ 0 w 7"/>
                  <a:gd name="T9" fmla="*/ 9 h 16"/>
                  <a:gd name="T10" fmla="*/ 0 w 7"/>
                  <a:gd name="T11" fmla="*/ 11 h 16"/>
                  <a:gd name="T12" fmla="*/ 0 w 7"/>
                  <a:gd name="T13" fmla="*/ 13 h 16"/>
                  <a:gd name="T14" fmla="*/ 4 w 7"/>
                  <a:gd name="T15" fmla="*/ 16 h 16"/>
                  <a:gd name="T16" fmla="*/ 4 w 7"/>
                  <a:gd name="T17" fmla="*/ 9 h 16"/>
                  <a:gd name="T18" fmla="*/ 7 w 7"/>
                  <a:gd name="T19" fmla="*/ 9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6"/>
                  <a:gd name="T32" fmla="*/ 7 w 7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6">
                    <a:moveTo>
                      <a:pt x="7" y="9"/>
                    </a:moveTo>
                    <a:lnTo>
                      <a:pt x="7" y="0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4" y="16"/>
                    </a:lnTo>
                    <a:lnTo>
                      <a:pt x="4" y="9"/>
                    </a:lnTo>
                    <a:lnTo>
                      <a:pt x="7" y="9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43" name="Freeform 1463"/>
              <p:cNvSpPr>
                <a:spLocks/>
              </p:cNvSpPr>
              <p:nvPr/>
            </p:nvSpPr>
            <p:spPr bwMode="auto">
              <a:xfrm>
                <a:off x="2761" y="2717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2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44" name="Freeform 1464"/>
              <p:cNvSpPr>
                <a:spLocks/>
              </p:cNvSpPr>
              <p:nvPr/>
            </p:nvSpPr>
            <p:spPr bwMode="auto">
              <a:xfrm>
                <a:off x="2748" y="2719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45" name="Freeform 1465"/>
              <p:cNvSpPr>
                <a:spLocks/>
              </p:cNvSpPr>
              <p:nvPr/>
            </p:nvSpPr>
            <p:spPr bwMode="auto">
              <a:xfrm>
                <a:off x="2763" y="2693"/>
                <a:ext cx="9" cy="26"/>
              </a:xfrm>
              <a:custGeom>
                <a:avLst/>
                <a:gdLst>
                  <a:gd name="T0" fmla="*/ 9 w 9"/>
                  <a:gd name="T1" fmla="*/ 0 h 26"/>
                  <a:gd name="T2" fmla="*/ 3 w 9"/>
                  <a:gd name="T3" fmla="*/ 24 h 26"/>
                  <a:gd name="T4" fmla="*/ 0 w 9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26"/>
                  <a:gd name="T11" fmla="*/ 9 w 9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26">
                    <a:moveTo>
                      <a:pt x="9" y="0"/>
                    </a:moveTo>
                    <a:lnTo>
                      <a:pt x="3" y="24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46" name="Freeform 1466"/>
              <p:cNvSpPr>
                <a:spLocks/>
              </p:cNvSpPr>
              <p:nvPr/>
            </p:nvSpPr>
            <p:spPr bwMode="auto">
              <a:xfrm>
                <a:off x="2759" y="2691"/>
                <a:ext cx="7" cy="6"/>
              </a:xfrm>
              <a:custGeom>
                <a:avLst/>
                <a:gdLst>
                  <a:gd name="T0" fmla="*/ 0 w 7"/>
                  <a:gd name="T1" fmla="*/ 6 h 6"/>
                  <a:gd name="T2" fmla="*/ 4 w 7"/>
                  <a:gd name="T3" fmla="*/ 2 h 6"/>
                  <a:gd name="T4" fmla="*/ 7 w 7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6"/>
                  <a:gd name="T11" fmla="*/ 7 w 7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6">
                    <a:moveTo>
                      <a:pt x="0" y="6"/>
                    </a:moveTo>
                    <a:lnTo>
                      <a:pt x="4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47" name="Freeform 1467"/>
              <p:cNvSpPr>
                <a:spLocks/>
              </p:cNvSpPr>
              <p:nvPr/>
            </p:nvSpPr>
            <p:spPr bwMode="auto">
              <a:xfrm>
                <a:off x="2759" y="2693"/>
                <a:ext cx="7" cy="15"/>
              </a:xfrm>
              <a:custGeom>
                <a:avLst/>
                <a:gdLst>
                  <a:gd name="T0" fmla="*/ 7 w 7"/>
                  <a:gd name="T1" fmla="*/ 6 h 15"/>
                  <a:gd name="T2" fmla="*/ 4 w 7"/>
                  <a:gd name="T3" fmla="*/ 6 h 15"/>
                  <a:gd name="T4" fmla="*/ 2 w 7"/>
                  <a:gd name="T5" fmla="*/ 4 h 15"/>
                  <a:gd name="T6" fmla="*/ 4 w 7"/>
                  <a:gd name="T7" fmla="*/ 2 h 15"/>
                  <a:gd name="T8" fmla="*/ 4 w 7"/>
                  <a:gd name="T9" fmla="*/ 0 h 15"/>
                  <a:gd name="T10" fmla="*/ 4 w 7"/>
                  <a:gd name="T11" fmla="*/ 0 h 15"/>
                  <a:gd name="T12" fmla="*/ 0 w 7"/>
                  <a:gd name="T13" fmla="*/ 4 h 15"/>
                  <a:gd name="T14" fmla="*/ 0 w 7"/>
                  <a:gd name="T15" fmla="*/ 15 h 15"/>
                  <a:gd name="T16" fmla="*/ 7 w 7"/>
                  <a:gd name="T17" fmla="*/ 15 h 15"/>
                  <a:gd name="T18" fmla="*/ 7 w 7"/>
                  <a:gd name="T19" fmla="*/ 6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5"/>
                  <a:gd name="T32" fmla="*/ 7 w 7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5">
                    <a:moveTo>
                      <a:pt x="7" y="6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15"/>
                    </a:lnTo>
                    <a:lnTo>
                      <a:pt x="7" y="15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48" name="Freeform 1468"/>
              <p:cNvSpPr>
                <a:spLocks/>
              </p:cNvSpPr>
              <p:nvPr/>
            </p:nvSpPr>
            <p:spPr bwMode="auto">
              <a:xfrm>
                <a:off x="2763" y="2691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49" name="Freeform 1469"/>
              <p:cNvSpPr>
                <a:spLocks/>
              </p:cNvSpPr>
              <p:nvPr/>
            </p:nvSpPr>
            <p:spPr bwMode="auto">
              <a:xfrm>
                <a:off x="2761" y="2693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2 w 5"/>
                  <a:gd name="T3" fmla="*/ 2 h 4"/>
                  <a:gd name="T4" fmla="*/ 5 w 5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4"/>
                  <a:gd name="T11" fmla="*/ 5 w 5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4">
                    <a:moveTo>
                      <a:pt x="0" y="4"/>
                    </a:moveTo>
                    <a:lnTo>
                      <a:pt x="2" y="2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50" name="Freeform 1470"/>
              <p:cNvSpPr>
                <a:spLocks/>
              </p:cNvSpPr>
              <p:nvPr/>
            </p:nvSpPr>
            <p:spPr bwMode="auto">
              <a:xfrm>
                <a:off x="2759" y="2695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2 w 4"/>
                  <a:gd name="T3" fmla="*/ 2 h 4"/>
                  <a:gd name="T4" fmla="*/ 0 w 4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4"/>
                  <a:gd name="T11" fmla="*/ 4 w 4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4">
                    <a:moveTo>
                      <a:pt x="4" y="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51" name="Freeform 1471"/>
              <p:cNvSpPr>
                <a:spLocks/>
              </p:cNvSpPr>
              <p:nvPr/>
            </p:nvSpPr>
            <p:spPr bwMode="auto">
              <a:xfrm>
                <a:off x="2761" y="2699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2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52" name="Freeform 1472"/>
              <p:cNvSpPr>
                <a:spLocks/>
              </p:cNvSpPr>
              <p:nvPr/>
            </p:nvSpPr>
            <p:spPr bwMode="auto">
              <a:xfrm>
                <a:off x="2735" y="2702"/>
                <a:ext cx="1" cy="8"/>
              </a:xfrm>
              <a:custGeom>
                <a:avLst/>
                <a:gdLst>
                  <a:gd name="T0" fmla="*/ 0 w 1"/>
                  <a:gd name="T1" fmla="*/ 8 h 8"/>
                  <a:gd name="T2" fmla="*/ 0 w 1"/>
                  <a:gd name="T3" fmla="*/ 2 h 8"/>
                  <a:gd name="T4" fmla="*/ 0 w 1"/>
                  <a:gd name="T5" fmla="*/ 0 h 8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"/>
                  <a:gd name="T11" fmla="*/ 1 w 1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53" name="Freeform 1473"/>
              <p:cNvSpPr>
                <a:spLocks/>
              </p:cNvSpPr>
              <p:nvPr/>
            </p:nvSpPr>
            <p:spPr bwMode="auto">
              <a:xfrm>
                <a:off x="2730" y="2706"/>
                <a:ext cx="7" cy="1"/>
              </a:xfrm>
              <a:custGeom>
                <a:avLst/>
                <a:gdLst>
                  <a:gd name="T0" fmla="*/ 7 w 7"/>
                  <a:gd name="T1" fmla="*/ 0 h 1"/>
                  <a:gd name="T2" fmla="*/ 2 w 7"/>
                  <a:gd name="T3" fmla="*/ 0 h 1"/>
                  <a:gd name="T4" fmla="*/ 0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7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54" name="Freeform 1474"/>
              <p:cNvSpPr>
                <a:spLocks/>
              </p:cNvSpPr>
              <p:nvPr/>
            </p:nvSpPr>
            <p:spPr bwMode="auto">
              <a:xfrm>
                <a:off x="2710" y="2697"/>
                <a:ext cx="1" cy="20"/>
              </a:xfrm>
              <a:custGeom>
                <a:avLst/>
                <a:gdLst>
                  <a:gd name="T0" fmla="*/ 0 w 1"/>
                  <a:gd name="T1" fmla="*/ 0 h 20"/>
                  <a:gd name="T2" fmla="*/ 0 w 1"/>
                  <a:gd name="T3" fmla="*/ 18 h 20"/>
                  <a:gd name="T4" fmla="*/ 0 w 1"/>
                  <a:gd name="T5" fmla="*/ 20 h 20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0"/>
                  <a:gd name="T11" fmla="*/ 1 w 1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0">
                    <a:moveTo>
                      <a:pt x="0" y="0"/>
                    </a:moveTo>
                    <a:lnTo>
                      <a:pt x="0" y="18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55" name="Line 1475"/>
              <p:cNvSpPr>
                <a:spLocks noChangeShapeType="1"/>
              </p:cNvSpPr>
              <p:nvPr/>
            </p:nvSpPr>
            <p:spPr bwMode="auto">
              <a:xfrm>
                <a:off x="2712" y="2719"/>
                <a:ext cx="3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56" name="Freeform 1476"/>
              <p:cNvSpPr>
                <a:spLocks/>
              </p:cNvSpPr>
              <p:nvPr/>
            </p:nvSpPr>
            <p:spPr bwMode="auto">
              <a:xfrm>
                <a:off x="2710" y="2715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2 w 5"/>
                  <a:gd name="T3" fmla="*/ 4 h 6"/>
                  <a:gd name="T4" fmla="*/ 5 w 5"/>
                  <a:gd name="T5" fmla="*/ 6 h 6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6"/>
                  <a:gd name="T11" fmla="*/ 5 w 5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6">
                    <a:moveTo>
                      <a:pt x="0" y="0"/>
                    </a:moveTo>
                    <a:lnTo>
                      <a:pt x="2" y="4"/>
                    </a:lnTo>
                    <a:lnTo>
                      <a:pt x="5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57" name="Freeform 1477"/>
              <p:cNvSpPr>
                <a:spLocks/>
              </p:cNvSpPr>
              <p:nvPr/>
            </p:nvSpPr>
            <p:spPr bwMode="auto">
              <a:xfrm>
                <a:off x="2708" y="2717"/>
                <a:ext cx="1" cy="9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7 h 9"/>
                  <a:gd name="T4" fmla="*/ 0 w 1"/>
                  <a:gd name="T5" fmla="*/ 9 h 9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"/>
                  <a:gd name="T11" fmla="*/ 1 w 1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">
                    <a:moveTo>
                      <a:pt x="0" y="0"/>
                    </a:moveTo>
                    <a:lnTo>
                      <a:pt x="0" y="7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58" name="Freeform 1478"/>
              <p:cNvSpPr>
                <a:spLocks/>
              </p:cNvSpPr>
              <p:nvPr/>
            </p:nvSpPr>
            <p:spPr bwMode="auto">
              <a:xfrm>
                <a:off x="2704" y="2699"/>
                <a:ext cx="1" cy="20"/>
              </a:xfrm>
              <a:custGeom>
                <a:avLst/>
                <a:gdLst>
                  <a:gd name="T0" fmla="*/ 0 w 1"/>
                  <a:gd name="T1" fmla="*/ 0 h 20"/>
                  <a:gd name="T2" fmla="*/ 0 w 1"/>
                  <a:gd name="T3" fmla="*/ 18 h 20"/>
                  <a:gd name="T4" fmla="*/ 0 w 1"/>
                  <a:gd name="T5" fmla="*/ 20 h 20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0"/>
                  <a:gd name="T11" fmla="*/ 1 w 1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0">
                    <a:moveTo>
                      <a:pt x="0" y="0"/>
                    </a:moveTo>
                    <a:lnTo>
                      <a:pt x="0" y="18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59" name="Freeform 1479"/>
              <p:cNvSpPr>
                <a:spLocks/>
              </p:cNvSpPr>
              <p:nvPr/>
            </p:nvSpPr>
            <p:spPr bwMode="auto">
              <a:xfrm>
                <a:off x="2704" y="2717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4 w 6"/>
                  <a:gd name="T3" fmla="*/ 0 h 1"/>
                  <a:gd name="T4" fmla="*/ 6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0" y="0"/>
                    </a:moveTo>
                    <a:lnTo>
                      <a:pt x="4" y="0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60" name="Freeform 1480"/>
              <p:cNvSpPr>
                <a:spLocks/>
              </p:cNvSpPr>
              <p:nvPr/>
            </p:nvSpPr>
            <p:spPr bwMode="auto">
              <a:xfrm>
                <a:off x="2701" y="2717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61" name="Freeform 1481"/>
              <p:cNvSpPr>
                <a:spLocks/>
              </p:cNvSpPr>
              <p:nvPr/>
            </p:nvSpPr>
            <p:spPr bwMode="auto">
              <a:xfrm>
                <a:off x="2697" y="2695"/>
                <a:ext cx="7" cy="24"/>
              </a:xfrm>
              <a:custGeom>
                <a:avLst/>
                <a:gdLst>
                  <a:gd name="T0" fmla="*/ 0 w 7"/>
                  <a:gd name="T1" fmla="*/ 0 h 24"/>
                  <a:gd name="T2" fmla="*/ 4 w 7"/>
                  <a:gd name="T3" fmla="*/ 22 h 24"/>
                  <a:gd name="T4" fmla="*/ 7 w 7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24"/>
                  <a:gd name="T11" fmla="*/ 7 w 7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24">
                    <a:moveTo>
                      <a:pt x="0" y="0"/>
                    </a:moveTo>
                    <a:lnTo>
                      <a:pt x="4" y="22"/>
                    </a:lnTo>
                    <a:lnTo>
                      <a:pt x="7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62" name="Freeform 1482"/>
              <p:cNvSpPr>
                <a:spLocks/>
              </p:cNvSpPr>
              <p:nvPr/>
            </p:nvSpPr>
            <p:spPr bwMode="auto">
              <a:xfrm>
                <a:off x="2699" y="2719"/>
                <a:ext cx="1" cy="11"/>
              </a:xfrm>
              <a:custGeom>
                <a:avLst/>
                <a:gdLst>
                  <a:gd name="T0" fmla="*/ 0 w 1"/>
                  <a:gd name="T1" fmla="*/ 11 h 11"/>
                  <a:gd name="T2" fmla="*/ 0 w 1"/>
                  <a:gd name="T3" fmla="*/ 2 h 11"/>
                  <a:gd name="T4" fmla="*/ 0 w 1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1"/>
                  <a:gd name="T11" fmla="*/ 1 w 1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1">
                    <a:moveTo>
                      <a:pt x="0" y="11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63" name="Freeform 1483"/>
              <p:cNvSpPr>
                <a:spLocks/>
              </p:cNvSpPr>
              <p:nvPr/>
            </p:nvSpPr>
            <p:spPr bwMode="auto">
              <a:xfrm>
                <a:off x="2701" y="2699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3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64" name="Freeform 1484"/>
              <p:cNvSpPr>
                <a:spLocks/>
              </p:cNvSpPr>
              <p:nvPr/>
            </p:nvSpPr>
            <p:spPr bwMode="auto">
              <a:xfrm>
                <a:off x="2704" y="2697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2 w 4"/>
                  <a:gd name="T3" fmla="*/ 2 h 5"/>
                  <a:gd name="T4" fmla="*/ 0 w 4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4" y="0"/>
                    </a:moveTo>
                    <a:lnTo>
                      <a:pt x="2" y="2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65" name="Freeform 1485"/>
              <p:cNvSpPr>
                <a:spLocks/>
              </p:cNvSpPr>
              <p:nvPr/>
            </p:nvSpPr>
            <p:spPr bwMode="auto">
              <a:xfrm>
                <a:off x="2708" y="2695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66" name="Freeform 1486"/>
              <p:cNvSpPr>
                <a:spLocks/>
              </p:cNvSpPr>
              <p:nvPr/>
            </p:nvSpPr>
            <p:spPr bwMode="auto">
              <a:xfrm>
                <a:off x="2706" y="2695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67" name="Freeform 1487"/>
              <p:cNvSpPr>
                <a:spLocks/>
              </p:cNvSpPr>
              <p:nvPr/>
            </p:nvSpPr>
            <p:spPr bwMode="auto">
              <a:xfrm>
                <a:off x="2697" y="2693"/>
                <a:ext cx="9" cy="26"/>
              </a:xfrm>
              <a:custGeom>
                <a:avLst/>
                <a:gdLst>
                  <a:gd name="T0" fmla="*/ 0 w 9"/>
                  <a:gd name="T1" fmla="*/ 0 h 26"/>
                  <a:gd name="T2" fmla="*/ 7 w 9"/>
                  <a:gd name="T3" fmla="*/ 24 h 26"/>
                  <a:gd name="T4" fmla="*/ 9 w 9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26"/>
                  <a:gd name="T11" fmla="*/ 9 w 9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26">
                    <a:moveTo>
                      <a:pt x="0" y="0"/>
                    </a:moveTo>
                    <a:lnTo>
                      <a:pt x="7" y="24"/>
                    </a:lnTo>
                    <a:lnTo>
                      <a:pt x="9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68" name="Freeform 1488"/>
              <p:cNvSpPr>
                <a:spLocks/>
              </p:cNvSpPr>
              <p:nvPr/>
            </p:nvSpPr>
            <p:spPr bwMode="auto">
              <a:xfrm>
                <a:off x="2688" y="2693"/>
                <a:ext cx="16" cy="24"/>
              </a:xfrm>
              <a:custGeom>
                <a:avLst/>
                <a:gdLst>
                  <a:gd name="T0" fmla="*/ 9 w 16"/>
                  <a:gd name="T1" fmla="*/ 2 h 24"/>
                  <a:gd name="T2" fmla="*/ 0 w 16"/>
                  <a:gd name="T3" fmla="*/ 2 h 24"/>
                  <a:gd name="T4" fmla="*/ 0 w 16"/>
                  <a:gd name="T5" fmla="*/ 0 h 24"/>
                  <a:gd name="T6" fmla="*/ 9 w 16"/>
                  <a:gd name="T7" fmla="*/ 0 h 24"/>
                  <a:gd name="T8" fmla="*/ 16 w 16"/>
                  <a:gd name="T9" fmla="*/ 24 h 24"/>
                  <a:gd name="T10" fmla="*/ 13 w 16"/>
                  <a:gd name="T11" fmla="*/ 24 h 24"/>
                  <a:gd name="T12" fmla="*/ 9 w 16"/>
                  <a:gd name="T13" fmla="*/ 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24"/>
                  <a:gd name="T23" fmla="*/ 16 w 16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24">
                    <a:moveTo>
                      <a:pt x="9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6" y="24"/>
                    </a:lnTo>
                    <a:lnTo>
                      <a:pt x="13" y="24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69" name="Freeform 1489"/>
              <p:cNvSpPr>
                <a:spLocks/>
              </p:cNvSpPr>
              <p:nvPr/>
            </p:nvSpPr>
            <p:spPr bwMode="auto">
              <a:xfrm>
                <a:off x="2699" y="2721"/>
                <a:ext cx="27" cy="1"/>
              </a:xfrm>
              <a:custGeom>
                <a:avLst/>
                <a:gdLst>
                  <a:gd name="T0" fmla="*/ 0 w 27"/>
                  <a:gd name="T1" fmla="*/ 0 h 1"/>
                  <a:gd name="T2" fmla="*/ 25 w 27"/>
                  <a:gd name="T3" fmla="*/ 0 h 1"/>
                  <a:gd name="T4" fmla="*/ 27 w 2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1"/>
                  <a:gd name="T11" fmla="*/ 27 w 2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1">
                    <a:moveTo>
                      <a:pt x="0" y="0"/>
                    </a:moveTo>
                    <a:lnTo>
                      <a:pt x="25" y="0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70" name="Freeform 1490"/>
              <p:cNvSpPr>
                <a:spLocks/>
              </p:cNvSpPr>
              <p:nvPr/>
            </p:nvSpPr>
            <p:spPr bwMode="auto">
              <a:xfrm>
                <a:off x="2704" y="2708"/>
                <a:ext cx="8" cy="16"/>
              </a:xfrm>
              <a:custGeom>
                <a:avLst/>
                <a:gdLst>
                  <a:gd name="T0" fmla="*/ 0 w 8"/>
                  <a:gd name="T1" fmla="*/ 9 h 16"/>
                  <a:gd name="T2" fmla="*/ 0 w 8"/>
                  <a:gd name="T3" fmla="*/ 0 h 16"/>
                  <a:gd name="T4" fmla="*/ 6 w 8"/>
                  <a:gd name="T5" fmla="*/ 0 h 16"/>
                  <a:gd name="T6" fmla="*/ 6 w 8"/>
                  <a:gd name="T7" fmla="*/ 7 h 16"/>
                  <a:gd name="T8" fmla="*/ 8 w 8"/>
                  <a:gd name="T9" fmla="*/ 11 h 16"/>
                  <a:gd name="T10" fmla="*/ 8 w 8"/>
                  <a:gd name="T11" fmla="*/ 11 h 16"/>
                  <a:gd name="T12" fmla="*/ 6 w 8"/>
                  <a:gd name="T13" fmla="*/ 13 h 16"/>
                  <a:gd name="T14" fmla="*/ 4 w 8"/>
                  <a:gd name="T15" fmla="*/ 16 h 16"/>
                  <a:gd name="T16" fmla="*/ 4 w 8"/>
                  <a:gd name="T17" fmla="*/ 9 h 16"/>
                  <a:gd name="T18" fmla="*/ 0 w 8"/>
                  <a:gd name="T19" fmla="*/ 9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16"/>
                  <a:gd name="T32" fmla="*/ 8 w 8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16">
                    <a:moveTo>
                      <a:pt x="0" y="9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7"/>
                    </a:lnTo>
                    <a:lnTo>
                      <a:pt x="8" y="11"/>
                    </a:lnTo>
                    <a:lnTo>
                      <a:pt x="6" y="13"/>
                    </a:lnTo>
                    <a:lnTo>
                      <a:pt x="4" y="16"/>
                    </a:lnTo>
                    <a:lnTo>
                      <a:pt x="4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71" name="Freeform 1491"/>
              <p:cNvSpPr>
                <a:spLocks/>
              </p:cNvSpPr>
              <p:nvPr/>
            </p:nvSpPr>
            <p:spPr bwMode="auto">
              <a:xfrm>
                <a:off x="2706" y="2721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2 w 4"/>
                  <a:gd name="T3" fmla="*/ 3 h 5"/>
                  <a:gd name="T4" fmla="*/ 0 w 4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4" y="0"/>
                    </a:moveTo>
                    <a:lnTo>
                      <a:pt x="2" y="3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72" name="Freeform 1492"/>
              <p:cNvSpPr>
                <a:spLocks/>
              </p:cNvSpPr>
              <p:nvPr/>
            </p:nvSpPr>
            <p:spPr bwMode="auto">
              <a:xfrm>
                <a:off x="2708" y="2719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2 w 4"/>
                  <a:gd name="T3" fmla="*/ 2 h 5"/>
                  <a:gd name="T4" fmla="*/ 0 w 4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4" y="0"/>
                    </a:moveTo>
                    <a:lnTo>
                      <a:pt x="2" y="2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73" name="Freeform 1493"/>
              <p:cNvSpPr>
                <a:spLocks/>
              </p:cNvSpPr>
              <p:nvPr/>
            </p:nvSpPr>
            <p:spPr bwMode="auto">
              <a:xfrm>
                <a:off x="2704" y="2695"/>
                <a:ext cx="6" cy="13"/>
              </a:xfrm>
              <a:custGeom>
                <a:avLst/>
                <a:gdLst>
                  <a:gd name="T0" fmla="*/ 0 w 6"/>
                  <a:gd name="T1" fmla="*/ 4 h 13"/>
                  <a:gd name="T2" fmla="*/ 2 w 6"/>
                  <a:gd name="T3" fmla="*/ 4 h 13"/>
                  <a:gd name="T4" fmla="*/ 4 w 6"/>
                  <a:gd name="T5" fmla="*/ 2 h 13"/>
                  <a:gd name="T6" fmla="*/ 4 w 6"/>
                  <a:gd name="T7" fmla="*/ 0 h 13"/>
                  <a:gd name="T8" fmla="*/ 2 w 6"/>
                  <a:gd name="T9" fmla="*/ 0 h 13"/>
                  <a:gd name="T10" fmla="*/ 4 w 6"/>
                  <a:gd name="T11" fmla="*/ 0 h 13"/>
                  <a:gd name="T12" fmla="*/ 6 w 6"/>
                  <a:gd name="T13" fmla="*/ 2 h 13"/>
                  <a:gd name="T14" fmla="*/ 6 w 6"/>
                  <a:gd name="T15" fmla="*/ 13 h 13"/>
                  <a:gd name="T16" fmla="*/ 0 w 6"/>
                  <a:gd name="T17" fmla="*/ 13 h 13"/>
                  <a:gd name="T18" fmla="*/ 0 w 6"/>
                  <a:gd name="T19" fmla="*/ 4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13"/>
                  <a:gd name="T32" fmla="*/ 6 w 6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13">
                    <a:moveTo>
                      <a:pt x="0" y="4"/>
                    </a:moveTo>
                    <a:lnTo>
                      <a:pt x="2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6" y="13"/>
                    </a:lnTo>
                    <a:lnTo>
                      <a:pt x="0" y="1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74" name="Freeform 1494"/>
              <p:cNvSpPr>
                <a:spLocks/>
              </p:cNvSpPr>
              <p:nvPr/>
            </p:nvSpPr>
            <p:spPr bwMode="auto">
              <a:xfrm>
                <a:off x="2708" y="2695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2 h 4"/>
                  <a:gd name="T4" fmla="*/ 4 w 4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4"/>
                  <a:gd name="T11" fmla="*/ 4 w 4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4">
                    <a:moveTo>
                      <a:pt x="0" y="0"/>
                    </a:moveTo>
                    <a:lnTo>
                      <a:pt x="2" y="2"/>
                    </a:lnTo>
                    <a:lnTo>
                      <a:pt x="4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75" name="Freeform 1495"/>
              <p:cNvSpPr>
                <a:spLocks/>
              </p:cNvSpPr>
              <p:nvPr/>
            </p:nvSpPr>
            <p:spPr bwMode="auto">
              <a:xfrm>
                <a:off x="2748" y="2693"/>
                <a:ext cx="40" cy="1"/>
              </a:xfrm>
              <a:custGeom>
                <a:avLst/>
                <a:gdLst>
                  <a:gd name="T0" fmla="*/ 0 w 40"/>
                  <a:gd name="T1" fmla="*/ 0 h 1"/>
                  <a:gd name="T2" fmla="*/ 38 w 40"/>
                  <a:gd name="T3" fmla="*/ 0 h 1"/>
                  <a:gd name="T4" fmla="*/ 40 w 4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0"/>
                  <a:gd name="T10" fmla="*/ 0 h 1"/>
                  <a:gd name="T11" fmla="*/ 40 w 4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" h="1">
                    <a:moveTo>
                      <a:pt x="0" y="0"/>
                    </a:moveTo>
                    <a:lnTo>
                      <a:pt x="38" y="0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76" name="Freeform 1496"/>
              <p:cNvSpPr>
                <a:spLocks/>
              </p:cNvSpPr>
              <p:nvPr/>
            </p:nvSpPr>
            <p:spPr bwMode="auto">
              <a:xfrm>
                <a:off x="2766" y="2693"/>
                <a:ext cx="15" cy="24"/>
              </a:xfrm>
              <a:custGeom>
                <a:avLst/>
                <a:gdLst>
                  <a:gd name="T0" fmla="*/ 6 w 15"/>
                  <a:gd name="T1" fmla="*/ 2 h 24"/>
                  <a:gd name="T2" fmla="*/ 15 w 15"/>
                  <a:gd name="T3" fmla="*/ 2 h 24"/>
                  <a:gd name="T4" fmla="*/ 15 w 15"/>
                  <a:gd name="T5" fmla="*/ 0 h 24"/>
                  <a:gd name="T6" fmla="*/ 6 w 15"/>
                  <a:gd name="T7" fmla="*/ 0 h 24"/>
                  <a:gd name="T8" fmla="*/ 0 w 15"/>
                  <a:gd name="T9" fmla="*/ 24 h 24"/>
                  <a:gd name="T10" fmla="*/ 2 w 15"/>
                  <a:gd name="T11" fmla="*/ 24 h 24"/>
                  <a:gd name="T12" fmla="*/ 6 w 15"/>
                  <a:gd name="T13" fmla="*/ 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24"/>
                  <a:gd name="T23" fmla="*/ 15 w 15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24">
                    <a:moveTo>
                      <a:pt x="6" y="2"/>
                    </a:moveTo>
                    <a:lnTo>
                      <a:pt x="15" y="2"/>
                    </a:lnTo>
                    <a:lnTo>
                      <a:pt x="15" y="0"/>
                    </a:lnTo>
                    <a:lnTo>
                      <a:pt x="6" y="0"/>
                    </a:lnTo>
                    <a:lnTo>
                      <a:pt x="0" y="24"/>
                    </a:lnTo>
                    <a:lnTo>
                      <a:pt x="2" y="24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77" name="Freeform 1497"/>
              <p:cNvSpPr>
                <a:spLocks/>
              </p:cNvSpPr>
              <p:nvPr/>
            </p:nvSpPr>
            <p:spPr bwMode="auto">
              <a:xfrm>
                <a:off x="2655" y="2708"/>
                <a:ext cx="7" cy="5"/>
              </a:xfrm>
              <a:custGeom>
                <a:avLst/>
                <a:gdLst>
                  <a:gd name="T0" fmla="*/ 0 w 7"/>
                  <a:gd name="T1" fmla="*/ 0 h 5"/>
                  <a:gd name="T2" fmla="*/ 4 w 7"/>
                  <a:gd name="T3" fmla="*/ 2 h 5"/>
                  <a:gd name="T4" fmla="*/ 7 w 7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0"/>
                    </a:moveTo>
                    <a:lnTo>
                      <a:pt x="4" y="2"/>
                    </a:lnTo>
                    <a:lnTo>
                      <a:pt x="7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78" name="Freeform 1498"/>
              <p:cNvSpPr>
                <a:spLocks/>
              </p:cNvSpPr>
              <p:nvPr/>
            </p:nvSpPr>
            <p:spPr bwMode="auto">
              <a:xfrm>
                <a:off x="2666" y="2713"/>
                <a:ext cx="9" cy="6"/>
              </a:xfrm>
              <a:custGeom>
                <a:avLst/>
                <a:gdLst>
                  <a:gd name="T0" fmla="*/ 0 w 9"/>
                  <a:gd name="T1" fmla="*/ 0 h 6"/>
                  <a:gd name="T2" fmla="*/ 7 w 9"/>
                  <a:gd name="T3" fmla="*/ 4 h 6"/>
                  <a:gd name="T4" fmla="*/ 9 w 9"/>
                  <a:gd name="T5" fmla="*/ 6 h 6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6"/>
                  <a:gd name="T11" fmla="*/ 9 w 9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6">
                    <a:moveTo>
                      <a:pt x="0" y="0"/>
                    </a:moveTo>
                    <a:lnTo>
                      <a:pt x="7" y="4"/>
                    </a:lnTo>
                    <a:lnTo>
                      <a:pt x="9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79" name="Freeform 1499"/>
              <p:cNvSpPr>
                <a:spLocks/>
              </p:cNvSpPr>
              <p:nvPr/>
            </p:nvSpPr>
            <p:spPr bwMode="auto">
              <a:xfrm>
                <a:off x="2677" y="2721"/>
                <a:ext cx="9" cy="5"/>
              </a:xfrm>
              <a:custGeom>
                <a:avLst/>
                <a:gdLst>
                  <a:gd name="T0" fmla="*/ 0 w 9"/>
                  <a:gd name="T1" fmla="*/ 0 h 5"/>
                  <a:gd name="T2" fmla="*/ 7 w 9"/>
                  <a:gd name="T3" fmla="*/ 3 h 5"/>
                  <a:gd name="T4" fmla="*/ 9 w 9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5"/>
                  <a:gd name="T11" fmla="*/ 9 w 9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5">
                    <a:moveTo>
                      <a:pt x="0" y="0"/>
                    </a:moveTo>
                    <a:lnTo>
                      <a:pt x="7" y="3"/>
                    </a:lnTo>
                    <a:lnTo>
                      <a:pt x="9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80" name="Freeform 1500"/>
              <p:cNvSpPr>
                <a:spLocks/>
              </p:cNvSpPr>
              <p:nvPr/>
            </p:nvSpPr>
            <p:spPr bwMode="auto">
              <a:xfrm>
                <a:off x="2690" y="2726"/>
                <a:ext cx="9" cy="4"/>
              </a:xfrm>
              <a:custGeom>
                <a:avLst/>
                <a:gdLst>
                  <a:gd name="T0" fmla="*/ 0 w 9"/>
                  <a:gd name="T1" fmla="*/ 0 h 4"/>
                  <a:gd name="T2" fmla="*/ 7 w 9"/>
                  <a:gd name="T3" fmla="*/ 2 h 4"/>
                  <a:gd name="T4" fmla="*/ 9 w 9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4"/>
                  <a:gd name="T11" fmla="*/ 9 w 9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4">
                    <a:moveTo>
                      <a:pt x="0" y="0"/>
                    </a:moveTo>
                    <a:lnTo>
                      <a:pt x="7" y="2"/>
                    </a:lnTo>
                    <a:lnTo>
                      <a:pt x="9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81" name="Freeform 1501"/>
              <p:cNvSpPr>
                <a:spLocks/>
              </p:cNvSpPr>
              <p:nvPr/>
            </p:nvSpPr>
            <p:spPr bwMode="auto">
              <a:xfrm>
                <a:off x="2704" y="2730"/>
                <a:ext cx="8" cy="4"/>
              </a:xfrm>
              <a:custGeom>
                <a:avLst/>
                <a:gdLst>
                  <a:gd name="T0" fmla="*/ 0 w 8"/>
                  <a:gd name="T1" fmla="*/ 0 h 4"/>
                  <a:gd name="T2" fmla="*/ 6 w 8"/>
                  <a:gd name="T3" fmla="*/ 2 h 4"/>
                  <a:gd name="T4" fmla="*/ 8 w 8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4"/>
                  <a:gd name="T11" fmla="*/ 8 w 8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4">
                    <a:moveTo>
                      <a:pt x="0" y="0"/>
                    </a:moveTo>
                    <a:lnTo>
                      <a:pt x="6" y="2"/>
                    </a:lnTo>
                    <a:lnTo>
                      <a:pt x="8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82" name="Freeform 1502"/>
              <p:cNvSpPr>
                <a:spLocks/>
              </p:cNvSpPr>
              <p:nvPr/>
            </p:nvSpPr>
            <p:spPr bwMode="auto">
              <a:xfrm>
                <a:off x="2719" y="2732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2 h 5"/>
                  <a:gd name="T4" fmla="*/ 0 w 1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"/>
                  <a:gd name="T11" fmla="*/ 1 w 1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83" name="Freeform 1503"/>
              <p:cNvSpPr>
                <a:spLocks/>
              </p:cNvSpPr>
              <p:nvPr/>
            </p:nvSpPr>
            <p:spPr bwMode="auto">
              <a:xfrm>
                <a:off x="2719" y="2734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84" name="Freeform 1504"/>
              <p:cNvSpPr>
                <a:spLocks/>
              </p:cNvSpPr>
              <p:nvPr/>
            </p:nvSpPr>
            <p:spPr bwMode="auto">
              <a:xfrm>
                <a:off x="2732" y="2734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85" name="Freeform 1505"/>
              <p:cNvSpPr>
                <a:spLocks/>
              </p:cNvSpPr>
              <p:nvPr/>
            </p:nvSpPr>
            <p:spPr bwMode="auto">
              <a:xfrm>
                <a:off x="2746" y="2734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6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6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86" name="Freeform 1506"/>
              <p:cNvSpPr>
                <a:spLocks/>
              </p:cNvSpPr>
              <p:nvPr/>
            </p:nvSpPr>
            <p:spPr bwMode="auto">
              <a:xfrm>
                <a:off x="2752" y="2730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3 w 5"/>
                  <a:gd name="T3" fmla="*/ 2 h 4"/>
                  <a:gd name="T4" fmla="*/ 5 w 5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4"/>
                  <a:gd name="T11" fmla="*/ 5 w 5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4">
                    <a:moveTo>
                      <a:pt x="0" y="4"/>
                    </a:moveTo>
                    <a:lnTo>
                      <a:pt x="3" y="2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87" name="Freeform 1507"/>
              <p:cNvSpPr>
                <a:spLocks/>
              </p:cNvSpPr>
              <p:nvPr/>
            </p:nvSpPr>
            <p:spPr bwMode="auto">
              <a:xfrm>
                <a:off x="2761" y="2728"/>
                <a:ext cx="9" cy="4"/>
              </a:xfrm>
              <a:custGeom>
                <a:avLst/>
                <a:gdLst>
                  <a:gd name="T0" fmla="*/ 0 w 9"/>
                  <a:gd name="T1" fmla="*/ 4 h 4"/>
                  <a:gd name="T2" fmla="*/ 7 w 9"/>
                  <a:gd name="T3" fmla="*/ 2 h 4"/>
                  <a:gd name="T4" fmla="*/ 9 w 9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4"/>
                  <a:gd name="T11" fmla="*/ 9 w 9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4">
                    <a:moveTo>
                      <a:pt x="0" y="4"/>
                    </a:moveTo>
                    <a:lnTo>
                      <a:pt x="7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88" name="Freeform 1508"/>
              <p:cNvSpPr>
                <a:spLocks/>
              </p:cNvSpPr>
              <p:nvPr/>
            </p:nvSpPr>
            <p:spPr bwMode="auto">
              <a:xfrm>
                <a:off x="2774" y="2724"/>
                <a:ext cx="9" cy="4"/>
              </a:xfrm>
              <a:custGeom>
                <a:avLst/>
                <a:gdLst>
                  <a:gd name="T0" fmla="*/ 0 w 9"/>
                  <a:gd name="T1" fmla="*/ 4 h 4"/>
                  <a:gd name="T2" fmla="*/ 7 w 9"/>
                  <a:gd name="T3" fmla="*/ 2 h 4"/>
                  <a:gd name="T4" fmla="*/ 9 w 9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4"/>
                  <a:gd name="T11" fmla="*/ 9 w 9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4">
                    <a:moveTo>
                      <a:pt x="0" y="4"/>
                    </a:moveTo>
                    <a:lnTo>
                      <a:pt x="7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89" name="Freeform 1509"/>
              <p:cNvSpPr>
                <a:spLocks/>
              </p:cNvSpPr>
              <p:nvPr/>
            </p:nvSpPr>
            <p:spPr bwMode="auto">
              <a:xfrm>
                <a:off x="2788" y="2717"/>
                <a:ext cx="9" cy="7"/>
              </a:xfrm>
              <a:custGeom>
                <a:avLst/>
                <a:gdLst>
                  <a:gd name="T0" fmla="*/ 0 w 9"/>
                  <a:gd name="T1" fmla="*/ 7 h 7"/>
                  <a:gd name="T2" fmla="*/ 6 w 9"/>
                  <a:gd name="T3" fmla="*/ 2 h 7"/>
                  <a:gd name="T4" fmla="*/ 9 w 9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7"/>
                  <a:gd name="T11" fmla="*/ 9 w 9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7">
                    <a:moveTo>
                      <a:pt x="0" y="7"/>
                    </a:moveTo>
                    <a:lnTo>
                      <a:pt x="6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90" name="Freeform 1510"/>
              <p:cNvSpPr>
                <a:spLocks/>
              </p:cNvSpPr>
              <p:nvPr/>
            </p:nvSpPr>
            <p:spPr bwMode="auto">
              <a:xfrm>
                <a:off x="2801" y="2710"/>
                <a:ext cx="7" cy="7"/>
              </a:xfrm>
              <a:custGeom>
                <a:avLst/>
                <a:gdLst>
                  <a:gd name="T0" fmla="*/ 0 w 7"/>
                  <a:gd name="T1" fmla="*/ 7 h 7"/>
                  <a:gd name="T2" fmla="*/ 4 w 7"/>
                  <a:gd name="T3" fmla="*/ 3 h 7"/>
                  <a:gd name="T4" fmla="*/ 7 w 7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7"/>
                  <a:gd name="T11" fmla="*/ 7 w 7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7">
                    <a:moveTo>
                      <a:pt x="0" y="7"/>
                    </a:moveTo>
                    <a:lnTo>
                      <a:pt x="4" y="3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91" name="Freeform 1511"/>
              <p:cNvSpPr>
                <a:spLocks/>
              </p:cNvSpPr>
              <p:nvPr/>
            </p:nvSpPr>
            <p:spPr bwMode="auto">
              <a:xfrm>
                <a:off x="2812" y="2706"/>
                <a:ext cx="7" cy="4"/>
              </a:xfrm>
              <a:custGeom>
                <a:avLst/>
                <a:gdLst>
                  <a:gd name="T0" fmla="*/ 0 w 7"/>
                  <a:gd name="T1" fmla="*/ 4 h 4"/>
                  <a:gd name="T2" fmla="*/ 5 w 7"/>
                  <a:gd name="T3" fmla="*/ 2 h 4"/>
                  <a:gd name="T4" fmla="*/ 7 w 7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4"/>
                  <a:gd name="T11" fmla="*/ 7 w 7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4">
                    <a:moveTo>
                      <a:pt x="0" y="4"/>
                    </a:moveTo>
                    <a:lnTo>
                      <a:pt x="5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92" name="Rectangle 1512"/>
              <p:cNvSpPr>
                <a:spLocks noChangeArrowheads="1"/>
              </p:cNvSpPr>
              <p:nvPr/>
            </p:nvSpPr>
            <p:spPr bwMode="auto">
              <a:xfrm>
                <a:off x="2821" y="2715"/>
                <a:ext cx="2" cy="54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93" name="Freeform 1513"/>
              <p:cNvSpPr>
                <a:spLocks/>
              </p:cNvSpPr>
              <p:nvPr/>
            </p:nvSpPr>
            <p:spPr bwMode="auto">
              <a:xfrm>
                <a:off x="2821" y="2713"/>
                <a:ext cx="1" cy="56"/>
              </a:xfrm>
              <a:custGeom>
                <a:avLst/>
                <a:gdLst>
                  <a:gd name="T0" fmla="*/ 0 w 1"/>
                  <a:gd name="T1" fmla="*/ 56 h 56"/>
                  <a:gd name="T2" fmla="*/ 0 w 1"/>
                  <a:gd name="T3" fmla="*/ 2 h 56"/>
                  <a:gd name="T4" fmla="*/ 0 w 1"/>
                  <a:gd name="T5" fmla="*/ 0 h 5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6"/>
                  <a:gd name="T11" fmla="*/ 1 w 1"/>
                  <a:gd name="T12" fmla="*/ 56 h 5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6">
                    <a:moveTo>
                      <a:pt x="0" y="56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94" name="Freeform 1514"/>
              <p:cNvSpPr>
                <a:spLocks/>
              </p:cNvSpPr>
              <p:nvPr/>
            </p:nvSpPr>
            <p:spPr bwMode="auto">
              <a:xfrm>
                <a:off x="2821" y="2769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95" name="Freeform 1515"/>
              <p:cNvSpPr>
                <a:spLocks/>
              </p:cNvSpPr>
              <p:nvPr/>
            </p:nvSpPr>
            <p:spPr bwMode="auto">
              <a:xfrm>
                <a:off x="2821" y="2715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96" name="Freeform 1516"/>
              <p:cNvSpPr>
                <a:spLocks/>
              </p:cNvSpPr>
              <p:nvPr/>
            </p:nvSpPr>
            <p:spPr bwMode="auto">
              <a:xfrm>
                <a:off x="2823" y="2713"/>
                <a:ext cx="1" cy="56"/>
              </a:xfrm>
              <a:custGeom>
                <a:avLst/>
                <a:gdLst>
                  <a:gd name="T0" fmla="*/ 0 w 1"/>
                  <a:gd name="T1" fmla="*/ 56 h 56"/>
                  <a:gd name="T2" fmla="*/ 0 w 1"/>
                  <a:gd name="T3" fmla="*/ 2 h 56"/>
                  <a:gd name="T4" fmla="*/ 0 w 1"/>
                  <a:gd name="T5" fmla="*/ 0 h 5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6"/>
                  <a:gd name="T11" fmla="*/ 1 w 1"/>
                  <a:gd name="T12" fmla="*/ 56 h 5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6">
                    <a:moveTo>
                      <a:pt x="0" y="56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97" name="Rectangle 1517"/>
              <p:cNvSpPr>
                <a:spLocks noChangeArrowheads="1"/>
              </p:cNvSpPr>
              <p:nvPr/>
            </p:nvSpPr>
            <p:spPr bwMode="auto">
              <a:xfrm>
                <a:off x="2821" y="2745"/>
                <a:ext cx="2" cy="24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98" name="Freeform 1518"/>
              <p:cNvSpPr>
                <a:spLocks/>
              </p:cNvSpPr>
              <p:nvPr/>
            </p:nvSpPr>
            <p:spPr bwMode="auto">
              <a:xfrm>
                <a:off x="2821" y="2743"/>
                <a:ext cx="1" cy="26"/>
              </a:xfrm>
              <a:custGeom>
                <a:avLst/>
                <a:gdLst>
                  <a:gd name="T0" fmla="*/ 0 w 1"/>
                  <a:gd name="T1" fmla="*/ 26 h 26"/>
                  <a:gd name="T2" fmla="*/ 0 w 1"/>
                  <a:gd name="T3" fmla="*/ 2 h 26"/>
                  <a:gd name="T4" fmla="*/ 0 w 1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6"/>
                  <a:gd name="T11" fmla="*/ 1 w 1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6">
                    <a:moveTo>
                      <a:pt x="0" y="26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99" name="Freeform 1519"/>
              <p:cNvSpPr>
                <a:spLocks/>
              </p:cNvSpPr>
              <p:nvPr/>
            </p:nvSpPr>
            <p:spPr bwMode="auto">
              <a:xfrm>
                <a:off x="2821" y="2769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00" name="Freeform 1520"/>
              <p:cNvSpPr>
                <a:spLocks/>
              </p:cNvSpPr>
              <p:nvPr/>
            </p:nvSpPr>
            <p:spPr bwMode="auto">
              <a:xfrm>
                <a:off x="2821" y="2745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01" name="Freeform 1521"/>
              <p:cNvSpPr>
                <a:spLocks/>
              </p:cNvSpPr>
              <p:nvPr/>
            </p:nvSpPr>
            <p:spPr bwMode="auto">
              <a:xfrm>
                <a:off x="2823" y="2743"/>
                <a:ext cx="1" cy="26"/>
              </a:xfrm>
              <a:custGeom>
                <a:avLst/>
                <a:gdLst>
                  <a:gd name="T0" fmla="*/ 0 w 1"/>
                  <a:gd name="T1" fmla="*/ 26 h 26"/>
                  <a:gd name="T2" fmla="*/ 0 w 1"/>
                  <a:gd name="T3" fmla="*/ 2 h 26"/>
                  <a:gd name="T4" fmla="*/ 0 w 1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6"/>
                  <a:gd name="T11" fmla="*/ 1 w 1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6">
                    <a:moveTo>
                      <a:pt x="0" y="26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02" name="Rectangle 1522"/>
              <p:cNvSpPr>
                <a:spLocks noChangeArrowheads="1"/>
              </p:cNvSpPr>
              <p:nvPr/>
            </p:nvSpPr>
            <p:spPr bwMode="auto">
              <a:xfrm>
                <a:off x="2639" y="2769"/>
                <a:ext cx="195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03" name="Freeform 1523"/>
              <p:cNvSpPr>
                <a:spLocks/>
              </p:cNvSpPr>
              <p:nvPr/>
            </p:nvSpPr>
            <p:spPr bwMode="auto">
              <a:xfrm>
                <a:off x="2639" y="2769"/>
                <a:ext cx="197" cy="1"/>
              </a:xfrm>
              <a:custGeom>
                <a:avLst/>
                <a:gdLst>
                  <a:gd name="T0" fmla="*/ 0 w 197"/>
                  <a:gd name="T1" fmla="*/ 0 h 1"/>
                  <a:gd name="T2" fmla="*/ 195 w 197"/>
                  <a:gd name="T3" fmla="*/ 0 h 1"/>
                  <a:gd name="T4" fmla="*/ 197 w 19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97"/>
                  <a:gd name="T10" fmla="*/ 0 h 1"/>
                  <a:gd name="T11" fmla="*/ 197 w 19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7" h="1">
                    <a:moveTo>
                      <a:pt x="0" y="0"/>
                    </a:moveTo>
                    <a:lnTo>
                      <a:pt x="195" y="0"/>
                    </a:lnTo>
                    <a:lnTo>
                      <a:pt x="19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04" name="Freeform 1524"/>
              <p:cNvSpPr>
                <a:spLocks/>
              </p:cNvSpPr>
              <p:nvPr/>
            </p:nvSpPr>
            <p:spPr bwMode="auto">
              <a:xfrm>
                <a:off x="2639" y="276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05" name="Freeform 1525"/>
              <p:cNvSpPr>
                <a:spLocks/>
              </p:cNvSpPr>
              <p:nvPr/>
            </p:nvSpPr>
            <p:spPr bwMode="auto">
              <a:xfrm>
                <a:off x="2834" y="276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06" name="Freeform 1526"/>
              <p:cNvSpPr>
                <a:spLocks/>
              </p:cNvSpPr>
              <p:nvPr/>
            </p:nvSpPr>
            <p:spPr bwMode="auto">
              <a:xfrm>
                <a:off x="2639" y="2774"/>
                <a:ext cx="197" cy="1"/>
              </a:xfrm>
              <a:custGeom>
                <a:avLst/>
                <a:gdLst>
                  <a:gd name="T0" fmla="*/ 0 w 197"/>
                  <a:gd name="T1" fmla="*/ 0 h 1"/>
                  <a:gd name="T2" fmla="*/ 195 w 197"/>
                  <a:gd name="T3" fmla="*/ 0 h 1"/>
                  <a:gd name="T4" fmla="*/ 197 w 19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97"/>
                  <a:gd name="T10" fmla="*/ 0 h 1"/>
                  <a:gd name="T11" fmla="*/ 197 w 19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7" h="1">
                    <a:moveTo>
                      <a:pt x="0" y="0"/>
                    </a:moveTo>
                    <a:lnTo>
                      <a:pt x="195" y="0"/>
                    </a:lnTo>
                    <a:lnTo>
                      <a:pt x="19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07" name="Rectangle 1527"/>
              <p:cNvSpPr>
                <a:spLocks noChangeArrowheads="1"/>
              </p:cNvSpPr>
              <p:nvPr/>
            </p:nvSpPr>
            <p:spPr bwMode="auto">
              <a:xfrm>
                <a:off x="2657" y="2706"/>
                <a:ext cx="157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08" name="Freeform 1528"/>
              <p:cNvSpPr>
                <a:spLocks/>
              </p:cNvSpPr>
              <p:nvPr/>
            </p:nvSpPr>
            <p:spPr bwMode="auto">
              <a:xfrm>
                <a:off x="2657" y="2706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57 w 160"/>
                  <a:gd name="T3" fmla="*/ 0 h 1"/>
                  <a:gd name="T4" fmla="*/ 160 w 16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60"/>
                  <a:gd name="T10" fmla="*/ 0 h 1"/>
                  <a:gd name="T11" fmla="*/ 160 w 16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" h="1">
                    <a:moveTo>
                      <a:pt x="0" y="0"/>
                    </a:moveTo>
                    <a:lnTo>
                      <a:pt x="157" y="0"/>
                    </a:lnTo>
                    <a:lnTo>
                      <a:pt x="1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09" name="Freeform 1529"/>
              <p:cNvSpPr>
                <a:spLocks/>
              </p:cNvSpPr>
              <p:nvPr/>
            </p:nvSpPr>
            <p:spPr bwMode="auto">
              <a:xfrm>
                <a:off x="2657" y="270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10" name="Freeform 1530"/>
              <p:cNvSpPr>
                <a:spLocks/>
              </p:cNvSpPr>
              <p:nvPr/>
            </p:nvSpPr>
            <p:spPr bwMode="auto">
              <a:xfrm>
                <a:off x="2814" y="270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11" name="Freeform 1531"/>
              <p:cNvSpPr>
                <a:spLocks/>
              </p:cNvSpPr>
              <p:nvPr/>
            </p:nvSpPr>
            <p:spPr bwMode="auto">
              <a:xfrm>
                <a:off x="2657" y="2708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57 w 160"/>
                  <a:gd name="T3" fmla="*/ 0 h 1"/>
                  <a:gd name="T4" fmla="*/ 160 w 16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60"/>
                  <a:gd name="T10" fmla="*/ 0 h 1"/>
                  <a:gd name="T11" fmla="*/ 160 w 16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" h="1">
                    <a:moveTo>
                      <a:pt x="0" y="0"/>
                    </a:moveTo>
                    <a:lnTo>
                      <a:pt x="157" y="0"/>
                    </a:lnTo>
                    <a:lnTo>
                      <a:pt x="1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12" name="Freeform 1532"/>
              <p:cNvSpPr>
                <a:spLocks/>
              </p:cNvSpPr>
              <p:nvPr/>
            </p:nvSpPr>
            <p:spPr bwMode="auto">
              <a:xfrm>
                <a:off x="2814" y="2706"/>
                <a:ext cx="9" cy="9"/>
              </a:xfrm>
              <a:custGeom>
                <a:avLst/>
                <a:gdLst>
                  <a:gd name="T0" fmla="*/ 7 w 9"/>
                  <a:gd name="T1" fmla="*/ 2 h 9"/>
                  <a:gd name="T2" fmla="*/ 0 w 9"/>
                  <a:gd name="T3" fmla="*/ 0 h 9"/>
                  <a:gd name="T4" fmla="*/ 0 w 9"/>
                  <a:gd name="T5" fmla="*/ 2 h 9"/>
                  <a:gd name="T6" fmla="*/ 5 w 9"/>
                  <a:gd name="T7" fmla="*/ 4 h 9"/>
                  <a:gd name="T8" fmla="*/ 7 w 9"/>
                  <a:gd name="T9" fmla="*/ 9 h 9"/>
                  <a:gd name="T10" fmla="*/ 9 w 9"/>
                  <a:gd name="T11" fmla="*/ 9 h 9"/>
                  <a:gd name="T12" fmla="*/ 7 w 9"/>
                  <a:gd name="T13" fmla="*/ 2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9"/>
                  <a:gd name="T23" fmla="*/ 9 w 9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9">
                    <a:moveTo>
                      <a:pt x="7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5" y="4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13" name="Freeform 1533"/>
              <p:cNvSpPr>
                <a:spLocks/>
              </p:cNvSpPr>
              <p:nvPr/>
            </p:nvSpPr>
            <p:spPr bwMode="auto">
              <a:xfrm>
                <a:off x="2821" y="2708"/>
                <a:ext cx="4" cy="9"/>
              </a:xfrm>
              <a:custGeom>
                <a:avLst/>
                <a:gdLst>
                  <a:gd name="T0" fmla="*/ 0 w 4"/>
                  <a:gd name="T1" fmla="*/ 0 h 9"/>
                  <a:gd name="T2" fmla="*/ 2 w 4"/>
                  <a:gd name="T3" fmla="*/ 7 h 9"/>
                  <a:gd name="T4" fmla="*/ 4 w 4"/>
                  <a:gd name="T5" fmla="*/ 9 h 9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9"/>
                  <a:gd name="T11" fmla="*/ 4 w 4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9">
                    <a:moveTo>
                      <a:pt x="0" y="0"/>
                    </a:moveTo>
                    <a:lnTo>
                      <a:pt x="2" y="7"/>
                    </a:lnTo>
                    <a:lnTo>
                      <a:pt x="4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14" name="Freeform 1534"/>
              <p:cNvSpPr>
                <a:spLocks/>
              </p:cNvSpPr>
              <p:nvPr/>
            </p:nvSpPr>
            <p:spPr bwMode="auto">
              <a:xfrm>
                <a:off x="2814" y="2706"/>
                <a:ext cx="9" cy="4"/>
              </a:xfrm>
              <a:custGeom>
                <a:avLst/>
                <a:gdLst>
                  <a:gd name="T0" fmla="*/ 0 w 9"/>
                  <a:gd name="T1" fmla="*/ 0 h 4"/>
                  <a:gd name="T2" fmla="*/ 7 w 9"/>
                  <a:gd name="T3" fmla="*/ 2 h 4"/>
                  <a:gd name="T4" fmla="*/ 9 w 9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4"/>
                  <a:gd name="T11" fmla="*/ 9 w 9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4">
                    <a:moveTo>
                      <a:pt x="0" y="0"/>
                    </a:moveTo>
                    <a:lnTo>
                      <a:pt x="7" y="2"/>
                    </a:lnTo>
                    <a:lnTo>
                      <a:pt x="9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15" name="Freeform 1535"/>
              <p:cNvSpPr>
                <a:spLocks/>
              </p:cNvSpPr>
              <p:nvPr/>
            </p:nvSpPr>
            <p:spPr bwMode="auto">
              <a:xfrm>
                <a:off x="2819" y="2710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2 w 4"/>
                  <a:gd name="T3" fmla="*/ 5 h 7"/>
                  <a:gd name="T4" fmla="*/ 4 w 4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7"/>
                  <a:gd name="T11" fmla="*/ 4 w 4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7">
                    <a:moveTo>
                      <a:pt x="0" y="0"/>
                    </a:moveTo>
                    <a:lnTo>
                      <a:pt x="2" y="5"/>
                    </a:lnTo>
                    <a:lnTo>
                      <a:pt x="4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16" name="Freeform 1536"/>
              <p:cNvSpPr>
                <a:spLocks/>
              </p:cNvSpPr>
              <p:nvPr/>
            </p:nvSpPr>
            <p:spPr bwMode="auto">
              <a:xfrm>
                <a:off x="2814" y="2708"/>
                <a:ext cx="7" cy="5"/>
              </a:xfrm>
              <a:custGeom>
                <a:avLst/>
                <a:gdLst>
                  <a:gd name="T0" fmla="*/ 0 w 7"/>
                  <a:gd name="T1" fmla="*/ 0 h 5"/>
                  <a:gd name="T2" fmla="*/ 5 w 7"/>
                  <a:gd name="T3" fmla="*/ 2 h 5"/>
                  <a:gd name="T4" fmla="*/ 7 w 7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0"/>
                    </a:moveTo>
                    <a:lnTo>
                      <a:pt x="5" y="2"/>
                    </a:lnTo>
                    <a:lnTo>
                      <a:pt x="7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17" name="Freeform 1537"/>
              <p:cNvSpPr>
                <a:spLocks/>
              </p:cNvSpPr>
              <p:nvPr/>
            </p:nvSpPr>
            <p:spPr bwMode="auto">
              <a:xfrm>
                <a:off x="2819" y="2715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18" name="Freeform 1538"/>
              <p:cNvSpPr>
                <a:spLocks/>
              </p:cNvSpPr>
              <p:nvPr/>
            </p:nvSpPr>
            <p:spPr bwMode="auto">
              <a:xfrm>
                <a:off x="2814" y="270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19" name="Rectangle 1539"/>
              <p:cNvSpPr>
                <a:spLocks noChangeArrowheads="1"/>
              </p:cNvSpPr>
              <p:nvPr/>
            </p:nvSpPr>
            <p:spPr bwMode="auto">
              <a:xfrm>
                <a:off x="2657" y="2734"/>
                <a:ext cx="157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20" name="Freeform 1540"/>
              <p:cNvSpPr>
                <a:spLocks/>
              </p:cNvSpPr>
              <p:nvPr/>
            </p:nvSpPr>
            <p:spPr bwMode="auto">
              <a:xfrm>
                <a:off x="2657" y="2734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57 w 160"/>
                  <a:gd name="T3" fmla="*/ 0 h 1"/>
                  <a:gd name="T4" fmla="*/ 160 w 16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60"/>
                  <a:gd name="T10" fmla="*/ 0 h 1"/>
                  <a:gd name="T11" fmla="*/ 160 w 16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" h="1">
                    <a:moveTo>
                      <a:pt x="0" y="0"/>
                    </a:moveTo>
                    <a:lnTo>
                      <a:pt x="157" y="0"/>
                    </a:lnTo>
                    <a:lnTo>
                      <a:pt x="1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21" name="Freeform 1541"/>
              <p:cNvSpPr>
                <a:spLocks/>
              </p:cNvSpPr>
              <p:nvPr/>
            </p:nvSpPr>
            <p:spPr bwMode="auto">
              <a:xfrm>
                <a:off x="2657" y="2734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22" name="Freeform 1542"/>
              <p:cNvSpPr>
                <a:spLocks/>
              </p:cNvSpPr>
              <p:nvPr/>
            </p:nvSpPr>
            <p:spPr bwMode="auto">
              <a:xfrm>
                <a:off x="2814" y="2734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23" name="Freeform 1543"/>
              <p:cNvSpPr>
                <a:spLocks/>
              </p:cNvSpPr>
              <p:nvPr/>
            </p:nvSpPr>
            <p:spPr bwMode="auto">
              <a:xfrm>
                <a:off x="2657" y="2739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57 w 160"/>
                  <a:gd name="T3" fmla="*/ 0 h 1"/>
                  <a:gd name="T4" fmla="*/ 160 w 16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60"/>
                  <a:gd name="T10" fmla="*/ 0 h 1"/>
                  <a:gd name="T11" fmla="*/ 160 w 16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" h="1">
                    <a:moveTo>
                      <a:pt x="0" y="0"/>
                    </a:moveTo>
                    <a:lnTo>
                      <a:pt x="157" y="0"/>
                    </a:lnTo>
                    <a:lnTo>
                      <a:pt x="1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24" name="Freeform 1544"/>
              <p:cNvSpPr>
                <a:spLocks/>
              </p:cNvSpPr>
              <p:nvPr/>
            </p:nvSpPr>
            <p:spPr bwMode="auto">
              <a:xfrm>
                <a:off x="2814" y="2734"/>
                <a:ext cx="9" cy="11"/>
              </a:xfrm>
              <a:custGeom>
                <a:avLst/>
                <a:gdLst>
                  <a:gd name="T0" fmla="*/ 7 w 9"/>
                  <a:gd name="T1" fmla="*/ 5 h 11"/>
                  <a:gd name="T2" fmla="*/ 0 w 9"/>
                  <a:gd name="T3" fmla="*/ 0 h 11"/>
                  <a:gd name="T4" fmla="*/ 0 w 9"/>
                  <a:gd name="T5" fmla="*/ 5 h 11"/>
                  <a:gd name="T6" fmla="*/ 5 w 9"/>
                  <a:gd name="T7" fmla="*/ 5 h 11"/>
                  <a:gd name="T8" fmla="*/ 7 w 9"/>
                  <a:gd name="T9" fmla="*/ 11 h 11"/>
                  <a:gd name="T10" fmla="*/ 9 w 9"/>
                  <a:gd name="T11" fmla="*/ 11 h 11"/>
                  <a:gd name="T12" fmla="*/ 7 w 9"/>
                  <a:gd name="T13" fmla="*/ 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11"/>
                  <a:gd name="T23" fmla="*/ 9 w 9"/>
                  <a:gd name="T24" fmla="*/ 11 h 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11">
                    <a:moveTo>
                      <a:pt x="7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25" name="Freeform 1545"/>
              <p:cNvSpPr>
                <a:spLocks/>
              </p:cNvSpPr>
              <p:nvPr/>
            </p:nvSpPr>
            <p:spPr bwMode="auto">
              <a:xfrm>
                <a:off x="2821" y="2739"/>
                <a:ext cx="4" cy="9"/>
              </a:xfrm>
              <a:custGeom>
                <a:avLst/>
                <a:gdLst>
                  <a:gd name="T0" fmla="*/ 0 w 4"/>
                  <a:gd name="T1" fmla="*/ 0 h 9"/>
                  <a:gd name="T2" fmla="*/ 2 w 4"/>
                  <a:gd name="T3" fmla="*/ 6 h 9"/>
                  <a:gd name="T4" fmla="*/ 4 w 4"/>
                  <a:gd name="T5" fmla="*/ 9 h 9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9"/>
                  <a:gd name="T11" fmla="*/ 4 w 4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9">
                    <a:moveTo>
                      <a:pt x="0" y="0"/>
                    </a:moveTo>
                    <a:lnTo>
                      <a:pt x="2" y="6"/>
                    </a:lnTo>
                    <a:lnTo>
                      <a:pt x="4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26" name="Freeform 1546"/>
              <p:cNvSpPr>
                <a:spLocks/>
              </p:cNvSpPr>
              <p:nvPr/>
            </p:nvSpPr>
            <p:spPr bwMode="auto">
              <a:xfrm>
                <a:off x="2814" y="2734"/>
                <a:ext cx="9" cy="7"/>
              </a:xfrm>
              <a:custGeom>
                <a:avLst/>
                <a:gdLst>
                  <a:gd name="T0" fmla="*/ 0 w 9"/>
                  <a:gd name="T1" fmla="*/ 0 h 7"/>
                  <a:gd name="T2" fmla="*/ 7 w 9"/>
                  <a:gd name="T3" fmla="*/ 5 h 7"/>
                  <a:gd name="T4" fmla="*/ 9 w 9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7"/>
                  <a:gd name="T11" fmla="*/ 9 w 9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7">
                    <a:moveTo>
                      <a:pt x="0" y="0"/>
                    </a:moveTo>
                    <a:lnTo>
                      <a:pt x="7" y="5"/>
                    </a:lnTo>
                    <a:lnTo>
                      <a:pt x="9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27" name="Freeform 1547"/>
              <p:cNvSpPr>
                <a:spLocks/>
              </p:cNvSpPr>
              <p:nvPr/>
            </p:nvSpPr>
            <p:spPr bwMode="auto">
              <a:xfrm>
                <a:off x="2819" y="2739"/>
                <a:ext cx="4" cy="9"/>
              </a:xfrm>
              <a:custGeom>
                <a:avLst/>
                <a:gdLst>
                  <a:gd name="T0" fmla="*/ 0 w 4"/>
                  <a:gd name="T1" fmla="*/ 0 h 9"/>
                  <a:gd name="T2" fmla="*/ 2 w 4"/>
                  <a:gd name="T3" fmla="*/ 6 h 9"/>
                  <a:gd name="T4" fmla="*/ 4 w 4"/>
                  <a:gd name="T5" fmla="*/ 9 h 9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9"/>
                  <a:gd name="T11" fmla="*/ 4 w 4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9">
                    <a:moveTo>
                      <a:pt x="0" y="0"/>
                    </a:moveTo>
                    <a:lnTo>
                      <a:pt x="2" y="6"/>
                    </a:lnTo>
                    <a:lnTo>
                      <a:pt x="4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28" name="Freeform 1548"/>
              <p:cNvSpPr>
                <a:spLocks/>
              </p:cNvSpPr>
              <p:nvPr/>
            </p:nvSpPr>
            <p:spPr bwMode="auto">
              <a:xfrm>
                <a:off x="2814" y="2739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5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5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29" name="Freeform 1549"/>
              <p:cNvSpPr>
                <a:spLocks/>
              </p:cNvSpPr>
              <p:nvPr/>
            </p:nvSpPr>
            <p:spPr bwMode="auto">
              <a:xfrm>
                <a:off x="2819" y="2745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30" name="Freeform 1550"/>
              <p:cNvSpPr>
                <a:spLocks/>
              </p:cNvSpPr>
              <p:nvPr/>
            </p:nvSpPr>
            <p:spPr bwMode="auto">
              <a:xfrm>
                <a:off x="2814" y="2734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31" name="Rectangle 1551"/>
              <p:cNvSpPr>
                <a:spLocks noChangeArrowheads="1"/>
              </p:cNvSpPr>
              <p:nvPr/>
            </p:nvSpPr>
            <p:spPr bwMode="auto">
              <a:xfrm>
                <a:off x="2646" y="2715"/>
                <a:ext cx="4" cy="54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32" name="Freeform 1552"/>
              <p:cNvSpPr>
                <a:spLocks/>
              </p:cNvSpPr>
              <p:nvPr/>
            </p:nvSpPr>
            <p:spPr bwMode="auto">
              <a:xfrm>
                <a:off x="2650" y="2715"/>
                <a:ext cx="1" cy="57"/>
              </a:xfrm>
              <a:custGeom>
                <a:avLst/>
                <a:gdLst>
                  <a:gd name="T0" fmla="*/ 0 w 1"/>
                  <a:gd name="T1" fmla="*/ 0 h 57"/>
                  <a:gd name="T2" fmla="*/ 0 w 1"/>
                  <a:gd name="T3" fmla="*/ 54 h 57"/>
                  <a:gd name="T4" fmla="*/ 0 w 1"/>
                  <a:gd name="T5" fmla="*/ 57 h 5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7"/>
                  <a:gd name="T11" fmla="*/ 1 w 1"/>
                  <a:gd name="T12" fmla="*/ 57 h 5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7">
                    <a:moveTo>
                      <a:pt x="0" y="0"/>
                    </a:moveTo>
                    <a:lnTo>
                      <a:pt x="0" y="54"/>
                    </a:lnTo>
                    <a:lnTo>
                      <a:pt x="0" y="5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33" name="Freeform 1553"/>
              <p:cNvSpPr>
                <a:spLocks/>
              </p:cNvSpPr>
              <p:nvPr/>
            </p:nvSpPr>
            <p:spPr bwMode="auto">
              <a:xfrm>
                <a:off x="2644" y="2715"/>
                <a:ext cx="6" cy="1"/>
              </a:xfrm>
              <a:custGeom>
                <a:avLst/>
                <a:gdLst>
                  <a:gd name="T0" fmla="*/ 6 w 6"/>
                  <a:gd name="T1" fmla="*/ 0 h 1"/>
                  <a:gd name="T2" fmla="*/ 2 w 6"/>
                  <a:gd name="T3" fmla="*/ 0 h 1"/>
                  <a:gd name="T4" fmla="*/ 0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6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34" name="Freeform 1554"/>
              <p:cNvSpPr>
                <a:spLocks/>
              </p:cNvSpPr>
              <p:nvPr/>
            </p:nvSpPr>
            <p:spPr bwMode="auto">
              <a:xfrm>
                <a:off x="2644" y="2769"/>
                <a:ext cx="6" cy="1"/>
              </a:xfrm>
              <a:custGeom>
                <a:avLst/>
                <a:gdLst>
                  <a:gd name="T0" fmla="*/ 6 w 6"/>
                  <a:gd name="T1" fmla="*/ 0 h 1"/>
                  <a:gd name="T2" fmla="*/ 2 w 6"/>
                  <a:gd name="T3" fmla="*/ 0 h 1"/>
                  <a:gd name="T4" fmla="*/ 0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6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35" name="Freeform 1555"/>
              <p:cNvSpPr>
                <a:spLocks/>
              </p:cNvSpPr>
              <p:nvPr/>
            </p:nvSpPr>
            <p:spPr bwMode="auto">
              <a:xfrm>
                <a:off x="2646" y="2715"/>
                <a:ext cx="1" cy="57"/>
              </a:xfrm>
              <a:custGeom>
                <a:avLst/>
                <a:gdLst>
                  <a:gd name="T0" fmla="*/ 0 w 1"/>
                  <a:gd name="T1" fmla="*/ 0 h 57"/>
                  <a:gd name="T2" fmla="*/ 0 w 1"/>
                  <a:gd name="T3" fmla="*/ 54 h 57"/>
                  <a:gd name="T4" fmla="*/ 0 w 1"/>
                  <a:gd name="T5" fmla="*/ 57 h 5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7"/>
                  <a:gd name="T11" fmla="*/ 1 w 1"/>
                  <a:gd name="T12" fmla="*/ 57 h 5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7">
                    <a:moveTo>
                      <a:pt x="0" y="0"/>
                    </a:moveTo>
                    <a:lnTo>
                      <a:pt x="0" y="54"/>
                    </a:lnTo>
                    <a:lnTo>
                      <a:pt x="0" y="5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36" name="Freeform 1556"/>
              <p:cNvSpPr>
                <a:spLocks/>
              </p:cNvSpPr>
              <p:nvPr/>
            </p:nvSpPr>
            <p:spPr bwMode="auto">
              <a:xfrm>
                <a:off x="2646" y="2706"/>
                <a:ext cx="11" cy="9"/>
              </a:xfrm>
              <a:custGeom>
                <a:avLst/>
                <a:gdLst>
                  <a:gd name="T0" fmla="*/ 4 w 11"/>
                  <a:gd name="T1" fmla="*/ 2 h 9"/>
                  <a:gd name="T2" fmla="*/ 0 w 11"/>
                  <a:gd name="T3" fmla="*/ 9 h 9"/>
                  <a:gd name="T4" fmla="*/ 4 w 11"/>
                  <a:gd name="T5" fmla="*/ 9 h 9"/>
                  <a:gd name="T6" fmla="*/ 7 w 11"/>
                  <a:gd name="T7" fmla="*/ 4 h 9"/>
                  <a:gd name="T8" fmla="*/ 11 w 11"/>
                  <a:gd name="T9" fmla="*/ 2 h 9"/>
                  <a:gd name="T10" fmla="*/ 11 w 11"/>
                  <a:gd name="T11" fmla="*/ 0 h 9"/>
                  <a:gd name="T12" fmla="*/ 4 w 11"/>
                  <a:gd name="T13" fmla="*/ 2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9"/>
                  <a:gd name="T23" fmla="*/ 11 w 11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9">
                    <a:moveTo>
                      <a:pt x="4" y="2"/>
                    </a:moveTo>
                    <a:lnTo>
                      <a:pt x="0" y="9"/>
                    </a:lnTo>
                    <a:lnTo>
                      <a:pt x="4" y="9"/>
                    </a:lnTo>
                    <a:lnTo>
                      <a:pt x="7" y="4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37" name="Freeform 1557"/>
              <p:cNvSpPr>
                <a:spLocks/>
              </p:cNvSpPr>
              <p:nvPr/>
            </p:nvSpPr>
            <p:spPr bwMode="auto">
              <a:xfrm>
                <a:off x="2650" y="2704"/>
                <a:ext cx="9" cy="4"/>
              </a:xfrm>
              <a:custGeom>
                <a:avLst/>
                <a:gdLst>
                  <a:gd name="T0" fmla="*/ 0 w 9"/>
                  <a:gd name="T1" fmla="*/ 4 h 4"/>
                  <a:gd name="T2" fmla="*/ 7 w 9"/>
                  <a:gd name="T3" fmla="*/ 2 h 4"/>
                  <a:gd name="T4" fmla="*/ 9 w 9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4"/>
                  <a:gd name="T11" fmla="*/ 9 w 9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4">
                    <a:moveTo>
                      <a:pt x="0" y="4"/>
                    </a:moveTo>
                    <a:lnTo>
                      <a:pt x="7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38" name="Freeform 1558"/>
              <p:cNvSpPr>
                <a:spLocks/>
              </p:cNvSpPr>
              <p:nvPr/>
            </p:nvSpPr>
            <p:spPr bwMode="auto">
              <a:xfrm>
                <a:off x="2646" y="2706"/>
                <a:ext cx="7" cy="9"/>
              </a:xfrm>
              <a:custGeom>
                <a:avLst/>
                <a:gdLst>
                  <a:gd name="T0" fmla="*/ 0 w 7"/>
                  <a:gd name="T1" fmla="*/ 9 h 9"/>
                  <a:gd name="T2" fmla="*/ 4 w 7"/>
                  <a:gd name="T3" fmla="*/ 2 h 9"/>
                  <a:gd name="T4" fmla="*/ 7 w 7"/>
                  <a:gd name="T5" fmla="*/ 0 h 9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9"/>
                  <a:gd name="T11" fmla="*/ 7 w 7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9">
                    <a:moveTo>
                      <a:pt x="0" y="9"/>
                    </a:moveTo>
                    <a:lnTo>
                      <a:pt x="4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39" name="Freeform 1559"/>
              <p:cNvSpPr>
                <a:spLocks/>
              </p:cNvSpPr>
              <p:nvPr/>
            </p:nvSpPr>
            <p:spPr bwMode="auto">
              <a:xfrm>
                <a:off x="2653" y="2706"/>
                <a:ext cx="6" cy="4"/>
              </a:xfrm>
              <a:custGeom>
                <a:avLst/>
                <a:gdLst>
                  <a:gd name="T0" fmla="*/ 0 w 6"/>
                  <a:gd name="T1" fmla="*/ 4 h 4"/>
                  <a:gd name="T2" fmla="*/ 4 w 6"/>
                  <a:gd name="T3" fmla="*/ 2 h 4"/>
                  <a:gd name="T4" fmla="*/ 6 w 6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4"/>
                  <a:gd name="T11" fmla="*/ 6 w 6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4">
                    <a:moveTo>
                      <a:pt x="0" y="4"/>
                    </a:moveTo>
                    <a:lnTo>
                      <a:pt x="4" y="2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40" name="Freeform 1560"/>
              <p:cNvSpPr>
                <a:spLocks/>
              </p:cNvSpPr>
              <p:nvPr/>
            </p:nvSpPr>
            <p:spPr bwMode="auto">
              <a:xfrm>
                <a:off x="2650" y="2708"/>
                <a:ext cx="5" cy="7"/>
              </a:xfrm>
              <a:custGeom>
                <a:avLst/>
                <a:gdLst>
                  <a:gd name="T0" fmla="*/ 0 w 5"/>
                  <a:gd name="T1" fmla="*/ 7 h 7"/>
                  <a:gd name="T2" fmla="*/ 3 w 5"/>
                  <a:gd name="T3" fmla="*/ 2 h 7"/>
                  <a:gd name="T4" fmla="*/ 5 w 5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7"/>
                  <a:gd name="T11" fmla="*/ 5 w 5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7">
                    <a:moveTo>
                      <a:pt x="0" y="7"/>
                    </a:moveTo>
                    <a:lnTo>
                      <a:pt x="3" y="2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41" name="Freeform 1561"/>
              <p:cNvSpPr>
                <a:spLocks/>
              </p:cNvSpPr>
              <p:nvPr/>
            </p:nvSpPr>
            <p:spPr bwMode="auto">
              <a:xfrm>
                <a:off x="2657" y="270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42" name="Freeform 1562"/>
              <p:cNvSpPr>
                <a:spLocks/>
              </p:cNvSpPr>
              <p:nvPr/>
            </p:nvSpPr>
            <p:spPr bwMode="auto">
              <a:xfrm>
                <a:off x="2646" y="2715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4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4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43" name="Freeform 1563"/>
              <p:cNvSpPr>
                <a:spLocks/>
              </p:cNvSpPr>
              <p:nvPr/>
            </p:nvSpPr>
            <p:spPr bwMode="auto">
              <a:xfrm>
                <a:off x="2646" y="2734"/>
                <a:ext cx="11" cy="11"/>
              </a:xfrm>
              <a:custGeom>
                <a:avLst/>
                <a:gdLst>
                  <a:gd name="T0" fmla="*/ 4 w 11"/>
                  <a:gd name="T1" fmla="*/ 5 h 11"/>
                  <a:gd name="T2" fmla="*/ 0 w 11"/>
                  <a:gd name="T3" fmla="*/ 11 h 11"/>
                  <a:gd name="T4" fmla="*/ 4 w 11"/>
                  <a:gd name="T5" fmla="*/ 11 h 11"/>
                  <a:gd name="T6" fmla="*/ 7 w 11"/>
                  <a:gd name="T7" fmla="*/ 5 h 11"/>
                  <a:gd name="T8" fmla="*/ 11 w 11"/>
                  <a:gd name="T9" fmla="*/ 5 h 11"/>
                  <a:gd name="T10" fmla="*/ 11 w 11"/>
                  <a:gd name="T11" fmla="*/ 0 h 11"/>
                  <a:gd name="T12" fmla="*/ 4 w 11"/>
                  <a:gd name="T13" fmla="*/ 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11"/>
                  <a:gd name="T23" fmla="*/ 11 w 11"/>
                  <a:gd name="T24" fmla="*/ 11 h 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11">
                    <a:moveTo>
                      <a:pt x="4" y="5"/>
                    </a:moveTo>
                    <a:lnTo>
                      <a:pt x="0" y="11"/>
                    </a:lnTo>
                    <a:lnTo>
                      <a:pt x="4" y="11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1" y="0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44" name="Freeform 1564"/>
              <p:cNvSpPr>
                <a:spLocks/>
              </p:cNvSpPr>
              <p:nvPr/>
            </p:nvSpPr>
            <p:spPr bwMode="auto">
              <a:xfrm>
                <a:off x="2650" y="2732"/>
                <a:ext cx="9" cy="7"/>
              </a:xfrm>
              <a:custGeom>
                <a:avLst/>
                <a:gdLst>
                  <a:gd name="T0" fmla="*/ 0 w 9"/>
                  <a:gd name="T1" fmla="*/ 7 h 7"/>
                  <a:gd name="T2" fmla="*/ 7 w 9"/>
                  <a:gd name="T3" fmla="*/ 2 h 7"/>
                  <a:gd name="T4" fmla="*/ 9 w 9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7"/>
                  <a:gd name="T11" fmla="*/ 9 w 9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7">
                    <a:moveTo>
                      <a:pt x="0" y="7"/>
                    </a:moveTo>
                    <a:lnTo>
                      <a:pt x="7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45" name="Freeform 1565"/>
              <p:cNvSpPr>
                <a:spLocks/>
              </p:cNvSpPr>
              <p:nvPr/>
            </p:nvSpPr>
            <p:spPr bwMode="auto">
              <a:xfrm>
                <a:off x="2646" y="2737"/>
                <a:ext cx="7" cy="8"/>
              </a:xfrm>
              <a:custGeom>
                <a:avLst/>
                <a:gdLst>
                  <a:gd name="T0" fmla="*/ 0 w 7"/>
                  <a:gd name="T1" fmla="*/ 8 h 8"/>
                  <a:gd name="T2" fmla="*/ 4 w 7"/>
                  <a:gd name="T3" fmla="*/ 2 h 8"/>
                  <a:gd name="T4" fmla="*/ 7 w 7"/>
                  <a:gd name="T5" fmla="*/ 0 h 8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8"/>
                  <a:gd name="T11" fmla="*/ 7 w 7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8">
                    <a:moveTo>
                      <a:pt x="0" y="8"/>
                    </a:moveTo>
                    <a:lnTo>
                      <a:pt x="4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46" name="Freeform 1566"/>
              <p:cNvSpPr>
                <a:spLocks/>
              </p:cNvSpPr>
              <p:nvPr/>
            </p:nvSpPr>
            <p:spPr bwMode="auto">
              <a:xfrm>
                <a:off x="2653" y="2739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4 w 6"/>
                  <a:gd name="T3" fmla="*/ 0 h 1"/>
                  <a:gd name="T4" fmla="*/ 6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0" y="0"/>
                    </a:moveTo>
                    <a:lnTo>
                      <a:pt x="4" y="0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47" name="Freeform 1567"/>
              <p:cNvSpPr>
                <a:spLocks/>
              </p:cNvSpPr>
              <p:nvPr/>
            </p:nvSpPr>
            <p:spPr bwMode="auto">
              <a:xfrm>
                <a:off x="2650" y="2737"/>
                <a:ext cx="5" cy="8"/>
              </a:xfrm>
              <a:custGeom>
                <a:avLst/>
                <a:gdLst>
                  <a:gd name="T0" fmla="*/ 0 w 5"/>
                  <a:gd name="T1" fmla="*/ 8 h 8"/>
                  <a:gd name="T2" fmla="*/ 3 w 5"/>
                  <a:gd name="T3" fmla="*/ 2 h 8"/>
                  <a:gd name="T4" fmla="*/ 5 w 5"/>
                  <a:gd name="T5" fmla="*/ 0 h 8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8"/>
                  <a:gd name="T11" fmla="*/ 5 w 5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8">
                    <a:moveTo>
                      <a:pt x="0" y="8"/>
                    </a:moveTo>
                    <a:lnTo>
                      <a:pt x="3" y="2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48" name="Freeform 1568"/>
              <p:cNvSpPr>
                <a:spLocks/>
              </p:cNvSpPr>
              <p:nvPr/>
            </p:nvSpPr>
            <p:spPr bwMode="auto">
              <a:xfrm>
                <a:off x="2657" y="2734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49" name="Freeform 1569"/>
              <p:cNvSpPr>
                <a:spLocks/>
              </p:cNvSpPr>
              <p:nvPr/>
            </p:nvSpPr>
            <p:spPr bwMode="auto">
              <a:xfrm>
                <a:off x="2646" y="2745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4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4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50" name="Rectangle 1570"/>
              <p:cNvSpPr>
                <a:spLocks noChangeArrowheads="1"/>
              </p:cNvSpPr>
              <p:nvPr/>
            </p:nvSpPr>
            <p:spPr bwMode="auto">
              <a:xfrm>
                <a:off x="2639" y="2612"/>
                <a:ext cx="3" cy="76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51" name="Freeform 1571"/>
              <p:cNvSpPr>
                <a:spLocks/>
              </p:cNvSpPr>
              <p:nvPr/>
            </p:nvSpPr>
            <p:spPr bwMode="auto">
              <a:xfrm>
                <a:off x="2639" y="2610"/>
                <a:ext cx="1" cy="78"/>
              </a:xfrm>
              <a:custGeom>
                <a:avLst/>
                <a:gdLst>
                  <a:gd name="T0" fmla="*/ 0 w 1"/>
                  <a:gd name="T1" fmla="*/ 78 h 78"/>
                  <a:gd name="T2" fmla="*/ 0 w 1"/>
                  <a:gd name="T3" fmla="*/ 2 h 78"/>
                  <a:gd name="T4" fmla="*/ 0 w 1"/>
                  <a:gd name="T5" fmla="*/ 0 h 78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8"/>
                  <a:gd name="T11" fmla="*/ 1 w 1"/>
                  <a:gd name="T12" fmla="*/ 78 h 7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8">
                    <a:moveTo>
                      <a:pt x="0" y="78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52" name="Freeform 1572"/>
              <p:cNvSpPr>
                <a:spLocks/>
              </p:cNvSpPr>
              <p:nvPr/>
            </p:nvSpPr>
            <p:spPr bwMode="auto">
              <a:xfrm>
                <a:off x="2639" y="2688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53" name="Freeform 1573"/>
              <p:cNvSpPr>
                <a:spLocks/>
              </p:cNvSpPr>
              <p:nvPr/>
            </p:nvSpPr>
            <p:spPr bwMode="auto">
              <a:xfrm>
                <a:off x="2639" y="2612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54" name="Freeform 1574"/>
              <p:cNvSpPr>
                <a:spLocks/>
              </p:cNvSpPr>
              <p:nvPr/>
            </p:nvSpPr>
            <p:spPr bwMode="auto">
              <a:xfrm>
                <a:off x="2642" y="2610"/>
                <a:ext cx="1" cy="78"/>
              </a:xfrm>
              <a:custGeom>
                <a:avLst/>
                <a:gdLst>
                  <a:gd name="T0" fmla="*/ 0 w 1"/>
                  <a:gd name="T1" fmla="*/ 78 h 78"/>
                  <a:gd name="T2" fmla="*/ 0 w 1"/>
                  <a:gd name="T3" fmla="*/ 2 h 78"/>
                  <a:gd name="T4" fmla="*/ 0 w 1"/>
                  <a:gd name="T5" fmla="*/ 0 h 78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8"/>
                  <a:gd name="T11" fmla="*/ 1 w 1"/>
                  <a:gd name="T12" fmla="*/ 78 h 7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8">
                    <a:moveTo>
                      <a:pt x="0" y="78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55" name="Freeform 1575"/>
              <p:cNvSpPr>
                <a:spLocks/>
              </p:cNvSpPr>
              <p:nvPr/>
            </p:nvSpPr>
            <p:spPr bwMode="auto">
              <a:xfrm>
                <a:off x="2639" y="2688"/>
                <a:ext cx="7" cy="7"/>
              </a:xfrm>
              <a:custGeom>
                <a:avLst/>
                <a:gdLst>
                  <a:gd name="T0" fmla="*/ 3 w 7"/>
                  <a:gd name="T1" fmla="*/ 5 h 7"/>
                  <a:gd name="T2" fmla="*/ 7 w 7"/>
                  <a:gd name="T3" fmla="*/ 7 h 7"/>
                  <a:gd name="T4" fmla="*/ 7 w 7"/>
                  <a:gd name="T5" fmla="*/ 5 h 7"/>
                  <a:gd name="T6" fmla="*/ 5 w 7"/>
                  <a:gd name="T7" fmla="*/ 3 h 7"/>
                  <a:gd name="T8" fmla="*/ 3 w 7"/>
                  <a:gd name="T9" fmla="*/ 0 h 7"/>
                  <a:gd name="T10" fmla="*/ 0 w 7"/>
                  <a:gd name="T11" fmla="*/ 0 h 7"/>
                  <a:gd name="T12" fmla="*/ 3 w 7"/>
                  <a:gd name="T13" fmla="*/ 5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7"/>
                  <a:gd name="T23" fmla="*/ 7 w 7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7">
                    <a:moveTo>
                      <a:pt x="3" y="5"/>
                    </a:moveTo>
                    <a:lnTo>
                      <a:pt x="7" y="7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56" name="Freeform 1576"/>
              <p:cNvSpPr>
                <a:spLocks/>
              </p:cNvSpPr>
              <p:nvPr/>
            </p:nvSpPr>
            <p:spPr bwMode="auto">
              <a:xfrm>
                <a:off x="2637" y="2686"/>
                <a:ext cx="5" cy="7"/>
              </a:xfrm>
              <a:custGeom>
                <a:avLst/>
                <a:gdLst>
                  <a:gd name="T0" fmla="*/ 5 w 5"/>
                  <a:gd name="T1" fmla="*/ 7 h 7"/>
                  <a:gd name="T2" fmla="*/ 2 w 5"/>
                  <a:gd name="T3" fmla="*/ 2 h 7"/>
                  <a:gd name="T4" fmla="*/ 0 w 5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7"/>
                  <a:gd name="T11" fmla="*/ 5 w 5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7">
                    <a:moveTo>
                      <a:pt x="5" y="7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57" name="Freeform 1577"/>
              <p:cNvSpPr>
                <a:spLocks/>
              </p:cNvSpPr>
              <p:nvPr/>
            </p:nvSpPr>
            <p:spPr bwMode="auto">
              <a:xfrm>
                <a:off x="2639" y="2691"/>
                <a:ext cx="7" cy="4"/>
              </a:xfrm>
              <a:custGeom>
                <a:avLst/>
                <a:gdLst>
                  <a:gd name="T0" fmla="*/ 7 w 7"/>
                  <a:gd name="T1" fmla="*/ 4 h 4"/>
                  <a:gd name="T2" fmla="*/ 3 w 7"/>
                  <a:gd name="T3" fmla="*/ 2 h 4"/>
                  <a:gd name="T4" fmla="*/ 0 w 7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4"/>
                  <a:gd name="T11" fmla="*/ 7 w 7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4">
                    <a:moveTo>
                      <a:pt x="7" y="4"/>
                    </a:move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58" name="Freeform 1578"/>
              <p:cNvSpPr>
                <a:spLocks/>
              </p:cNvSpPr>
              <p:nvPr/>
            </p:nvSpPr>
            <p:spPr bwMode="auto">
              <a:xfrm>
                <a:off x="2639" y="2686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3 w 5"/>
                  <a:gd name="T3" fmla="*/ 2 h 5"/>
                  <a:gd name="T4" fmla="*/ 0 w 5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5"/>
                  <a:gd name="T11" fmla="*/ 5 w 5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5">
                    <a:moveTo>
                      <a:pt x="5" y="5"/>
                    </a:move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59" name="Freeform 1579"/>
              <p:cNvSpPr>
                <a:spLocks/>
              </p:cNvSpPr>
              <p:nvPr/>
            </p:nvSpPr>
            <p:spPr bwMode="auto">
              <a:xfrm>
                <a:off x="2642" y="2688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2 w 4"/>
                  <a:gd name="T3" fmla="*/ 3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4" y="5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60" name="Freeform 1580"/>
              <p:cNvSpPr>
                <a:spLocks/>
              </p:cNvSpPr>
              <p:nvPr/>
            </p:nvSpPr>
            <p:spPr bwMode="auto">
              <a:xfrm>
                <a:off x="2639" y="2688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61" name="Freeform 1581"/>
              <p:cNvSpPr>
                <a:spLocks/>
              </p:cNvSpPr>
              <p:nvPr/>
            </p:nvSpPr>
            <p:spPr bwMode="auto">
              <a:xfrm>
                <a:off x="2646" y="2691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62" name="Rectangle 1582"/>
              <p:cNvSpPr>
                <a:spLocks noChangeArrowheads="1"/>
              </p:cNvSpPr>
              <p:nvPr/>
            </p:nvSpPr>
            <p:spPr bwMode="auto">
              <a:xfrm>
                <a:off x="2646" y="2693"/>
                <a:ext cx="75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63" name="Freeform 1583"/>
              <p:cNvSpPr>
                <a:spLocks/>
              </p:cNvSpPr>
              <p:nvPr/>
            </p:nvSpPr>
            <p:spPr bwMode="auto">
              <a:xfrm>
                <a:off x="2646" y="2693"/>
                <a:ext cx="78" cy="1"/>
              </a:xfrm>
              <a:custGeom>
                <a:avLst/>
                <a:gdLst>
                  <a:gd name="T0" fmla="*/ 0 w 78"/>
                  <a:gd name="T1" fmla="*/ 0 h 1"/>
                  <a:gd name="T2" fmla="*/ 75 w 78"/>
                  <a:gd name="T3" fmla="*/ 0 h 1"/>
                  <a:gd name="T4" fmla="*/ 78 w 78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8"/>
                  <a:gd name="T10" fmla="*/ 0 h 1"/>
                  <a:gd name="T11" fmla="*/ 78 w 7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8" h="1">
                    <a:moveTo>
                      <a:pt x="0" y="0"/>
                    </a:moveTo>
                    <a:lnTo>
                      <a:pt x="75" y="0"/>
                    </a:lnTo>
                    <a:lnTo>
                      <a:pt x="7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64" name="Freeform 1584"/>
              <p:cNvSpPr>
                <a:spLocks/>
              </p:cNvSpPr>
              <p:nvPr/>
            </p:nvSpPr>
            <p:spPr bwMode="auto">
              <a:xfrm>
                <a:off x="2646" y="2693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65" name="Freeform 1585"/>
              <p:cNvSpPr>
                <a:spLocks/>
              </p:cNvSpPr>
              <p:nvPr/>
            </p:nvSpPr>
            <p:spPr bwMode="auto">
              <a:xfrm>
                <a:off x="2721" y="2693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66" name="Freeform 1586"/>
              <p:cNvSpPr>
                <a:spLocks/>
              </p:cNvSpPr>
              <p:nvPr/>
            </p:nvSpPr>
            <p:spPr bwMode="auto">
              <a:xfrm>
                <a:off x="2646" y="2695"/>
                <a:ext cx="78" cy="1"/>
              </a:xfrm>
              <a:custGeom>
                <a:avLst/>
                <a:gdLst>
                  <a:gd name="T0" fmla="*/ 0 w 78"/>
                  <a:gd name="T1" fmla="*/ 0 h 1"/>
                  <a:gd name="T2" fmla="*/ 75 w 78"/>
                  <a:gd name="T3" fmla="*/ 0 h 1"/>
                  <a:gd name="T4" fmla="*/ 78 w 78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8"/>
                  <a:gd name="T10" fmla="*/ 0 h 1"/>
                  <a:gd name="T11" fmla="*/ 78 w 7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8" h="1">
                    <a:moveTo>
                      <a:pt x="0" y="0"/>
                    </a:moveTo>
                    <a:lnTo>
                      <a:pt x="75" y="0"/>
                    </a:lnTo>
                    <a:lnTo>
                      <a:pt x="7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67" name="Freeform 1587"/>
              <p:cNvSpPr>
                <a:spLocks noEditPoints="1"/>
              </p:cNvSpPr>
              <p:nvPr/>
            </p:nvSpPr>
            <p:spPr bwMode="auto">
              <a:xfrm>
                <a:off x="2715" y="2686"/>
                <a:ext cx="40" cy="40"/>
              </a:xfrm>
              <a:custGeom>
                <a:avLst/>
                <a:gdLst>
                  <a:gd name="T0" fmla="*/ 33 w 40"/>
                  <a:gd name="T1" fmla="*/ 9 h 40"/>
                  <a:gd name="T2" fmla="*/ 20 w 40"/>
                  <a:gd name="T3" fmla="*/ 5 h 40"/>
                  <a:gd name="T4" fmla="*/ 9 w 40"/>
                  <a:gd name="T5" fmla="*/ 9 h 40"/>
                  <a:gd name="T6" fmla="*/ 4 w 40"/>
                  <a:gd name="T7" fmla="*/ 20 h 40"/>
                  <a:gd name="T8" fmla="*/ 9 w 40"/>
                  <a:gd name="T9" fmla="*/ 33 h 40"/>
                  <a:gd name="T10" fmla="*/ 20 w 40"/>
                  <a:gd name="T11" fmla="*/ 38 h 40"/>
                  <a:gd name="T12" fmla="*/ 33 w 40"/>
                  <a:gd name="T13" fmla="*/ 33 h 40"/>
                  <a:gd name="T14" fmla="*/ 37 w 40"/>
                  <a:gd name="T15" fmla="*/ 20 h 40"/>
                  <a:gd name="T16" fmla="*/ 33 w 40"/>
                  <a:gd name="T17" fmla="*/ 9 h 40"/>
                  <a:gd name="T18" fmla="*/ 31 w 40"/>
                  <a:gd name="T19" fmla="*/ 5 h 40"/>
                  <a:gd name="T20" fmla="*/ 20 w 40"/>
                  <a:gd name="T21" fmla="*/ 0 h 40"/>
                  <a:gd name="T22" fmla="*/ 11 w 40"/>
                  <a:gd name="T23" fmla="*/ 5 h 40"/>
                  <a:gd name="T24" fmla="*/ 2 w 40"/>
                  <a:gd name="T25" fmla="*/ 11 h 40"/>
                  <a:gd name="T26" fmla="*/ 0 w 40"/>
                  <a:gd name="T27" fmla="*/ 20 h 40"/>
                  <a:gd name="T28" fmla="*/ 2 w 40"/>
                  <a:gd name="T29" fmla="*/ 31 h 40"/>
                  <a:gd name="T30" fmla="*/ 11 w 40"/>
                  <a:gd name="T31" fmla="*/ 38 h 40"/>
                  <a:gd name="T32" fmla="*/ 20 w 40"/>
                  <a:gd name="T33" fmla="*/ 40 h 40"/>
                  <a:gd name="T34" fmla="*/ 31 w 40"/>
                  <a:gd name="T35" fmla="*/ 38 h 40"/>
                  <a:gd name="T36" fmla="*/ 37 w 40"/>
                  <a:gd name="T37" fmla="*/ 31 h 40"/>
                  <a:gd name="T38" fmla="*/ 40 w 40"/>
                  <a:gd name="T39" fmla="*/ 20 h 40"/>
                  <a:gd name="T40" fmla="*/ 37 w 40"/>
                  <a:gd name="T41" fmla="*/ 11 h 40"/>
                  <a:gd name="T42" fmla="*/ 31 w 40"/>
                  <a:gd name="T43" fmla="*/ 5 h 4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0"/>
                  <a:gd name="T67" fmla="*/ 0 h 40"/>
                  <a:gd name="T68" fmla="*/ 40 w 40"/>
                  <a:gd name="T69" fmla="*/ 40 h 4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0" h="40">
                    <a:moveTo>
                      <a:pt x="33" y="9"/>
                    </a:moveTo>
                    <a:lnTo>
                      <a:pt x="20" y="5"/>
                    </a:lnTo>
                    <a:lnTo>
                      <a:pt x="9" y="9"/>
                    </a:lnTo>
                    <a:lnTo>
                      <a:pt x="4" y="20"/>
                    </a:lnTo>
                    <a:lnTo>
                      <a:pt x="9" y="33"/>
                    </a:lnTo>
                    <a:lnTo>
                      <a:pt x="20" y="38"/>
                    </a:lnTo>
                    <a:lnTo>
                      <a:pt x="33" y="33"/>
                    </a:lnTo>
                    <a:lnTo>
                      <a:pt x="37" y="20"/>
                    </a:lnTo>
                    <a:lnTo>
                      <a:pt x="33" y="9"/>
                    </a:lnTo>
                    <a:close/>
                    <a:moveTo>
                      <a:pt x="31" y="5"/>
                    </a:moveTo>
                    <a:lnTo>
                      <a:pt x="20" y="0"/>
                    </a:lnTo>
                    <a:lnTo>
                      <a:pt x="11" y="5"/>
                    </a:lnTo>
                    <a:lnTo>
                      <a:pt x="2" y="11"/>
                    </a:lnTo>
                    <a:lnTo>
                      <a:pt x="0" y="20"/>
                    </a:lnTo>
                    <a:lnTo>
                      <a:pt x="2" y="31"/>
                    </a:lnTo>
                    <a:lnTo>
                      <a:pt x="11" y="38"/>
                    </a:lnTo>
                    <a:lnTo>
                      <a:pt x="20" y="40"/>
                    </a:lnTo>
                    <a:lnTo>
                      <a:pt x="31" y="38"/>
                    </a:lnTo>
                    <a:lnTo>
                      <a:pt x="37" y="31"/>
                    </a:lnTo>
                    <a:lnTo>
                      <a:pt x="40" y="20"/>
                    </a:lnTo>
                    <a:lnTo>
                      <a:pt x="37" y="11"/>
                    </a:lnTo>
                    <a:lnTo>
                      <a:pt x="31" y="5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68" name="Oval 1588"/>
              <p:cNvSpPr>
                <a:spLocks noChangeArrowheads="1"/>
              </p:cNvSpPr>
              <p:nvPr/>
            </p:nvSpPr>
            <p:spPr bwMode="auto">
              <a:xfrm>
                <a:off x="2715" y="2686"/>
                <a:ext cx="42" cy="42"/>
              </a:xfrm>
              <a:prstGeom prst="ellips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69" name="Oval 1589"/>
              <p:cNvSpPr>
                <a:spLocks noChangeArrowheads="1"/>
              </p:cNvSpPr>
              <p:nvPr/>
            </p:nvSpPr>
            <p:spPr bwMode="auto">
              <a:xfrm>
                <a:off x="2719" y="2691"/>
                <a:ext cx="36" cy="35"/>
              </a:xfrm>
              <a:prstGeom prst="ellips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70" name="Freeform 1590"/>
              <p:cNvSpPr>
                <a:spLocks/>
              </p:cNvSpPr>
              <p:nvPr/>
            </p:nvSpPr>
            <p:spPr bwMode="auto">
              <a:xfrm>
                <a:off x="2662" y="2533"/>
                <a:ext cx="6" cy="2"/>
              </a:xfrm>
              <a:custGeom>
                <a:avLst/>
                <a:gdLst>
                  <a:gd name="T0" fmla="*/ 4 w 6"/>
                  <a:gd name="T1" fmla="*/ 2 h 2"/>
                  <a:gd name="T2" fmla="*/ 6 w 6"/>
                  <a:gd name="T3" fmla="*/ 0 h 2"/>
                  <a:gd name="T4" fmla="*/ 0 w 6"/>
                  <a:gd name="T5" fmla="*/ 0 h 2"/>
                  <a:gd name="T6" fmla="*/ 4 w 6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"/>
                  <a:gd name="T13" fmla="*/ 0 h 2"/>
                  <a:gd name="T14" fmla="*/ 6 w 6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" h="2">
                    <a:moveTo>
                      <a:pt x="4" y="2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71" name="Freeform 1591"/>
              <p:cNvSpPr>
                <a:spLocks/>
              </p:cNvSpPr>
              <p:nvPr/>
            </p:nvSpPr>
            <p:spPr bwMode="auto">
              <a:xfrm>
                <a:off x="2659" y="2531"/>
                <a:ext cx="7" cy="4"/>
              </a:xfrm>
              <a:custGeom>
                <a:avLst/>
                <a:gdLst>
                  <a:gd name="T0" fmla="*/ 7 w 7"/>
                  <a:gd name="T1" fmla="*/ 4 h 4"/>
                  <a:gd name="T2" fmla="*/ 3 w 7"/>
                  <a:gd name="T3" fmla="*/ 2 h 4"/>
                  <a:gd name="T4" fmla="*/ 0 w 7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4"/>
                  <a:gd name="T11" fmla="*/ 7 w 7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4">
                    <a:moveTo>
                      <a:pt x="7" y="4"/>
                    </a:move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72" name="Freeform 1592"/>
              <p:cNvSpPr>
                <a:spLocks/>
              </p:cNvSpPr>
              <p:nvPr/>
            </p:nvSpPr>
            <p:spPr bwMode="auto">
              <a:xfrm>
                <a:off x="2664" y="2533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2 w 4"/>
                  <a:gd name="T3" fmla="*/ 2 h 4"/>
                  <a:gd name="T4" fmla="*/ 0 w 4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4"/>
                  <a:gd name="T11" fmla="*/ 4 w 4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4">
                    <a:moveTo>
                      <a:pt x="4" y="0"/>
                    </a:move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73" name="Freeform 1593"/>
              <p:cNvSpPr>
                <a:spLocks/>
              </p:cNvSpPr>
              <p:nvPr/>
            </p:nvSpPr>
            <p:spPr bwMode="auto">
              <a:xfrm>
                <a:off x="2580" y="2533"/>
                <a:ext cx="212" cy="1"/>
              </a:xfrm>
              <a:custGeom>
                <a:avLst/>
                <a:gdLst>
                  <a:gd name="T0" fmla="*/ 0 w 212"/>
                  <a:gd name="T1" fmla="*/ 0 h 1"/>
                  <a:gd name="T2" fmla="*/ 210 w 212"/>
                  <a:gd name="T3" fmla="*/ 0 h 1"/>
                  <a:gd name="T4" fmla="*/ 212 w 2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12"/>
                  <a:gd name="T10" fmla="*/ 0 h 1"/>
                  <a:gd name="T11" fmla="*/ 212 w 2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2" h="1">
                    <a:moveTo>
                      <a:pt x="0" y="0"/>
                    </a:moveTo>
                    <a:lnTo>
                      <a:pt x="210" y="0"/>
                    </a:lnTo>
                    <a:lnTo>
                      <a:pt x="2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74" name="Freeform 1594"/>
              <p:cNvSpPr>
                <a:spLocks/>
              </p:cNvSpPr>
              <p:nvPr/>
            </p:nvSpPr>
            <p:spPr bwMode="auto">
              <a:xfrm>
                <a:off x="2763" y="2496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3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75" name="Line 1595"/>
              <p:cNvSpPr>
                <a:spLocks noChangeShapeType="1"/>
              </p:cNvSpPr>
              <p:nvPr/>
            </p:nvSpPr>
            <p:spPr bwMode="auto">
              <a:xfrm>
                <a:off x="2746" y="2491"/>
                <a:ext cx="2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76" name="Freeform 1596"/>
              <p:cNvSpPr>
                <a:spLocks/>
              </p:cNvSpPr>
              <p:nvPr/>
            </p:nvSpPr>
            <p:spPr bwMode="auto">
              <a:xfrm>
                <a:off x="2761" y="2487"/>
                <a:ext cx="1" cy="7"/>
              </a:xfrm>
              <a:custGeom>
                <a:avLst/>
                <a:gdLst>
                  <a:gd name="T0" fmla="*/ 0 w 1"/>
                  <a:gd name="T1" fmla="*/ 7 h 7"/>
                  <a:gd name="T2" fmla="*/ 0 w 1"/>
                  <a:gd name="T3" fmla="*/ 2 h 7"/>
                  <a:gd name="T4" fmla="*/ 0 w 1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77" name="Line 1597"/>
              <p:cNvSpPr>
                <a:spLocks noChangeShapeType="1"/>
              </p:cNvSpPr>
              <p:nvPr/>
            </p:nvSpPr>
            <p:spPr bwMode="auto">
              <a:xfrm>
                <a:off x="2759" y="2494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78" name="Freeform 1598"/>
              <p:cNvSpPr>
                <a:spLocks/>
              </p:cNvSpPr>
              <p:nvPr/>
            </p:nvSpPr>
            <p:spPr bwMode="auto">
              <a:xfrm>
                <a:off x="2759" y="2491"/>
                <a:ext cx="1" cy="5"/>
              </a:xfrm>
              <a:custGeom>
                <a:avLst/>
                <a:gdLst>
                  <a:gd name="T0" fmla="*/ 0 w 1"/>
                  <a:gd name="T1" fmla="*/ 5 h 5"/>
                  <a:gd name="T2" fmla="*/ 0 w 1"/>
                  <a:gd name="T3" fmla="*/ 3 h 5"/>
                  <a:gd name="T4" fmla="*/ 0 w 1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"/>
                  <a:gd name="T11" fmla="*/ 1 w 1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">
                    <a:moveTo>
                      <a:pt x="0" y="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79" name="Freeform 1599"/>
              <p:cNvSpPr>
                <a:spLocks/>
              </p:cNvSpPr>
              <p:nvPr/>
            </p:nvSpPr>
            <p:spPr bwMode="auto">
              <a:xfrm>
                <a:off x="2759" y="2489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80" name="Freeform 1600"/>
              <p:cNvSpPr>
                <a:spLocks/>
              </p:cNvSpPr>
              <p:nvPr/>
            </p:nvSpPr>
            <p:spPr bwMode="auto">
              <a:xfrm>
                <a:off x="2759" y="2487"/>
                <a:ext cx="1" cy="7"/>
              </a:xfrm>
              <a:custGeom>
                <a:avLst/>
                <a:gdLst>
                  <a:gd name="T0" fmla="*/ 0 w 1"/>
                  <a:gd name="T1" fmla="*/ 7 h 7"/>
                  <a:gd name="T2" fmla="*/ 0 w 1"/>
                  <a:gd name="T3" fmla="*/ 2 h 7"/>
                  <a:gd name="T4" fmla="*/ 0 w 1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81" name="Freeform 1601"/>
              <p:cNvSpPr>
                <a:spLocks/>
              </p:cNvSpPr>
              <p:nvPr/>
            </p:nvSpPr>
            <p:spPr bwMode="auto">
              <a:xfrm>
                <a:off x="2759" y="2491"/>
                <a:ext cx="7" cy="5"/>
              </a:xfrm>
              <a:custGeom>
                <a:avLst/>
                <a:gdLst>
                  <a:gd name="T0" fmla="*/ 7 w 7"/>
                  <a:gd name="T1" fmla="*/ 5 h 5"/>
                  <a:gd name="T2" fmla="*/ 2 w 7"/>
                  <a:gd name="T3" fmla="*/ 3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82" name="Line 1602"/>
              <p:cNvSpPr>
                <a:spLocks noChangeShapeType="1"/>
              </p:cNvSpPr>
              <p:nvPr/>
            </p:nvSpPr>
            <p:spPr bwMode="auto">
              <a:xfrm>
                <a:off x="2710" y="2494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83" name="Freeform 1603"/>
              <p:cNvSpPr>
                <a:spLocks/>
              </p:cNvSpPr>
              <p:nvPr/>
            </p:nvSpPr>
            <p:spPr bwMode="auto">
              <a:xfrm>
                <a:off x="2706" y="2487"/>
                <a:ext cx="1" cy="7"/>
              </a:xfrm>
              <a:custGeom>
                <a:avLst/>
                <a:gdLst>
                  <a:gd name="T0" fmla="*/ 0 w 1"/>
                  <a:gd name="T1" fmla="*/ 7 h 7"/>
                  <a:gd name="T2" fmla="*/ 0 w 1"/>
                  <a:gd name="T3" fmla="*/ 2 h 7"/>
                  <a:gd name="T4" fmla="*/ 0 w 1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84" name="Freeform 1604"/>
              <p:cNvSpPr>
                <a:spLocks/>
              </p:cNvSpPr>
              <p:nvPr/>
            </p:nvSpPr>
            <p:spPr bwMode="auto">
              <a:xfrm>
                <a:off x="2704" y="2491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2 w 4"/>
                  <a:gd name="T3" fmla="*/ 3 h 5"/>
                  <a:gd name="T4" fmla="*/ 4 w 4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0" y="5"/>
                    </a:moveTo>
                    <a:lnTo>
                      <a:pt x="2" y="3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85" name="Freeform 1605"/>
              <p:cNvSpPr>
                <a:spLocks/>
              </p:cNvSpPr>
              <p:nvPr/>
            </p:nvSpPr>
            <p:spPr bwMode="auto">
              <a:xfrm>
                <a:off x="2701" y="2496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86" name="Freeform 1606"/>
              <p:cNvSpPr>
                <a:spLocks/>
              </p:cNvSpPr>
              <p:nvPr/>
            </p:nvSpPr>
            <p:spPr bwMode="auto">
              <a:xfrm>
                <a:off x="2710" y="2494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87" name="Freeform 1607"/>
              <p:cNvSpPr>
                <a:spLocks/>
              </p:cNvSpPr>
              <p:nvPr/>
            </p:nvSpPr>
            <p:spPr bwMode="auto">
              <a:xfrm>
                <a:off x="2710" y="248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88" name="Freeform 1608"/>
              <p:cNvSpPr>
                <a:spLocks/>
              </p:cNvSpPr>
              <p:nvPr/>
            </p:nvSpPr>
            <p:spPr bwMode="auto">
              <a:xfrm>
                <a:off x="2706" y="2489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4 w 6"/>
                  <a:gd name="T3" fmla="*/ 0 h 1"/>
                  <a:gd name="T4" fmla="*/ 6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0" y="0"/>
                    </a:moveTo>
                    <a:lnTo>
                      <a:pt x="4" y="0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89" name="Freeform 1609"/>
              <p:cNvSpPr>
                <a:spLocks/>
              </p:cNvSpPr>
              <p:nvPr/>
            </p:nvSpPr>
            <p:spPr bwMode="auto">
              <a:xfrm>
                <a:off x="2757" y="2513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2 w 4"/>
                  <a:gd name="T3" fmla="*/ 3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4" y="5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90" name="Freeform 1610"/>
              <p:cNvSpPr>
                <a:spLocks/>
              </p:cNvSpPr>
              <p:nvPr/>
            </p:nvSpPr>
            <p:spPr bwMode="auto">
              <a:xfrm>
                <a:off x="2759" y="2505"/>
                <a:ext cx="7" cy="13"/>
              </a:xfrm>
              <a:custGeom>
                <a:avLst/>
                <a:gdLst>
                  <a:gd name="T0" fmla="*/ 7 w 7"/>
                  <a:gd name="T1" fmla="*/ 8 h 13"/>
                  <a:gd name="T2" fmla="*/ 4 w 7"/>
                  <a:gd name="T3" fmla="*/ 8 h 13"/>
                  <a:gd name="T4" fmla="*/ 2 w 7"/>
                  <a:gd name="T5" fmla="*/ 11 h 13"/>
                  <a:gd name="T6" fmla="*/ 2 w 7"/>
                  <a:gd name="T7" fmla="*/ 11 h 13"/>
                  <a:gd name="T8" fmla="*/ 4 w 7"/>
                  <a:gd name="T9" fmla="*/ 13 h 13"/>
                  <a:gd name="T10" fmla="*/ 2 w 7"/>
                  <a:gd name="T11" fmla="*/ 13 h 13"/>
                  <a:gd name="T12" fmla="*/ 0 w 7"/>
                  <a:gd name="T13" fmla="*/ 11 h 13"/>
                  <a:gd name="T14" fmla="*/ 0 w 7"/>
                  <a:gd name="T15" fmla="*/ 0 h 13"/>
                  <a:gd name="T16" fmla="*/ 7 w 7"/>
                  <a:gd name="T17" fmla="*/ 0 h 13"/>
                  <a:gd name="T18" fmla="*/ 7 w 7"/>
                  <a:gd name="T19" fmla="*/ 8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3"/>
                  <a:gd name="T32" fmla="*/ 7 w 7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3">
                    <a:moveTo>
                      <a:pt x="7" y="8"/>
                    </a:moveTo>
                    <a:lnTo>
                      <a:pt x="4" y="8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91" name="Freeform 1611"/>
              <p:cNvSpPr>
                <a:spLocks/>
              </p:cNvSpPr>
              <p:nvPr/>
            </p:nvSpPr>
            <p:spPr bwMode="auto">
              <a:xfrm>
                <a:off x="2763" y="2513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92" name="Freeform 1612"/>
              <p:cNvSpPr>
                <a:spLocks/>
              </p:cNvSpPr>
              <p:nvPr/>
            </p:nvSpPr>
            <p:spPr bwMode="auto">
              <a:xfrm>
                <a:off x="2761" y="2511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2 w 5"/>
                  <a:gd name="T3" fmla="*/ 2 h 5"/>
                  <a:gd name="T4" fmla="*/ 5 w 5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5"/>
                  <a:gd name="T11" fmla="*/ 5 w 5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5">
                    <a:moveTo>
                      <a:pt x="0" y="5"/>
                    </a:moveTo>
                    <a:lnTo>
                      <a:pt x="2" y="2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93" name="Freeform 1613"/>
              <p:cNvSpPr>
                <a:spLocks/>
              </p:cNvSpPr>
              <p:nvPr/>
            </p:nvSpPr>
            <p:spPr bwMode="auto">
              <a:xfrm>
                <a:off x="2759" y="251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94" name="Freeform 1614"/>
              <p:cNvSpPr>
                <a:spLocks/>
              </p:cNvSpPr>
              <p:nvPr/>
            </p:nvSpPr>
            <p:spPr bwMode="auto">
              <a:xfrm>
                <a:off x="2759" y="2513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2 w 4"/>
                  <a:gd name="T3" fmla="*/ 3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4" y="5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95" name="Freeform 1615"/>
              <p:cNvSpPr>
                <a:spLocks/>
              </p:cNvSpPr>
              <p:nvPr/>
            </p:nvSpPr>
            <p:spPr bwMode="auto">
              <a:xfrm>
                <a:off x="2735" y="2502"/>
                <a:ext cx="1" cy="9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7 h 9"/>
                  <a:gd name="T4" fmla="*/ 0 w 1"/>
                  <a:gd name="T5" fmla="*/ 9 h 9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9"/>
                  <a:gd name="T11" fmla="*/ 1 w 1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9">
                    <a:moveTo>
                      <a:pt x="0" y="0"/>
                    </a:moveTo>
                    <a:lnTo>
                      <a:pt x="0" y="7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96" name="Freeform 1616"/>
              <p:cNvSpPr>
                <a:spLocks/>
              </p:cNvSpPr>
              <p:nvPr/>
            </p:nvSpPr>
            <p:spPr bwMode="auto">
              <a:xfrm>
                <a:off x="2730" y="2505"/>
                <a:ext cx="7" cy="1"/>
              </a:xfrm>
              <a:custGeom>
                <a:avLst/>
                <a:gdLst>
                  <a:gd name="T0" fmla="*/ 7 w 7"/>
                  <a:gd name="T1" fmla="*/ 0 h 1"/>
                  <a:gd name="T2" fmla="*/ 2 w 7"/>
                  <a:gd name="T3" fmla="*/ 0 h 1"/>
                  <a:gd name="T4" fmla="*/ 0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7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97" name="Freeform 1617"/>
              <p:cNvSpPr>
                <a:spLocks/>
              </p:cNvSpPr>
              <p:nvPr/>
            </p:nvSpPr>
            <p:spPr bwMode="auto">
              <a:xfrm>
                <a:off x="2673" y="2516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4 h 6"/>
                  <a:gd name="T4" fmla="*/ 4 w 4"/>
                  <a:gd name="T5" fmla="*/ 6 h 6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6"/>
                  <a:gd name="T11" fmla="*/ 4 w 4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6">
                    <a:moveTo>
                      <a:pt x="0" y="0"/>
                    </a:moveTo>
                    <a:lnTo>
                      <a:pt x="2" y="4"/>
                    </a:lnTo>
                    <a:lnTo>
                      <a:pt x="4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98" name="Freeform 1618"/>
              <p:cNvSpPr>
                <a:spLocks/>
              </p:cNvSpPr>
              <p:nvPr/>
            </p:nvSpPr>
            <p:spPr bwMode="auto">
              <a:xfrm>
                <a:off x="2666" y="2524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99" name="Line 1619"/>
              <p:cNvSpPr>
                <a:spLocks noChangeShapeType="1"/>
              </p:cNvSpPr>
              <p:nvPr/>
            </p:nvSpPr>
            <p:spPr bwMode="auto">
              <a:xfrm>
                <a:off x="2675" y="2533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00" name="Freeform 1620"/>
              <p:cNvSpPr>
                <a:spLocks/>
              </p:cNvSpPr>
              <p:nvPr/>
            </p:nvSpPr>
            <p:spPr bwMode="auto">
              <a:xfrm>
                <a:off x="2675" y="2518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2 h 15"/>
                  <a:gd name="T4" fmla="*/ 0 w 1"/>
                  <a:gd name="T5" fmla="*/ 0 h 1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5"/>
                  <a:gd name="T11" fmla="*/ 1 w 1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5">
                    <a:moveTo>
                      <a:pt x="0" y="15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01" name="Freeform 1621"/>
              <p:cNvSpPr>
                <a:spLocks/>
              </p:cNvSpPr>
              <p:nvPr/>
            </p:nvSpPr>
            <p:spPr bwMode="auto">
              <a:xfrm>
                <a:off x="2670" y="2513"/>
                <a:ext cx="1" cy="11"/>
              </a:xfrm>
              <a:custGeom>
                <a:avLst/>
                <a:gdLst>
                  <a:gd name="T0" fmla="*/ 0 w 1"/>
                  <a:gd name="T1" fmla="*/ 11 h 11"/>
                  <a:gd name="T2" fmla="*/ 0 w 1"/>
                  <a:gd name="T3" fmla="*/ 3 h 11"/>
                  <a:gd name="T4" fmla="*/ 0 w 1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1"/>
                  <a:gd name="T11" fmla="*/ 1 w 1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1">
                    <a:moveTo>
                      <a:pt x="0" y="11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02" name="Freeform 1622"/>
              <p:cNvSpPr>
                <a:spLocks/>
              </p:cNvSpPr>
              <p:nvPr/>
            </p:nvSpPr>
            <p:spPr bwMode="auto">
              <a:xfrm>
                <a:off x="2668" y="2513"/>
                <a:ext cx="1" cy="11"/>
              </a:xfrm>
              <a:custGeom>
                <a:avLst/>
                <a:gdLst>
                  <a:gd name="T0" fmla="*/ 0 w 1"/>
                  <a:gd name="T1" fmla="*/ 11 h 11"/>
                  <a:gd name="T2" fmla="*/ 0 w 1"/>
                  <a:gd name="T3" fmla="*/ 3 h 11"/>
                  <a:gd name="T4" fmla="*/ 0 w 1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1"/>
                  <a:gd name="T11" fmla="*/ 1 w 1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1">
                    <a:moveTo>
                      <a:pt x="0" y="11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03" name="Freeform 1623"/>
              <p:cNvSpPr>
                <a:spLocks/>
              </p:cNvSpPr>
              <p:nvPr/>
            </p:nvSpPr>
            <p:spPr bwMode="auto">
              <a:xfrm>
                <a:off x="2704" y="2505"/>
                <a:ext cx="6" cy="13"/>
              </a:xfrm>
              <a:custGeom>
                <a:avLst/>
                <a:gdLst>
                  <a:gd name="T0" fmla="*/ 0 w 6"/>
                  <a:gd name="T1" fmla="*/ 8 h 13"/>
                  <a:gd name="T2" fmla="*/ 2 w 6"/>
                  <a:gd name="T3" fmla="*/ 8 h 13"/>
                  <a:gd name="T4" fmla="*/ 4 w 6"/>
                  <a:gd name="T5" fmla="*/ 11 h 13"/>
                  <a:gd name="T6" fmla="*/ 2 w 6"/>
                  <a:gd name="T7" fmla="*/ 11 h 13"/>
                  <a:gd name="T8" fmla="*/ 2 w 6"/>
                  <a:gd name="T9" fmla="*/ 13 h 13"/>
                  <a:gd name="T10" fmla="*/ 2 w 6"/>
                  <a:gd name="T11" fmla="*/ 13 h 13"/>
                  <a:gd name="T12" fmla="*/ 6 w 6"/>
                  <a:gd name="T13" fmla="*/ 11 h 13"/>
                  <a:gd name="T14" fmla="*/ 6 w 6"/>
                  <a:gd name="T15" fmla="*/ 0 h 13"/>
                  <a:gd name="T16" fmla="*/ 0 w 6"/>
                  <a:gd name="T17" fmla="*/ 0 h 13"/>
                  <a:gd name="T18" fmla="*/ 0 w 6"/>
                  <a:gd name="T19" fmla="*/ 8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13"/>
                  <a:gd name="T32" fmla="*/ 6 w 6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13">
                    <a:moveTo>
                      <a:pt x="0" y="8"/>
                    </a:moveTo>
                    <a:lnTo>
                      <a:pt x="2" y="8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6" y="11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04" name="Freeform 1624"/>
              <p:cNvSpPr>
                <a:spLocks/>
              </p:cNvSpPr>
              <p:nvPr/>
            </p:nvSpPr>
            <p:spPr bwMode="auto">
              <a:xfrm>
                <a:off x="2704" y="2516"/>
                <a:ext cx="6" cy="4"/>
              </a:xfrm>
              <a:custGeom>
                <a:avLst/>
                <a:gdLst>
                  <a:gd name="T0" fmla="*/ 6 w 6"/>
                  <a:gd name="T1" fmla="*/ 0 h 4"/>
                  <a:gd name="T2" fmla="*/ 2 w 6"/>
                  <a:gd name="T3" fmla="*/ 2 h 4"/>
                  <a:gd name="T4" fmla="*/ 0 w 6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4"/>
                  <a:gd name="T11" fmla="*/ 6 w 6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4">
                    <a:moveTo>
                      <a:pt x="6" y="0"/>
                    </a:move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05" name="Freeform 1625"/>
              <p:cNvSpPr>
                <a:spLocks/>
              </p:cNvSpPr>
              <p:nvPr/>
            </p:nvSpPr>
            <p:spPr bwMode="auto">
              <a:xfrm>
                <a:off x="2706" y="251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06" name="Freeform 1626"/>
              <p:cNvSpPr>
                <a:spLocks/>
              </p:cNvSpPr>
              <p:nvPr/>
            </p:nvSpPr>
            <p:spPr bwMode="auto">
              <a:xfrm>
                <a:off x="2704" y="251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07" name="Freeform 1627"/>
              <p:cNvSpPr>
                <a:spLocks/>
              </p:cNvSpPr>
              <p:nvPr/>
            </p:nvSpPr>
            <p:spPr bwMode="auto">
              <a:xfrm>
                <a:off x="2706" y="2513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3 h 5"/>
                  <a:gd name="T4" fmla="*/ 4 w 4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0" y="0"/>
                    </a:moveTo>
                    <a:lnTo>
                      <a:pt x="2" y="3"/>
                    </a:lnTo>
                    <a:lnTo>
                      <a:pt x="4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08" name="Freeform 1628"/>
              <p:cNvSpPr>
                <a:spLocks/>
              </p:cNvSpPr>
              <p:nvPr/>
            </p:nvSpPr>
            <p:spPr bwMode="auto">
              <a:xfrm>
                <a:off x="2704" y="251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09" name="Freeform 1629"/>
              <p:cNvSpPr>
                <a:spLocks/>
              </p:cNvSpPr>
              <p:nvPr/>
            </p:nvSpPr>
            <p:spPr bwMode="auto">
              <a:xfrm>
                <a:off x="2655" y="2513"/>
                <a:ext cx="4" cy="7"/>
              </a:xfrm>
              <a:custGeom>
                <a:avLst/>
                <a:gdLst>
                  <a:gd name="T0" fmla="*/ 0 w 4"/>
                  <a:gd name="T1" fmla="*/ 7 h 7"/>
                  <a:gd name="T2" fmla="*/ 2 w 4"/>
                  <a:gd name="T3" fmla="*/ 3 h 7"/>
                  <a:gd name="T4" fmla="*/ 4 w 4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7"/>
                  <a:gd name="T11" fmla="*/ 4 w 4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7">
                    <a:moveTo>
                      <a:pt x="0" y="7"/>
                    </a:moveTo>
                    <a:lnTo>
                      <a:pt x="2" y="3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10" name="Freeform 1630"/>
              <p:cNvSpPr>
                <a:spLocks/>
              </p:cNvSpPr>
              <p:nvPr/>
            </p:nvSpPr>
            <p:spPr bwMode="auto">
              <a:xfrm>
                <a:off x="2655" y="253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11" name="Freeform 1631"/>
              <p:cNvSpPr>
                <a:spLocks/>
              </p:cNvSpPr>
              <p:nvPr/>
            </p:nvSpPr>
            <p:spPr bwMode="auto">
              <a:xfrm>
                <a:off x="2655" y="2518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2 h 15"/>
                  <a:gd name="T4" fmla="*/ 0 w 1"/>
                  <a:gd name="T5" fmla="*/ 0 h 1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5"/>
                  <a:gd name="T11" fmla="*/ 1 w 1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5">
                    <a:moveTo>
                      <a:pt x="0" y="15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12" name="Freeform 1632"/>
              <p:cNvSpPr>
                <a:spLocks/>
              </p:cNvSpPr>
              <p:nvPr/>
            </p:nvSpPr>
            <p:spPr bwMode="auto">
              <a:xfrm>
                <a:off x="2659" y="2513"/>
                <a:ext cx="1" cy="11"/>
              </a:xfrm>
              <a:custGeom>
                <a:avLst/>
                <a:gdLst>
                  <a:gd name="T0" fmla="*/ 0 w 1"/>
                  <a:gd name="T1" fmla="*/ 11 h 11"/>
                  <a:gd name="T2" fmla="*/ 0 w 1"/>
                  <a:gd name="T3" fmla="*/ 3 h 11"/>
                  <a:gd name="T4" fmla="*/ 0 w 1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1"/>
                  <a:gd name="T11" fmla="*/ 1 w 1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1">
                    <a:moveTo>
                      <a:pt x="0" y="11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13" name="Freeform 1633"/>
              <p:cNvSpPr>
                <a:spLocks/>
              </p:cNvSpPr>
              <p:nvPr/>
            </p:nvSpPr>
            <p:spPr bwMode="auto">
              <a:xfrm>
                <a:off x="2662" y="2513"/>
                <a:ext cx="1" cy="11"/>
              </a:xfrm>
              <a:custGeom>
                <a:avLst/>
                <a:gdLst>
                  <a:gd name="T0" fmla="*/ 0 w 1"/>
                  <a:gd name="T1" fmla="*/ 11 h 11"/>
                  <a:gd name="T2" fmla="*/ 0 w 1"/>
                  <a:gd name="T3" fmla="*/ 3 h 11"/>
                  <a:gd name="T4" fmla="*/ 0 w 1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1"/>
                  <a:gd name="T11" fmla="*/ 1 w 1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1">
                    <a:moveTo>
                      <a:pt x="0" y="11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14" name="Freeform 1634"/>
              <p:cNvSpPr>
                <a:spLocks/>
              </p:cNvSpPr>
              <p:nvPr/>
            </p:nvSpPr>
            <p:spPr bwMode="auto">
              <a:xfrm>
                <a:off x="2657" y="2516"/>
                <a:ext cx="18" cy="1"/>
              </a:xfrm>
              <a:custGeom>
                <a:avLst/>
                <a:gdLst>
                  <a:gd name="T0" fmla="*/ 0 w 18"/>
                  <a:gd name="T1" fmla="*/ 0 h 1"/>
                  <a:gd name="T2" fmla="*/ 16 w 18"/>
                  <a:gd name="T3" fmla="*/ 0 h 1"/>
                  <a:gd name="T4" fmla="*/ 18 w 18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8"/>
                  <a:gd name="T10" fmla="*/ 0 h 1"/>
                  <a:gd name="T11" fmla="*/ 18 w 1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" h="1">
                    <a:moveTo>
                      <a:pt x="0" y="0"/>
                    </a:moveTo>
                    <a:lnTo>
                      <a:pt x="16" y="0"/>
                    </a:lnTo>
                    <a:lnTo>
                      <a:pt x="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15" name="Freeform 1635"/>
              <p:cNvSpPr>
                <a:spLocks/>
              </p:cNvSpPr>
              <p:nvPr/>
            </p:nvSpPr>
            <p:spPr bwMode="auto">
              <a:xfrm>
                <a:off x="2662" y="2524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4 w 6"/>
                  <a:gd name="T3" fmla="*/ 0 h 1"/>
                  <a:gd name="T4" fmla="*/ 6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0" y="0"/>
                    </a:moveTo>
                    <a:lnTo>
                      <a:pt x="4" y="0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16" name="Freeform 1636"/>
              <p:cNvSpPr>
                <a:spLocks/>
              </p:cNvSpPr>
              <p:nvPr/>
            </p:nvSpPr>
            <p:spPr bwMode="auto">
              <a:xfrm>
                <a:off x="2659" y="2524"/>
                <a:ext cx="14" cy="1"/>
              </a:xfrm>
              <a:custGeom>
                <a:avLst/>
                <a:gdLst>
                  <a:gd name="T0" fmla="*/ 0 w 14"/>
                  <a:gd name="T1" fmla="*/ 0 h 1"/>
                  <a:gd name="T2" fmla="*/ 11 w 14"/>
                  <a:gd name="T3" fmla="*/ 0 h 1"/>
                  <a:gd name="T4" fmla="*/ 14 w 1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1"/>
                  <a:gd name="T11" fmla="*/ 14 w 1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1">
                    <a:moveTo>
                      <a:pt x="0" y="0"/>
                    </a:moveTo>
                    <a:lnTo>
                      <a:pt x="11" y="0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17" name="Freeform 1637"/>
              <p:cNvSpPr>
                <a:spLocks/>
              </p:cNvSpPr>
              <p:nvPr/>
            </p:nvSpPr>
            <p:spPr bwMode="auto">
              <a:xfrm>
                <a:off x="2657" y="2533"/>
                <a:ext cx="20" cy="1"/>
              </a:xfrm>
              <a:custGeom>
                <a:avLst/>
                <a:gdLst>
                  <a:gd name="T0" fmla="*/ 0 w 20"/>
                  <a:gd name="T1" fmla="*/ 0 h 1"/>
                  <a:gd name="T2" fmla="*/ 18 w 20"/>
                  <a:gd name="T3" fmla="*/ 0 h 1"/>
                  <a:gd name="T4" fmla="*/ 20 w 2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1"/>
                  <a:gd name="T11" fmla="*/ 20 w 2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1">
                    <a:moveTo>
                      <a:pt x="0" y="0"/>
                    </a:moveTo>
                    <a:lnTo>
                      <a:pt x="18" y="0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18" name="Freeform 1638"/>
              <p:cNvSpPr>
                <a:spLocks/>
              </p:cNvSpPr>
              <p:nvPr/>
            </p:nvSpPr>
            <p:spPr bwMode="auto">
              <a:xfrm>
                <a:off x="2655" y="2533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0 w 22"/>
                  <a:gd name="T3" fmla="*/ 0 h 1"/>
                  <a:gd name="T4" fmla="*/ 22 w 2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1"/>
                  <a:gd name="T11" fmla="*/ 22 w 2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1">
                    <a:moveTo>
                      <a:pt x="0" y="0"/>
                    </a:moveTo>
                    <a:lnTo>
                      <a:pt x="20" y="0"/>
                    </a:lnTo>
                    <a:lnTo>
                      <a:pt x="2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19" name="Freeform 1639"/>
              <p:cNvSpPr>
                <a:spLocks/>
              </p:cNvSpPr>
              <p:nvPr/>
            </p:nvSpPr>
            <p:spPr bwMode="auto">
              <a:xfrm>
                <a:off x="2766" y="2494"/>
                <a:ext cx="1" cy="19"/>
              </a:xfrm>
              <a:custGeom>
                <a:avLst/>
                <a:gdLst>
                  <a:gd name="T0" fmla="*/ 0 w 1"/>
                  <a:gd name="T1" fmla="*/ 19 h 19"/>
                  <a:gd name="T2" fmla="*/ 0 w 1"/>
                  <a:gd name="T3" fmla="*/ 2 h 19"/>
                  <a:gd name="T4" fmla="*/ 0 w 1"/>
                  <a:gd name="T5" fmla="*/ 0 h 19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9"/>
                  <a:gd name="T11" fmla="*/ 1 w 1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9">
                    <a:moveTo>
                      <a:pt x="0" y="19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20" name="Freeform 1640"/>
              <p:cNvSpPr>
                <a:spLocks/>
              </p:cNvSpPr>
              <p:nvPr/>
            </p:nvSpPr>
            <p:spPr bwMode="auto">
              <a:xfrm>
                <a:off x="2766" y="2494"/>
                <a:ext cx="6" cy="24"/>
              </a:xfrm>
              <a:custGeom>
                <a:avLst/>
                <a:gdLst>
                  <a:gd name="T0" fmla="*/ 6 w 6"/>
                  <a:gd name="T1" fmla="*/ 24 h 24"/>
                  <a:gd name="T2" fmla="*/ 2 w 6"/>
                  <a:gd name="T3" fmla="*/ 2 h 24"/>
                  <a:gd name="T4" fmla="*/ 0 w 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24"/>
                  <a:gd name="T11" fmla="*/ 6 w 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24">
                    <a:moveTo>
                      <a:pt x="6" y="2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21" name="Freeform 1641"/>
              <p:cNvSpPr>
                <a:spLocks/>
              </p:cNvSpPr>
              <p:nvPr/>
            </p:nvSpPr>
            <p:spPr bwMode="auto">
              <a:xfrm>
                <a:off x="2763" y="2494"/>
                <a:ext cx="9" cy="24"/>
              </a:xfrm>
              <a:custGeom>
                <a:avLst/>
                <a:gdLst>
                  <a:gd name="T0" fmla="*/ 9 w 9"/>
                  <a:gd name="T1" fmla="*/ 24 h 24"/>
                  <a:gd name="T2" fmla="*/ 3 w 9"/>
                  <a:gd name="T3" fmla="*/ 2 h 24"/>
                  <a:gd name="T4" fmla="*/ 0 w 9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24"/>
                  <a:gd name="T11" fmla="*/ 9 w 9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24">
                    <a:moveTo>
                      <a:pt x="9" y="24"/>
                    </a:move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22" name="Freeform 1642"/>
              <p:cNvSpPr>
                <a:spLocks/>
              </p:cNvSpPr>
              <p:nvPr/>
            </p:nvSpPr>
            <p:spPr bwMode="auto">
              <a:xfrm>
                <a:off x="2759" y="2494"/>
                <a:ext cx="1" cy="22"/>
              </a:xfrm>
              <a:custGeom>
                <a:avLst/>
                <a:gdLst>
                  <a:gd name="T0" fmla="*/ 0 w 1"/>
                  <a:gd name="T1" fmla="*/ 22 h 22"/>
                  <a:gd name="T2" fmla="*/ 0 w 1"/>
                  <a:gd name="T3" fmla="*/ 2 h 22"/>
                  <a:gd name="T4" fmla="*/ 0 w 1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2"/>
                  <a:gd name="T11" fmla="*/ 1 w 1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2">
                    <a:moveTo>
                      <a:pt x="0" y="2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23" name="Freeform 1643"/>
              <p:cNvSpPr>
                <a:spLocks/>
              </p:cNvSpPr>
              <p:nvPr/>
            </p:nvSpPr>
            <p:spPr bwMode="auto">
              <a:xfrm>
                <a:off x="2759" y="2489"/>
                <a:ext cx="7" cy="16"/>
              </a:xfrm>
              <a:custGeom>
                <a:avLst/>
                <a:gdLst>
                  <a:gd name="T0" fmla="*/ 7 w 7"/>
                  <a:gd name="T1" fmla="*/ 7 h 16"/>
                  <a:gd name="T2" fmla="*/ 7 w 7"/>
                  <a:gd name="T3" fmla="*/ 16 h 16"/>
                  <a:gd name="T4" fmla="*/ 0 w 7"/>
                  <a:gd name="T5" fmla="*/ 16 h 16"/>
                  <a:gd name="T6" fmla="*/ 0 w 7"/>
                  <a:gd name="T7" fmla="*/ 7 h 16"/>
                  <a:gd name="T8" fmla="*/ 0 w 7"/>
                  <a:gd name="T9" fmla="*/ 5 h 16"/>
                  <a:gd name="T10" fmla="*/ 0 w 7"/>
                  <a:gd name="T11" fmla="*/ 5 h 16"/>
                  <a:gd name="T12" fmla="*/ 0 w 7"/>
                  <a:gd name="T13" fmla="*/ 0 h 16"/>
                  <a:gd name="T14" fmla="*/ 2 w 7"/>
                  <a:gd name="T15" fmla="*/ 0 h 16"/>
                  <a:gd name="T16" fmla="*/ 2 w 7"/>
                  <a:gd name="T17" fmla="*/ 5 h 16"/>
                  <a:gd name="T18" fmla="*/ 7 w 7"/>
                  <a:gd name="T19" fmla="*/ 7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6"/>
                  <a:gd name="T32" fmla="*/ 7 w 7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6">
                    <a:moveTo>
                      <a:pt x="7" y="7"/>
                    </a:moveTo>
                    <a:lnTo>
                      <a:pt x="7" y="16"/>
                    </a:lnTo>
                    <a:lnTo>
                      <a:pt x="0" y="16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5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24" name="Freeform 1644"/>
              <p:cNvSpPr>
                <a:spLocks/>
              </p:cNvSpPr>
              <p:nvPr/>
            </p:nvSpPr>
            <p:spPr bwMode="auto">
              <a:xfrm>
                <a:off x="2704" y="2489"/>
                <a:ext cx="6" cy="16"/>
              </a:xfrm>
              <a:custGeom>
                <a:avLst/>
                <a:gdLst>
                  <a:gd name="T0" fmla="*/ 0 w 6"/>
                  <a:gd name="T1" fmla="*/ 7 h 16"/>
                  <a:gd name="T2" fmla="*/ 0 w 6"/>
                  <a:gd name="T3" fmla="*/ 16 h 16"/>
                  <a:gd name="T4" fmla="*/ 6 w 6"/>
                  <a:gd name="T5" fmla="*/ 16 h 16"/>
                  <a:gd name="T6" fmla="*/ 6 w 6"/>
                  <a:gd name="T7" fmla="*/ 7 h 16"/>
                  <a:gd name="T8" fmla="*/ 6 w 6"/>
                  <a:gd name="T9" fmla="*/ 5 h 16"/>
                  <a:gd name="T10" fmla="*/ 6 w 6"/>
                  <a:gd name="T11" fmla="*/ 5 h 16"/>
                  <a:gd name="T12" fmla="*/ 6 w 6"/>
                  <a:gd name="T13" fmla="*/ 0 h 16"/>
                  <a:gd name="T14" fmla="*/ 2 w 6"/>
                  <a:gd name="T15" fmla="*/ 0 h 16"/>
                  <a:gd name="T16" fmla="*/ 2 w 6"/>
                  <a:gd name="T17" fmla="*/ 5 h 16"/>
                  <a:gd name="T18" fmla="*/ 0 w 6"/>
                  <a:gd name="T19" fmla="*/ 7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16"/>
                  <a:gd name="T32" fmla="*/ 6 w 6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16">
                    <a:moveTo>
                      <a:pt x="0" y="7"/>
                    </a:moveTo>
                    <a:lnTo>
                      <a:pt x="0" y="16"/>
                    </a:lnTo>
                    <a:lnTo>
                      <a:pt x="6" y="16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2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3652" name="Group 1645"/>
            <p:cNvGrpSpPr>
              <a:grpSpLocks/>
            </p:cNvGrpSpPr>
            <p:nvPr/>
          </p:nvGrpSpPr>
          <p:grpSpPr bwMode="auto">
            <a:xfrm>
              <a:off x="1607" y="3400"/>
              <a:ext cx="99" cy="112"/>
              <a:chOff x="2639" y="2424"/>
              <a:chExt cx="155" cy="184"/>
            </a:xfrm>
          </p:grpSpPr>
          <p:sp>
            <p:nvSpPr>
              <p:cNvPr id="53725" name="Freeform 1646"/>
              <p:cNvSpPr>
                <a:spLocks/>
              </p:cNvSpPr>
              <p:nvPr/>
            </p:nvSpPr>
            <p:spPr bwMode="auto">
              <a:xfrm>
                <a:off x="2710" y="2494"/>
                <a:ext cx="1" cy="22"/>
              </a:xfrm>
              <a:custGeom>
                <a:avLst/>
                <a:gdLst>
                  <a:gd name="T0" fmla="*/ 0 w 1"/>
                  <a:gd name="T1" fmla="*/ 22 h 22"/>
                  <a:gd name="T2" fmla="*/ 0 w 1"/>
                  <a:gd name="T3" fmla="*/ 2 h 22"/>
                  <a:gd name="T4" fmla="*/ 0 w 1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2"/>
                  <a:gd name="T11" fmla="*/ 1 w 1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2">
                    <a:moveTo>
                      <a:pt x="0" y="2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26" name="Freeform 1647"/>
              <p:cNvSpPr>
                <a:spLocks/>
              </p:cNvSpPr>
              <p:nvPr/>
            </p:nvSpPr>
            <p:spPr bwMode="auto">
              <a:xfrm>
                <a:off x="2704" y="2494"/>
                <a:ext cx="1" cy="19"/>
              </a:xfrm>
              <a:custGeom>
                <a:avLst/>
                <a:gdLst>
                  <a:gd name="T0" fmla="*/ 0 w 1"/>
                  <a:gd name="T1" fmla="*/ 19 h 19"/>
                  <a:gd name="T2" fmla="*/ 0 w 1"/>
                  <a:gd name="T3" fmla="*/ 2 h 19"/>
                  <a:gd name="T4" fmla="*/ 0 w 1"/>
                  <a:gd name="T5" fmla="*/ 0 h 19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9"/>
                  <a:gd name="T11" fmla="*/ 1 w 1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9">
                    <a:moveTo>
                      <a:pt x="0" y="19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27" name="Freeform 1648"/>
              <p:cNvSpPr>
                <a:spLocks/>
              </p:cNvSpPr>
              <p:nvPr/>
            </p:nvSpPr>
            <p:spPr bwMode="auto">
              <a:xfrm>
                <a:off x="2697" y="2494"/>
                <a:ext cx="7" cy="24"/>
              </a:xfrm>
              <a:custGeom>
                <a:avLst/>
                <a:gdLst>
                  <a:gd name="T0" fmla="*/ 0 w 7"/>
                  <a:gd name="T1" fmla="*/ 24 h 24"/>
                  <a:gd name="T2" fmla="*/ 4 w 7"/>
                  <a:gd name="T3" fmla="*/ 2 h 24"/>
                  <a:gd name="T4" fmla="*/ 7 w 7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24"/>
                  <a:gd name="T11" fmla="*/ 7 w 7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24">
                    <a:moveTo>
                      <a:pt x="0" y="24"/>
                    </a:moveTo>
                    <a:lnTo>
                      <a:pt x="4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28" name="Freeform 1649"/>
              <p:cNvSpPr>
                <a:spLocks/>
              </p:cNvSpPr>
              <p:nvPr/>
            </p:nvSpPr>
            <p:spPr bwMode="auto">
              <a:xfrm>
                <a:off x="2697" y="2494"/>
                <a:ext cx="9" cy="24"/>
              </a:xfrm>
              <a:custGeom>
                <a:avLst/>
                <a:gdLst>
                  <a:gd name="T0" fmla="*/ 0 w 9"/>
                  <a:gd name="T1" fmla="*/ 24 h 24"/>
                  <a:gd name="T2" fmla="*/ 7 w 9"/>
                  <a:gd name="T3" fmla="*/ 2 h 24"/>
                  <a:gd name="T4" fmla="*/ 9 w 9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24"/>
                  <a:gd name="T11" fmla="*/ 9 w 9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24">
                    <a:moveTo>
                      <a:pt x="0" y="24"/>
                    </a:moveTo>
                    <a:lnTo>
                      <a:pt x="7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29" name="Freeform 1650"/>
              <p:cNvSpPr>
                <a:spLocks/>
              </p:cNvSpPr>
              <p:nvPr/>
            </p:nvSpPr>
            <p:spPr bwMode="auto">
              <a:xfrm>
                <a:off x="2688" y="2496"/>
                <a:ext cx="16" cy="22"/>
              </a:xfrm>
              <a:custGeom>
                <a:avLst/>
                <a:gdLst>
                  <a:gd name="T0" fmla="*/ 9 w 16"/>
                  <a:gd name="T1" fmla="*/ 22 h 22"/>
                  <a:gd name="T2" fmla="*/ 0 w 16"/>
                  <a:gd name="T3" fmla="*/ 22 h 22"/>
                  <a:gd name="T4" fmla="*/ 0 w 16"/>
                  <a:gd name="T5" fmla="*/ 22 h 22"/>
                  <a:gd name="T6" fmla="*/ 9 w 16"/>
                  <a:gd name="T7" fmla="*/ 22 h 22"/>
                  <a:gd name="T8" fmla="*/ 16 w 16"/>
                  <a:gd name="T9" fmla="*/ 0 h 22"/>
                  <a:gd name="T10" fmla="*/ 13 w 16"/>
                  <a:gd name="T11" fmla="*/ 0 h 22"/>
                  <a:gd name="T12" fmla="*/ 9 w 1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22"/>
                  <a:gd name="T23" fmla="*/ 16 w 16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22">
                    <a:moveTo>
                      <a:pt x="9" y="22"/>
                    </a:moveTo>
                    <a:lnTo>
                      <a:pt x="0" y="22"/>
                    </a:lnTo>
                    <a:lnTo>
                      <a:pt x="9" y="22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9" y="2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30" name="Freeform 1651"/>
              <p:cNvSpPr>
                <a:spLocks/>
              </p:cNvSpPr>
              <p:nvPr/>
            </p:nvSpPr>
            <p:spPr bwMode="auto">
              <a:xfrm>
                <a:off x="2766" y="2496"/>
                <a:ext cx="15" cy="22"/>
              </a:xfrm>
              <a:custGeom>
                <a:avLst/>
                <a:gdLst>
                  <a:gd name="T0" fmla="*/ 6 w 15"/>
                  <a:gd name="T1" fmla="*/ 22 h 22"/>
                  <a:gd name="T2" fmla="*/ 15 w 15"/>
                  <a:gd name="T3" fmla="*/ 22 h 22"/>
                  <a:gd name="T4" fmla="*/ 15 w 15"/>
                  <a:gd name="T5" fmla="*/ 22 h 22"/>
                  <a:gd name="T6" fmla="*/ 6 w 15"/>
                  <a:gd name="T7" fmla="*/ 22 h 22"/>
                  <a:gd name="T8" fmla="*/ 0 w 15"/>
                  <a:gd name="T9" fmla="*/ 0 h 22"/>
                  <a:gd name="T10" fmla="*/ 2 w 15"/>
                  <a:gd name="T11" fmla="*/ 0 h 22"/>
                  <a:gd name="T12" fmla="*/ 6 w 15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22"/>
                  <a:gd name="T23" fmla="*/ 15 w 15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22">
                    <a:moveTo>
                      <a:pt x="6" y="22"/>
                    </a:moveTo>
                    <a:lnTo>
                      <a:pt x="15" y="22"/>
                    </a:lnTo>
                    <a:lnTo>
                      <a:pt x="6" y="2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2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31" name="Rectangle 1652"/>
              <p:cNvSpPr>
                <a:spLocks noChangeArrowheads="1"/>
              </p:cNvSpPr>
              <p:nvPr/>
            </p:nvSpPr>
            <p:spPr bwMode="auto">
              <a:xfrm>
                <a:off x="2781" y="2456"/>
                <a:ext cx="7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32" name="Freeform 1653"/>
              <p:cNvSpPr>
                <a:spLocks/>
              </p:cNvSpPr>
              <p:nvPr/>
            </p:nvSpPr>
            <p:spPr bwMode="auto">
              <a:xfrm>
                <a:off x="2781" y="2456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33" name="Freeform 1654"/>
              <p:cNvSpPr>
                <a:spLocks/>
              </p:cNvSpPr>
              <p:nvPr/>
            </p:nvSpPr>
            <p:spPr bwMode="auto">
              <a:xfrm>
                <a:off x="2781" y="2456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34" name="Freeform 1655"/>
              <p:cNvSpPr>
                <a:spLocks/>
              </p:cNvSpPr>
              <p:nvPr/>
            </p:nvSpPr>
            <p:spPr bwMode="auto">
              <a:xfrm>
                <a:off x="2788" y="2456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35" name="Freeform 1656"/>
              <p:cNvSpPr>
                <a:spLocks/>
              </p:cNvSpPr>
              <p:nvPr/>
            </p:nvSpPr>
            <p:spPr bwMode="auto">
              <a:xfrm>
                <a:off x="2781" y="2461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36" name="Freeform 1657"/>
              <p:cNvSpPr>
                <a:spLocks/>
              </p:cNvSpPr>
              <p:nvPr/>
            </p:nvSpPr>
            <p:spPr bwMode="auto">
              <a:xfrm>
                <a:off x="2783" y="2446"/>
                <a:ext cx="5" cy="4"/>
              </a:xfrm>
              <a:custGeom>
                <a:avLst/>
                <a:gdLst>
                  <a:gd name="T0" fmla="*/ 3 w 5"/>
                  <a:gd name="T1" fmla="*/ 2 h 4"/>
                  <a:gd name="T2" fmla="*/ 0 w 5"/>
                  <a:gd name="T3" fmla="*/ 0 h 4"/>
                  <a:gd name="T4" fmla="*/ 0 w 5"/>
                  <a:gd name="T5" fmla="*/ 2 h 4"/>
                  <a:gd name="T6" fmla="*/ 0 w 5"/>
                  <a:gd name="T7" fmla="*/ 4 h 4"/>
                  <a:gd name="T8" fmla="*/ 0 w 5"/>
                  <a:gd name="T9" fmla="*/ 4 h 4"/>
                  <a:gd name="T10" fmla="*/ 5 w 5"/>
                  <a:gd name="T11" fmla="*/ 4 h 4"/>
                  <a:gd name="T12" fmla="*/ 3 w 5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4"/>
                  <a:gd name="T23" fmla="*/ 5 w 5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4">
                    <a:moveTo>
                      <a:pt x="3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37" name="Freeform 1658"/>
              <p:cNvSpPr>
                <a:spLocks/>
              </p:cNvSpPr>
              <p:nvPr/>
            </p:nvSpPr>
            <p:spPr bwMode="auto">
              <a:xfrm>
                <a:off x="2786" y="2448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2 h 4"/>
                  <a:gd name="T4" fmla="*/ 4 w 4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4"/>
                  <a:gd name="T11" fmla="*/ 4 w 4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4">
                    <a:moveTo>
                      <a:pt x="0" y="0"/>
                    </a:moveTo>
                    <a:lnTo>
                      <a:pt x="2" y="2"/>
                    </a:lnTo>
                    <a:lnTo>
                      <a:pt x="4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38" name="Freeform 1659"/>
              <p:cNvSpPr>
                <a:spLocks/>
              </p:cNvSpPr>
              <p:nvPr/>
            </p:nvSpPr>
            <p:spPr bwMode="auto">
              <a:xfrm>
                <a:off x="2783" y="2446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3 w 5"/>
                  <a:gd name="T3" fmla="*/ 2 h 4"/>
                  <a:gd name="T4" fmla="*/ 5 w 5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4"/>
                  <a:gd name="T11" fmla="*/ 5 w 5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4">
                    <a:moveTo>
                      <a:pt x="0" y="0"/>
                    </a:moveTo>
                    <a:lnTo>
                      <a:pt x="3" y="2"/>
                    </a:lnTo>
                    <a:lnTo>
                      <a:pt x="5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39" name="Freeform 1660"/>
              <p:cNvSpPr>
                <a:spLocks/>
              </p:cNvSpPr>
              <p:nvPr/>
            </p:nvSpPr>
            <p:spPr bwMode="auto">
              <a:xfrm>
                <a:off x="2781" y="245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40" name="Freeform 1661"/>
              <p:cNvSpPr>
                <a:spLocks/>
              </p:cNvSpPr>
              <p:nvPr/>
            </p:nvSpPr>
            <p:spPr bwMode="auto">
              <a:xfrm>
                <a:off x="2783" y="244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41" name="Freeform 1662"/>
              <p:cNvSpPr>
                <a:spLocks/>
              </p:cNvSpPr>
              <p:nvPr/>
            </p:nvSpPr>
            <p:spPr bwMode="auto">
              <a:xfrm>
                <a:off x="2781" y="2450"/>
                <a:ext cx="7" cy="1"/>
              </a:xfrm>
              <a:custGeom>
                <a:avLst/>
                <a:gdLst>
                  <a:gd name="T0" fmla="*/ 7 w 7"/>
                  <a:gd name="T1" fmla="*/ 0 h 1"/>
                  <a:gd name="T2" fmla="*/ 2 w 7"/>
                  <a:gd name="T3" fmla="*/ 0 h 1"/>
                  <a:gd name="T4" fmla="*/ 0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7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42" name="Freeform 1663"/>
              <p:cNvSpPr>
                <a:spLocks/>
              </p:cNvSpPr>
              <p:nvPr/>
            </p:nvSpPr>
            <p:spPr bwMode="auto">
              <a:xfrm>
                <a:off x="2783" y="244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43" name="Rectangle 1664"/>
              <p:cNvSpPr>
                <a:spLocks noChangeArrowheads="1"/>
              </p:cNvSpPr>
              <p:nvPr/>
            </p:nvSpPr>
            <p:spPr bwMode="auto">
              <a:xfrm>
                <a:off x="2710" y="2443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44" name="Freeform 1665"/>
              <p:cNvSpPr>
                <a:spLocks/>
              </p:cNvSpPr>
              <p:nvPr/>
            </p:nvSpPr>
            <p:spPr bwMode="auto">
              <a:xfrm>
                <a:off x="2710" y="2443"/>
                <a:ext cx="20" cy="1"/>
              </a:xfrm>
              <a:custGeom>
                <a:avLst/>
                <a:gdLst>
                  <a:gd name="T0" fmla="*/ 0 w 20"/>
                  <a:gd name="T1" fmla="*/ 0 h 1"/>
                  <a:gd name="T2" fmla="*/ 18 w 20"/>
                  <a:gd name="T3" fmla="*/ 0 h 1"/>
                  <a:gd name="T4" fmla="*/ 20 w 2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1"/>
                  <a:gd name="T11" fmla="*/ 20 w 2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1">
                    <a:moveTo>
                      <a:pt x="0" y="0"/>
                    </a:moveTo>
                    <a:lnTo>
                      <a:pt x="18" y="0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45" name="Freeform 1666"/>
              <p:cNvSpPr>
                <a:spLocks/>
              </p:cNvSpPr>
              <p:nvPr/>
            </p:nvSpPr>
            <p:spPr bwMode="auto">
              <a:xfrm>
                <a:off x="2710" y="2443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46" name="Freeform 1667"/>
              <p:cNvSpPr>
                <a:spLocks/>
              </p:cNvSpPr>
              <p:nvPr/>
            </p:nvSpPr>
            <p:spPr bwMode="auto">
              <a:xfrm>
                <a:off x="2728" y="2443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47" name="Freeform 1668"/>
              <p:cNvSpPr>
                <a:spLocks/>
              </p:cNvSpPr>
              <p:nvPr/>
            </p:nvSpPr>
            <p:spPr bwMode="auto">
              <a:xfrm>
                <a:off x="2710" y="2448"/>
                <a:ext cx="20" cy="1"/>
              </a:xfrm>
              <a:custGeom>
                <a:avLst/>
                <a:gdLst>
                  <a:gd name="T0" fmla="*/ 0 w 20"/>
                  <a:gd name="T1" fmla="*/ 0 h 1"/>
                  <a:gd name="T2" fmla="*/ 18 w 20"/>
                  <a:gd name="T3" fmla="*/ 0 h 1"/>
                  <a:gd name="T4" fmla="*/ 20 w 2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1"/>
                  <a:gd name="T11" fmla="*/ 20 w 2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1">
                    <a:moveTo>
                      <a:pt x="0" y="0"/>
                    </a:moveTo>
                    <a:lnTo>
                      <a:pt x="18" y="0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48" name="Rectangle 1669"/>
              <p:cNvSpPr>
                <a:spLocks noChangeArrowheads="1"/>
              </p:cNvSpPr>
              <p:nvPr/>
            </p:nvSpPr>
            <p:spPr bwMode="auto">
              <a:xfrm>
                <a:off x="2710" y="2441"/>
                <a:ext cx="2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49" name="Freeform 1670"/>
              <p:cNvSpPr>
                <a:spLocks/>
              </p:cNvSpPr>
              <p:nvPr/>
            </p:nvSpPr>
            <p:spPr bwMode="auto">
              <a:xfrm>
                <a:off x="2710" y="2439"/>
                <a:ext cx="1" cy="7"/>
              </a:xfrm>
              <a:custGeom>
                <a:avLst/>
                <a:gdLst>
                  <a:gd name="T0" fmla="*/ 0 w 1"/>
                  <a:gd name="T1" fmla="*/ 7 h 7"/>
                  <a:gd name="T2" fmla="*/ 0 w 1"/>
                  <a:gd name="T3" fmla="*/ 2 h 7"/>
                  <a:gd name="T4" fmla="*/ 0 w 1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50" name="Freeform 1671"/>
              <p:cNvSpPr>
                <a:spLocks/>
              </p:cNvSpPr>
              <p:nvPr/>
            </p:nvSpPr>
            <p:spPr bwMode="auto">
              <a:xfrm>
                <a:off x="2710" y="2446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51" name="Freeform 1672"/>
              <p:cNvSpPr>
                <a:spLocks/>
              </p:cNvSpPr>
              <p:nvPr/>
            </p:nvSpPr>
            <p:spPr bwMode="auto">
              <a:xfrm>
                <a:off x="2710" y="2441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52" name="Freeform 1673"/>
              <p:cNvSpPr>
                <a:spLocks/>
              </p:cNvSpPr>
              <p:nvPr/>
            </p:nvSpPr>
            <p:spPr bwMode="auto">
              <a:xfrm>
                <a:off x="2712" y="2439"/>
                <a:ext cx="1" cy="7"/>
              </a:xfrm>
              <a:custGeom>
                <a:avLst/>
                <a:gdLst>
                  <a:gd name="T0" fmla="*/ 0 w 1"/>
                  <a:gd name="T1" fmla="*/ 7 h 7"/>
                  <a:gd name="T2" fmla="*/ 0 w 1"/>
                  <a:gd name="T3" fmla="*/ 2 h 7"/>
                  <a:gd name="T4" fmla="*/ 0 w 1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53" name="Freeform 1674"/>
              <p:cNvSpPr>
                <a:spLocks/>
              </p:cNvSpPr>
              <p:nvPr/>
            </p:nvSpPr>
            <p:spPr bwMode="auto">
              <a:xfrm>
                <a:off x="2724" y="2435"/>
                <a:ext cx="4" cy="6"/>
              </a:xfrm>
              <a:custGeom>
                <a:avLst/>
                <a:gdLst>
                  <a:gd name="T0" fmla="*/ 2 w 4"/>
                  <a:gd name="T1" fmla="*/ 6 h 6"/>
                  <a:gd name="T2" fmla="*/ 0 w 4"/>
                  <a:gd name="T3" fmla="*/ 0 h 6"/>
                  <a:gd name="T4" fmla="*/ 2 w 4"/>
                  <a:gd name="T5" fmla="*/ 0 h 6"/>
                  <a:gd name="T6" fmla="*/ 4 w 4"/>
                  <a:gd name="T7" fmla="*/ 6 h 6"/>
                  <a:gd name="T8" fmla="*/ 2 w 4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6"/>
                  <a:gd name="T17" fmla="*/ 4 w 4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6">
                    <a:moveTo>
                      <a:pt x="2" y="6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54" name="Freeform 1675"/>
              <p:cNvSpPr>
                <a:spLocks/>
              </p:cNvSpPr>
              <p:nvPr/>
            </p:nvSpPr>
            <p:spPr bwMode="auto">
              <a:xfrm>
                <a:off x="2726" y="2435"/>
                <a:ext cx="4" cy="8"/>
              </a:xfrm>
              <a:custGeom>
                <a:avLst/>
                <a:gdLst>
                  <a:gd name="T0" fmla="*/ 0 w 4"/>
                  <a:gd name="T1" fmla="*/ 0 h 8"/>
                  <a:gd name="T2" fmla="*/ 2 w 4"/>
                  <a:gd name="T3" fmla="*/ 6 h 8"/>
                  <a:gd name="T4" fmla="*/ 4 w 4"/>
                  <a:gd name="T5" fmla="*/ 8 h 8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8"/>
                  <a:gd name="T11" fmla="*/ 4 w 4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8">
                    <a:moveTo>
                      <a:pt x="0" y="0"/>
                    </a:moveTo>
                    <a:lnTo>
                      <a:pt x="2" y="6"/>
                    </a:lnTo>
                    <a:lnTo>
                      <a:pt x="4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55" name="Freeform 1676"/>
              <p:cNvSpPr>
                <a:spLocks/>
              </p:cNvSpPr>
              <p:nvPr/>
            </p:nvSpPr>
            <p:spPr bwMode="auto">
              <a:xfrm>
                <a:off x="2721" y="2435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3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56" name="Freeform 1677"/>
              <p:cNvSpPr>
                <a:spLocks/>
              </p:cNvSpPr>
              <p:nvPr/>
            </p:nvSpPr>
            <p:spPr bwMode="auto">
              <a:xfrm>
                <a:off x="2724" y="244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57" name="Freeform 1678"/>
              <p:cNvSpPr>
                <a:spLocks/>
              </p:cNvSpPr>
              <p:nvPr/>
            </p:nvSpPr>
            <p:spPr bwMode="auto">
              <a:xfrm>
                <a:off x="2724" y="2435"/>
                <a:ext cx="4" cy="8"/>
              </a:xfrm>
              <a:custGeom>
                <a:avLst/>
                <a:gdLst>
                  <a:gd name="T0" fmla="*/ 0 w 4"/>
                  <a:gd name="T1" fmla="*/ 0 h 8"/>
                  <a:gd name="T2" fmla="*/ 2 w 4"/>
                  <a:gd name="T3" fmla="*/ 6 h 8"/>
                  <a:gd name="T4" fmla="*/ 4 w 4"/>
                  <a:gd name="T5" fmla="*/ 8 h 8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8"/>
                  <a:gd name="T11" fmla="*/ 4 w 4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8">
                    <a:moveTo>
                      <a:pt x="0" y="0"/>
                    </a:moveTo>
                    <a:lnTo>
                      <a:pt x="2" y="6"/>
                    </a:lnTo>
                    <a:lnTo>
                      <a:pt x="4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58" name="Rectangle 1679"/>
              <p:cNvSpPr>
                <a:spLocks noChangeArrowheads="1"/>
              </p:cNvSpPr>
              <p:nvPr/>
            </p:nvSpPr>
            <p:spPr bwMode="auto">
              <a:xfrm>
                <a:off x="2728" y="2441"/>
                <a:ext cx="2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59" name="Freeform 1680"/>
              <p:cNvSpPr>
                <a:spLocks/>
              </p:cNvSpPr>
              <p:nvPr/>
            </p:nvSpPr>
            <p:spPr bwMode="auto">
              <a:xfrm>
                <a:off x="2730" y="2441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60" name="Freeform 1681"/>
              <p:cNvSpPr>
                <a:spLocks/>
              </p:cNvSpPr>
              <p:nvPr/>
            </p:nvSpPr>
            <p:spPr bwMode="auto">
              <a:xfrm>
                <a:off x="2726" y="244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61" name="Freeform 1682"/>
              <p:cNvSpPr>
                <a:spLocks/>
              </p:cNvSpPr>
              <p:nvPr/>
            </p:nvSpPr>
            <p:spPr bwMode="auto">
              <a:xfrm>
                <a:off x="2726" y="244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62" name="Freeform 1683"/>
              <p:cNvSpPr>
                <a:spLocks/>
              </p:cNvSpPr>
              <p:nvPr/>
            </p:nvSpPr>
            <p:spPr bwMode="auto">
              <a:xfrm>
                <a:off x="2728" y="2441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63" name="Freeform 1684"/>
              <p:cNvSpPr>
                <a:spLocks/>
              </p:cNvSpPr>
              <p:nvPr/>
            </p:nvSpPr>
            <p:spPr bwMode="auto">
              <a:xfrm>
                <a:off x="2724" y="2430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2 w 4"/>
                  <a:gd name="T3" fmla="*/ 0 h 5"/>
                  <a:gd name="T4" fmla="*/ 4 w 4"/>
                  <a:gd name="T5" fmla="*/ 2 h 5"/>
                  <a:gd name="T6" fmla="*/ 2 w 4"/>
                  <a:gd name="T7" fmla="*/ 5 h 5"/>
                  <a:gd name="T8" fmla="*/ 0 w 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0" y="5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2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64" name="Freeform 1685"/>
              <p:cNvSpPr>
                <a:spLocks/>
              </p:cNvSpPr>
              <p:nvPr/>
            </p:nvSpPr>
            <p:spPr bwMode="auto">
              <a:xfrm>
                <a:off x="2724" y="2432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2 w 4"/>
                  <a:gd name="T3" fmla="*/ 3 h 5"/>
                  <a:gd name="T4" fmla="*/ 0 w 4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4" y="0"/>
                    </a:moveTo>
                    <a:lnTo>
                      <a:pt x="2" y="3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65" name="Freeform 1686"/>
              <p:cNvSpPr>
                <a:spLocks/>
              </p:cNvSpPr>
              <p:nvPr/>
            </p:nvSpPr>
            <p:spPr bwMode="auto">
              <a:xfrm>
                <a:off x="2724" y="2428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2 w 4"/>
                  <a:gd name="T3" fmla="*/ 2 h 4"/>
                  <a:gd name="T4" fmla="*/ 0 w 4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4"/>
                  <a:gd name="T11" fmla="*/ 4 w 4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4">
                    <a:moveTo>
                      <a:pt x="4" y="4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66" name="Freeform 1687"/>
              <p:cNvSpPr>
                <a:spLocks/>
              </p:cNvSpPr>
              <p:nvPr/>
            </p:nvSpPr>
            <p:spPr bwMode="auto">
              <a:xfrm>
                <a:off x="2721" y="2435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3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67" name="Freeform 1688"/>
              <p:cNvSpPr>
                <a:spLocks/>
              </p:cNvSpPr>
              <p:nvPr/>
            </p:nvSpPr>
            <p:spPr bwMode="auto">
              <a:xfrm>
                <a:off x="2721" y="2430"/>
                <a:ext cx="5" cy="7"/>
              </a:xfrm>
              <a:custGeom>
                <a:avLst/>
                <a:gdLst>
                  <a:gd name="T0" fmla="*/ 5 w 5"/>
                  <a:gd name="T1" fmla="*/ 0 h 7"/>
                  <a:gd name="T2" fmla="*/ 3 w 5"/>
                  <a:gd name="T3" fmla="*/ 5 h 7"/>
                  <a:gd name="T4" fmla="*/ 0 w 5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7"/>
                  <a:gd name="T11" fmla="*/ 5 w 5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7">
                    <a:moveTo>
                      <a:pt x="5" y="0"/>
                    </a:moveTo>
                    <a:lnTo>
                      <a:pt x="3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68" name="Freeform 1689"/>
              <p:cNvSpPr>
                <a:spLocks/>
              </p:cNvSpPr>
              <p:nvPr/>
            </p:nvSpPr>
            <p:spPr bwMode="auto">
              <a:xfrm>
                <a:off x="2721" y="2426"/>
                <a:ext cx="7" cy="6"/>
              </a:xfrm>
              <a:custGeom>
                <a:avLst/>
                <a:gdLst>
                  <a:gd name="T0" fmla="*/ 5 w 7"/>
                  <a:gd name="T1" fmla="*/ 6 h 6"/>
                  <a:gd name="T2" fmla="*/ 0 w 7"/>
                  <a:gd name="T3" fmla="*/ 0 h 6"/>
                  <a:gd name="T4" fmla="*/ 3 w 7"/>
                  <a:gd name="T5" fmla="*/ 0 h 6"/>
                  <a:gd name="T6" fmla="*/ 7 w 7"/>
                  <a:gd name="T7" fmla="*/ 4 h 6"/>
                  <a:gd name="T8" fmla="*/ 5 w 7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6"/>
                  <a:gd name="T17" fmla="*/ 7 w 7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6">
                    <a:moveTo>
                      <a:pt x="5" y="6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7" y="4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69" name="Freeform 1690"/>
              <p:cNvSpPr>
                <a:spLocks/>
              </p:cNvSpPr>
              <p:nvPr/>
            </p:nvSpPr>
            <p:spPr bwMode="auto">
              <a:xfrm>
                <a:off x="2724" y="2426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4 w 6"/>
                  <a:gd name="T3" fmla="*/ 4 h 6"/>
                  <a:gd name="T4" fmla="*/ 6 w 6"/>
                  <a:gd name="T5" fmla="*/ 6 h 6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6"/>
                  <a:gd name="T11" fmla="*/ 6 w 6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6">
                    <a:moveTo>
                      <a:pt x="0" y="0"/>
                    </a:moveTo>
                    <a:lnTo>
                      <a:pt x="4" y="4"/>
                    </a:lnTo>
                    <a:lnTo>
                      <a:pt x="6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70" name="Freeform 1691"/>
              <p:cNvSpPr>
                <a:spLocks/>
              </p:cNvSpPr>
              <p:nvPr/>
            </p:nvSpPr>
            <p:spPr bwMode="auto">
              <a:xfrm>
                <a:off x="2719" y="2426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2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71" name="Freeform 1692"/>
              <p:cNvSpPr>
                <a:spLocks/>
              </p:cNvSpPr>
              <p:nvPr/>
            </p:nvSpPr>
            <p:spPr bwMode="auto">
              <a:xfrm>
                <a:off x="2724" y="2430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2 w 4"/>
                  <a:gd name="T3" fmla="*/ 2 h 5"/>
                  <a:gd name="T4" fmla="*/ 0 w 4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4" y="0"/>
                    </a:moveTo>
                    <a:lnTo>
                      <a:pt x="2" y="2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72" name="Freeform 1693"/>
              <p:cNvSpPr>
                <a:spLocks/>
              </p:cNvSpPr>
              <p:nvPr/>
            </p:nvSpPr>
            <p:spPr bwMode="auto">
              <a:xfrm>
                <a:off x="2721" y="2426"/>
                <a:ext cx="7" cy="9"/>
              </a:xfrm>
              <a:custGeom>
                <a:avLst/>
                <a:gdLst>
                  <a:gd name="T0" fmla="*/ 0 w 7"/>
                  <a:gd name="T1" fmla="*/ 0 h 9"/>
                  <a:gd name="T2" fmla="*/ 5 w 7"/>
                  <a:gd name="T3" fmla="*/ 6 h 9"/>
                  <a:gd name="T4" fmla="*/ 7 w 7"/>
                  <a:gd name="T5" fmla="*/ 9 h 9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9"/>
                  <a:gd name="T11" fmla="*/ 7 w 7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9">
                    <a:moveTo>
                      <a:pt x="0" y="0"/>
                    </a:moveTo>
                    <a:lnTo>
                      <a:pt x="5" y="6"/>
                    </a:lnTo>
                    <a:lnTo>
                      <a:pt x="7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73" name="Rectangle 1694"/>
              <p:cNvSpPr>
                <a:spLocks noChangeArrowheads="1"/>
              </p:cNvSpPr>
              <p:nvPr/>
            </p:nvSpPr>
            <p:spPr bwMode="auto">
              <a:xfrm>
                <a:off x="2712" y="2439"/>
                <a:ext cx="7" cy="4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74" name="Freeform 1695"/>
              <p:cNvSpPr>
                <a:spLocks/>
              </p:cNvSpPr>
              <p:nvPr/>
            </p:nvSpPr>
            <p:spPr bwMode="auto">
              <a:xfrm>
                <a:off x="2712" y="2439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75" name="Freeform 1696"/>
              <p:cNvSpPr>
                <a:spLocks/>
              </p:cNvSpPr>
              <p:nvPr/>
            </p:nvSpPr>
            <p:spPr bwMode="auto">
              <a:xfrm>
                <a:off x="2712" y="243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4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4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76" name="Freeform 1697"/>
              <p:cNvSpPr>
                <a:spLocks/>
              </p:cNvSpPr>
              <p:nvPr/>
            </p:nvSpPr>
            <p:spPr bwMode="auto">
              <a:xfrm>
                <a:off x="2719" y="243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4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4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77" name="Freeform 1698"/>
              <p:cNvSpPr>
                <a:spLocks/>
              </p:cNvSpPr>
              <p:nvPr/>
            </p:nvSpPr>
            <p:spPr bwMode="auto">
              <a:xfrm>
                <a:off x="2712" y="2443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78" name="Freeform 1699"/>
              <p:cNvSpPr>
                <a:spLocks/>
              </p:cNvSpPr>
              <p:nvPr/>
            </p:nvSpPr>
            <p:spPr bwMode="auto">
              <a:xfrm>
                <a:off x="2712" y="2435"/>
                <a:ext cx="5" cy="6"/>
              </a:xfrm>
              <a:custGeom>
                <a:avLst/>
                <a:gdLst>
                  <a:gd name="T0" fmla="*/ 5 w 5"/>
                  <a:gd name="T1" fmla="*/ 0 h 6"/>
                  <a:gd name="T2" fmla="*/ 3 w 5"/>
                  <a:gd name="T3" fmla="*/ 6 h 6"/>
                  <a:gd name="T4" fmla="*/ 0 w 5"/>
                  <a:gd name="T5" fmla="*/ 6 h 6"/>
                  <a:gd name="T6" fmla="*/ 3 w 5"/>
                  <a:gd name="T7" fmla="*/ 0 h 6"/>
                  <a:gd name="T8" fmla="*/ 5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6"/>
                  <a:gd name="T17" fmla="*/ 5 w 5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6">
                    <a:moveTo>
                      <a:pt x="5" y="0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79" name="Freeform 1700"/>
              <p:cNvSpPr>
                <a:spLocks/>
              </p:cNvSpPr>
              <p:nvPr/>
            </p:nvSpPr>
            <p:spPr bwMode="auto">
              <a:xfrm>
                <a:off x="2712" y="2432"/>
                <a:ext cx="5" cy="9"/>
              </a:xfrm>
              <a:custGeom>
                <a:avLst/>
                <a:gdLst>
                  <a:gd name="T0" fmla="*/ 0 w 5"/>
                  <a:gd name="T1" fmla="*/ 9 h 9"/>
                  <a:gd name="T2" fmla="*/ 3 w 5"/>
                  <a:gd name="T3" fmla="*/ 3 h 9"/>
                  <a:gd name="T4" fmla="*/ 5 w 5"/>
                  <a:gd name="T5" fmla="*/ 0 h 9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9"/>
                  <a:gd name="T11" fmla="*/ 5 w 5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9">
                    <a:moveTo>
                      <a:pt x="0" y="9"/>
                    </a:moveTo>
                    <a:lnTo>
                      <a:pt x="3" y="3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80" name="Freeform 1701"/>
              <p:cNvSpPr>
                <a:spLocks/>
              </p:cNvSpPr>
              <p:nvPr/>
            </p:nvSpPr>
            <p:spPr bwMode="auto">
              <a:xfrm>
                <a:off x="2712" y="2441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81" name="Freeform 1702"/>
              <p:cNvSpPr>
                <a:spLocks/>
              </p:cNvSpPr>
              <p:nvPr/>
            </p:nvSpPr>
            <p:spPr bwMode="auto">
              <a:xfrm>
                <a:off x="2715" y="2435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82" name="Freeform 1703"/>
              <p:cNvSpPr>
                <a:spLocks/>
              </p:cNvSpPr>
              <p:nvPr/>
            </p:nvSpPr>
            <p:spPr bwMode="auto">
              <a:xfrm>
                <a:off x="2715" y="2432"/>
                <a:ext cx="4" cy="9"/>
              </a:xfrm>
              <a:custGeom>
                <a:avLst/>
                <a:gdLst>
                  <a:gd name="T0" fmla="*/ 0 w 4"/>
                  <a:gd name="T1" fmla="*/ 9 h 9"/>
                  <a:gd name="T2" fmla="*/ 2 w 4"/>
                  <a:gd name="T3" fmla="*/ 3 h 9"/>
                  <a:gd name="T4" fmla="*/ 4 w 4"/>
                  <a:gd name="T5" fmla="*/ 0 h 9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9"/>
                  <a:gd name="T11" fmla="*/ 4 w 4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9">
                    <a:moveTo>
                      <a:pt x="0" y="9"/>
                    </a:moveTo>
                    <a:lnTo>
                      <a:pt x="2" y="3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83" name="Freeform 1704"/>
              <p:cNvSpPr>
                <a:spLocks/>
              </p:cNvSpPr>
              <p:nvPr/>
            </p:nvSpPr>
            <p:spPr bwMode="auto">
              <a:xfrm>
                <a:off x="2712" y="2430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0 w 5"/>
                  <a:gd name="T3" fmla="*/ 2 h 5"/>
                  <a:gd name="T4" fmla="*/ 5 w 5"/>
                  <a:gd name="T5" fmla="*/ 0 h 5"/>
                  <a:gd name="T6" fmla="*/ 5 w 5"/>
                  <a:gd name="T7" fmla="*/ 5 h 5"/>
                  <a:gd name="T8" fmla="*/ 3 w 5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5"/>
                  <a:gd name="T17" fmla="*/ 5 w 5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5">
                    <a:moveTo>
                      <a:pt x="3" y="5"/>
                    </a:moveTo>
                    <a:lnTo>
                      <a:pt x="0" y="2"/>
                    </a:lnTo>
                    <a:lnTo>
                      <a:pt x="5" y="0"/>
                    </a:lnTo>
                    <a:lnTo>
                      <a:pt x="5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84" name="Freeform 1705"/>
              <p:cNvSpPr>
                <a:spLocks/>
              </p:cNvSpPr>
              <p:nvPr/>
            </p:nvSpPr>
            <p:spPr bwMode="auto">
              <a:xfrm>
                <a:off x="2717" y="2430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85" name="Freeform 1706"/>
              <p:cNvSpPr>
                <a:spLocks/>
              </p:cNvSpPr>
              <p:nvPr/>
            </p:nvSpPr>
            <p:spPr bwMode="auto">
              <a:xfrm>
                <a:off x="2710" y="2430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2 w 7"/>
                  <a:gd name="T3" fmla="*/ 2 h 5"/>
                  <a:gd name="T4" fmla="*/ 0 w 7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0"/>
                    </a:moveTo>
                    <a:lnTo>
                      <a:pt x="2" y="2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86" name="Freeform 1707"/>
              <p:cNvSpPr>
                <a:spLocks/>
              </p:cNvSpPr>
              <p:nvPr/>
            </p:nvSpPr>
            <p:spPr bwMode="auto">
              <a:xfrm>
                <a:off x="2712" y="2435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3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87" name="Freeform 1708"/>
              <p:cNvSpPr>
                <a:spLocks/>
              </p:cNvSpPr>
              <p:nvPr/>
            </p:nvSpPr>
            <p:spPr bwMode="auto">
              <a:xfrm>
                <a:off x="2712" y="243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5"/>
                  <a:gd name="T11" fmla="*/ 5 w 5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88" name="Freeform 1709"/>
              <p:cNvSpPr>
                <a:spLocks/>
              </p:cNvSpPr>
              <p:nvPr/>
            </p:nvSpPr>
            <p:spPr bwMode="auto">
              <a:xfrm>
                <a:off x="2712" y="2426"/>
                <a:ext cx="7" cy="6"/>
              </a:xfrm>
              <a:custGeom>
                <a:avLst/>
                <a:gdLst>
                  <a:gd name="T0" fmla="*/ 7 w 7"/>
                  <a:gd name="T1" fmla="*/ 0 h 6"/>
                  <a:gd name="T2" fmla="*/ 5 w 7"/>
                  <a:gd name="T3" fmla="*/ 6 h 6"/>
                  <a:gd name="T4" fmla="*/ 0 w 7"/>
                  <a:gd name="T5" fmla="*/ 4 h 6"/>
                  <a:gd name="T6" fmla="*/ 5 w 7"/>
                  <a:gd name="T7" fmla="*/ 0 h 6"/>
                  <a:gd name="T8" fmla="*/ 7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6"/>
                  <a:gd name="T17" fmla="*/ 7 w 7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6">
                    <a:moveTo>
                      <a:pt x="7" y="0"/>
                    </a:moveTo>
                    <a:lnTo>
                      <a:pt x="5" y="6"/>
                    </a:lnTo>
                    <a:lnTo>
                      <a:pt x="0" y="4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89" name="Freeform 1710"/>
              <p:cNvSpPr>
                <a:spLocks/>
              </p:cNvSpPr>
              <p:nvPr/>
            </p:nvSpPr>
            <p:spPr bwMode="auto">
              <a:xfrm>
                <a:off x="2712" y="2424"/>
                <a:ext cx="7" cy="6"/>
              </a:xfrm>
              <a:custGeom>
                <a:avLst/>
                <a:gdLst>
                  <a:gd name="T0" fmla="*/ 0 w 7"/>
                  <a:gd name="T1" fmla="*/ 6 h 6"/>
                  <a:gd name="T2" fmla="*/ 5 w 7"/>
                  <a:gd name="T3" fmla="*/ 2 h 6"/>
                  <a:gd name="T4" fmla="*/ 7 w 7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6"/>
                  <a:gd name="T11" fmla="*/ 7 w 7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6">
                    <a:moveTo>
                      <a:pt x="0" y="6"/>
                    </a:moveTo>
                    <a:lnTo>
                      <a:pt x="5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90" name="Freeform 1711"/>
              <p:cNvSpPr>
                <a:spLocks/>
              </p:cNvSpPr>
              <p:nvPr/>
            </p:nvSpPr>
            <p:spPr bwMode="auto">
              <a:xfrm>
                <a:off x="2712" y="2430"/>
                <a:ext cx="7" cy="5"/>
              </a:xfrm>
              <a:custGeom>
                <a:avLst/>
                <a:gdLst>
                  <a:gd name="T0" fmla="*/ 0 w 7"/>
                  <a:gd name="T1" fmla="*/ 0 h 5"/>
                  <a:gd name="T2" fmla="*/ 5 w 7"/>
                  <a:gd name="T3" fmla="*/ 2 h 5"/>
                  <a:gd name="T4" fmla="*/ 7 w 7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0"/>
                    </a:moveTo>
                    <a:lnTo>
                      <a:pt x="5" y="2"/>
                    </a:lnTo>
                    <a:lnTo>
                      <a:pt x="7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91" name="Freeform 1712"/>
              <p:cNvSpPr>
                <a:spLocks/>
              </p:cNvSpPr>
              <p:nvPr/>
            </p:nvSpPr>
            <p:spPr bwMode="auto">
              <a:xfrm>
                <a:off x="2717" y="2426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92" name="Freeform 1713"/>
              <p:cNvSpPr>
                <a:spLocks/>
              </p:cNvSpPr>
              <p:nvPr/>
            </p:nvSpPr>
            <p:spPr bwMode="auto">
              <a:xfrm>
                <a:off x="2717" y="2424"/>
                <a:ext cx="4" cy="8"/>
              </a:xfrm>
              <a:custGeom>
                <a:avLst/>
                <a:gdLst>
                  <a:gd name="T0" fmla="*/ 0 w 4"/>
                  <a:gd name="T1" fmla="*/ 8 h 8"/>
                  <a:gd name="T2" fmla="*/ 2 w 4"/>
                  <a:gd name="T3" fmla="*/ 2 h 8"/>
                  <a:gd name="T4" fmla="*/ 4 w 4"/>
                  <a:gd name="T5" fmla="*/ 0 h 8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8"/>
                  <a:gd name="T11" fmla="*/ 4 w 4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8">
                    <a:moveTo>
                      <a:pt x="0" y="8"/>
                    </a:moveTo>
                    <a:lnTo>
                      <a:pt x="2" y="2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93" name="Rectangle 1714"/>
              <p:cNvSpPr>
                <a:spLocks noChangeArrowheads="1"/>
              </p:cNvSpPr>
              <p:nvPr/>
            </p:nvSpPr>
            <p:spPr bwMode="auto">
              <a:xfrm>
                <a:off x="2721" y="2439"/>
                <a:ext cx="7" cy="4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94" name="Freeform 1715"/>
              <p:cNvSpPr>
                <a:spLocks/>
              </p:cNvSpPr>
              <p:nvPr/>
            </p:nvSpPr>
            <p:spPr bwMode="auto">
              <a:xfrm>
                <a:off x="2719" y="2443"/>
                <a:ext cx="9" cy="1"/>
              </a:xfrm>
              <a:custGeom>
                <a:avLst/>
                <a:gdLst>
                  <a:gd name="T0" fmla="*/ 9 w 9"/>
                  <a:gd name="T1" fmla="*/ 0 h 1"/>
                  <a:gd name="T2" fmla="*/ 2 w 9"/>
                  <a:gd name="T3" fmla="*/ 0 h 1"/>
                  <a:gd name="T4" fmla="*/ 0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9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95" name="Freeform 1716"/>
              <p:cNvSpPr>
                <a:spLocks/>
              </p:cNvSpPr>
              <p:nvPr/>
            </p:nvSpPr>
            <p:spPr bwMode="auto">
              <a:xfrm>
                <a:off x="2728" y="2437"/>
                <a:ext cx="1" cy="6"/>
              </a:xfrm>
              <a:custGeom>
                <a:avLst/>
                <a:gdLst>
                  <a:gd name="T0" fmla="*/ 0 w 1"/>
                  <a:gd name="T1" fmla="*/ 6 h 6"/>
                  <a:gd name="T2" fmla="*/ 0 w 1"/>
                  <a:gd name="T3" fmla="*/ 2 h 6"/>
                  <a:gd name="T4" fmla="*/ 0 w 1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6"/>
                  <a:gd name="T11" fmla="*/ 1 w 1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6">
                    <a:moveTo>
                      <a:pt x="0" y="6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96" name="Freeform 1717"/>
              <p:cNvSpPr>
                <a:spLocks/>
              </p:cNvSpPr>
              <p:nvPr/>
            </p:nvSpPr>
            <p:spPr bwMode="auto">
              <a:xfrm>
                <a:off x="2721" y="2437"/>
                <a:ext cx="1" cy="6"/>
              </a:xfrm>
              <a:custGeom>
                <a:avLst/>
                <a:gdLst>
                  <a:gd name="T0" fmla="*/ 0 w 1"/>
                  <a:gd name="T1" fmla="*/ 6 h 6"/>
                  <a:gd name="T2" fmla="*/ 0 w 1"/>
                  <a:gd name="T3" fmla="*/ 2 h 6"/>
                  <a:gd name="T4" fmla="*/ 0 w 1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6"/>
                  <a:gd name="T11" fmla="*/ 1 w 1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6">
                    <a:moveTo>
                      <a:pt x="0" y="6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97" name="Freeform 1718"/>
              <p:cNvSpPr>
                <a:spLocks/>
              </p:cNvSpPr>
              <p:nvPr/>
            </p:nvSpPr>
            <p:spPr bwMode="auto">
              <a:xfrm>
                <a:off x="2719" y="2439"/>
                <a:ext cx="9" cy="1"/>
              </a:xfrm>
              <a:custGeom>
                <a:avLst/>
                <a:gdLst>
                  <a:gd name="T0" fmla="*/ 9 w 9"/>
                  <a:gd name="T1" fmla="*/ 0 h 1"/>
                  <a:gd name="T2" fmla="*/ 2 w 9"/>
                  <a:gd name="T3" fmla="*/ 0 h 1"/>
                  <a:gd name="T4" fmla="*/ 0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9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98" name="Rectangle 1719"/>
              <p:cNvSpPr>
                <a:spLocks noChangeArrowheads="1"/>
              </p:cNvSpPr>
              <p:nvPr/>
            </p:nvSpPr>
            <p:spPr bwMode="auto">
              <a:xfrm>
                <a:off x="2717" y="2426"/>
                <a:ext cx="7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99" name="Freeform 1720"/>
              <p:cNvSpPr>
                <a:spLocks/>
              </p:cNvSpPr>
              <p:nvPr/>
            </p:nvSpPr>
            <p:spPr bwMode="auto">
              <a:xfrm>
                <a:off x="2717" y="2426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00" name="Freeform 1721"/>
              <p:cNvSpPr>
                <a:spLocks/>
              </p:cNvSpPr>
              <p:nvPr/>
            </p:nvSpPr>
            <p:spPr bwMode="auto">
              <a:xfrm>
                <a:off x="2717" y="242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01" name="Freeform 1722"/>
              <p:cNvSpPr>
                <a:spLocks/>
              </p:cNvSpPr>
              <p:nvPr/>
            </p:nvSpPr>
            <p:spPr bwMode="auto">
              <a:xfrm>
                <a:off x="2724" y="242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02" name="Freeform 1723"/>
              <p:cNvSpPr>
                <a:spLocks/>
              </p:cNvSpPr>
              <p:nvPr/>
            </p:nvSpPr>
            <p:spPr bwMode="auto">
              <a:xfrm>
                <a:off x="2717" y="2428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03" name="Rectangle 1724"/>
              <p:cNvSpPr>
                <a:spLocks noChangeArrowheads="1"/>
              </p:cNvSpPr>
              <p:nvPr/>
            </p:nvSpPr>
            <p:spPr bwMode="auto">
              <a:xfrm>
                <a:off x="2717" y="2432"/>
                <a:ext cx="7" cy="3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04" name="Freeform 1725"/>
              <p:cNvSpPr>
                <a:spLocks/>
              </p:cNvSpPr>
              <p:nvPr/>
            </p:nvSpPr>
            <p:spPr bwMode="auto">
              <a:xfrm>
                <a:off x="2717" y="2432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05" name="Freeform 1726"/>
              <p:cNvSpPr>
                <a:spLocks/>
              </p:cNvSpPr>
              <p:nvPr/>
            </p:nvSpPr>
            <p:spPr bwMode="auto">
              <a:xfrm>
                <a:off x="2717" y="2432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3 h 5"/>
                  <a:gd name="T4" fmla="*/ 0 w 1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"/>
                  <a:gd name="T11" fmla="*/ 1 w 1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06" name="Freeform 1727"/>
              <p:cNvSpPr>
                <a:spLocks/>
              </p:cNvSpPr>
              <p:nvPr/>
            </p:nvSpPr>
            <p:spPr bwMode="auto">
              <a:xfrm>
                <a:off x="2724" y="2432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3 h 5"/>
                  <a:gd name="T4" fmla="*/ 0 w 1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"/>
                  <a:gd name="T11" fmla="*/ 1 w 1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07" name="Freeform 1728"/>
              <p:cNvSpPr>
                <a:spLocks/>
              </p:cNvSpPr>
              <p:nvPr/>
            </p:nvSpPr>
            <p:spPr bwMode="auto">
              <a:xfrm>
                <a:off x="2717" y="2435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7 w 9"/>
                  <a:gd name="T3" fmla="*/ 0 h 1"/>
                  <a:gd name="T4" fmla="*/ 9 w 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"/>
                  <a:gd name="T11" fmla="*/ 9 w 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">
                    <a:moveTo>
                      <a:pt x="0" y="0"/>
                    </a:move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08" name="Rectangle 1729"/>
              <p:cNvSpPr>
                <a:spLocks noChangeArrowheads="1"/>
              </p:cNvSpPr>
              <p:nvPr/>
            </p:nvSpPr>
            <p:spPr bwMode="auto">
              <a:xfrm>
                <a:off x="2777" y="2461"/>
                <a:ext cx="2" cy="20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09" name="Freeform 1730"/>
              <p:cNvSpPr>
                <a:spLocks/>
              </p:cNvSpPr>
              <p:nvPr/>
            </p:nvSpPr>
            <p:spPr bwMode="auto">
              <a:xfrm>
                <a:off x="2777" y="2459"/>
                <a:ext cx="1" cy="22"/>
              </a:xfrm>
              <a:custGeom>
                <a:avLst/>
                <a:gdLst>
                  <a:gd name="T0" fmla="*/ 0 w 1"/>
                  <a:gd name="T1" fmla="*/ 22 h 22"/>
                  <a:gd name="T2" fmla="*/ 0 w 1"/>
                  <a:gd name="T3" fmla="*/ 2 h 22"/>
                  <a:gd name="T4" fmla="*/ 0 w 1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2"/>
                  <a:gd name="T11" fmla="*/ 1 w 1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2">
                    <a:moveTo>
                      <a:pt x="0" y="2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10" name="Freeform 1731"/>
              <p:cNvSpPr>
                <a:spLocks/>
              </p:cNvSpPr>
              <p:nvPr/>
            </p:nvSpPr>
            <p:spPr bwMode="auto">
              <a:xfrm>
                <a:off x="2777" y="248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11" name="Freeform 1732"/>
              <p:cNvSpPr>
                <a:spLocks/>
              </p:cNvSpPr>
              <p:nvPr/>
            </p:nvSpPr>
            <p:spPr bwMode="auto">
              <a:xfrm>
                <a:off x="2777" y="246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12" name="Freeform 1733"/>
              <p:cNvSpPr>
                <a:spLocks/>
              </p:cNvSpPr>
              <p:nvPr/>
            </p:nvSpPr>
            <p:spPr bwMode="auto">
              <a:xfrm>
                <a:off x="2779" y="2459"/>
                <a:ext cx="1" cy="22"/>
              </a:xfrm>
              <a:custGeom>
                <a:avLst/>
                <a:gdLst>
                  <a:gd name="T0" fmla="*/ 0 w 1"/>
                  <a:gd name="T1" fmla="*/ 22 h 22"/>
                  <a:gd name="T2" fmla="*/ 0 w 1"/>
                  <a:gd name="T3" fmla="*/ 2 h 22"/>
                  <a:gd name="T4" fmla="*/ 0 w 1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2"/>
                  <a:gd name="T11" fmla="*/ 1 w 1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2">
                    <a:moveTo>
                      <a:pt x="0" y="2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13" name="Line 1734"/>
              <p:cNvSpPr>
                <a:spLocks noChangeShapeType="1"/>
              </p:cNvSpPr>
              <p:nvPr/>
            </p:nvSpPr>
            <p:spPr bwMode="auto">
              <a:xfrm>
                <a:off x="2690" y="2448"/>
                <a:ext cx="3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14" name="Freeform 1735"/>
              <p:cNvSpPr>
                <a:spLocks/>
              </p:cNvSpPr>
              <p:nvPr/>
            </p:nvSpPr>
            <p:spPr bwMode="auto">
              <a:xfrm>
                <a:off x="2686" y="2446"/>
                <a:ext cx="4" cy="2"/>
              </a:xfrm>
              <a:custGeom>
                <a:avLst/>
                <a:gdLst>
                  <a:gd name="T0" fmla="*/ 2 w 4"/>
                  <a:gd name="T1" fmla="*/ 0 h 2"/>
                  <a:gd name="T2" fmla="*/ 0 w 4"/>
                  <a:gd name="T3" fmla="*/ 2 h 2"/>
                  <a:gd name="T4" fmla="*/ 4 w 4"/>
                  <a:gd name="T5" fmla="*/ 2 h 2"/>
                  <a:gd name="T6" fmla="*/ 4 w 4"/>
                  <a:gd name="T7" fmla="*/ 2 h 2"/>
                  <a:gd name="T8" fmla="*/ 4 w 4"/>
                  <a:gd name="T9" fmla="*/ 0 h 2"/>
                  <a:gd name="T10" fmla="*/ 2 w 4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2" y="0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15" name="Freeform 1736"/>
              <p:cNvSpPr>
                <a:spLocks/>
              </p:cNvSpPr>
              <p:nvPr/>
            </p:nvSpPr>
            <p:spPr bwMode="auto">
              <a:xfrm>
                <a:off x="2688" y="2446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16" name="Freeform 1737"/>
              <p:cNvSpPr>
                <a:spLocks/>
              </p:cNvSpPr>
              <p:nvPr/>
            </p:nvSpPr>
            <p:spPr bwMode="auto">
              <a:xfrm>
                <a:off x="2686" y="2443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2 w 4"/>
                  <a:gd name="T3" fmla="*/ 3 h 5"/>
                  <a:gd name="T4" fmla="*/ 4 w 4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5"/>
                  <a:gd name="T11" fmla="*/ 4 w 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5">
                    <a:moveTo>
                      <a:pt x="0" y="5"/>
                    </a:moveTo>
                    <a:lnTo>
                      <a:pt x="2" y="3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17" name="Freeform 1738"/>
              <p:cNvSpPr>
                <a:spLocks/>
              </p:cNvSpPr>
              <p:nvPr/>
            </p:nvSpPr>
            <p:spPr bwMode="auto">
              <a:xfrm>
                <a:off x="2688" y="2448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18" name="Freeform 1739"/>
              <p:cNvSpPr>
                <a:spLocks/>
              </p:cNvSpPr>
              <p:nvPr/>
            </p:nvSpPr>
            <p:spPr bwMode="auto">
              <a:xfrm>
                <a:off x="2690" y="244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19" name="Freeform 1740"/>
              <p:cNvSpPr>
                <a:spLocks/>
              </p:cNvSpPr>
              <p:nvPr/>
            </p:nvSpPr>
            <p:spPr bwMode="auto">
              <a:xfrm>
                <a:off x="2686" y="2448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4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4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20" name="Rectangle 1741"/>
              <p:cNvSpPr>
                <a:spLocks noChangeArrowheads="1"/>
              </p:cNvSpPr>
              <p:nvPr/>
            </p:nvSpPr>
            <p:spPr bwMode="auto">
              <a:xfrm>
                <a:off x="2690" y="2461"/>
                <a:ext cx="5" cy="20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21" name="Freeform 1742"/>
              <p:cNvSpPr>
                <a:spLocks/>
              </p:cNvSpPr>
              <p:nvPr/>
            </p:nvSpPr>
            <p:spPr bwMode="auto">
              <a:xfrm>
                <a:off x="2690" y="2459"/>
                <a:ext cx="1" cy="22"/>
              </a:xfrm>
              <a:custGeom>
                <a:avLst/>
                <a:gdLst>
                  <a:gd name="T0" fmla="*/ 0 w 1"/>
                  <a:gd name="T1" fmla="*/ 22 h 22"/>
                  <a:gd name="T2" fmla="*/ 0 w 1"/>
                  <a:gd name="T3" fmla="*/ 2 h 22"/>
                  <a:gd name="T4" fmla="*/ 0 w 1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2"/>
                  <a:gd name="T11" fmla="*/ 1 w 1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2">
                    <a:moveTo>
                      <a:pt x="0" y="2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22" name="Freeform 1743"/>
              <p:cNvSpPr>
                <a:spLocks/>
              </p:cNvSpPr>
              <p:nvPr/>
            </p:nvSpPr>
            <p:spPr bwMode="auto">
              <a:xfrm>
                <a:off x="2690" y="2481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5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5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23" name="Freeform 1744"/>
              <p:cNvSpPr>
                <a:spLocks/>
              </p:cNvSpPr>
              <p:nvPr/>
            </p:nvSpPr>
            <p:spPr bwMode="auto">
              <a:xfrm>
                <a:off x="2690" y="2461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5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5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24" name="Freeform 1745"/>
              <p:cNvSpPr>
                <a:spLocks/>
              </p:cNvSpPr>
              <p:nvPr/>
            </p:nvSpPr>
            <p:spPr bwMode="auto">
              <a:xfrm>
                <a:off x="2695" y="2459"/>
                <a:ext cx="1" cy="22"/>
              </a:xfrm>
              <a:custGeom>
                <a:avLst/>
                <a:gdLst>
                  <a:gd name="T0" fmla="*/ 0 w 1"/>
                  <a:gd name="T1" fmla="*/ 22 h 22"/>
                  <a:gd name="T2" fmla="*/ 0 w 1"/>
                  <a:gd name="T3" fmla="*/ 2 h 22"/>
                  <a:gd name="T4" fmla="*/ 0 w 1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2"/>
                  <a:gd name="T11" fmla="*/ 1 w 1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2">
                    <a:moveTo>
                      <a:pt x="0" y="2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25" name="Freeform 1746"/>
              <p:cNvSpPr>
                <a:spLocks/>
              </p:cNvSpPr>
              <p:nvPr/>
            </p:nvSpPr>
            <p:spPr bwMode="auto">
              <a:xfrm>
                <a:off x="2686" y="2456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0 h 5"/>
                  <a:gd name="T6" fmla="*/ 0 w 2"/>
                  <a:gd name="T7" fmla="*/ 5 h 5"/>
                  <a:gd name="T8" fmla="*/ 2 w 2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5"/>
                  <a:gd name="T17" fmla="*/ 2 w 2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5">
                    <a:moveTo>
                      <a:pt x="2" y="5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26" name="Freeform 1747"/>
              <p:cNvSpPr>
                <a:spLocks/>
              </p:cNvSpPr>
              <p:nvPr/>
            </p:nvSpPr>
            <p:spPr bwMode="auto">
              <a:xfrm>
                <a:off x="2684" y="246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27" name="Freeform 1748"/>
              <p:cNvSpPr>
                <a:spLocks/>
              </p:cNvSpPr>
              <p:nvPr/>
            </p:nvSpPr>
            <p:spPr bwMode="auto">
              <a:xfrm>
                <a:off x="2686" y="245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28" name="Freeform 1749"/>
              <p:cNvSpPr>
                <a:spLocks/>
              </p:cNvSpPr>
              <p:nvPr/>
            </p:nvSpPr>
            <p:spPr bwMode="auto">
              <a:xfrm>
                <a:off x="2686" y="2454"/>
                <a:ext cx="4" cy="7"/>
              </a:xfrm>
              <a:custGeom>
                <a:avLst/>
                <a:gdLst>
                  <a:gd name="T0" fmla="*/ 0 w 4"/>
                  <a:gd name="T1" fmla="*/ 7 h 7"/>
                  <a:gd name="T2" fmla="*/ 2 w 4"/>
                  <a:gd name="T3" fmla="*/ 2 h 7"/>
                  <a:gd name="T4" fmla="*/ 4 w 4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7"/>
                  <a:gd name="T11" fmla="*/ 4 w 4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7">
                    <a:moveTo>
                      <a:pt x="0" y="7"/>
                    </a:moveTo>
                    <a:lnTo>
                      <a:pt x="2" y="2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29" name="Freeform 1750"/>
              <p:cNvSpPr>
                <a:spLocks/>
              </p:cNvSpPr>
              <p:nvPr/>
            </p:nvSpPr>
            <p:spPr bwMode="auto">
              <a:xfrm>
                <a:off x="2688" y="2454"/>
                <a:ext cx="1" cy="7"/>
              </a:xfrm>
              <a:custGeom>
                <a:avLst/>
                <a:gdLst>
                  <a:gd name="T0" fmla="*/ 0 w 1"/>
                  <a:gd name="T1" fmla="*/ 7 h 7"/>
                  <a:gd name="T2" fmla="*/ 0 w 1"/>
                  <a:gd name="T3" fmla="*/ 2 h 7"/>
                  <a:gd name="T4" fmla="*/ 0 w 1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30" name="Rectangle 1751"/>
              <p:cNvSpPr>
                <a:spLocks noChangeArrowheads="1"/>
              </p:cNvSpPr>
              <p:nvPr/>
            </p:nvSpPr>
            <p:spPr bwMode="auto">
              <a:xfrm>
                <a:off x="2688" y="2456"/>
                <a:ext cx="2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31" name="Freeform 1752"/>
              <p:cNvSpPr>
                <a:spLocks/>
              </p:cNvSpPr>
              <p:nvPr/>
            </p:nvSpPr>
            <p:spPr bwMode="auto">
              <a:xfrm>
                <a:off x="2688" y="2456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32" name="Freeform 1753"/>
              <p:cNvSpPr>
                <a:spLocks/>
              </p:cNvSpPr>
              <p:nvPr/>
            </p:nvSpPr>
            <p:spPr bwMode="auto">
              <a:xfrm>
                <a:off x="2688" y="2456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33" name="Freeform 1754"/>
              <p:cNvSpPr>
                <a:spLocks/>
              </p:cNvSpPr>
              <p:nvPr/>
            </p:nvSpPr>
            <p:spPr bwMode="auto">
              <a:xfrm>
                <a:off x="2690" y="2456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34" name="Freeform 1755"/>
              <p:cNvSpPr>
                <a:spLocks/>
              </p:cNvSpPr>
              <p:nvPr/>
            </p:nvSpPr>
            <p:spPr bwMode="auto">
              <a:xfrm>
                <a:off x="2688" y="2461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35" name="Freeform 1756"/>
              <p:cNvSpPr>
                <a:spLocks/>
              </p:cNvSpPr>
              <p:nvPr/>
            </p:nvSpPr>
            <p:spPr bwMode="auto">
              <a:xfrm>
                <a:off x="2690" y="2456"/>
                <a:ext cx="5" cy="5"/>
              </a:xfrm>
              <a:custGeom>
                <a:avLst/>
                <a:gdLst>
                  <a:gd name="T0" fmla="*/ 3 w 5"/>
                  <a:gd name="T1" fmla="*/ 3 h 5"/>
                  <a:gd name="T2" fmla="*/ 0 w 5"/>
                  <a:gd name="T3" fmla="*/ 0 h 5"/>
                  <a:gd name="T4" fmla="*/ 0 w 5"/>
                  <a:gd name="T5" fmla="*/ 5 h 5"/>
                  <a:gd name="T6" fmla="*/ 0 w 5"/>
                  <a:gd name="T7" fmla="*/ 5 h 5"/>
                  <a:gd name="T8" fmla="*/ 0 w 5"/>
                  <a:gd name="T9" fmla="*/ 5 h 5"/>
                  <a:gd name="T10" fmla="*/ 5 w 5"/>
                  <a:gd name="T11" fmla="*/ 5 h 5"/>
                  <a:gd name="T12" fmla="*/ 3 w 5"/>
                  <a:gd name="T13" fmla="*/ 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5"/>
                  <a:gd name="T23" fmla="*/ 5 w 5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5">
                    <a:moveTo>
                      <a:pt x="3" y="3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36" name="Freeform 1757"/>
              <p:cNvSpPr>
                <a:spLocks/>
              </p:cNvSpPr>
              <p:nvPr/>
            </p:nvSpPr>
            <p:spPr bwMode="auto">
              <a:xfrm>
                <a:off x="2693" y="2459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2 h 4"/>
                  <a:gd name="T4" fmla="*/ 4 w 4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4"/>
                  <a:gd name="T11" fmla="*/ 4 w 4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4">
                    <a:moveTo>
                      <a:pt x="0" y="0"/>
                    </a:moveTo>
                    <a:lnTo>
                      <a:pt x="2" y="2"/>
                    </a:lnTo>
                    <a:lnTo>
                      <a:pt x="4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37" name="Freeform 1758"/>
              <p:cNvSpPr>
                <a:spLocks/>
              </p:cNvSpPr>
              <p:nvPr/>
            </p:nvSpPr>
            <p:spPr bwMode="auto">
              <a:xfrm>
                <a:off x="2690" y="2456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5"/>
                  <a:gd name="T11" fmla="*/ 5 w 5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38" name="Freeform 1759"/>
              <p:cNvSpPr>
                <a:spLocks/>
              </p:cNvSpPr>
              <p:nvPr/>
            </p:nvSpPr>
            <p:spPr bwMode="auto">
              <a:xfrm>
                <a:off x="2688" y="246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39" name="Freeform 1760"/>
              <p:cNvSpPr>
                <a:spLocks/>
              </p:cNvSpPr>
              <p:nvPr/>
            </p:nvSpPr>
            <p:spPr bwMode="auto">
              <a:xfrm>
                <a:off x="2688" y="246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40" name="Freeform 1761"/>
              <p:cNvSpPr>
                <a:spLocks/>
              </p:cNvSpPr>
              <p:nvPr/>
            </p:nvSpPr>
            <p:spPr bwMode="auto">
              <a:xfrm>
                <a:off x="2688" y="2461"/>
                <a:ext cx="7" cy="1"/>
              </a:xfrm>
              <a:custGeom>
                <a:avLst/>
                <a:gdLst>
                  <a:gd name="T0" fmla="*/ 7 w 7"/>
                  <a:gd name="T1" fmla="*/ 0 h 1"/>
                  <a:gd name="T2" fmla="*/ 2 w 7"/>
                  <a:gd name="T3" fmla="*/ 0 h 1"/>
                  <a:gd name="T4" fmla="*/ 0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7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41" name="Freeform 1762"/>
              <p:cNvSpPr>
                <a:spLocks/>
              </p:cNvSpPr>
              <p:nvPr/>
            </p:nvSpPr>
            <p:spPr bwMode="auto">
              <a:xfrm>
                <a:off x="2690" y="2456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42" name="Freeform 1763"/>
              <p:cNvSpPr>
                <a:spLocks/>
              </p:cNvSpPr>
              <p:nvPr/>
            </p:nvSpPr>
            <p:spPr bwMode="auto">
              <a:xfrm>
                <a:off x="2688" y="2443"/>
                <a:ext cx="22" cy="5"/>
              </a:xfrm>
              <a:custGeom>
                <a:avLst/>
                <a:gdLst>
                  <a:gd name="T0" fmla="*/ 22 w 22"/>
                  <a:gd name="T1" fmla="*/ 5 h 5"/>
                  <a:gd name="T2" fmla="*/ 2 w 22"/>
                  <a:gd name="T3" fmla="*/ 5 h 5"/>
                  <a:gd name="T4" fmla="*/ 0 w 22"/>
                  <a:gd name="T5" fmla="*/ 3 h 5"/>
                  <a:gd name="T6" fmla="*/ 22 w 22"/>
                  <a:gd name="T7" fmla="*/ 0 h 5"/>
                  <a:gd name="T8" fmla="*/ 22 w 22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5"/>
                  <a:gd name="T17" fmla="*/ 22 w 22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5">
                    <a:moveTo>
                      <a:pt x="22" y="5"/>
                    </a:moveTo>
                    <a:lnTo>
                      <a:pt x="2" y="5"/>
                    </a:lnTo>
                    <a:lnTo>
                      <a:pt x="0" y="3"/>
                    </a:lnTo>
                    <a:lnTo>
                      <a:pt x="22" y="0"/>
                    </a:lnTo>
                    <a:lnTo>
                      <a:pt x="22" y="5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43" name="Freeform 1764"/>
              <p:cNvSpPr>
                <a:spLocks/>
              </p:cNvSpPr>
              <p:nvPr/>
            </p:nvSpPr>
            <p:spPr bwMode="auto">
              <a:xfrm>
                <a:off x="2688" y="2441"/>
                <a:ext cx="24" cy="5"/>
              </a:xfrm>
              <a:custGeom>
                <a:avLst/>
                <a:gdLst>
                  <a:gd name="T0" fmla="*/ 0 w 24"/>
                  <a:gd name="T1" fmla="*/ 5 h 5"/>
                  <a:gd name="T2" fmla="*/ 22 w 24"/>
                  <a:gd name="T3" fmla="*/ 2 h 5"/>
                  <a:gd name="T4" fmla="*/ 24 w 24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5"/>
                  <a:gd name="T11" fmla="*/ 24 w 24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5">
                    <a:moveTo>
                      <a:pt x="0" y="5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44" name="Freeform 1765"/>
              <p:cNvSpPr>
                <a:spLocks/>
              </p:cNvSpPr>
              <p:nvPr/>
            </p:nvSpPr>
            <p:spPr bwMode="auto">
              <a:xfrm>
                <a:off x="2688" y="2446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2 w 5"/>
                  <a:gd name="T3" fmla="*/ 2 h 4"/>
                  <a:gd name="T4" fmla="*/ 5 w 5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4"/>
                  <a:gd name="T11" fmla="*/ 5 w 5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4">
                    <a:moveTo>
                      <a:pt x="0" y="0"/>
                    </a:moveTo>
                    <a:lnTo>
                      <a:pt x="2" y="2"/>
                    </a:lnTo>
                    <a:lnTo>
                      <a:pt x="5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45" name="Freeform 1766"/>
              <p:cNvSpPr>
                <a:spLocks/>
              </p:cNvSpPr>
              <p:nvPr/>
            </p:nvSpPr>
            <p:spPr bwMode="auto">
              <a:xfrm>
                <a:off x="2710" y="2443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46" name="Freeform 1767"/>
              <p:cNvSpPr>
                <a:spLocks/>
              </p:cNvSpPr>
              <p:nvPr/>
            </p:nvSpPr>
            <p:spPr bwMode="auto">
              <a:xfrm>
                <a:off x="2690" y="2448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0 w 22"/>
                  <a:gd name="T3" fmla="*/ 0 h 1"/>
                  <a:gd name="T4" fmla="*/ 22 w 2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1"/>
                  <a:gd name="T11" fmla="*/ 22 w 2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1">
                    <a:moveTo>
                      <a:pt x="0" y="0"/>
                    </a:moveTo>
                    <a:lnTo>
                      <a:pt x="20" y="0"/>
                    </a:lnTo>
                    <a:lnTo>
                      <a:pt x="2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47" name="Freeform 1768"/>
              <p:cNvSpPr>
                <a:spLocks/>
              </p:cNvSpPr>
              <p:nvPr/>
            </p:nvSpPr>
            <p:spPr bwMode="auto">
              <a:xfrm>
                <a:off x="2777" y="2456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0 w 4"/>
                  <a:gd name="T3" fmla="*/ 5 h 5"/>
                  <a:gd name="T4" fmla="*/ 2 w 4"/>
                  <a:gd name="T5" fmla="*/ 5 h 5"/>
                  <a:gd name="T6" fmla="*/ 2 w 4"/>
                  <a:gd name="T7" fmla="*/ 5 h 5"/>
                  <a:gd name="T8" fmla="*/ 4 w 4"/>
                  <a:gd name="T9" fmla="*/ 5 h 5"/>
                  <a:gd name="T10" fmla="*/ 4 w 4"/>
                  <a:gd name="T11" fmla="*/ 0 h 5"/>
                  <a:gd name="T12" fmla="*/ 0 w 4"/>
                  <a:gd name="T13" fmla="*/ 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5"/>
                  <a:gd name="T23" fmla="*/ 4 w 4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5">
                    <a:moveTo>
                      <a:pt x="0" y="3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48" name="Freeform 1769"/>
              <p:cNvSpPr>
                <a:spLocks/>
              </p:cNvSpPr>
              <p:nvPr/>
            </p:nvSpPr>
            <p:spPr bwMode="auto">
              <a:xfrm>
                <a:off x="2777" y="2454"/>
                <a:ext cx="6" cy="5"/>
              </a:xfrm>
              <a:custGeom>
                <a:avLst/>
                <a:gdLst>
                  <a:gd name="T0" fmla="*/ 0 w 6"/>
                  <a:gd name="T1" fmla="*/ 5 h 5"/>
                  <a:gd name="T2" fmla="*/ 4 w 6"/>
                  <a:gd name="T3" fmla="*/ 2 h 5"/>
                  <a:gd name="T4" fmla="*/ 6 w 6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5"/>
                  <a:gd name="T11" fmla="*/ 6 w 6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5">
                    <a:moveTo>
                      <a:pt x="0" y="5"/>
                    </a:moveTo>
                    <a:lnTo>
                      <a:pt x="4" y="2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49" name="Freeform 1770"/>
              <p:cNvSpPr>
                <a:spLocks/>
              </p:cNvSpPr>
              <p:nvPr/>
            </p:nvSpPr>
            <p:spPr bwMode="auto">
              <a:xfrm>
                <a:off x="2777" y="2456"/>
                <a:ext cx="1" cy="5"/>
              </a:xfrm>
              <a:custGeom>
                <a:avLst/>
                <a:gdLst>
                  <a:gd name="T0" fmla="*/ 0 w 1"/>
                  <a:gd name="T1" fmla="*/ 5 h 5"/>
                  <a:gd name="T2" fmla="*/ 0 w 1"/>
                  <a:gd name="T3" fmla="*/ 3 h 5"/>
                  <a:gd name="T4" fmla="*/ 0 w 1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"/>
                  <a:gd name="T11" fmla="*/ 1 w 1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">
                    <a:moveTo>
                      <a:pt x="0" y="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50" name="Freeform 1771"/>
              <p:cNvSpPr>
                <a:spLocks/>
              </p:cNvSpPr>
              <p:nvPr/>
            </p:nvSpPr>
            <p:spPr bwMode="auto">
              <a:xfrm>
                <a:off x="2779" y="246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51" name="Freeform 1772"/>
              <p:cNvSpPr>
                <a:spLocks/>
              </p:cNvSpPr>
              <p:nvPr/>
            </p:nvSpPr>
            <p:spPr bwMode="auto">
              <a:xfrm>
                <a:off x="2777" y="246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52" name="Freeform 1773"/>
              <p:cNvSpPr>
                <a:spLocks/>
              </p:cNvSpPr>
              <p:nvPr/>
            </p:nvSpPr>
            <p:spPr bwMode="auto">
              <a:xfrm>
                <a:off x="2781" y="2456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53" name="Freeform 1774"/>
              <p:cNvSpPr>
                <a:spLocks/>
              </p:cNvSpPr>
              <p:nvPr/>
            </p:nvSpPr>
            <p:spPr bwMode="auto">
              <a:xfrm>
                <a:off x="2777" y="246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54" name="Freeform 1775"/>
              <p:cNvSpPr>
                <a:spLocks/>
              </p:cNvSpPr>
              <p:nvPr/>
            </p:nvSpPr>
            <p:spPr bwMode="auto">
              <a:xfrm>
                <a:off x="2728" y="2443"/>
                <a:ext cx="55" cy="5"/>
              </a:xfrm>
              <a:custGeom>
                <a:avLst/>
                <a:gdLst>
                  <a:gd name="T0" fmla="*/ 0 w 55"/>
                  <a:gd name="T1" fmla="*/ 0 h 5"/>
                  <a:gd name="T2" fmla="*/ 0 w 55"/>
                  <a:gd name="T3" fmla="*/ 3 h 5"/>
                  <a:gd name="T4" fmla="*/ 55 w 55"/>
                  <a:gd name="T5" fmla="*/ 5 h 5"/>
                  <a:gd name="T6" fmla="*/ 55 w 55"/>
                  <a:gd name="T7" fmla="*/ 3 h 5"/>
                  <a:gd name="T8" fmla="*/ 0 w 5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5"/>
                  <a:gd name="T17" fmla="*/ 55 w 55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5">
                    <a:moveTo>
                      <a:pt x="0" y="0"/>
                    </a:moveTo>
                    <a:lnTo>
                      <a:pt x="0" y="3"/>
                    </a:lnTo>
                    <a:lnTo>
                      <a:pt x="55" y="5"/>
                    </a:lnTo>
                    <a:lnTo>
                      <a:pt x="5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55" name="Freeform 1776"/>
              <p:cNvSpPr>
                <a:spLocks/>
              </p:cNvSpPr>
              <p:nvPr/>
            </p:nvSpPr>
            <p:spPr bwMode="auto">
              <a:xfrm>
                <a:off x="2728" y="2443"/>
                <a:ext cx="58" cy="5"/>
              </a:xfrm>
              <a:custGeom>
                <a:avLst/>
                <a:gdLst>
                  <a:gd name="T0" fmla="*/ 0 w 58"/>
                  <a:gd name="T1" fmla="*/ 0 h 5"/>
                  <a:gd name="T2" fmla="*/ 55 w 58"/>
                  <a:gd name="T3" fmla="*/ 3 h 5"/>
                  <a:gd name="T4" fmla="*/ 58 w 58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58"/>
                  <a:gd name="T10" fmla="*/ 0 h 5"/>
                  <a:gd name="T11" fmla="*/ 58 w 58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8" h="5">
                    <a:moveTo>
                      <a:pt x="0" y="0"/>
                    </a:moveTo>
                    <a:lnTo>
                      <a:pt x="55" y="3"/>
                    </a:lnTo>
                    <a:lnTo>
                      <a:pt x="58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56" name="Freeform 1777"/>
              <p:cNvSpPr>
                <a:spLocks/>
              </p:cNvSpPr>
              <p:nvPr/>
            </p:nvSpPr>
            <p:spPr bwMode="auto">
              <a:xfrm>
                <a:off x="2728" y="2446"/>
                <a:ext cx="58" cy="4"/>
              </a:xfrm>
              <a:custGeom>
                <a:avLst/>
                <a:gdLst>
                  <a:gd name="T0" fmla="*/ 0 w 58"/>
                  <a:gd name="T1" fmla="*/ 0 h 4"/>
                  <a:gd name="T2" fmla="*/ 55 w 58"/>
                  <a:gd name="T3" fmla="*/ 2 h 4"/>
                  <a:gd name="T4" fmla="*/ 58 w 58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58"/>
                  <a:gd name="T10" fmla="*/ 0 h 4"/>
                  <a:gd name="T11" fmla="*/ 58 w 58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8" h="4">
                    <a:moveTo>
                      <a:pt x="0" y="0"/>
                    </a:moveTo>
                    <a:lnTo>
                      <a:pt x="55" y="2"/>
                    </a:lnTo>
                    <a:lnTo>
                      <a:pt x="58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57" name="Freeform 1778"/>
              <p:cNvSpPr>
                <a:spLocks/>
              </p:cNvSpPr>
              <p:nvPr/>
            </p:nvSpPr>
            <p:spPr bwMode="auto">
              <a:xfrm>
                <a:off x="2783" y="2446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58" name="Freeform 1779"/>
              <p:cNvSpPr>
                <a:spLocks/>
              </p:cNvSpPr>
              <p:nvPr/>
            </p:nvSpPr>
            <p:spPr bwMode="auto">
              <a:xfrm>
                <a:off x="2728" y="2443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3 h 5"/>
                  <a:gd name="T4" fmla="*/ 0 w 1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5"/>
                  <a:gd name="T11" fmla="*/ 1 w 1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59" name="Freeform 1780"/>
              <p:cNvSpPr>
                <a:spLocks noEditPoints="1"/>
              </p:cNvSpPr>
              <p:nvPr/>
            </p:nvSpPr>
            <p:spPr bwMode="auto">
              <a:xfrm>
                <a:off x="2715" y="2485"/>
                <a:ext cx="40" cy="39"/>
              </a:xfrm>
              <a:custGeom>
                <a:avLst/>
                <a:gdLst>
                  <a:gd name="T0" fmla="*/ 31 w 40"/>
                  <a:gd name="T1" fmla="*/ 9 h 39"/>
                  <a:gd name="T2" fmla="*/ 20 w 40"/>
                  <a:gd name="T3" fmla="*/ 4 h 39"/>
                  <a:gd name="T4" fmla="*/ 9 w 40"/>
                  <a:gd name="T5" fmla="*/ 9 h 39"/>
                  <a:gd name="T6" fmla="*/ 2 w 40"/>
                  <a:gd name="T7" fmla="*/ 20 h 39"/>
                  <a:gd name="T8" fmla="*/ 9 w 40"/>
                  <a:gd name="T9" fmla="*/ 33 h 39"/>
                  <a:gd name="T10" fmla="*/ 20 w 40"/>
                  <a:gd name="T11" fmla="*/ 37 h 39"/>
                  <a:gd name="T12" fmla="*/ 31 w 40"/>
                  <a:gd name="T13" fmla="*/ 33 h 39"/>
                  <a:gd name="T14" fmla="*/ 37 w 40"/>
                  <a:gd name="T15" fmla="*/ 20 h 39"/>
                  <a:gd name="T16" fmla="*/ 31 w 40"/>
                  <a:gd name="T17" fmla="*/ 9 h 39"/>
                  <a:gd name="T18" fmla="*/ 28 w 40"/>
                  <a:gd name="T19" fmla="*/ 4 h 39"/>
                  <a:gd name="T20" fmla="*/ 20 w 40"/>
                  <a:gd name="T21" fmla="*/ 0 h 39"/>
                  <a:gd name="T22" fmla="*/ 9 w 40"/>
                  <a:gd name="T23" fmla="*/ 4 h 39"/>
                  <a:gd name="T24" fmla="*/ 2 w 40"/>
                  <a:gd name="T25" fmla="*/ 11 h 39"/>
                  <a:gd name="T26" fmla="*/ 0 w 40"/>
                  <a:gd name="T27" fmla="*/ 20 h 39"/>
                  <a:gd name="T28" fmla="*/ 2 w 40"/>
                  <a:gd name="T29" fmla="*/ 31 h 39"/>
                  <a:gd name="T30" fmla="*/ 9 w 40"/>
                  <a:gd name="T31" fmla="*/ 37 h 39"/>
                  <a:gd name="T32" fmla="*/ 20 w 40"/>
                  <a:gd name="T33" fmla="*/ 39 h 39"/>
                  <a:gd name="T34" fmla="*/ 28 w 40"/>
                  <a:gd name="T35" fmla="*/ 37 h 39"/>
                  <a:gd name="T36" fmla="*/ 37 w 40"/>
                  <a:gd name="T37" fmla="*/ 31 h 39"/>
                  <a:gd name="T38" fmla="*/ 40 w 40"/>
                  <a:gd name="T39" fmla="*/ 20 h 39"/>
                  <a:gd name="T40" fmla="*/ 37 w 40"/>
                  <a:gd name="T41" fmla="*/ 11 h 39"/>
                  <a:gd name="T42" fmla="*/ 28 w 40"/>
                  <a:gd name="T43" fmla="*/ 4 h 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0"/>
                  <a:gd name="T67" fmla="*/ 0 h 39"/>
                  <a:gd name="T68" fmla="*/ 40 w 40"/>
                  <a:gd name="T69" fmla="*/ 39 h 39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0" h="39">
                    <a:moveTo>
                      <a:pt x="31" y="9"/>
                    </a:moveTo>
                    <a:lnTo>
                      <a:pt x="20" y="4"/>
                    </a:lnTo>
                    <a:lnTo>
                      <a:pt x="9" y="9"/>
                    </a:lnTo>
                    <a:lnTo>
                      <a:pt x="2" y="20"/>
                    </a:lnTo>
                    <a:lnTo>
                      <a:pt x="9" y="33"/>
                    </a:lnTo>
                    <a:lnTo>
                      <a:pt x="20" y="37"/>
                    </a:lnTo>
                    <a:lnTo>
                      <a:pt x="31" y="33"/>
                    </a:lnTo>
                    <a:lnTo>
                      <a:pt x="37" y="20"/>
                    </a:lnTo>
                    <a:lnTo>
                      <a:pt x="31" y="9"/>
                    </a:lnTo>
                    <a:close/>
                    <a:moveTo>
                      <a:pt x="28" y="4"/>
                    </a:moveTo>
                    <a:lnTo>
                      <a:pt x="20" y="0"/>
                    </a:lnTo>
                    <a:lnTo>
                      <a:pt x="9" y="4"/>
                    </a:lnTo>
                    <a:lnTo>
                      <a:pt x="2" y="11"/>
                    </a:lnTo>
                    <a:lnTo>
                      <a:pt x="0" y="20"/>
                    </a:lnTo>
                    <a:lnTo>
                      <a:pt x="2" y="31"/>
                    </a:lnTo>
                    <a:lnTo>
                      <a:pt x="9" y="37"/>
                    </a:lnTo>
                    <a:lnTo>
                      <a:pt x="20" y="39"/>
                    </a:lnTo>
                    <a:lnTo>
                      <a:pt x="28" y="37"/>
                    </a:lnTo>
                    <a:lnTo>
                      <a:pt x="37" y="31"/>
                    </a:lnTo>
                    <a:lnTo>
                      <a:pt x="40" y="20"/>
                    </a:lnTo>
                    <a:lnTo>
                      <a:pt x="37" y="11"/>
                    </a:lnTo>
                    <a:lnTo>
                      <a:pt x="28" y="4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60" name="Oval 1781"/>
              <p:cNvSpPr>
                <a:spLocks noChangeArrowheads="1"/>
              </p:cNvSpPr>
              <p:nvPr/>
            </p:nvSpPr>
            <p:spPr bwMode="auto">
              <a:xfrm>
                <a:off x="2715" y="2485"/>
                <a:ext cx="42" cy="42"/>
              </a:xfrm>
              <a:prstGeom prst="ellips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61" name="Oval 1782"/>
              <p:cNvSpPr>
                <a:spLocks noChangeArrowheads="1"/>
              </p:cNvSpPr>
              <p:nvPr/>
            </p:nvSpPr>
            <p:spPr bwMode="auto">
              <a:xfrm>
                <a:off x="2717" y="2489"/>
                <a:ext cx="38" cy="35"/>
              </a:xfrm>
              <a:prstGeom prst="ellips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62" name="Freeform 1783"/>
              <p:cNvSpPr>
                <a:spLocks/>
              </p:cNvSpPr>
              <p:nvPr/>
            </p:nvSpPr>
            <p:spPr bwMode="auto">
              <a:xfrm>
                <a:off x="2639" y="2518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4 h 4"/>
                  <a:gd name="T4" fmla="*/ 3 w 5"/>
                  <a:gd name="T5" fmla="*/ 4 h 4"/>
                  <a:gd name="T6" fmla="*/ 3 w 5"/>
                  <a:gd name="T7" fmla="*/ 2 h 4"/>
                  <a:gd name="T8" fmla="*/ 5 w 5"/>
                  <a:gd name="T9" fmla="*/ 2 h 4"/>
                  <a:gd name="T10" fmla="*/ 5 w 5"/>
                  <a:gd name="T11" fmla="*/ 0 h 4"/>
                  <a:gd name="T12" fmla="*/ 0 w 5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4"/>
                  <a:gd name="T23" fmla="*/ 5 w 5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4">
                    <a:moveTo>
                      <a:pt x="0" y="0"/>
                    </a:moveTo>
                    <a:lnTo>
                      <a:pt x="0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63" name="Freeform 1784"/>
              <p:cNvSpPr>
                <a:spLocks/>
              </p:cNvSpPr>
              <p:nvPr/>
            </p:nvSpPr>
            <p:spPr bwMode="auto">
              <a:xfrm>
                <a:off x="2639" y="2518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5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5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64" name="Freeform 1785"/>
              <p:cNvSpPr>
                <a:spLocks/>
              </p:cNvSpPr>
              <p:nvPr/>
            </p:nvSpPr>
            <p:spPr bwMode="auto">
              <a:xfrm>
                <a:off x="2639" y="2516"/>
                <a:ext cx="1" cy="6"/>
              </a:xfrm>
              <a:custGeom>
                <a:avLst/>
                <a:gdLst>
                  <a:gd name="T0" fmla="*/ 0 w 1"/>
                  <a:gd name="T1" fmla="*/ 6 h 6"/>
                  <a:gd name="T2" fmla="*/ 0 w 1"/>
                  <a:gd name="T3" fmla="*/ 2 h 6"/>
                  <a:gd name="T4" fmla="*/ 0 w 1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6"/>
                  <a:gd name="T11" fmla="*/ 1 w 1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6">
                    <a:moveTo>
                      <a:pt x="0" y="6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65" name="Freeform 1786"/>
              <p:cNvSpPr>
                <a:spLocks/>
              </p:cNvSpPr>
              <p:nvPr/>
            </p:nvSpPr>
            <p:spPr bwMode="auto">
              <a:xfrm>
                <a:off x="2642" y="2520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66" name="Freeform 1787"/>
              <p:cNvSpPr>
                <a:spLocks/>
              </p:cNvSpPr>
              <p:nvPr/>
            </p:nvSpPr>
            <p:spPr bwMode="auto">
              <a:xfrm>
                <a:off x="2642" y="2518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67" name="Freeform 1788"/>
              <p:cNvSpPr>
                <a:spLocks/>
              </p:cNvSpPr>
              <p:nvPr/>
            </p:nvSpPr>
            <p:spPr bwMode="auto">
              <a:xfrm>
                <a:off x="2644" y="251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68" name="Freeform 1789"/>
              <p:cNvSpPr>
                <a:spLocks/>
              </p:cNvSpPr>
              <p:nvPr/>
            </p:nvSpPr>
            <p:spPr bwMode="auto">
              <a:xfrm>
                <a:off x="2639" y="2522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69" name="Freeform 1790"/>
              <p:cNvSpPr>
                <a:spLocks/>
              </p:cNvSpPr>
              <p:nvPr/>
            </p:nvSpPr>
            <p:spPr bwMode="auto">
              <a:xfrm>
                <a:off x="2639" y="2520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0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70" name="Rectangle 1791"/>
              <p:cNvSpPr>
                <a:spLocks noChangeArrowheads="1"/>
              </p:cNvSpPr>
              <p:nvPr/>
            </p:nvSpPr>
            <p:spPr bwMode="auto">
              <a:xfrm>
                <a:off x="2644" y="2518"/>
                <a:ext cx="77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71" name="Freeform 1792"/>
              <p:cNvSpPr>
                <a:spLocks/>
              </p:cNvSpPr>
              <p:nvPr/>
            </p:nvSpPr>
            <p:spPr bwMode="auto">
              <a:xfrm>
                <a:off x="2644" y="2518"/>
                <a:ext cx="80" cy="1"/>
              </a:xfrm>
              <a:custGeom>
                <a:avLst/>
                <a:gdLst>
                  <a:gd name="T0" fmla="*/ 0 w 80"/>
                  <a:gd name="T1" fmla="*/ 0 h 1"/>
                  <a:gd name="T2" fmla="*/ 77 w 80"/>
                  <a:gd name="T3" fmla="*/ 0 h 1"/>
                  <a:gd name="T4" fmla="*/ 80 w 8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1"/>
                  <a:gd name="T11" fmla="*/ 80 w 8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1">
                    <a:moveTo>
                      <a:pt x="0" y="0"/>
                    </a:moveTo>
                    <a:lnTo>
                      <a:pt x="77" y="0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72" name="Freeform 1793"/>
              <p:cNvSpPr>
                <a:spLocks/>
              </p:cNvSpPr>
              <p:nvPr/>
            </p:nvSpPr>
            <p:spPr bwMode="auto">
              <a:xfrm>
                <a:off x="2644" y="251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73" name="Freeform 1794"/>
              <p:cNvSpPr>
                <a:spLocks/>
              </p:cNvSpPr>
              <p:nvPr/>
            </p:nvSpPr>
            <p:spPr bwMode="auto">
              <a:xfrm>
                <a:off x="2721" y="251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74" name="Freeform 1795"/>
              <p:cNvSpPr>
                <a:spLocks/>
              </p:cNvSpPr>
              <p:nvPr/>
            </p:nvSpPr>
            <p:spPr bwMode="auto">
              <a:xfrm>
                <a:off x="2644" y="2520"/>
                <a:ext cx="80" cy="1"/>
              </a:xfrm>
              <a:custGeom>
                <a:avLst/>
                <a:gdLst>
                  <a:gd name="T0" fmla="*/ 0 w 80"/>
                  <a:gd name="T1" fmla="*/ 0 h 1"/>
                  <a:gd name="T2" fmla="*/ 77 w 80"/>
                  <a:gd name="T3" fmla="*/ 0 h 1"/>
                  <a:gd name="T4" fmla="*/ 80 w 80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1"/>
                  <a:gd name="T11" fmla="*/ 80 w 80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1">
                    <a:moveTo>
                      <a:pt x="0" y="0"/>
                    </a:moveTo>
                    <a:lnTo>
                      <a:pt x="77" y="0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75" name="Rectangle 1796"/>
              <p:cNvSpPr>
                <a:spLocks noChangeArrowheads="1"/>
              </p:cNvSpPr>
              <p:nvPr/>
            </p:nvSpPr>
            <p:spPr bwMode="auto">
              <a:xfrm>
                <a:off x="2639" y="2522"/>
                <a:ext cx="3" cy="8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76" name="Freeform 1797"/>
              <p:cNvSpPr>
                <a:spLocks/>
              </p:cNvSpPr>
              <p:nvPr/>
            </p:nvSpPr>
            <p:spPr bwMode="auto">
              <a:xfrm>
                <a:off x="2639" y="2520"/>
                <a:ext cx="1" cy="87"/>
              </a:xfrm>
              <a:custGeom>
                <a:avLst/>
                <a:gdLst>
                  <a:gd name="T0" fmla="*/ 0 w 1"/>
                  <a:gd name="T1" fmla="*/ 87 h 87"/>
                  <a:gd name="T2" fmla="*/ 0 w 1"/>
                  <a:gd name="T3" fmla="*/ 2 h 87"/>
                  <a:gd name="T4" fmla="*/ 0 w 1"/>
                  <a:gd name="T5" fmla="*/ 0 h 8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7"/>
                  <a:gd name="T11" fmla="*/ 1 w 1"/>
                  <a:gd name="T12" fmla="*/ 87 h 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7">
                    <a:moveTo>
                      <a:pt x="0" y="8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77" name="Freeform 1798"/>
              <p:cNvSpPr>
                <a:spLocks/>
              </p:cNvSpPr>
              <p:nvPr/>
            </p:nvSpPr>
            <p:spPr bwMode="auto">
              <a:xfrm>
                <a:off x="2639" y="2607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78" name="Freeform 1799"/>
              <p:cNvSpPr>
                <a:spLocks/>
              </p:cNvSpPr>
              <p:nvPr/>
            </p:nvSpPr>
            <p:spPr bwMode="auto">
              <a:xfrm>
                <a:off x="2639" y="2522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0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79" name="Freeform 1800"/>
              <p:cNvSpPr>
                <a:spLocks/>
              </p:cNvSpPr>
              <p:nvPr/>
            </p:nvSpPr>
            <p:spPr bwMode="auto">
              <a:xfrm>
                <a:off x="2642" y="2520"/>
                <a:ext cx="1" cy="87"/>
              </a:xfrm>
              <a:custGeom>
                <a:avLst/>
                <a:gdLst>
                  <a:gd name="T0" fmla="*/ 0 w 1"/>
                  <a:gd name="T1" fmla="*/ 87 h 87"/>
                  <a:gd name="T2" fmla="*/ 0 w 1"/>
                  <a:gd name="T3" fmla="*/ 2 h 87"/>
                  <a:gd name="T4" fmla="*/ 0 w 1"/>
                  <a:gd name="T5" fmla="*/ 0 h 8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87"/>
                  <a:gd name="T11" fmla="*/ 1 w 1"/>
                  <a:gd name="T12" fmla="*/ 87 h 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87">
                    <a:moveTo>
                      <a:pt x="0" y="87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80" name="Freeform 1801"/>
              <p:cNvSpPr>
                <a:spLocks/>
              </p:cNvSpPr>
              <p:nvPr/>
            </p:nvSpPr>
            <p:spPr bwMode="auto">
              <a:xfrm>
                <a:off x="2783" y="2518"/>
                <a:ext cx="9" cy="6"/>
              </a:xfrm>
              <a:custGeom>
                <a:avLst/>
                <a:gdLst>
                  <a:gd name="T0" fmla="*/ 7 w 9"/>
                  <a:gd name="T1" fmla="*/ 2 h 6"/>
                  <a:gd name="T2" fmla="*/ 0 w 9"/>
                  <a:gd name="T3" fmla="*/ 0 h 6"/>
                  <a:gd name="T4" fmla="*/ 0 w 9"/>
                  <a:gd name="T5" fmla="*/ 2 h 6"/>
                  <a:gd name="T6" fmla="*/ 5 w 9"/>
                  <a:gd name="T7" fmla="*/ 2 h 6"/>
                  <a:gd name="T8" fmla="*/ 5 w 9"/>
                  <a:gd name="T9" fmla="*/ 6 h 6"/>
                  <a:gd name="T10" fmla="*/ 9 w 9"/>
                  <a:gd name="T11" fmla="*/ 6 h 6"/>
                  <a:gd name="T12" fmla="*/ 7 w 9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6"/>
                  <a:gd name="T23" fmla="*/ 9 w 9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6">
                    <a:moveTo>
                      <a:pt x="7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5" y="6"/>
                    </a:lnTo>
                    <a:lnTo>
                      <a:pt x="9" y="6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81" name="Freeform 1802"/>
              <p:cNvSpPr>
                <a:spLocks/>
              </p:cNvSpPr>
              <p:nvPr/>
            </p:nvSpPr>
            <p:spPr bwMode="auto">
              <a:xfrm>
                <a:off x="2790" y="2520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2 w 4"/>
                  <a:gd name="T3" fmla="*/ 4 h 7"/>
                  <a:gd name="T4" fmla="*/ 4 w 4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7"/>
                  <a:gd name="T11" fmla="*/ 4 w 4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7">
                    <a:moveTo>
                      <a:pt x="0" y="0"/>
                    </a:moveTo>
                    <a:lnTo>
                      <a:pt x="2" y="4"/>
                    </a:lnTo>
                    <a:lnTo>
                      <a:pt x="4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82" name="Freeform 1803"/>
              <p:cNvSpPr>
                <a:spLocks/>
              </p:cNvSpPr>
              <p:nvPr/>
            </p:nvSpPr>
            <p:spPr bwMode="auto">
              <a:xfrm>
                <a:off x="2783" y="2518"/>
                <a:ext cx="9" cy="4"/>
              </a:xfrm>
              <a:custGeom>
                <a:avLst/>
                <a:gdLst>
                  <a:gd name="T0" fmla="*/ 0 w 9"/>
                  <a:gd name="T1" fmla="*/ 0 h 4"/>
                  <a:gd name="T2" fmla="*/ 7 w 9"/>
                  <a:gd name="T3" fmla="*/ 2 h 4"/>
                  <a:gd name="T4" fmla="*/ 9 w 9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4"/>
                  <a:gd name="T11" fmla="*/ 9 w 9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4">
                    <a:moveTo>
                      <a:pt x="0" y="0"/>
                    </a:moveTo>
                    <a:lnTo>
                      <a:pt x="7" y="2"/>
                    </a:lnTo>
                    <a:lnTo>
                      <a:pt x="9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83" name="Freeform 1804"/>
              <p:cNvSpPr>
                <a:spLocks/>
              </p:cNvSpPr>
              <p:nvPr/>
            </p:nvSpPr>
            <p:spPr bwMode="auto">
              <a:xfrm>
                <a:off x="2788" y="2520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4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4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84" name="Freeform 1805"/>
              <p:cNvSpPr>
                <a:spLocks/>
              </p:cNvSpPr>
              <p:nvPr/>
            </p:nvSpPr>
            <p:spPr bwMode="auto">
              <a:xfrm>
                <a:off x="2783" y="2520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5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5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85" name="Freeform 1806"/>
              <p:cNvSpPr>
                <a:spLocks/>
              </p:cNvSpPr>
              <p:nvPr/>
            </p:nvSpPr>
            <p:spPr bwMode="auto">
              <a:xfrm>
                <a:off x="2786" y="2524"/>
                <a:ext cx="6" cy="1"/>
              </a:xfrm>
              <a:custGeom>
                <a:avLst/>
                <a:gdLst>
                  <a:gd name="T0" fmla="*/ 6 w 6"/>
                  <a:gd name="T1" fmla="*/ 0 h 1"/>
                  <a:gd name="T2" fmla="*/ 2 w 6"/>
                  <a:gd name="T3" fmla="*/ 0 h 1"/>
                  <a:gd name="T4" fmla="*/ 0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6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86" name="Freeform 1807"/>
              <p:cNvSpPr>
                <a:spLocks/>
              </p:cNvSpPr>
              <p:nvPr/>
            </p:nvSpPr>
            <p:spPr bwMode="auto">
              <a:xfrm>
                <a:off x="2783" y="251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87" name="Rectangle 1808"/>
              <p:cNvSpPr>
                <a:spLocks noChangeArrowheads="1"/>
              </p:cNvSpPr>
              <p:nvPr/>
            </p:nvSpPr>
            <p:spPr bwMode="auto">
              <a:xfrm>
                <a:off x="2788" y="2524"/>
                <a:ext cx="4" cy="9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88" name="Freeform 1809"/>
              <p:cNvSpPr>
                <a:spLocks/>
              </p:cNvSpPr>
              <p:nvPr/>
            </p:nvSpPr>
            <p:spPr bwMode="auto">
              <a:xfrm>
                <a:off x="2792" y="2524"/>
                <a:ext cx="1" cy="11"/>
              </a:xfrm>
              <a:custGeom>
                <a:avLst/>
                <a:gdLst>
                  <a:gd name="T0" fmla="*/ 0 w 1"/>
                  <a:gd name="T1" fmla="*/ 0 h 11"/>
                  <a:gd name="T2" fmla="*/ 0 w 1"/>
                  <a:gd name="T3" fmla="*/ 9 h 11"/>
                  <a:gd name="T4" fmla="*/ 0 w 1"/>
                  <a:gd name="T5" fmla="*/ 11 h 1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1"/>
                  <a:gd name="T11" fmla="*/ 1 w 1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1">
                    <a:moveTo>
                      <a:pt x="0" y="0"/>
                    </a:moveTo>
                    <a:lnTo>
                      <a:pt x="0" y="9"/>
                    </a:lnTo>
                    <a:lnTo>
                      <a:pt x="0" y="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89" name="Freeform 1810"/>
              <p:cNvSpPr>
                <a:spLocks/>
              </p:cNvSpPr>
              <p:nvPr/>
            </p:nvSpPr>
            <p:spPr bwMode="auto">
              <a:xfrm>
                <a:off x="2786" y="2524"/>
                <a:ext cx="6" cy="1"/>
              </a:xfrm>
              <a:custGeom>
                <a:avLst/>
                <a:gdLst>
                  <a:gd name="T0" fmla="*/ 6 w 6"/>
                  <a:gd name="T1" fmla="*/ 0 h 1"/>
                  <a:gd name="T2" fmla="*/ 2 w 6"/>
                  <a:gd name="T3" fmla="*/ 0 h 1"/>
                  <a:gd name="T4" fmla="*/ 0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6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90" name="Freeform 1811"/>
              <p:cNvSpPr>
                <a:spLocks/>
              </p:cNvSpPr>
              <p:nvPr/>
            </p:nvSpPr>
            <p:spPr bwMode="auto">
              <a:xfrm>
                <a:off x="2786" y="2533"/>
                <a:ext cx="6" cy="1"/>
              </a:xfrm>
              <a:custGeom>
                <a:avLst/>
                <a:gdLst>
                  <a:gd name="T0" fmla="*/ 6 w 6"/>
                  <a:gd name="T1" fmla="*/ 0 h 1"/>
                  <a:gd name="T2" fmla="*/ 2 w 6"/>
                  <a:gd name="T3" fmla="*/ 0 h 1"/>
                  <a:gd name="T4" fmla="*/ 0 w 6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1"/>
                  <a:gd name="T11" fmla="*/ 6 w 6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1">
                    <a:moveTo>
                      <a:pt x="6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91" name="Freeform 1812"/>
              <p:cNvSpPr>
                <a:spLocks/>
              </p:cNvSpPr>
              <p:nvPr/>
            </p:nvSpPr>
            <p:spPr bwMode="auto">
              <a:xfrm>
                <a:off x="2788" y="2524"/>
                <a:ext cx="1" cy="11"/>
              </a:xfrm>
              <a:custGeom>
                <a:avLst/>
                <a:gdLst>
                  <a:gd name="T0" fmla="*/ 0 w 1"/>
                  <a:gd name="T1" fmla="*/ 0 h 11"/>
                  <a:gd name="T2" fmla="*/ 0 w 1"/>
                  <a:gd name="T3" fmla="*/ 9 h 11"/>
                  <a:gd name="T4" fmla="*/ 0 w 1"/>
                  <a:gd name="T5" fmla="*/ 11 h 1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1"/>
                  <a:gd name="T11" fmla="*/ 1 w 1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1">
                    <a:moveTo>
                      <a:pt x="0" y="0"/>
                    </a:moveTo>
                    <a:lnTo>
                      <a:pt x="0" y="9"/>
                    </a:lnTo>
                    <a:lnTo>
                      <a:pt x="0" y="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92" name="Rectangle 1813"/>
              <p:cNvSpPr>
                <a:spLocks noChangeArrowheads="1"/>
              </p:cNvSpPr>
              <p:nvPr/>
            </p:nvSpPr>
            <p:spPr bwMode="auto">
              <a:xfrm>
                <a:off x="2748" y="2518"/>
                <a:ext cx="35" cy="2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93" name="Freeform 1814"/>
              <p:cNvSpPr>
                <a:spLocks/>
              </p:cNvSpPr>
              <p:nvPr/>
            </p:nvSpPr>
            <p:spPr bwMode="auto">
              <a:xfrm>
                <a:off x="2748" y="2518"/>
                <a:ext cx="38" cy="1"/>
              </a:xfrm>
              <a:custGeom>
                <a:avLst/>
                <a:gdLst>
                  <a:gd name="T0" fmla="*/ 0 w 38"/>
                  <a:gd name="T1" fmla="*/ 0 h 1"/>
                  <a:gd name="T2" fmla="*/ 35 w 38"/>
                  <a:gd name="T3" fmla="*/ 0 h 1"/>
                  <a:gd name="T4" fmla="*/ 38 w 38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8"/>
                  <a:gd name="T10" fmla="*/ 0 h 1"/>
                  <a:gd name="T11" fmla="*/ 38 w 3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" h="1">
                    <a:moveTo>
                      <a:pt x="0" y="0"/>
                    </a:moveTo>
                    <a:lnTo>
                      <a:pt x="35" y="0"/>
                    </a:lnTo>
                    <a:lnTo>
                      <a:pt x="3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94" name="Freeform 1815"/>
              <p:cNvSpPr>
                <a:spLocks/>
              </p:cNvSpPr>
              <p:nvPr/>
            </p:nvSpPr>
            <p:spPr bwMode="auto">
              <a:xfrm>
                <a:off x="2748" y="251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95" name="Freeform 1816"/>
              <p:cNvSpPr>
                <a:spLocks/>
              </p:cNvSpPr>
              <p:nvPr/>
            </p:nvSpPr>
            <p:spPr bwMode="auto">
              <a:xfrm>
                <a:off x="2783" y="2518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96" name="Freeform 1817"/>
              <p:cNvSpPr>
                <a:spLocks/>
              </p:cNvSpPr>
              <p:nvPr/>
            </p:nvSpPr>
            <p:spPr bwMode="auto">
              <a:xfrm>
                <a:off x="2748" y="2520"/>
                <a:ext cx="38" cy="1"/>
              </a:xfrm>
              <a:custGeom>
                <a:avLst/>
                <a:gdLst>
                  <a:gd name="T0" fmla="*/ 0 w 38"/>
                  <a:gd name="T1" fmla="*/ 0 h 1"/>
                  <a:gd name="T2" fmla="*/ 35 w 38"/>
                  <a:gd name="T3" fmla="*/ 0 h 1"/>
                  <a:gd name="T4" fmla="*/ 38 w 38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8"/>
                  <a:gd name="T10" fmla="*/ 0 h 1"/>
                  <a:gd name="T11" fmla="*/ 38 w 3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" h="1">
                    <a:moveTo>
                      <a:pt x="0" y="0"/>
                    </a:moveTo>
                    <a:lnTo>
                      <a:pt x="35" y="0"/>
                    </a:lnTo>
                    <a:lnTo>
                      <a:pt x="3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97" name="Freeform 1818"/>
              <p:cNvSpPr>
                <a:spLocks/>
              </p:cNvSpPr>
              <p:nvPr/>
            </p:nvSpPr>
            <p:spPr bwMode="auto">
              <a:xfrm>
                <a:off x="2774" y="2481"/>
                <a:ext cx="5" cy="4"/>
              </a:xfrm>
              <a:custGeom>
                <a:avLst/>
                <a:gdLst>
                  <a:gd name="T0" fmla="*/ 3 w 5"/>
                  <a:gd name="T1" fmla="*/ 2 h 4"/>
                  <a:gd name="T2" fmla="*/ 5 w 5"/>
                  <a:gd name="T3" fmla="*/ 0 h 4"/>
                  <a:gd name="T4" fmla="*/ 3 w 5"/>
                  <a:gd name="T5" fmla="*/ 0 h 4"/>
                  <a:gd name="T6" fmla="*/ 3 w 5"/>
                  <a:gd name="T7" fmla="*/ 0 h 4"/>
                  <a:gd name="T8" fmla="*/ 0 w 5"/>
                  <a:gd name="T9" fmla="*/ 2 h 4"/>
                  <a:gd name="T10" fmla="*/ 0 w 5"/>
                  <a:gd name="T11" fmla="*/ 4 h 4"/>
                  <a:gd name="T12" fmla="*/ 3 w 5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4"/>
                  <a:gd name="T23" fmla="*/ 5 w 5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4">
                    <a:moveTo>
                      <a:pt x="3" y="2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98" name="Freeform 1819"/>
              <p:cNvSpPr>
                <a:spLocks/>
              </p:cNvSpPr>
              <p:nvPr/>
            </p:nvSpPr>
            <p:spPr bwMode="auto">
              <a:xfrm>
                <a:off x="2772" y="2483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2 w 5"/>
                  <a:gd name="T3" fmla="*/ 2 h 4"/>
                  <a:gd name="T4" fmla="*/ 0 w 5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4"/>
                  <a:gd name="T11" fmla="*/ 5 w 5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4">
                    <a:moveTo>
                      <a:pt x="5" y="0"/>
                    </a:move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99" name="Freeform 1820"/>
              <p:cNvSpPr>
                <a:spLocks/>
              </p:cNvSpPr>
              <p:nvPr/>
            </p:nvSpPr>
            <p:spPr bwMode="auto">
              <a:xfrm>
                <a:off x="2774" y="2481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3 w 5"/>
                  <a:gd name="T3" fmla="*/ 2 h 4"/>
                  <a:gd name="T4" fmla="*/ 0 w 5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4"/>
                  <a:gd name="T11" fmla="*/ 5 w 5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4">
                    <a:moveTo>
                      <a:pt x="5" y="0"/>
                    </a:moveTo>
                    <a:lnTo>
                      <a:pt x="3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00" name="Freeform 1821"/>
              <p:cNvSpPr>
                <a:spLocks/>
              </p:cNvSpPr>
              <p:nvPr/>
            </p:nvSpPr>
            <p:spPr bwMode="auto">
              <a:xfrm>
                <a:off x="2772" y="2481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2 w 5"/>
                  <a:gd name="T3" fmla="*/ 2 h 4"/>
                  <a:gd name="T4" fmla="*/ 0 w 5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4"/>
                  <a:gd name="T11" fmla="*/ 5 w 5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4">
                    <a:moveTo>
                      <a:pt x="5" y="0"/>
                    </a:move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01" name="Freeform 1822"/>
              <p:cNvSpPr>
                <a:spLocks/>
              </p:cNvSpPr>
              <p:nvPr/>
            </p:nvSpPr>
            <p:spPr bwMode="auto">
              <a:xfrm>
                <a:off x="2774" y="2481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0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02" name="Freeform 1823"/>
              <p:cNvSpPr>
                <a:spLocks/>
              </p:cNvSpPr>
              <p:nvPr/>
            </p:nvSpPr>
            <p:spPr bwMode="auto">
              <a:xfrm>
                <a:off x="2774" y="2481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4"/>
                  <a:gd name="T11" fmla="*/ 1 w 1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03" name="Freeform 1824"/>
              <p:cNvSpPr>
                <a:spLocks/>
              </p:cNvSpPr>
              <p:nvPr/>
            </p:nvSpPr>
            <p:spPr bwMode="auto">
              <a:xfrm>
                <a:off x="2774" y="248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3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04" name="Rectangle 1825"/>
              <p:cNvSpPr>
                <a:spLocks noChangeArrowheads="1"/>
              </p:cNvSpPr>
              <p:nvPr/>
            </p:nvSpPr>
            <p:spPr bwMode="auto">
              <a:xfrm>
                <a:off x="2770" y="2483"/>
                <a:ext cx="2" cy="8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05" name="Freeform 1826"/>
              <p:cNvSpPr>
                <a:spLocks/>
              </p:cNvSpPr>
              <p:nvPr/>
            </p:nvSpPr>
            <p:spPr bwMode="auto">
              <a:xfrm>
                <a:off x="2770" y="2481"/>
                <a:ext cx="1" cy="10"/>
              </a:xfrm>
              <a:custGeom>
                <a:avLst/>
                <a:gdLst>
                  <a:gd name="T0" fmla="*/ 0 w 1"/>
                  <a:gd name="T1" fmla="*/ 10 h 10"/>
                  <a:gd name="T2" fmla="*/ 0 w 1"/>
                  <a:gd name="T3" fmla="*/ 2 h 10"/>
                  <a:gd name="T4" fmla="*/ 0 w 1"/>
                  <a:gd name="T5" fmla="*/ 0 h 10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0"/>
                  <a:gd name="T11" fmla="*/ 1 w 1"/>
                  <a:gd name="T12" fmla="*/ 10 h 1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0">
                    <a:moveTo>
                      <a:pt x="0" y="1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06" name="Freeform 1827"/>
              <p:cNvSpPr>
                <a:spLocks/>
              </p:cNvSpPr>
              <p:nvPr/>
            </p:nvSpPr>
            <p:spPr bwMode="auto">
              <a:xfrm>
                <a:off x="2770" y="249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07" name="Freeform 1828"/>
              <p:cNvSpPr>
                <a:spLocks/>
              </p:cNvSpPr>
              <p:nvPr/>
            </p:nvSpPr>
            <p:spPr bwMode="auto">
              <a:xfrm>
                <a:off x="2770" y="248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1"/>
                  <a:gd name="T11" fmla="*/ 4 w 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08" name="Freeform 1829"/>
              <p:cNvSpPr>
                <a:spLocks/>
              </p:cNvSpPr>
              <p:nvPr/>
            </p:nvSpPr>
            <p:spPr bwMode="auto">
              <a:xfrm>
                <a:off x="2772" y="2481"/>
                <a:ext cx="1" cy="10"/>
              </a:xfrm>
              <a:custGeom>
                <a:avLst/>
                <a:gdLst>
                  <a:gd name="T0" fmla="*/ 0 w 1"/>
                  <a:gd name="T1" fmla="*/ 10 h 10"/>
                  <a:gd name="T2" fmla="*/ 0 w 1"/>
                  <a:gd name="T3" fmla="*/ 2 h 10"/>
                  <a:gd name="T4" fmla="*/ 0 w 1"/>
                  <a:gd name="T5" fmla="*/ 0 h 10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0"/>
                  <a:gd name="T11" fmla="*/ 1 w 1"/>
                  <a:gd name="T12" fmla="*/ 10 h 1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0">
                    <a:moveTo>
                      <a:pt x="0" y="1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09" name="Rectangle 1830"/>
              <p:cNvSpPr>
                <a:spLocks noChangeArrowheads="1"/>
              </p:cNvSpPr>
              <p:nvPr/>
            </p:nvSpPr>
            <p:spPr bwMode="auto">
              <a:xfrm>
                <a:off x="2748" y="2489"/>
                <a:ext cx="22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10" name="Freeform 1831"/>
              <p:cNvSpPr>
                <a:spLocks/>
              </p:cNvSpPr>
              <p:nvPr/>
            </p:nvSpPr>
            <p:spPr bwMode="auto">
              <a:xfrm>
                <a:off x="2748" y="2489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11" name="Freeform 1832"/>
              <p:cNvSpPr>
                <a:spLocks/>
              </p:cNvSpPr>
              <p:nvPr/>
            </p:nvSpPr>
            <p:spPr bwMode="auto">
              <a:xfrm>
                <a:off x="2748" y="248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12" name="Freeform 1833"/>
              <p:cNvSpPr>
                <a:spLocks/>
              </p:cNvSpPr>
              <p:nvPr/>
            </p:nvSpPr>
            <p:spPr bwMode="auto">
              <a:xfrm>
                <a:off x="2770" y="248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13" name="Freeform 1834"/>
              <p:cNvSpPr>
                <a:spLocks/>
              </p:cNvSpPr>
              <p:nvPr/>
            </p:nvSpPr>
            <p:spPr bwMode="auto">
              <a:xfrm>
                <a:off x="2748" y="2494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14" name="Rectangle 1835"/>
              <p:cNvSpPr>
                <a:spLocks noChangeArrowheads="1"/>
              </p:cNvSpPr>
              <p:nvPr/>
            </p:nvSpPr>
            <p:spPr bwMode="auto">
              <a:xfrm>
                <a:off x="2748" y="2489"/>
                <a:ext cx="22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15" name="Freeform 1836"/>
              <p:cNvSpPr>
                <a:spLocks/>
              </p:cNvSpPr>
              <p:nvPr/>
            </p:nvSpPr>
            <p:spPr bwMode="auto">
              <a:xfrm>
                <a:off x="2748" y="2489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16" name="Freeform 1837"/>
              <p:cNvSpPr>
                <a:spLocks/>
              </p:cNvSpPr>
              <p:nvPr/>
            </p:nvSpPr>
            <p:spPr bwMode="auto">
              <a:xfrm>
                <a:off x="2748" y="248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17" name="Freeform 1838"/>
              <p:cNvSpPr>
                <a:spLocks/>
              </p:cNvSpPr>
              <p:nvPr/>
            </p:nvSpPr>
            <p:spPr bwMode="auto">
              <a:xfrm>
                <a:off x="2770" y="248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18" name="Freeform 1839"/>
              <p:cNvSpPr>
                <a:spLocks/>
              </p:cNvSpPr>
              <p:nvPr/>
            </p:nvSpPr>
            <p:spPr bwMode="auto">
              <a:xfrm>
                <a:off x="2748" y="2494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19" name="Rectangle 1840"/>
              <p:cNvSpPr>
                <a:spLocks noChangeArrowheads="1"/>
              </p:cNvSpPr>
              <p:nvPr/>
            </p:nvSpPr>
            <p:spPr bwMode="auto">
              <a:xfrm>
                <a:off x="2748" y="2489"/>
                <a:ext cx="22" cy="5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eaLnBrk="1" hangingPunct="1"/>
                <a:endParaRPr lang="ko-KR" altLang="en-US">
                  <a:solidFill>
                    <a:srgbClr val="3333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20" name="Freeform 1841"/>
              <p:cNvSpPr>
                <a:spLocks/>
              </p:cNvSpPr>
              <p:nvPr/>
            </p:nvSpPr>
            <p:spPr bwMode="auto">
              <a:xfrm>
                <a:off x="2748" y="2489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21" name="Freeform 1842"/>
              <p:cNvSpPr>
                <a:spLocks/>
              </p:cNvSpPr>
              <p:nvPr/>
            </p:nvSpPr>
            <p:spPr bwMode="auto">
              <a:xfrm>
                <a:off x="2748" y="248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22" name="Freeform 1843"/>
              <p:cNvSpPr>
                <a:spLocks/>
              </p:cNvSpPr>
              <p:nvPr/>
            </p:nvSpPr>
            <p:spPr bwMode="auto">
              <a:xfrm>
                <a:off x="2770" y="2489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 h 7"/>
                  <a:gd name="T4" fmla="*/ 0 w 1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7"/>
                  <a:gd name="T11" fmla="*/ 1 w 1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23" name="Freeform 1844"/>
              <p:cNvSpPr>
                <a:spLocks/>
              </p:cNvSpPr>
              <p:nvPr/>
            </p:nvSpPr>
            <p:spPr bwMode="auto">
              <a:xfrm>
                <a:off x="2748" y="2494"/>
                <a:ext cx="24" cy="1"/>
              </a:xfrm>
              <a:custGeom>
                <a:avLst/>
                <a:gdLst>
                  <a:gd name="T0" fmla="*/ 0 w 24"/>
                  <a:gd name="T1" fmla="*/ 0 h 1"/>
                  <a:gd name="T2" fmla="*/ 22 w 24"/>
                  <a:gd name="T3" fmla="*/ 0 h 1"/>
                  <a:gd name="T4" fmla="*/ 24 w 24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1"/>
                  <a:gd name="T11" fmla="*/ 24 w 24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1">
                    <a:moveTo>
                      <a:pt x="0" y="0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24" name="Freeform 1845"/>
              <p:cNvSpPr>
                <a:spLocks/>
              </p:cNvSpPr>
              <p:nvPr/>
            </p:nvSpPr>
            <p:spPr bwMode="auto">
              <a:xfrm>
                <a:off x="2715" y="2478"/>
                <a:ext cx="9" cy="13"/>
              </a:xfrm>
              <a:custGeom>
                <a:avLst/>
                <a:gdLst>
                  <a:gd name="T0" fmla="*/ 9 w 9"/>
                  <a:gd name="T1" fmla="*/ 0 h 13"/>
                  <a:gd name="T2" fmla="*/ 4 w 9"/>
                  <a:gd name="T3" fmla="*/ 13 h 13"/>
                  <a:gd name="T4" fmla="*/ 0 w 9"/>
                  <a:gd name="T5" fmla="*/ 13 h 13"/>
                  <a:gd name="T6" fmla="*/ 6 w 9"/>
                  <a:gd name="T7" fmla="*/ 0 h 13"/>
                  <a:gd name="T8" fmla="*/ 9 w 9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13"/>
                  <a:gd name="T17" fmla="*/ 9 w 9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13">
                    <a:moveTo>
                      <a:pt x="9" y="0"/>
                    </a:moveTo>
                    <a:lnTo>
                      <a:pt x="4" y="13"/>
                    </a:lnTo>
                    <a:lnTo>
                      <a:pt x="0" y="13"/>
                    </a:lnTo>
                    <a:lnTo>
                      <a:pt x="6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3653" name="Freeform 1846"/>
            <p:cNvSpPr>
              <a:spLocks/>
            </p:cNvSpPr>
            <p:nvPr/>
          </p:nvSpPr>
          <p:spPr bwMode="auto">
            <a:xfrm>
              <a:off x="1656" y="3432"/>
              <a:ext cx="6" cy="8"/>
            </a:xfrm>
            <a:custGeom>
              <a:avLst/>
              <a:gdLst>
                <a:gd name="T0" fmla="*/ 0 w 9"/>
                <a:gd name="T1" fmla="*/ 1 h 15"/>
                <a:gd name="T2" fmla="*/ 1 w 9"/>
                <a:gd name="T3" fmla="*/ 1 h 15"/>
                <a:gd name="T4" fmla="*/ 1 w 9"/>
                <a:gd name="T5" fmla="*/ 0 h 15"/>
                <a:gd name="T6" fmla="*/ 0 60000 65536"/>
                <a:gd name="T7" fmla="*/ 0 60000 65536"/>
                <a:gd name="T8" fmla="*/ 0 60000 65536"/>
                <a:gd name="T9" fmla="*/ 0 w 9"/>
                <a:gd name="T10" fmla="*/ 0 h 15"/>
                <a:gd name="T11" fmla="*/ 9 w 9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5">
                  <a:moveTo>
                    <a:pt x="0" y="15"/>
                  </a:moveTo>
                  <a:lnTo>
                    <a:pt x="6" y="2"/>
                  </a:lnTo>
                  <a:lnTo>
                    <a:pt x="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54" name="Freeform 1847"/>
            <p:cNvSpPr>
              <a:spLocks/>
            </p:cNvSpPr>
            <p:nvPr/>
          </p:nvSpPr>
          <p:spPr bwMode="auto">
            <a:xfrm>
              <a:off x="1656" y="3440"/>
              <a:ext cx="3" cy="1"/>
            </a:xfrm>
            <a:custGeom>
              <a:avLst/>
              <a:gdLst>
                <a:gd name="T0" fmla="*/ 0 w 6"/>
                <a:gd name="T1" fmla="*/ 0 h 1"/>
                <a:gd name="T2" fmla="*/ 1 w 6"/>
                <a:gd name="T3" fmla="*/ 0 h 1"/>
                <a:gd name="T4" fmla="*/ 1 w 6"/>
                <a:gd name="T5" fmla="*/ 0 h 1"/>
                <a:gd name="T6" fmla="*/ 0 60000 65536"/>
                <a:gd name="T7" fmla="*/ 0 60000 65536"/>
                <a:gd name="T8" fmla="*/ 0 60000 65536"/>
                <a:gd name="T9" fmla="*/ 0 w 6"/>
                <a:gd name="T10" fmla="*/ 0 h 1"/>
                <a:gd name="T11" fmla="*/ 6 w 6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1">
                  <a:moveTo>
                    <a:pt x="0" y="0"/>
                  </a:moveTo>
                  <a:lnTo>
                    <a:pt x="4" y="0"/>
                  </a:lnTo>
                  <a:lnTo>
                    <a:pt x="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55" name="Freeform 1848"/>
            <p:cNvSpPr>
              <a:spLocks/>
            </p:cNvSpPr>
            <p:nvPr/>
          </p:nvSpPr>
          <p:spPr bwMode="auto">
            <a:xfrm>
              <a:off x="1659" y="3433"/>
              <a:ext cx="4" cy="0"/>
            </a:xfrm>
            <a:custGeom>
              <a:avLst/>
              <a:gdLst>
                <a:gd name="T0" fmla="*/ 0 w 5"/>
                <a:gd name="T1" fmla="*/ 2 w 5"/>
                <a:gd name="T2" fmla="*/ 2 w 5"/>
                <a:gd name="T3" fmla="*/ 0 60000 65536"/>
                <a:gd name="T4" fmla="*/ 0 60000 65536"/>
                <a:gd name="T5" fmla="*/ 0 60000 65536"/>
                <a:gd name="T6" fmla="*/ 0 w 5"/>
                <a:gd name="T7" fmla="*/ 5 w 5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5">
                  <a:moveTo>
                    <a:pt x="0" y="0"/>
                  </a:moveTo>
                  <a:lnTo>
                    <a:pt x="3" y="0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56" name="Freeform 1849"/>
            <p:cNvSpPr>
              <a:spLocks/>
            </p:cNvSpPr>
            <p:nvPr/>
          </p:nvSpPr>
          <p:spPr bwMode="auto">
            <a:xfrm>
              <a:off x="1658" y="3432"/>
              <a:ext cx="5" cy="8"/>
            </a:xfrm>
            <a:custGeom>
              <a:avLst/>
              <a:gdLst>
                <a:gd name="T0" fmla="*/ 0 w 7"/>
                <a:gd name="T1" fmla="*/ 1 h 15"/>
                <a:gd name="T2" fmla="*/ 1 w 7"/>
                <a:gd name="T3" fmla="*/ 1 h 15"/>
                <a:gd name="T4" fmla="*/ 1 w 7"/>
                <a:gd name="T5" fmla="*/ 0 h 15"/>
                <a:gd name="T6" fmla="*/ 0 60000 65536"/>
                <a:gd name="T7" fmla="*/ 0 60000 65536"/>
                <a:gd name="T8" fmla="*/ 0 60000 65536"/>
                <a:gd name="T9" fmla="*/ 0 w 7"/>
                <a:gd name="T10" fmla="*/ 0 h 15"/>
                <a:gd name="T11" fmla="*/ 7 w 7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15">
                  <a:moveTo>
                    <a:pt x="0" y="15"/>
                  </a:moveTo>
                  <a:lnTo>
                    <a:pt x="5" y="2"/>
                  </a:lnTo>
                  <a:lnTo>
                    <a:pt x="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57" name="Freeform 1850"/>
            <p:cNvSpPr>
              <a:spLocks/>
            </p:cNvSpPr>
            <p:nvPr/>
          </p:nvSpPr>
          <p:spPr bwMode="auto">
            <a:xfrm>
              <a:off x="1654" y="3433"/>
              <a:ext cx="5" cy="7"/>
            </a:xfrm>
            <a:custGeom>
              <a:avLst/>
              <a:gdLst>
                <a:gd name="T0" fmla="*/ 1 w 9"/>
                <a:gd name="T1" fmla="*/ 0 h 13"/>
                <a:gd name="T2" fmla="*/ 1 w 9"/>
                <a:gd name="T3" fmla="*/ 1 h 13"/>
                <a:gd name="T4" fmla="*/ 0 w 9"/>
                <a:gd name="T5" fmla="*/ 1 h 13"/>
                <a:gd name="T6" fmla="*/ 1 w 9"/>
                <a:gd name="T7" fmla="*/ 0 h 13"/>
                <a:gd name="T8" fmla="*/ 1 w 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13"/>
                <a:gd name="T17" fmla="*/ 9 w 9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13">
                  <a:moveTo>
                    <a:pt x="9" y="0"/>
                  </a:moveTo>
                  <a:lnTo>
                    <a:pt x="3" y="13"/>
                  </a:lnTo>
                  <a:lnTo>
                    <a:pt x="0" y="13"/>
                  </a:lnTo>
                  <a:lnTo>
                    <a:pt x="7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58" name="Freeform 1851"/>
            <p:cNvSpPr>
              <a:spLocks/>
            </p:cNvSpPr>
            <p:nvPr/>
          </p:nvSpPr>
          <p:spPr bwMode="auto">
            <a:xfrm>
              <a:off x="1654" y="3432"/>
              <a:ext cx="5" cy="8"/>
            </a:xfrm>
            <a:custGeom>
              <a:avLst/>
              <a:gdLst>
                <a:gd name="T0" fmla="*/ 0 w 9"/>
                <a:gd name="T1" fmla="*/ 1 h 15"/>
                <a:gd name="T2" fmla="*/ 1 w 9"/>
                <a:gd name="T3" fmla="*/ 1 h 15"/>
                <a:gd name="T4" fmla="*/ 1 w 9"/>
                <a:gd name="T5" fmla="*/ 0 h 15"/>
                <a:gd name="T6" fmla="*/ 0 60000 65536"/>
                <a:gd name="T7" fmla="*/ 0 60000 65536"/>
                <a:gd name="T8" fmla="*/ 0 60000 65536"/>
                <a:gd name="T9" fmla="*/ 0 w 9"/>
                <a:gd name="T10" fmla="*/ 0 h 15"/>
                <a:gd name="T11" fmla="*/ 9 w 9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5">
                  <a:moveTo>
                    <a:pt x="0" y="15"/>
                  </a:moveTo>
                  <a:lnTo>
                    <a:pt x="7" y="2"/>
                  </a:lnTo>
                  <a:lnTo>
                    <a:pt x="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59" name="Freeform 1852"/>
            <p:cNvSpPr>
              <a:spLocks/>
            </p:cNvSpPr>
            <p:nvPr/>
          </p:nvSpPr>
          <p:spPr bwMode="auto">
            <a:xfrm>
              <a:off x="1654" y="3440"/>
              <a:ext cx="3" cy="1"/>
            </a:xfrm>
            <a:custGeom>
              <a:avLst/>
              <a:gdLst>
                <a:gd name="T0" fmla="*/ 0 w 5"/>
                <a:gd name="T1" fmla="*/ 0 h 1"/>
                <a:gd name="T2" fmla="*/ 1 w 5"/>
                <a:gd name="T3" fmla="*/ 0 h 1"/>
                <a:gd name="T4" fmla="*/ 1 w 5"/>
                <a:gd name="T5" fmla="*/ 0 h 1"/>
                <a:gd name="T6" fmla="*/ 0 60000 65536"/>
                <a:gd name="T7" fmla="*/ 0 60000 65536"/>
                <a:gd name="T8" fmla="*/ 0 60000 65536"/>
                <a:gd name="T9" fmla="*/ 0 w 5"/>
                <a:gd name="T10" fmla="*/ 0 h 1"/>
                <a:gd name="T11" fmla="*/ 5 w 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1">
                  <a:moveTo>
                    <a:pt x="0" y="0"/>
                  </a:moveTo>
                  <a:lnTo>
                    <a:pt x="3" y="0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60" name="Freeform 1853"/>
            <p:cNvSpPr>
              <a:spLocks/>
            </p:cNvSpPr>
            <p:nvPr/>
          </p:nvSpPr>
          <p:spPr bwMode="auto">
            <a:xfrm>
              <a:off x="1658" y="3433"/>
              <a:ext cx="4" cy="0"/>
            </a:xfrm>
            <a:custGeom>
              <a:avLst/>
              <a:gdLst>
                <a:gd name="T0" fmla="*/ 0 w 5"/>
                <a:gd name="T1" fmla="*/ 2 w 5"/>
                <a:gd name="T2" fmla="*/ 2 w 5"/>
                <a:gd name="T3" fmla="*/ 0 60000 65536"/>
                <a:gd name="T4" fmla="*/ 0 60000 65536"/>
                <a:gd name="T5" fmla="*/ 0 60000 65536"/>
                <a:gd name="T6" fmla="*/ 0 w 5"/>
                <a:gd name="T7" fmla="*/ 5 w 5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5">
                  <a:moveTo>
                    <a:pt x="0" y="0"/>
                  </a:moveTo>
                  <a:lnTo>
                    <a:pt x="2" y="0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61" name="Freeform 1854"/>
            <p:cNvSpPr>
              <a:spLocks/>
            </p:cNvSpPr>
            <p:nvPr/>
          </p:nvSpPr>
          <p:spPr bwMode="auto">
            <a:xfrm>
              <a:off x="1656" y="3432"/>
              <a:ext cx="6" cy="8"/>
            </a:xfrm>
            <a:custGeom>
              <a:avLst/>
              <a:gdLst>
                <a:gd name="T0" fmla="*/ 0 w 9"/>
                <a:gd name="T1" fmla="*/ 1 h 15"/>
                <a:gd name="T2" fmla="*/ 1 w 9"/>
                <a:gd name="T3" fmla="*/ 1 h 15"/>
                <a:gd name="T4" fmla="*/ 1 w 9"/>
                <a:gd name="T5" fmla="*/ 0 h 15"/>
                <a:gd name="T6" fmla="*/ 0 60000 65536"/>
                <a:gd name="T7" fmla="*/ 0 60000 65536"/>
                <a:gd name="T8" fmla="*/ 0 60000 65536"/>
                <a:gd name="T9" fmla="*/ 0 w 9"/>
                <a:gd name="T10" fmla="*/ 0 h 15"/>
                <a:gd name="T11" fmla="*/ 9 w 9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5">
                  <a:moveTo>
                    <a:pt x="0" y="15"/>
                  </a:moveTo>
                  <a:lnTo>
                    <a:pt x="6" y="2"/>
                  </a:lnTo>
                  <a:lnTo>
                    <a:pt x="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62" name="Rectangle 1855"/>
            <p:cNvSpPr>
              <a:spLocks noChangeArrowheads="1"/>
            </p:cNvSpPr>
            <p:nvPr/>
          </p:nvSpPr>
          <p:spPr bwMode="auto">
            <a:xfrm>
              <a:off x="1662" y="3430"/>
              <a:ext cx="1" cy="3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63" name="Line 1856"/>
            <p:cNvSpPr>
              <a:spLocks noChangeShapeType="1"/>
            </p:cNvSpPr>
            <p:nvPr/>
          </p:nvSpPr>
          <p:spPr bwMode="auto">
            <a:xfrm>
              <a:off x="1662" y="3430"/>
              <a:ext cx="1" cy="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64" name="Freeform 1857"/>
            <p:cNvSpPr>
              <a:spLocks/>
            </p:cNvSpPr>
            <p:nvPr/>
          </p:nvSpPr>
          <p:spPr bwMode="auto">
            <a:xfrm>
              <a:off x="1662" y="3430"/>
              <a:ext cx="1" cy="4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 h 7"/>
                <a:gd name="T4" fmla="*/ 0 w 1"/>
                <a:gd name="T5" fmla="*/ 1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0"/>
                  </a:moveTo>
                  <a:lnTo>
                    <a:pt x="0" y="4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65" name="Freeform 1858"/>
            <p:cNvSpPr>
              <a:spLocks/>
            </p:cNvSpPr>
            <p:nvPr/>
          </p:nvSpPr>
          <p:spPr bwMode="auto">
            <a:xfrm>
              <a:off x="1662" y="3430"/>
              <a:ext cx="1" cy="4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 h 7"/>
                <a:gd name="T4" fmla="*/ 0 w 1"/>
                <a:gd name="T5" fmla="*/ 1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0"/>
                  </a:moveTo>
                  <a:lnTo>
                    <a:pt x="0" y="4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66" name="Line 1859"/>
            <p:cNvSpPr>
              <a:spLocks noChangeShapeType="1"/>
            </p:cNvSpPr>
            <p:nvPr/>
          </p:nvSpPr>
          <p:spPr bwMode="auto">
            <a:xfrm>
              <a:off x="1662" y="3433"/>
              <a:ext cx="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67" name="Rectangle 1860"/>
            <p:cNvSpPr>
              <a:spLocks noChangeArrowheads="1"/>
            </p:cNvSpPr>
            <p:nvPr/>
          </p:nvSpPr>
          <p:spPr bwMode="auto">
            <a:xfrm>
              <a:off x="1657" y="3430"/>
              <a:ext cx="1" cy="3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68" name="Freeform 1861"/>
            <p:cNvSpPr>
              <a:spLocks/>
            </p:cNvSpPr>
            <p:nvPr/>
          </p:nvSpPr>
          <p:spPr bwMode="auto">
            <a:xfrm>
              <a:off x="1657" y="3430"/>
              <a:ext cx="2" cy="1"/>
            </a:xfrm>
            <a:custGeom>
              <a:avLst/>
              <a:gdLst>
                <a:gd name="T0" fmla="*/ 0 w 4"/>
                <a:gd name="T1" fmla="*/ 0 h 1"/>
                <a:gd name="T2" fmla="*/ 1 w 4"/>
                <a:gd name="T3" fmla="*/ 0 h 1"/>
                <a:gd name="T4" fmla="*/ 1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69" name="Freeform 1862"/>
            <p:cNvSpPr>
              <a:spLocks/>
            </p:cNvSpPr>
            <p:nvPr/>
          </p:nvSpPr>
          <p:spPr bwMode="auto">
            <a:xfrm>
              <a:off x="1657" y="3430"/>
              <a:ext cx="1" cy="4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 h 7"/>
                <a:gd name="T4" fmla="*/ 0 w 1"/>
                <a:gd name="T5" fmla="*/ 1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0"/>
                  </a:moveTo>
                  <a:lnTo>
                    <a:pt x="0" y="4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70" name="Freeform 1863"/>
            <p:cNvSpPr>
              <a:spLocks/>
            </p:cNvSpPr>
            <p:nvPr/>
          </p:nvSpPr>
          <p:spPr bwMode="auto">
            <a:xfrm>
              <a:off x="1658" y="3430"/>
              <a:ext cx="1" cy="4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 h 7"/>
                <a:gd name="T4" fmla="*/ 0 w 1"/>
                <a:gd name="T5" fmla="*/ 1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0"/>
                  </a:moveTo>
                  <a:lnTo>
                    <a:pt x="0" y="4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71" name="Freeform 1864"/>
            <p:cNvSpPr>
              <a:spLocks/>
            </p:cNvSpPr>
            <p:nvPr/>
          </p:nvSpPr>
          <p:spPr bwMode="auto">
            <a:xfrm>
              <a:off x="1657" y="3433"/>
              <a:ext cx="2" cy="0"/>
            </a:xfrm>
            <a:custGeom>
              <a:avLst/>
              <a:gdLst>
                <a:gd name="T0" fmla="*/ 0 w 4"/>
                <a:gd name="T1" fmla="*/ 1 w 4"/>
                <a:gd name="T2" fmla="*/ 1 w 4"/>
                <a:gd name="T3" fmla="*/ 0 60000 65536"/>
                <a:gd name="T4" fmla="*/ 0 60000 65536"/>
                <a:gd name="T5" fmla="*/ 0 60000 65536"/>
                <a:gd name="T6" fmla="*/ 0 w 4"/>
                <a:gd name="T7" fmla="*/ 4 w 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4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72" name="Freeform 1865"/>
            <p:cNvSpPr>
              <a:spLocks/>
            </p:cNvSpPr>
            <p:nvPr/>
          </p:nvSpPr>
          <p:spPr bwMode="auto">
            <a:xfrm>
              <a:off x="1656" y="3432"/>
              <a:ext cx="1" cy="0"/>
            </a:xfrm>
            <a:custGeom>
              <a:avLst/>
              <a:gdLst>
                <a:gd name="T0" fmla="*/ 1 w 2"/>
                <a:gd name="T1" fmla="*/ 1 w 2"/>
                <a:gd name="T2" fmla="*/ 0 w 2"/>
                <a:gd name="T3" fmla="*/ 0 60000 65536"/>
                <a:gd name="T4" fmla="*/ 0 60000 65536"/>
                <a:gd name="T5" fmla="*/ 0 60000 65536"/>
                <a:gd name="T6" fmla="*/ 0 w 2"/>
                <a:gd name="T7" fmla="*/ 2 w 2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73" name="Rectangle 1866"/>
            <p:cNvSpPr>
              <a:spLocks noChangeArrowheads="1"/>
            </p:cNvSpPr>
            <p:nvPr/>
          </p:nvSpPr>
          <p:spPr bwMode="auto">
            <a:xfrm>
              <a:off x="1657" y="3432"/>
              <a:ext cx="1" cy="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74" name="Freeform 1867"/>
            <p:cNvSpPr>
              <a:spLocks/>
            </p:cNvSpPr>
            <p:nvPr/>
          </p:nvSpPr>
          <p:spPr bwMode="auto">
            <a:xfrm>
              <a:off x="1657" y="3430"/>
              <a:ext cx="1" cy="3"/>
            </a:xfrm>
            <a:custGeom>
              <a:avLst/>
              <a:gdLst>
                <a:gd name="T0" fmla="*/ 0 w 1"/>
                <a:gd name="T1" fmla="*/ 2 h 4"/>
                <a:gd name="T2" fmla="*/ 0 w 1"/>
                <a:gd name="T3" fmla="*/ 2 h 4"/>
                <a:gd name="T4" fmla="*/ 0 w 1"/>
                <a:gd name="T5" fmla="*/ 0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4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75" name="Freeform 1868"/>
            <p:cNvSpPr>
              <a:spLocks/>
            </p:cNvSpPr>
            <p:nvPr/>
          </p:nvSpPr>
          <p:spPr bwMode="auto">
            <a:xfrm>
              <a:off x="1657" y="3433"/>
              <a:ext cx="2" cy="0"/>
            </a:xfrm>
            <a:custGeom>
              <a:avLst/>
              <a:gdLst>
                <a:gd name="T0" fmla="*/ 0 w 4"/>
                <a:gd name="T1" fmla="*/ 1 w 4"/>
                <a:gd name="T2" fmla="*/ 1 w 4"/>
                <a:gd name="T3" fmla="*/ 0 60000 65536"/>
                <a:gd name="T4" fmla="*/ 0 60000 65536"/>
                <a:gd name="T5" fmla="*/ 0 60000 65536"/>
                <a:gd name="T6" fmla="*/ 0 w 4"/>
                <a:gd name="T7" fmla="*/ 4 w 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4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76" name="Freeform 1869"/>
            <p:cNvSpPr>
              <a:spLocks/>
            </p:cNvSpPr>
            <p:nvPr/>
          </p:nvSpPr>
          <p:spPr bwMode="auto">
            <a:xfrm>
              <a:off x="1657" y="3432"/>
              <a:ext cx="2" cy="0"/>
            </a:xfrm>
            <a:custGeom>
              <a:avLst/>
              <a:gdLst>
                <a:gd name="T0" fmla="*/ 0 w 4"/>
                <a:gd name="T1" fmla="*/ 1 w 4"/>
                <a:gd name="T2" fmla="*/ 1 w 4"/>
                <a:gd name="T3" fmla="*/ 0 60000 65536"/>
                <a:gd name="T4" fmla="*/ 0 60000 65536"/>
                <a:gd name="T5" fmla="*/ 0 60000 65536"/>
                <a:gd name="T6" fmla="*/ 0 w 4"/>
                <a:gd name="T7" fmla="*/ 4 w 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4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77" name="Freeform 1870"/>
            <p:cNvSpPr>
              <a:spLocks/>
            </p:cNvSpPr>
            <p:nvPr/>
          </p:nvSpPr>
          <p:spPr bwMode="auto">
            <a:xfrm>
              <a:off x="1658" y="3430"/>
              <a:ext cx="1" cy="3"/>
            </a:xfrm>
            <a:custGeom>
              <a:avLst/>
              <a:gdLst>
                <a:gd name="T0" fmla="*/ 0 w 1"/>
                <a:gd name="T1" fmla="*/ 2 h 4"/>
                <a:gd name="T2" fmla="*/ 0 w 1"/>
                <a:gd name="T3" fmla="*/ 2 h 4"/>
                <a:gd name="T4" fmla="*/ 0 w 1"/>
                <a:gd name="T5" fmla="*/ 0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4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78" name="Freeform 1871"/>
            <p:cNvSpPr>
              <a:spLocks/>
            </p:cNvSpPr>
            <p:nvPr/>
          </p:nvSpPr>
          <p:spPr bwMode="auto">
            <a:xfrm>
              <a:off x="1659" y="3432"/>
              <a:ext cx="3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0 60000 65536"/>
                <a:gd name="T4" fmla="*/ 0 60000 65536"/>
                <a:gd name="T5" fmla="*/ 0 60000 65536"/>
                <a:gd name="T6" fmla="*/ 0 w 3"/>
                <a:gd name="T7" fmla="*/ 3 w 3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79" name="Rectangle 1872"/>
            <p:cNvSpPr>
              <a:spLocks noChangeArrowheads="1"/>
            </p:cNvSpPr>
            <p:nvPr/>
          </p:nvSpPr>
          <p:spPr bwMode="auto">
            <a:xfrm>
              <a:off x="1659" y="3432"/>
              <a:ext cx="4" cy="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80" name="Freeform 1873"/>
            <p:cNvSpPr>
              <a:spLocks/>
            </p:cNvSpPr>
            <p:nvPr/>
          </p:nvSpPr>
          <p:spPr bwMode="auto">
            <a:xfrm>
              <a:off x="1659" y="3430"/>
              <a:ext cx="2" cy="3"/>
            </a:xfrm>
            <a:custGeom>
              <a:avLst/>
              <a:gdLst>
                <a:gd name="T0" fmla="*/ 0 w 2"/>
                <a:gd name="T1" fmla="*/ 2 h 4"/>
                <a:gd name="T2" fmla="*/ 0 w 2"/>
                <a:gd name="T3" fmla="*/ 2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  <a:gd name="T9" fmla="*/ 0 w 2"/>
                <a:gd name="T10" fmla="*/ 0 h 4"/>
                <a:gd name="T11" fmla="*/ 2 w 2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4">
                  <a:moveTo>
                    <a:pt x="0" y="4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81" name="Freeform 1874"/>
            <p:cNvSpPr>
              <a:spLocks/>
            </p:cNvSpPr>
            <p:nvPr/>
          </p:nvSpPr>
          <p:spPr bwMode="auto">
            <a:xfrm>
              <a:off x="1659" y="3433"/>
              <a:ext cx="5" cy="0"/>
            </a:xfrm>
            <a:custGeom>
              <a:avLst/>
              <a:gdLst>
                <a:gd name="T0" fmla="*/ 0 w 7"/>
                <a:gd name="T1" fmla="*/ 1 w 7"/>
                <a:gd name="T2" fmla="*/ 1 w 7"/>
                <a:gd name="T3" fmla="*/ 0 60000 65536"/>
                <a:gd name="T4" fmla="*/ 0 60000 65536"/>
                <a:gd name="T5" fmla="*/ 0 60000 65536"/>
                <a:gd name="T6" fmla="*/ 0 w 7"/>
                <a:gd name="T7" fmla="*/ 7 w 7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7">
                  <a:moveTo>
                    <a:pt x="0" y="0"/>
                  </a:moveTo>
                  <a:lnTo>
                    <a:pt x="5" y="0"/>
                  </a:lnTo>
                  <a:lnTo>
                    <a:pt x="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82" name="Freeform 1875"/>
            <p:cNvSpPr>
              <a:spLocks/>
            </p:cNvSpPr>
            <p:nvPr/>
          </p:nvSpPr>
          <p:spPr bwMode="auto">
            <a:xfrm>
              <a:off x="1659" y="3432"/>
              <a:ext cx="5" cy="0"/>
            </a:xfrm>
            <a:custGeom>
              <a:avLst/>
              <a:gdLst>
                <a:gd name="T0" fmla="*/ 0 w 7"/>
                <a:gd name="T1" fmla="*/ 1 w 7"/>
                <a:gd name="T2" fmla="*/ 1 w 7"/>
                <a:gd name="T3" fmla="*/ 0 60000 65536"/>
                <a:gd name="T4" fmla="*/ 0 60000 65536"/>
                <a:gd name="T5" fmla="*/ 0 60000 65536"/>
                <a:gd name="T6" fmla="*/ 0 w 7"/>
                <a:gd name="T7" fmla="*/ 7 w 7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7">
                  <a:moveTo>
                    <a:pt x="0" y="0"/>
                  </a:moveTo>
                  <a:lnTo>
                    <a:pt x="5" y="0"/>
                  </a:lnTo>
                  <a:lnTo>
                    <a:pt x="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83" name="Freeform 1876"/>
            <p:cNvSpPr>
              <a:spLocks/>
            </p:cNvSpPr>
            <p:nvPr/>
          </p:nvSpPr>
          <p:spPr bwMode="auto">
            <a:xfrm>
              <a:off x="1663" y="3430"/>
              <a:ext cx="1" cy="3"/>
            </a:xfrm>
            <a:custGeom>
              <a:avLst/>
              <a:gdLst>
                <a:gd name="T0" fmla="*/ 0 w 1"/>
                <a:gd name="T1" fmla="*/ 2 h 4"/>
                <a:gd name="T2" fmla="*/ 0 w 1"/>
                <a:gd name="T3" fmla="*/ 2 h 4"/>
                <a:gd name="T4" fmla="*/ 0 w 1"/>
                <a:gd name="T5" fmla="*/ 0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4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84" name="Rectangle 1877"/>
            <p:cNvSpPr>
              <a:spLocks noChangeArrowheads="1"/>
            </p:cNvSpPr>
            <p:nvPr/>
          </p:nvSpPr>
          <p:spPr bwMode="auto">
            <a:xfrm>
              <a:off x="1659" y="3413"/>
              <a:ext cx="3" cy="19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85" name="Freeform 1878"/>
            <p:cNvSpPr>
              <a:spLocks/>
            </p:cNvSpPr>
            <p:nvPr/>
          </p:nvSpPr>
          <p:spPr bwMode="auto">
            <a:xfrm>
              <a:off x="1659" y="3411"/>
              <a:ext cx="2" cy="21"/>
            </a:xfrm>
            <a:custGeom>
              <a:avLst/>
              <a:gdLst>
                <a:gd name="T0" fmla="*/ 0 w 2"/>
                <a:gd name="T1" fmla="*/ 1 h 33"/>
                <a:gd name="T2" fmla="*/ 0 w 2"/>
                <a:gd name="T3" fmla="*/ 1 h 33"/>
                <a:gd name="T4" fmla="*/ 0 w 2"/>
                <a:gd name="T5" fmla="*/ 0 h 33"/>
                <a:gd name="T6" fmla="*/ 0 60000 65536"/>
                <a:gd name="T7" fmla="*/ 0 60000 65536"/>
                <a:gd name="T8" fmla="*/ 0 60000 65536"/>
                <a:gd name="T9" fmla="*/ 0 w 2"/>
                <a:gd name="T10" fmla="*/ 0 h 33"/>
                <a:gd name="T11" fmla="*/ 2 w 2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33">
                  <a:moveTo>
                    <a:pt x="0" y="33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86" name="Freeform 1879"/>
            <p:cNvSpPr>
              <a:spLocks/>
            </p:cNvSpPr>
            <p:nvPr/>
          </p:nvSpPr>
          <p:spPr bwMode="auto">
            <a:xfrm>
              <a:off x="1659" y="3432"/>
              <a:ext cx="4" cy="0"/>
            </a:xfrm>
            <a:custGeom>
              <a:avLst/>
              <a:gdLst>
                <a:gd name="T0" fmla="*/ 0 w 5"/>
                <a:gd name="T1" fmla="*/ 2 w 5"/>
                <a:gd name="T2" fmla="*/ 2 w 5"/>
                <a:gd name="T3" fmla="*/ 0 60000 65536"/>
                <a:gd name="T4" fmla="*/ 0 60000 65536"/>
                <a:gd name="T5" fmla="*/ 0 60000 65536"/>
                <a:gd name="T6" fmla="*/ 0 w 5"/>
                <a:gd name="T7" fmla="*/ 5 w 5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5">
                  <a:moveTo>
                    <a:pt x="0" y="0"/>
                  </a:moveTo>
                  <a:lnTo>
                    <a:pt x="3" y="0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87" name="Freeform 1880"/>
            <p:cNvSpPr>
              <a:spLocks/>
            </p:cNvSpPr>
            <p:nvPr/>
          </p:nvSpPr>
          <p:spPr bwMode="auto">
            <a:xfrm>
              <a:off x="1659" y="3413"/>
              <a:ext cx="4" cy="1"/>
            </a:xfrm>
            <a:custGeom>
              <a:avLst/>
              <a:gdLst>
                <a:gd name="T0" fmla="*/ 0 w 5"/>
                <a:gd name="T1" fmla="*/ 0 h 1"/>
                <a:gd name="T2" fmla="*/ 2 w 5"/>
                <a:gd name="T3" fmla="*/ 0 h 1"/>
                <a:gd name="T4" fmla="*/ 2 w 5"/>
                <a:gd name="T5" fmla="*/ 0 h 1"/>
                <a:gd name="T6" fmla="*/ 0 60000 65536"/>
                <a:gd name="T7" fmla="*/ 0 60000 65536"/>
                <a:gd name="T8" fmla="*/ 0 60000 65536"/>
                <a:gd name="T9" fmla="*/ 0 w 5"/>
                <a:gd name="T10" fmla="*/ 0 h 1"/>
                <a:gd name="T11" fmla="*/ 5 w 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1">
                  <a:moveTo>
                    <a:pt x="0" y="0"/>
                  </a:moveTo>
                  <a:lnTo>
                    <a:pt x="3" y="0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88" name="Freeform 1881"/>
            <p:cNvSpPr>
              <a:spLocks/>
            </p:cNvSpPr>
            <p:nvPr/>
          </p:nvSpPr>
          <p:spPr bwMode="auto">
            <a:xfrm>
              <a:off x="1662" y="3411"/>
              <a:ext cx="1" cy="21"/>
            </a:xfrm>
            <a:custGeom>
              <a:avLst/>
              <a:gdLst>
                <a:gd name="T0" fmla="*/ 0 w 1"/>
                <a:gd name="T1" fmla="*/ 1 h 33"/>
                <a:gd name="T2" fmla="*/ 0 w 1"/>
                <a:gd name="T3" fmla="*/ 1 h 33"/>
                <a:gd name="T4" fmla="*/ 0 w 1"/>
                <a:gd name="T5" fmla="*/ 0 h 33"/>
                <a:gd name="T6" fmla="*/ 0 60000 65536"/>
                <a:gd name="T7" fmla="*/ 0 60000 65536"/>
                <a:gd name="T8" fmla="*/ 0 60000 65536"/>
                <a:gd name="T9" fmla="*/ 0 w 1"/>
                <a:gd name="T10" fmla="*/ 0 h 33"/>
                <a:gd name="T11" fmla="*/ 1 w 1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33">
                  <a:moveTo>
                    <a:pt x="0" y="33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89" name="Rectangle 1882"/>
            <p:cNvSpPr>
              <a:spLocks noChangeArrowheads="1"/>
            </p:cNvSpPr>
            <p:nvPr/>
          </p:nvSpPr>
          <p:spPr bwMode="auto">
            <a:xfrm>
              <a:off x="1657" y="3413"/>
              <a:ext cx="1" cy="19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90" name="Freeform 1883"/>
            <p:cNvSpPr>
              <a:spLocks/>
            </p:cNvSpPr>
            <p:nvPr/>
          </p:nvSpPr>
          <p:spPr bwMode="auto">
            <a:xfrm>
              <a:off x="1657" y="3411"/>
              <a:ext cx="1" cy="21"/>
            </a:xfrm>
            <a:custGeom>
              <a:avLst/>
              <a:gdLst>
                <a:gd name="T0" fmla="*/ 0 w 1"/>
                <a:gd name="T1" fmla="*/ 1 h 33"/>
                <a:gd name="T2" fmla="*/ 0 w 1"/>
                <a:gd name="T3" fmla="*/ 1 h 33"/>
                <a:gd name="T4" fmla="*/ 0 w 1"/>
                <a:gd name="T5" fmla="*/ 0 h 33"/>
                <a:gd name="T6" fmla="*/ 0 60000 65536"/>
                <a:gd name="T7" fmla="*/ 0 60000 65536"/>
                <a:gd name="T8" fmla="*/ 0 60000 65536"/>
                <a:gd name="T9" fmla="*/ 0 w 1"/>
                <a:gd name="T10" fmla="*/ 0 h 33"/>
                <a:gd name="T11" fmla="*/ 1 w 1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33">
                  <a:moveTo>
                    <a:pt x="0" y="33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91" name="Freeform 1884"/>
            <p:cNvSpPr>
              <a:spLocks/>
            </p:cNvSpPr>
            <p:nvPr/>
          </p:nvSpPr>
          <p:spPr bwMode="auto">
            <a:xfrm>
              <a:off x="1657" y="3432"/>
              <a:ext cx="2" cy="0"/>
            </a:xfrm>
            <a:custGeom>
              <a:avLst/>
              <a:gdLst>
                <a:gd name="T0" fmla="*/ 0 w 4"/>
                <a:gd name="T1" fmla="*/ 1 w 4"/>
                <a:gd name="T2" fmla="*/ 1 w 4"/>
                <a:gd name="T3" fmla="*/ 0 60000 65536"/>
                <a:gd name="T4" fmla="*/ 0 60000 65536"/>
                <a:gd name="T5" fmla="*/ 0 60000 65536"/>
                <a:gd name="T6" fmla="*/ 0 w 4"/>
                <a:gd name="T7" fmla="*/ 4 w 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4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92" name="Freeform 1885"/>
            <p:cNvSpPr>
              <a:spLocks/>
            </p:cNvSpPr>
            <p:nvPr/>
          </p:nvSpPr>
          <p:spPr bwMode="auto">
            <a:xfrm>
              <a:off x="1657" y="3413"/>
              <a:ext cx="2" cy="1"/>
            </a:xfrm>
            <a:custGeom>
              <a:avLst/>
              <a:gdLst>
                <a:gd name="T0" fmla="*/ 0 w 4"/>
                <a:gd name="T1" fmla="*/ 0 h 1"/>
                <a:gd name="T2" fmla="*/ 1 w 4"/>
                <a:gd name="T3" fmla="*/ 0 h 1"/>
                <a:gd name="T4" fmla="*/ 1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93" name="Freeform 1886"/>
            <p:cNvSpPr>
              <a:spLocks/>
            </p:cNvSpPr>
            <p:nvPr/>
          </p:nvSpPr>
          <p:spPr bwMode="auto">
            <a:xfrm>
              <a:off x="1658" y="3411"/>
              <a:ext cx="1" cy="21"/>
            </a:xfrm>
            <a:custGeom>
              <a:avLst/>
              <a:gdLst>
                <a:gd name="T0" fmla="*/ 0 w 1"/>
                <a:gd name="T1" fmla="*/ 1 h 33"/>
                <a:gd name="T2" fmla="*/ 0 w 1"/>
                <a:gd name="T3" fmla="*/ 1 h 33"/>
                <a:gd name="T4" fmla="*/ 0 w 1"/>
                <a:gd name="T5" fmla="*/ 0 h 33"/>
                <a:gd name="T6" fmla="*/ 0 60000 65536"/>
                <a:gd name="T7" fmla="*/ 0 60000 65536"/>
                <a:gd name="T8" fmla="*/ 0 60000 65536"/>
                <a:gd name="T9" fmla="*/ 0 w 1"/>
                <a:gd name="T10" fmla="*/ 0 h 33"/>
                <a:gd name="T11" fmla="*/ 1 w 1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33">
                  <a:moveTo>
                    <a:pt x="0" y="33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94" name="Freeform 1887"/>
            <p:cNvSpPr>
              <a:spLocks/>
            </p:cNvSpPr>
            <p:nvPr/>
          </p:nvSpPr>
          <p:spPr bwMode="auto">
            <a:xfrm>
              <a:off x="1644" y="3432"/>
              <a:ext cx="50" cy="4"/>
            </a:xfrm>
            <a:custGeom>
              <a:avLst/>
              <a:gdLst>
                <a:gd name="T0" fmla="*/ 1 w 77"/>
                <a:gd name="T1" fmla="*/ 0 h 9"/>
                <a:gd name="T2" fmla="*/ 0 w 77"/>
                <a:gd name="T3" fmla="*/ 0 h 9"/>
                <a:gd name="T4" fmla="*/ 0 w 77"/>
                <a:gd name="T5" fmla="*/ 0 h 9"/>
                <a:gd name="T6" fmla="*/ 1 w 77"/>
                <a:gd name="T7" fmla="*/ 0 h 9"/>
                <a:gd name="T8" fmla="*/ 1 w 77"/>
                <a:gd name="T9" fmla="*/ 0 h 9"/>
                <a:gd name="T10" fmla="*/ 1 w 77"/>
                <a:gd name="T11" fmla="*/ 0 h 9"/>
                <a:gd name="T12" fmla="*/ 1 w 77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7"/>
                <a:gd name="T22" fmla="*/ 0 h 9"/>
                <a:gd name="T23" fmla="*/ 77 w 77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7" h="9">
                  <a:moveTo>
                    <a:pt x="38" y="0"/>
                  </a:moveTo>
                  <a:lnTo>
                    <a:pt x="0" y="7"/>
                  </a:lnTo>
                  <a:lnTo>
                    <a:pt x="0" y="9"/>
                  </a:lnTo>
                  <a:lnTo>
                    <a:pt x="38" y="2"/>
                  </a:lnTo>
                  <a:lnTo>
                    <a:pt x="77" y="9"/>
                  </a:lnTo>
                  <a:lnTo>
                    <a:pt x="77" y="7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95" name="Freeform 1888"/>
            <p:cNvSpPr>
              <a:spLocks/>
            </p:cNvSpPr>
            <p:nvPr/>
          </p:nvSpPr>
          <p:spPr bwMode="auto">
            <a:xfrm>
              <a:off x="1669" y="3432"/>
              <a:ext cx="26" cy="4"/>
            </a:xfrm>
            <a:custGeom>
              <a:avLst/>
              <a:gdLst>
                <a:gd name="T0" fmla="*/ 0 w 42"/>
                <a:gd name="T1" fmla="*/ 0 h 9"/>
                <a:gd name="T2" fmla="*/ 1 w 42"/>
                <a:gd name="T3" fmla="*/ 0 h 9"/>
                <a:gd name="T4" fmla="*/ 1 w 42"/>
                <a:gd name="T5" fmla="*/ 0 h 9"/>
                <a:gd name="T6" fmla="*/ 0 60000 65536"/>
                <a:gd name="T7" fmla="*/ 0 60000 65536"/>
                <a:gd name="T8" fmla="*/ 0 60000 65536"/>
                <a:gd name="T9" fmla="*/ 0 w 42"/>
                <a:gd name="T10" fmla="*/ 0 h 9"/>
                <a:gd name="T11" fmla="*/ 42 w 42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2" h="9">
                  <a:moveTo>
                    <a:pt x="0" y="0"/>
                  </a:moveTo>
                  <a:lnTo>
                    <a:pt x="39" y="7"/>
                  </a:lnTo>
                  <a:lnTo>
                    <a:pt x="42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96" name="Freeform 1889"/>
            <p:cNvSpPr>
              <a:spLocks/>
            </p:cNvSpPr>
            <p:nvPr/>
          </p:nvSpPr>
          <p:spPr bwMode="auto">
            <a:xfrm>
              <a:off x="1644" y="3430"/>
              <a:ext cx="26" cy="5"/>
            </a:xfrm>
            <a:custGeom>
              <a:avLst/>
              <a:gdLst>
                <a:gd name="T0" fmla="*/ 0 w 40"/>
                <a:gd name="T1" fmla="*/ 1 h 9"/>
                <a:gd name="T2" fmla="*/ 1 w 40"/>
                <a:gd name="T3" fmla="*/ 1 h 9"/>
                <a:gd name="T4" fmla="*/ 1 w 40"/>
                <a:gd name="T5" fmla="*/ 0 h 9"/>
                <a:gd name="T6" fmla="*/ 0 60000 65536"/>
                <a:gd name="T7" fmla="*/ 0 60000 65536"/>
                <a:gd name="T8" fmla="*/ 0 60000 65536"/>
                <a:gd name="T9" fmla="*/ 0 w 40"/>
                <a:gd name="T10" fmla="*/ 0 h 9"/>
                <a:gd name="T11" fmla="*/ 40 w 40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" h="9">
                  <a:moveTo>
                    <a:pt x="0" y="9"/>
                  </a:moveTo>
                  <a:lnTo>
                    <a:pt x="38" y="2"/>
                  </a:lnTo>
                  <a:lnTo>
                    <a:pt x="4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97" name="Freeform 1890"/>
            <p:cNvSpPr>
              <a:spLocks/>
            </p:cNvSpPr>
            <p:nvPr/>
          </p:nvSpPr>
          <p:spPr bwMode="auto">
            <a:xfrm>
              <a:off x="1669" y="3433"/>
              <a:ext cx="26" cy="5"/>
            </a:xfrm>
            <a:custGeom>
              <a:avLst/>
              <a:gdLst>
                <a:gd name="T0" fmla="*/ 0 w 42"/>
                <a:gd name="T1" fmla="*/ 0 h 9"/>
                <a:gd name="T2" fmla="*/ 1 w 42"/>
                <a:gd name="T3" fmla="*/ 1 h 9"/>
                <a:gd name="T4" fmla="*/ 1 w 42"/>
                <a:gd name="T5" fmla="*/ 1 h 9"/>
                <a:gd name="T6" fmla="*/ 0 60000 65536"/>
                <a:gd name="T7" fmla="*/ 0 60000 65536"/>
                <a:gd name="T8" fmla="*/ 0 60000 65536"/>
                <a:gd name="T9" fmla="*/ 0 w 42"/>
                <a:gd name="T10" fmla="*/ 0 h 9"/>
                <a:gd name="T11" fmla="*/ 42 w 42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2" h="9">
                  <a:moveTo>
                    <a:pt x="0" y="0"/>
                  </a:moveTo>
                  <a:lnTo>
                    <a:pt x="39" y="7"/>
                  </a:lnTo>
                  <a:lnTo>
                    <a:pt x="42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98" name="Freeform 1891"/>
            <p:cNvSpPr>
              <a:spLocks/>
            </p:cNvSpPr>
            <p:nvPr/>
          </p:nvSpPr>
          <p:spPr bwMode="auto">
            <a:xfrm>
              <a:off x="1644" y="3432"/>
              <a:ext cx="26" cy="4"/>
            </a:xfrm>
            <a:custGeom>
              <a:avLst/>
              <a:gdLst>
                <a:gd name="T0" fmla="*/ 0 w 40"/>
                <a:gd name="T1" fmla="*/ 0 h 9"/>
                <a:gd name="T2" fmla="*/ 1 w 40"/>
                <a:gd name="T3" fmla="*/ 0 h 9"/>
                <a:gd name="T4" fmla="*/ 1 w 40"/>
                <a:gd name="T5" fmla="*/ 0 h 9"/>
                <a:gd name="T6" fmla="*/ 0 60000 65536"/>
                <a:gd name="T7" fmla="*/ 0 60000 65536"/>
                <a:gd name="T8" fmla="*/ 0 60000 65536"/>
                <a:gd name="T9" fmla="*/ 0 w 40"/>
                <a:gd name="T10" fmla="*/ 0 h 9"/>
                <a:gd name="T11" fmla="*/ 40 w 40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" h="9">
                  <a:moveTo>
                    <a:pt x="0" y="9"/>
                  </a:moveTo>
                  <a:lnTo>
                    <a:pt x="38" y="2"/>
                  </a:lnTo>
                  <a:lnTo>
                    <a:pt x="4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99" name="Freeform 1892"/>
            <p:cNvSpPr>
              <a:spLocks/>
            </p:cNvSpPr>
            <p:nvPr/>
          </p:nvSpPr>
          <p:spPr bwMode="auto">
            <a:xfrm>
              <a:off x="1694" y="3435"/>
              <a:ext cx="0" cy="3"/>
            </a:xfrm>
            <a:custGeom>
              <a:avLst/>
              <a:gdLst>
                <a:gd name="T0" fmla="*/ 0 h 4"/>
                <a:gd name="T1" fmla="*/ 2 h 4"/>
                <a:gd name="T2" fmla="*/ 2 h 4"/>
                <a:gd name="T3" fmla="*/ 0 60000 65536"/>
                <a:gd name="T4" fmla="*/ 0 60000 65536"/>
                <a:gd name="T5" fmla="*/ 0 60000 65536"/>
                <a:gd name="T6" fmla="*/ 0 h 4"/>
                <a:gd name="T7" fmla="*/ 4 h 4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00" name="Freeform 1893"/>
            <p:cNvSpPr>
              <a:spLocks/>
            </p:cNvSpPr>
            <p:nvPr/>
          </p:nvSpPr>
          <p:spPr bwMode="auto">
            <a:xfrm>
              <a:off x="1644" y="3435"/>
              <a:ext cx="1" cy="3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 h 4"/>
                <a:gd name="T4" fmla="*/ 0 w 1"/>
                <a:gd name="T5" fmla="*/ 2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01" name="Rectangle 1894"/>
            <p:cNvSpPr>
              <a:spLocks noChangeArrowheads="1"/>
            </p:cNvSpPr>
            <p:nvPr/>
          </p:nvSpPr>
          <p:spPr bwMode="auto">
            <a:xfrm>
              <a:off x="1645" y="3439"/>
              <a:ext cx="14" cy="3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02" name="Freeform 1895"/>
            <p:cNvSpPr>
              <a:spLocks/>
            </p:cNvSpPr>
            <p:nvPr/>
          </p:nvSpPr>
          <p:spPr bwMode="auto">
            <a:xfrm>
              <a:off x="1645" y="3439"/>
              <a:ext cx="17" cy="1"/>
            </a:xfrm>
            <a:custGeom>
              <a:avLst/>
              <a:gdLst>
                <a:gd name="T0" fmla="*/ 0 w 25"/>
                <a:gd name="T1" fmla="*/ 0 h 1"/>
                <a:gd name="T2" fmla="*/ 1 w 25"/>
                <a:gd name="T3" fmla="*/ 0 h 1"/>
                <a:gd name="T4" fmla="*/ 1 w 25"/>
                <a:gd name="T5" fmla="*/ 0 h 1"/>
                <a:gd name="T6" fmla="*/ 0 60000 65536"/>
                <a:gd name="T7" fmla="*/ 0 60000 65536"/>
                <a:gd name="T8" fmla="*/ 0 60000 65536"/>
                <a:gd name="T9" fmla="*/ 0 w 25"/>
                <a:gd name="T10" fmla="*/ 0 h 1"/>
                <a:gd name="T11" fmla="*/ 25 w 2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1">
                  <a:moveTo>
                    <a:pt x="0" y="0"/>
                  </a:moveTo>
                  <a:lnTo>
                    <a:pt x="22" y="0"/>
                  </a:lnTo>
                  <a:lnTo>
                    <a:pt x="2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03" name="Freeform 1896"/>
            <p:cNvSpPr>
              <a:spLocks/>
            </p:cNvSpPr>
            <p:nvPr/>
          </p:nvSpPr>
          <p:spPr bwMode="auto">
            <a:xfrm>
              <a:off x="1645" y="3439"/>
              <a:ext cx="1" cy="5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 h 7"/>
                <a:gd name="T4" fmla="*/ 0 w 1"/>
                <a:gd name="T5" fmla="*/ 1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0"/>
                  </a:moveTo>
                  <a:lnTo>
                    <a:pt x="0" y="5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04" name="Freeform 1897"/>
            <p:cNvSpPr>
              <a:spLocks/>
            </p:cNvSpPr>
            <p:nvPr/>
          </p:nvSpPr>
          <p:spPr bwMode="auto">
            <a:xfrm>
              <a:off x="1659" y="3439"/>
              <a:ext cx="2" cy="5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1 h 7"/>
                <a:gd name="T4" fmla="*/ 0 w 2"/>
                <a:gd name="T5" fmla="*/ 1 h 7"/>
                <a:gd name="T6" fmla="*/ 0 60000 65536"/>
                <a:gd name="T7" fmla="*/ 0 60000 65536"/>
                <a:gd name="T8" fmla="*/ 0 60000 65536"/>
                <a:gd name="T9" fmla="*/ 0 w 2"/>
                <a:gd name="T10" fmla="*/ 0 h 7"/>
                <a:gd name="T11" fmla="*/ 2 w 2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7">
                  <a:moveTo>
                    <a:pt x="0" y="0"/>
                  </a:moveTo>
                  <a:lnTo>
                    <a:pt x="0" y="5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05" name="Freeform 1898"/>
            <p:cNvSpPr>
              <a:spLocks/>
            </p:cNvSpPr>
            <p:nvPr/>
          </p:nvSpPr>
          <p:spPr bwMode="auto">
            <a:xfrm>
              <a:off x="1645" y="3442"/>
              <a:ext cx="17" cy="1"/>
            </a:xfrm>
            <a:custGeom>
              <a:avLst/>
              <a:gdLst>
                <a:gd name="T0" fmla="*/ 0 w 25"/>
                <a:gd name="T1" fmla="*/ 0 h 1"/>
                <a:gd name="T2" fmla="*/ 1 w 25"/>
                <a:gd name="T3" fmla="*/ 0 h 1"/>
                <a:gd name="T4" fmla="*/ 1 w 25"/>
                <a:gd name="T5" fmla="*/ 0 h 1"/>
                <a:gd name="T6" fmla="*/ 0 60000 65536"/>
                <a:gd name="T7" fmla="*/ 0 60000 65536"/>
                <a:gd name="T8" fmla="*/ 0 60000 65536"/>
                <a:gd name="T9" fmla="*/ 0 w 25"/>
                <a:gd name="T10" fmla="*/ 0 h 1"/>
                <a:gd name="T11" fmla="*/ 25 w 2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1">
                  <a:moveTo>
                    <a:pt x="0" y="0"/>
                  </a:moveTo>
                  <a:lnTo>
                    <a:pt x="22" y="0"/>
                  </a:lnTo>
                  <a:lnTo>
                    <a:pt x="2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06" name="Rectangle 1899"/>
            <p:cNvSpPr>
              <a:spLocks noChangeArrowheads="1"/>
            </p:cNvSpPr>
            <p:nvPr/>
          </p:nvSpPr>
          <p:spPr bwMode="auto">
            <a:xfrm>
              <a:off x="1644" y="3435"/>
              <a:ext cx="1" cy="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07" name="Freeform 1900"/>
            <p:cNvSpPr>
              <a:spLocks/>
            </p:cNvSpPr>
            <p:nvPr/>
          </p:nvSpPr>
          <p:spPr bwMode="auto">
            <a:xfrm>
              <a:off x="1645" y="3435"/>
              <a:ext cx="1" cy="7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1 h 11"/>
                <a:gd name="T4" fmla="*/ 0 w 1"/>
                <a:gd name="T5" fmla="*/ 1 h 11"/>
                <a:gd name="T6" fmla="*/ 0 60000 65536"/>
                <a:gd name="T7" fmla="*/ 0 60000 65536"/>
                <a:gd name="T8" fmla="*/ 0 60000 65536"/>
                <a:gd name="T9" fmla="*/ 0 w 1"/>
                <a:gd name="T10" fmla="*/ 0 h 11"/>
                <a:gd name="T11" fmla="*/ 1 w 1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1">
                  <a:moveTo>
                    <a:pt x="0" y="0"/>
                  </a:moveTo>
                  <a:lnTo>
                    <a:pt x="0" y="8"/>
                  </a:lnTo>
                  <a:lnTo>
                    <a:pt x="0" y="11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08" name="Freeform 1901"/>
            <p:cNvSpPr>
              <a:spLocks/>
            </p:cNvSpPr>
            <p:nvPr/>
          </p:nvSpPr>
          <p:spPr bwMode="auto">
            <a:xfrm>
              <a:off x="1643" y="3435"/>
              <a:ext cx="2" cy="1"/>
            </a:xfrm>
            <a:custGeom>
              <a:avLst/>
              <a:gdLst>
                <a:gd name="T0" fmla="*/ 1 w 4"/>
                <a:gd name="T1" fmla="*/ 0 h 1"/>
                <a:gd name="T2" fmla="*/ 1 w 4"/>
                <a:gd name="T3" fmla="*/ 0 h 1"/>
                <a:gd name="T4" fmla="*/ 0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09" name="Freeform 1902"/>
            <p:cNvSpPr>
              <a:spLocks/>
            </p:cNvSpPr>
            <p:nvPr/>
          </p:nvSpPr>
          <p:spPr bwMode="auto">
            <a:xfrm>
              <a:off x="1643" y="3440"/>
              <a:ext cx="2" cy="1"/>
            </a:xfrm>
            <a:custGeom>
              <a:avLst/>
              <a:gdLst>
                <a:gd name="T0" fmla="*/ 1 w 4"/>
                <a:gd name="T1" fmla="*/ 0 h 1"/>
                <a:gd name="T2" fmla="*/ 1 w 4"/>
                <a:gd name="T3" fmla="*/ 0 h 1"/>
                <a:gd name="T4" fmla="*/ 0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10" name="Freeform 1903"/>
            <p:cNvSpPr>
              <a:spLocks/>
            </p:cNvSpPr>
            <p:nvPr/>
          </p:nvSpPr>
          <p:spPr bwMode="auto">
            <a:xfrm>
              <a:off x="1644" y="3435"/>
              <a:ext cx="1" cy="7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1 h 11"/>
                <a:gd name="T4" fmla="*/ 0 w 1"/>
                <a:gd name="T5" fmla="*/ 1 h 11"/>
                <a:gd name="T6" fmla="*/ 0 60000 65536"/>
                <a:gd name="T7" fmla="*/ 0 60000 65536"/>
                <a:gd name="T8" fmla="*/ 0 60000 65536"/>
                <a:gd name="T9" fmla="*/ 0 w 1"/>
                <a:gd name="T10" fmla="*/ 0 h 11"/>
                <a:gd name="T11" fmla="*/ 1 w 1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1">
                  <a:moveTo>
                    <a:pt x="0" y="0"/>
                  </a:moveTo>
                  <a:lnTo>
                    <a:pt x="0" y="8"/>
                  </a:lnTo>
                  <a:lnTo>
                    <a:pt x="0" y="11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11" name="Freeform 1904"/>
            <p:cNvSpPr>
              <a:spLocks/>
            </p:cNvSpPr>
            <p:nvPr/>
          </p:nvSpPr>
          <p:spPr bwMode="auto">
            <a:xfrm>
              <a:off x="1640" y="3434"/>
              <a:ext cx="4" cy="2"/>
            </a:xfrm>
            <a:custGeom>
              <a:avLst/>
              <a:gdLst>
                <a:gd name="T0" fmla="*/ 1 w 7"/>
                <a:gd name="T1" fmla="*/ 1 h 4"/>
                <a:gd name="T2" fmla="*/ 1 w 7"/>
                <a:gd name="T3" fmla="*/ 1 h 4"/>
                <a:gd name="T4" fmla="*/ 1 w 7"/>
                <a:gd name="T5" fmla="*/ 1 h 4"/>
                <a:gd name="T6" fmla="*/ 1 w 7"/>
                <a:gd name="T7" fmla="*/ 1 h 4"/>
                <a:gd name="T8" fmla="*/ 1 w 7"/>
                <a:gd name="T9" fmla="*/ 0 h 4"/>
                <a:gd name="T10" fmla="*/ 0 w 7"/>
                <a:gd name="T11" fmla="*/ 0 h 4"/>
                <a:gd name="T12" fmla="*/ 1 w 7"/>
                <a:gd name="T13" fmla="*/ 1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4"/>
                <a:gd name="T23" fmla="*/ 7 w 7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4">
                  <a:moveTo>
                    <a:pt x="3" y="4"/>
                  </a:moveTo>
                  <a:lnTo>
                    <a:pt x="7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12" name="Freeform 1905"/>
            <p:cNvSpPr>
              <a:spLocks/>
            </p:cNvSpPr>
            <p:nvPr/>
          </p:nvSpPr>
          <p:spPr bwMode="auto">
            <a:xfrm>
              <a:off x="1639" y="3433"/>
              <a:ext cx="3" cy="3"/>
            </a:xfrm>
            <a:custGeom>
              <a:avLst/>
              <a:gdLst>
                <a:gd name="T0" fmla="*/ 1 w 5"/>
                <a:gd name="T1" fmla="*/ 0 h 7"/>
                <a:gd name="T2" fmla="*/ 1 w 5"/>
                <a:gd name="T3" fmla="*/ 0 h 7"/>
                <a:gd name="T4" fmla="*/ 0 w 5"/>
                <a:gd name="T5" fmla="*/ 0 h 7"/>
                <a:gd name="T6" fmla="*/ 0 60000 65536"/>
                <a:gd name="T7" fmla="*/ 0 60000 65536"/>
                <a:gd name="T8" fmla="*/ 0 60000 65536"/>
                <a:gd name="T9" fmla="*/ 0 w 5"/>
                <a:gd name="T10" fmla="*/ 0 h 7"/>
                <a:gd name="T11" fmla="*/ 5 w 5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7">
                  <a:moveTo>
                    <a:pt x="5" y="7"/>
                  </a:moveTo>
                  <a:lnTo>
                    <a:pt x="2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13" name="Freeform 1906"/>
            <p:cNvSpPr>
              <a:spLocks/>
            </p:cNvSpPr>
            <p:nvPr/>
          </p:nvSpPr>
          <p:spPr bwMode="auto">
            <a:xfrm>
              <a:off x="1640" y="3436"/>
              <a:ext cx="4" cy="1"/>
            </a:xfrm>
            <a:custGeom>
              <a:avLst/>
              <a:gdLst>
                <a:gd name="T0" fmla="*/ 1 w 7"/>
                <a:gd name="T1" fmla="*/ 0 h 1"/>
                <a:gd name="T2" fmla="*/ 1 w 7"/>
                <a:gd name="T3" fmla="*/ 0 h 1"/>
                <a:gd name="T4" fmla="*/ 0 w 7"/>
                <a:gd name="T5" fmla="*/ 0 h 1"/>
                <a:gd name="T6" fmla="*/ 0 60000 65536"/>
                <a:gd name="T7" fmla="*/ 0 60000 65536"/>
                <a:gd name="T8" fmla="*/ 0 60000 65536"/>
                <a:gd name="T9" fmla="*/ 0 w 7"/>
                <a:gd name="T10" fmla="*/ 0 h 1"/>
                <a:gd name="T11" fmla="*/ 7 w 7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1">
                  <a:moveTo>
                    <a:pt x="7" y="0"/>
                  </a:move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14" name="Freeform 1907"/>
            <p:cNvSpPr>
              <a:spLocks/>
            </p:cNvSpPr>
            <p:nvPr/>
          </p:nvSpPr>
          <p:spPr bwMode="auto">
            <a:xfrm>
              <a:off x="1643" y="3433"/>
              <a:ext cx="1" cy="2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0 h 5"/>
                <a:gd name="T4" fmla="*/ 0 w 1"/>
                <a:gd name="T5" fmla="*/ 0 h 5"/>
                <a:gd name="T6" fmla="*/ 0 60000 65536"/>
                <a:gd name="T7" fmla="*/ 0 60000 65536"/>
                <a:gd name="T8" fmla="*/ 0 60000 65536"/>
                <a:gd name="T9" fmla="*/ 0 w 1"/>
                <a:gd name="T10" fmla="*/ 0 h 5"/>
                <a:gd name="T11" fmla="*/ 1 w 1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5">
                  <a:moveTo>
                    <a:pt x="0" y="5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15" name="Freeform 1908"/>
            <p:cNvSpPr>
              <a:spLocks/>
            </p:cNvSpPr>
            <p:nvPr/>
          </p:nvSpPr>
          <p:spPr bwMode="auto">
            <a:xfrm>
              <a:off x="1642" y="3435"/>
              <a:ext cx="2" cy="1"/>
            </a:xfrm>
            <a:custGeom>
              <a:avLst/>
              <a:gdLst>
                <a:gd name="T0" fmla="*/ 1 w 4"/>
                <a:gd name="T1" fmla="*/ 0 h 1"/>
                <a:gd name="T2" fmla="*/ 1 w 4"/>
                <a:gd name="T3" fmla="*/ 0 h 1"/>
                <a:gd name="T4" fmla="*/ 0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16" name="Freeform 1909"/>
            <p:cNvSpPr>
              <a:spLocks/>
            </p:cNvSpPr>
            <p:nvPr/>
          </p:nvSpPr>
          <p:spPr bwMode="auto">
            <a:xfrm>
              <a:off x="1640" y="3434"/>
              <a:ext cx="4" cy="1"/>
            </a:xfrm>
            <a:custGeom>
              <a:avLst/>
              <a:gdLst>
                <a:gd name="T0" fmla="*/ 0 w 7"/>
                <a:gd name="T1" fmla="*/ 0 h 1"/>
                <a:gd name="T2" fmla="*/ 1 w 7"/>
                <a:gd name="T3" fmla="*/ 0 h 1"/>
                <a:gd name="T4" fmla="*/ 1 w 7"/>
                <a:gd name="T5" fmla="*/ 0 h 1"/>
                <a:gd name="T6" fmla="*/ 0 60000 65536"/>
                <a:gd name="T7" fmla="*/ 0 60000 65536"/>
                <a:gd name="T8" fmla="*/ 0 60000 65536"/>
                <a:gd name="T9" fmla="*/ 0 w 7"/>
                <a:gd name="T10" fmla="*/ 0 h 1"/>
                <a:gd name="T11" fmla="*/ 7 w 7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1">
                  <a:moveTo>
                    <a:pt x="0" y="0"/>
                  </a:moveTo>
                  <a:lnTo>
                    <a:pt x="5" y="0"/>
                  </a:lnTo>
                  <a:lnTo>
                    <a:pt x="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17" name="Freeform 1910"/>
            <p:cNvSpPr>
              <a:spLocks/>
            </p:cNvSpPr>
            <p:nvPr/>
          </p:nvSpPr>
          <p:spPr bwMode="auto">
            <a:xfrm>
              <a:off x="1644" y="3434"/>
              <a:ext cx="1" cy="2"/>
            </a:xfrm>
            <a:custGeom>
              <a:avLst/>
              <a:gdLst>
                <a:gd name="T0" fmla="*/ 0 w 1"/>
                <a:gd name="T1" fmla="*/ 1 h 4"/>
                <a:gd name="T2" fmla="*/ 0 w 1"/>
                <a:gd name="T3" fmla="*/ 1 h 4"/>
                <a:gd name="T4" fmla="*/ 0 w 1"/>
                <a:gd name="T5" fmla="*/ 0 h 4"/>
                <a:gd name="T6" fmla="*/ 0 60000 65536"/>
                <a:gd name="T7" fmla="*/ 0 60000 65536"/>
                <a:gd name="T8" fmla="*/ 0 60000 65536"/>
                <a:gd name="T9" fmla="*/ 0 w 1"/>
                <a:gd name="T10" fmla="*/ 0 h 4"/>
                <a:gd name="T11" fmla="*/ 1 w 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4">
                  <a:moveTo>
                    <a:pt x="0" y="4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18" name="Freeform 1911"/>
            <p:cNvSpPr>
              <a:spLocks/>
            </p:cNvSpPr>
            <p:nvPr/>
          </p:nvSpPr>
          <p:spPr bwMode="auto">
            <a:xfrm>
              <a:off x="1554" y="3397"/>
              <a:ext cx="1" cy="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 h 5"/>
                <a:gd name="T4" fmla="*/ 0 w 1"/>
                <a:gd name="T5" fmla="*/ 1 h 5"/>
                <a:gd name="T6" fmla="*/ 0 60000 65536"/>
                <a:gd name="T7" fmla="*/ 0 60000 65536"/>
                <a:gd name="T8" fmla="*/ 0 60000 65536"/>
                <a:gd name="T9" fmla="*/ 0 w 1"/>
                <a:gd name="T10" fmla="*/ 0 h 5"/>
                <a:gd name="T11" fmla="*/ 1 w 1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19" name="Rectangle 1912"/>
            <p:cNvSpPr>
              <a:spLocks noChangeArrowheads="1"/>
            </p:cNvSpPr>
            <p:nvPr/>
          </p:nvSpPr>
          <p:spPr bwMode="auto">
            <a:xfrm>
              <a:off x="1554" y="3399"/>
              <a:ext cx="1" cy="219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20" name="Freeform 1913"/>
            <p:cNvSpPr>
              <a:spLocks/>
            </p:cNvSpPr>
            <p:nvPr/>
          </p:nvSpPr>
          <p:spPr bwMode="auto">
            <a:xfrm>
              <a:off x="1555" y="3399"/>
              <a:ext cx="1" cy="220"/>
            </a:xfrm>
            <a:custGeom>
              <a:avLst/>
              <a:gdLst>
                <a:gd name="T0" fmla="*/ 0 w 1"/>
                <a:gd name="T1" fmla="*/ 0 h 361"/>
                <a:gd name="T2" fmla="*/ 0 w 1"/>
                <a:gd name="T3" fmla="*/ 1 h 361"/>
                <a:gd name="T4" fmla="*/ 0 w 1"/>
                <a:gd name="T5" fmla="*/ 1 h 361"/>
                <a:gd name="T6" fmla="*/ 0 60000 65536"/>
                <a:gd name="T7" fmla="*/ 0 60000 65536"/>
                <a:gd name="T8" fmla="*/ 0 60000 65536"/>
                <a:gd name="T9" fmla="*/ 0 w 1"/>
                <a:gd name="T10" fmla="*/ 0 h 361"/>
                <a:gd name="T11" fmla="*/ 1 w 1"/>
                <a:gd name="T12" fmla="*/ 361 h 36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361">
                  <a:moveTo>
                    <a:pt x="0" y="0"/>
                  </a:moveTo>
                  <a:lnTo>
                    <a:pt x="0" y="359"/>
                  </a:lnTo>
                  <a:lnTo>
                    <a:pt x="0" y="361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21" name="Freeform 1914"/>
            <p:cNvSpPr>
              <a:spLocks/>
            </p:cNvSpPr>
            <p:nvPr/>
          </p:nvSpPr>
          <p:spPr bwMode="auto">
            <a:xfrm>
              <a:off x="1553" y="3399"/>
              <a:ext cx="2" cy="1"/>
            </a:xfrm>
            <a:custGeom>
              <a:avLst/>
              <a:gdLst>
                <a:gd name="T0" fmla="*/ 1 w 4"/>
                <a:gd name="T1" fmla="*/ 0 h 1"/>
                <a:gd name="T2" fmla="*/ 1 w 4"/>
                <a:gd name="T3" fmla="*/ 0 h 1"/>
                <a:gd name="T4" fmla="*/ 0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22" name="Freeform 1915"/>
            <p:cNvSpPr>
              <a:spLocks/>
            </p:cNvSpPr>
            <p:nvPr/>
          </p:nvSpPr>
          <p:spPr bwMode="auto">
            <a:xfrm>
              <a:off x="1553" y="3618"/>
              <a:ext cx="2" cy="0"/>
            </a:xfrm>
            <a:custGeom>
              <a:avLst/>
              <a:gdLst>
                <a:gd name="T0" fmla="*/ 1 w 4"/>
                <a:gd name="T1" fmla="*/ 1 w 4"/>
                <a:gd name="T2" fmla="*/ 0 w 4"/>
                <a:gd name="T3" fmla="*/ 0 60000 65536"/>
                <a:gd name="T4" fmla="*/ 0 60000 65536"/>
                <a:gd name="T5" fmla="*/ 0 60000 65536"/>
                <a:gd name="T6" fmla="*/ 0 w 4"/>
                <a:gd name="T7" fmla="*/ 4 w 4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4">
                  <a:moveTo>
                    <a:pt x="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23" name="Freeform 1916"/>
            <p:cNvSpPr>
              <a:spLocks/>
            </p:cNvSpPr>
            <p:nvPr/>
          </p:nvSpPr>
          <p:spPr bwMode="auto">
            <a:xfrm>
              <a:off x="1554" y="3399"/>
              <a:ext cx="1" cy="220"/>
            </a:xfrm>
            <a:custGeom>
              <a:avLst/>
              <a:gdLst>
                <a:gd name="T0" fmla="*/ 0 w 1"/>
                <a:gd name="T1" fmla="*/ 0 h 361"/>
                <a:gd name="T2" fmla="*/ 0 w 1"/>
                <a:gd name="T3" fmla="*/ 1 h 361"/>
                <a:gd name="T4" fmla="*/ 0 w 1"/>
                <a:gd name="T5" fmla="*/ 1 h 361"/>
                <a:gd name="T6" fmla="*/ 0 60000 65536"/>
                <a:gd name="T7" fmla="*/ 0 60000 65536"/>
                <a:gd name="T8" fmla="*/ 0 60000 65536"/>
                <a:gd name="T9" fmla="*/ 0 w 1"/>
                <a:gd name="T10" fmla="*/ 0 h 361"/>
                <a:gd name="T11" fmla="*/ 1 w 1"/>
                <a:gd name="T12" fmla="*/ 361 h 36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361">
                  <a:moveTo>
                    <a:pt x="0" y="0"/>
                  </a:moveTo>
                  <a:lnTo>
                    <a:pt x="0" y="359"/>
                  </a:lnTo>
                  <a:lnTo>
                    <a:pt x="0" y="361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724" name="Freeform 1917"/>
            <p:cNvSpPr>
              <a:spLocks/>
            </p:cNvSpPr>
            <p:nvPr/>
          </p:nvSpPr>
          <p:spPr bwMode="auto">
            <a:xfrm>
              <a:off x="1554" y="3616"/>
              <a:ext cx="1" cy="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 h 5"/>
                <a:gd name="T4" fmla="*/ 0 w 1"/>
                <a:gd name="T5" fmla="*/ 1 h 5"/>
                <a:gd name="T6" fmla="*/ 0 60000 65536"/>
                <a:gd name="T7" fmla="*/ 0 60000 65536"/>
                <a:gd name="T8" fmla="*/ 0 60000 65536"/>
                <a:gd name="T9" fmla="*/ 0 w 1"/>
                <a:gd name="T10" fmla="*/ 0 h 5"/>
                <a:gd name="T11" fmla="*/ 1 w 1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5"/>
          <p:cNvSpPr>
            <a:spLocks noChangeArrowheads="1"/>
          </p:cNvSpPr>
          <p:nvPr/>
        </p:nvSpPr>
        <p:spPr bwMode="auto">
          <a:xfrm>
            <a:off x="682625" y="765175"/>
            <a:ext cx="7489825" cy="4897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kumimoji="0"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 </a:t>
            </a:r>
            <a:r>
              <a:rPr kumimoji="0"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Radial bearing(</a:t>
            </a:r>
            <a:r>
              <a:rPr kumimoji="0"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kumimoji="0"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kumimoji="0"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kumimoji="0"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kumimoji="0"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endParaRPr kumimoji="0"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kumimoji="0"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bearing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phổ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kumimoji="0"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đỡ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kumimoji="0"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kumimoji="0"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kumimoji="0"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kumimoji="0"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kumimoji="0"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(b)</a:t>
            </a:r>
            <a:r>
              <a:rPr kumimoji="0" lang="ko-KR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Thrust bearing (</a:t>
            </a:r>
            <a:r>
              <a:rPr kumimoji="0"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kumimoji="0"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dọc</a:t>
            </a:r>
            <a:r>
              <a:rPr kumimoji="0"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kumimoji="0"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kumimoji="0"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kumimoji="0"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kumimoji="0"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kumimoji="0"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kumimoji="0"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kumimoji="0"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kumimoji="0"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kumimoji="0"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kumimoji="0"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kumimoji="0"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kumimoji="0"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kumimoji="0"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kumimoji="0"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dọc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kumimoji="0"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-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chạy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ly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quay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kumimoji="0"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kumimoji="0"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kumimoji="0"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kumimoji="0"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kumimoji="0"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(c) </a:t>
            </a:r>
            <a:r>
              <a:rPr kumimoji="0"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kumimoji="0"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kumimoji="0"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kumimoji="0"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kumimoji="0"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dọc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endParaRPr kumimoji="0"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kumimoji="0"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kumimoji="0"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-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nón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hay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ổ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(taper bearing).</a:t>
            </a:r>
          </a:p>
          <a:p>
            <a:pPr algn="l" eaLnBrk="1" hangingPunct="1"/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dọc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do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kumimoji="0"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kumimoji="0"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bi.</a:t>
            </a: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5299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B6BD0654-BECC-4A33-9B7B-A8C82779C2EF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34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5300" name="Picture 16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761" b="6171"/>
          <a:stretch>
            <a:fillRect/>
          </a:stretch>
        </p:blipFill>
        <p:spPr bwMode="auto">
          <a:xfrm>
            <a:off x="6110288" y="2492375"/>
            <a:ext cx="2278062" cy="1657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5301" name="Picture 1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4525" y="765175"/>
            <a:ext cx="2592388" cy="16779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5302" name="Picture 1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380" b="3593"/>
          <a:stretch>
            <a:fillRect/>
          </a:stretch>
        </p:blipFill>
        <p:spPr bwMode="auto">
          <a:xfrm>
            <a:off x="6299200" y="4581525"/>
            <a:ext cx="1944688" cy="1584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5303" name="Rectangle 47"/>
          <p:cNvSpPr txBox="1">
            <a:spLocks noChangeArrowheads="1"/>
          </p:cNvSpPr>
          <p:nvPr/>
        </p:nvSpPr>
        <p:spPr bwMode="auto">
          <a:xfrm>
            <a:off x="4933950" y="44450"/>
            <a:ext cx="41021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Bearing</a:t>
            </a:r>
          </a:p>
        </p:txBody>
      </p:sp>
      <p:sp>
        <p:nvSpPr>
          <p:cNvPr id="55304" name="Rectangle 4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5305" name="Rectangle 29"/>
          <p:cNvSpPr>
            <a:spLocks noChangeArrowheads="1"/>
          </p:cNvSpPr>
          <p:nvPr/>
        </p:nvSpPr>
        <p:spPr bwMode="auto">
          <a:xfrm>
            <a:off x="6732588" y="2170113"/>
            <a:ext cx="1538287" cy="24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Radial bearing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5306" name="Rectangle 29"/>
          <p:cNvSpPr>
            <a:spLocks noChangeArrowheads="1"/>
          </p:cNvSpPr>
          <p:nvPr/>
        </p:nvSpPr>
        <p:spPr bwMode="auto">
          <a:xfrm>
            <a:off x="6732588" y="4195763"/>
            <a:ext cx="1538287" cy="24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Thrust bearing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5307" name="Rectangle 29"/>
          <p:cNvSpPr>
            <a:spLocks noChangeArrowheads="1"/>
          </p:cNvSpPr>
          <p:nvPr/>
        </p:nvSpPr>
        <p:spPr bwMode="auto">
          <a:xfrm>
            <a:off x="6789738" y="6092825"/>
            <a:ext cx="1382712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6"/>
          <p:cNvSpPr>
            <a:spLocks noChangeArrowheads="1"/>
          </p:cNvSpPr>
          <p:nvPr/>
        </p:nvSpPr>
        <p:spPr bwMode="auto">
          <a:xfrm>
            <a:off x="827088" y="692150"/>
            <a:ext cx="7489825" cy="547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Bearing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nâng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quay.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ko-KR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Bearing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en-US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ko-KR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6323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FDADE75C-3B7A-4941-9B89-E11AD81F7D5B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35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6324" name="Rectangle 100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Bearing</a:t>
            </a:r>
          </a:p>
        </p:txBody>
      </p:sp>
      <p:sp>
        <p:nvSpPr>
          <p:cNvPr id="56325" name="Rectangle 101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6326" name="Picture 10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ACCFED"/>
              </a:clrFrom>
              <a:clrTo>
                <a:srgbClr val="ACCFE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675" y="4286250"/>
            <a:ext cx="1638300" cy="192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327" name="Picture 106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ACCFED"/>
              </a:clrFrom>
              <a:clrTo>
                <a:srgbClr val="ACCFE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2263" y="4295775"/>
            <a:ext cx="1619250" cy="1914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328" name="Picture 107"/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ACCFED"/>
              </a:clrFrom>
              <a:clrTo>
                <a:srgbClr val="ACCFE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9350" y="4076700"/>
            <a:ext cx="1466850" cy="213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329" name="Picture 108"/>
          <p:cNvPicPr>
            <a:picLocks noChangeAspect="1" noChangeArrowheads="1"/>
          </p:cNvPicPr>
          <p:nvPr/>
        </p:nvPicPr>
        <p:blipFill>
          <a:blip r:embed="rId6">
            <a:clrChange>
              <a:clrFrom>
                <a:srgbClr val="ACCFED"/>
              </a:clrFrom>
              <a:clrTo>
                <a:srgbClr val="ACCFE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5463" y="4095750"/>
            <a:ext cx="1476375" cy="2114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330" name="Picture 18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56325" y="1789113"/>
            <a:ext cx="2160588" cy="1704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6331" name="Picture 19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5825" y="1789113"/>
            <a:ext cx="2400300" cy="1704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6332" name="Picture 20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35375" y="1789113"/>
            <a:ext cx="2139950" cy="1704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6333" name="Rectangle 29"/>
          <p:cNvSpPr>
            <a:spLocks noChangeArrowheads="1"/>
          </p:cNvSpPr>
          <p:nvPr/>
        </p:nvSpPr>
        <p:spPr bwMode="auto">
          <a:xfrm>
            <a:off x="3970338" y="3500438"/>
            <a:ext cx="1681782" cy="242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&lt;Bearing </a:t>
            </a:r>
            <a:r>
              <a:rPr lang="en-US" altLang="ko-KR" sz="9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sức</a:t>
            </a:r>
            <a:r>
              <a:rPr lang="en-US" altLang="ko-KR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gió</a:t>
            </a:r>
            <a:r>
              <a:rPr lang="en-US" altLang="ko-KR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&gt;</a:t>
            </a:r>
            <a:endParaRPr lang="ko-KR" altLang="en-US" sz="9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6334" name="Rectangle 29"/>
          <p:cNvSpPr>
            <a:spLocks noChangeArrowheads="1"/>
          </p:cNvSpPr>
          <p:nvPr/>
        </p:nvSpPr>
        <p:spPr bwMode="auto">
          <a:xfrm>
            <a:off x="6732588" y="3500438"/>
            <a:ext cx="1152525" cy="242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</a:t>
            </a:r>
            <a:r>
              <a:rPr lang="ko-KR" altLang="en-US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 </a:t>
            </a:r>
            <a:r>
              <a:rPr lang="en-US" altLang="ko-KR" sz="9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&gt;</a:t>
            </a:r>
            <a:endParaRPr lang="ko-KR" altLang="en-US" sz="9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6335" name="Rectangle 29"/>
          <p:cNvSpPr>
            <a:spLocks noChangeArrowheads="1"/>
          </p:cNvSpPr>
          <p:nvPr/>
        </p:nvSpPr>
        <p:spPr bwMode="auto">
          <a:xfrm>
            <a:off x="1593850" y="3500438"/>
            <a:ext cx="1393825" cy="242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</a:t>
            </a:r>
            <a:r>
              <a:rPr lang="en-US" altLang="ko-KR" sz="9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ko-KR" altLang="en-US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Bearing&gt;</a:t>
            </a:r>
            <a:endParaRPr lang="ko-KR" altLang="en-US" sz="9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539E647B-49D3-4C86-8A58-CDA2EDA285F9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36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47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Bearing</a:t>
            </a:r>
          </a:p>
        </p:txBody>
      </p:sp>
      <p:sp>
        <p:nvSpPr>
          <p:cNvPr id="57348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49" name="Rectangle 2"/>
          <p:cNvSpPr>
            <a:spLocks noChangeArrowheads="1"/>
          </p:cNvSpPr>
          <p:nvPr/>
        </p:nvSpPr>
        <p:spPr bwMode="auto">
          <a:xfrm>
            <a:off x="2468563" y="1843088"/>
            <a:ext cx="6132512" cy="257175"/>
          </a:xfrm>
          <a:prstGeom prst="rect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50" name="Rectangle 3"/>
          <p:cNvSpPr>
            <a:spLocks noChangeArrowheads="1"/>
          </p:cNvSpPr>
          <p:nvPr/>
        </p:nvSpPr>
        <p:spPr bwMode="auto">
          <a:xfrm>
            <a:off x="3992563" y="2103438"/>
            <a:ext cx="627062" cy="396875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51" name="Rectangle 4"/>
          <p:cNvSpPr>
            <a:spLocks noChangeArrowheads="1"/>
          </p:cNvSpPr>
          <p:nvPr/>
        </p:nvSpPr>
        <p:spPr bwMode="auto">
          <a:xfrm>
            <a:off x="3271838" y="2092325"/>
            <a:ext cx="723900" cy="387350"/>
          </a:xfrm>
          <a:prstGeom prst="rect">
            <a:avLst/>
          </a:prstGeom>
          <a:solidFill>
            <a:srgbClr val="99FF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52" name="Rectangle 5"/>
          <p:cNvSpPr>
            <a:spLocks noChangeArrowheads="1"/>
          </p:cNvSpPr>
          <p:nvPr/>
        </p:nvSpPr>
        <p:spPr bwMode="auto">
          <a:xfrm>
            <a:off x="2468563" y="2103438"/>
            <a:ext cx="784225" cy="396875"/>
          </a:xfrm>
          <a:prstGeom prst="rect">
            <a:avLst/>
          </a:prstGeom>
          <a:solidFill>
            <a:srgbClr val="66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ko-KR">
              <a:solidFill>
                <a:srgbClr val="99FF33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53" name="Text Box 6"/>
          <p:cNvSpPr txBox="1">
            <a:spLocks noChangeArrowheads="1"/>
          </p:cNvSpPr>
          <p:nvPr/>
        </p:nvSpPr>
        <p:spPr bwMode="auto">
          <a:xfrm>
            <a:off x="76754" y="690563"/>
            <a:ext cx="3564182" cy="3323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300" b="1" dirty="0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Tham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khảo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Bearing roller</a:t>
            </a:r>
            <a:endParaRPr lang="ko-KR" altLang="en-US" sz="13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54" name="Rectangle 7"/>
          <p:cNvSpPr>
            <a:spLocks noChangeArrowheads="1"/>
          </p:cNvSpPr>
          <p:nvPr/>
        </p:nvSpPr>
        <p:spPr bwMode="auto">
          <a:xfrm>
            <a:off x="2468563" y="1831975"/>
            <a:ext cx="6121400" cy="660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55" name="Text Box 8"/>
          <p:cNvSpPr txBox="1">
            <a:spLocks noChangeArrowheads="1"/>
          </p:cNvSpPr>
          <p:nvPr/>
        </p:nvSpPr>
        <p:spPr bwMode="auto">
          <a:xfrm>
            <a:off x="2404510" y="2060575"/>
            <a:ext cx="9028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DDDDDD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thống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eaLnBrk="1" hangingPunct="1"/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bearing</a:t>
            </a:r>
            <a:endParaRPr lang="ko-KR" altLang="en-US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56" name="Text Box 9"/>
          <p:cNvSpPr txBox="1">
            <a:spLocks noChangeArrowheads="1"/>
          </p:cNvSpPr>
          <p:nvPr/>
        </p:nvSpPr>
        <p:spPr bwMode="auto">
          <a:xfrm>
            <a:off x="3211819" y="2073634"/>
            <a:ext cx="888385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eaLnBrk="1" hangingPunct="1"/>
            <a:r>
              <a:rPr lang="en-US" altLang="ko-KR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endParaRPr lang="ko-KR" altLang="en-US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57" name="Text Box 10"/>
          <p:cNvSpPr txBox="1">
            <a:spLocks noChangeArrowheads="1"/>
          </p:cNvSpPr>
          <p:nvPr/>
        </p:nvSpPr>
        <p:spPr bwMode="auto">
          <a:xfrm>
            <a:off x="3915602" y="2085540"/>
            <a:ext cx="780983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endParaRPr lang="en-US" altLang="ko-KR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iếp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endParaRPr lang="ko-KR" altLang="en-US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58" name="Text Box 11"/>
          <p:cNvSpPr txBox="1">
            <a:spLocks noChangeArrowheads="1"/>
          </p:cNvSpPr>
          <p:nvPr/>
        </p:nvSpPr>
        <p:spPr bwMode="auto">
          <a:xfrm>
            <a:off x="4622685" y="2058988"/>
            <a:ext cx="482824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endParaRPr lang="en-US" altLang="ko-KR" sz="9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endParaRPr lang="ko-KR" altLang="en-US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59" name="Text Box 12"/>
          <p:cNvSpPr txBox="1">
            <a:spLocks noChangeArrowheads="1"/>
          </p:cNvSpPr>
          <p:nvPr/>
        </p:nvSpPr>
        <p:spPr bwMode="auto">
          <a:xfrm>
            <a:off x="5176413" y="2132013"/>
            <a:ext cx="383438" cy="2585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Seal</a:t>
            </a:r>
            <a:endParaRPr lang="ko-KR" altLang="en-US" sz="900" dirty="0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60" name="Text Box 13"/>
          <p:cNvSpPr txBox="1">
            <a:spLocks noChangeArrowheads="1"/>
          </p:cNvSpPr>
          <p:nvPr/>
        </p:nvSpPr>
        <p:spPr bwMode="auto">
          <a:xfrm>
            <a:off x="7913752" y="2058988"/>
            <a:ext cx="611065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en-US" altLang="ko-KR" sz="9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endParaRPr lang="ko-KR" altLang="en-US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61" name="Text Box 14"/>
          <p:cNvSpPr txBox="1">
            <a:spLocks noChangeArrowheads="1"/>
          </p:cNvSpPr>
          <p:nvPr/>
        </p:nvSpPr>
        <p:spPr bwMode="auto">
          <a:xfrm>
            <a:off x="6401904" y="2058988"/>
            <a:ext cx="559769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lang="en-US" altLang="ko-KR" sz="9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r>
              <a:rPr lang="en-US" altLang="ko-KR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</a:t>
            </a:r>
            <a:endParaRPr lang="ko-KR" altLang="en-US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62" name="Text Box 15"/>
          <p:cNvSpPr txBox="1">
            <a:spLocks noChangeArrowheads="1"/>
          </p:cNvSpPr>
          <p:nvPr/>
        </p:nvSpPr>
        <p:spPr bwMode="auto">
          <a:xfrm>
            <a:off x="7008851" y="2058988"/>
            <a:ext cx="944489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trống</a:t>
            </a:r>
            <a:endParaRPr lang="en-US" altLang="ko-KR" sz="9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r>
              <a:rPr lang="en-US" altLang="ko-KR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radial</a:t>
            </a:r>
            <a:endParaRPr lang="ko-KR" altLang="en-US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63" name="Line 16"/>
          <p:cNvSpPr>
            <a:spLocks noChangeShapeType="1"/>
          </p:cNvSpPr>
          <p:nvPr/>
        </p:nvSpPr>
        <p:spPr bwMode="auto">
          <a:xfrm>
            <a:off x="2468563" y="2092325"/>
            <a:ext cx="6121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64" name="Line 17"/>
          <p:cNvSpPr>
            <a:spLocks noChangeShapeType="1"/>
          </p:cNvSpPr>
          <p:nvPr/>
        </p:nvSpPr>
        <p:spPr bwMode="auto">
          <a:xfrm>
            <a:off x="3262313" y="2098675"/>
            <a:ext cx="0" cy="3984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65" name="Line 18"/>
          <p:cNvSpPr>
            <a:spLocks noChangeShapeType="1"/>
          </p:cNvSpPr>
          <p:nvPr/>
        </p:nvSpPr>
        <p:spPr bwMode="auto">
          <a:xfrm>
            <a:off x="3983038" y="2098675"/>
            <a:ext cx="0" cy="3984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66" name="Line 19"/>
          <p:cNvSpPr>
            <a:spLocks noChangeShapeType="1"/>
          </p:cNvSpPr>
          <p:nvPr/>
        </p:nvSpPr>
        <p:spPr bwMode="auto">
          <a:xfrm>
            <a:off x="4630738" y="1833563"/>
            <a:ext cx="0" cy="657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67" name="Line 20"/>
          <p:cNvSpPr>
            <a:spLocks noChangeShapeType="1"/>
          </p:cNvSpPr>
          <p:nvPr/>
        </p:nvSpPr>
        <p:spPr bwMode="auto">
          <a:xfrm>
            <a:off x="5133975" y="2092325"/>
            <a:ext cx="0" cy="3984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68" name="Line 21"/>
          <p:cNvSpPr>
            <a:spLocks noChangeShapeType="1"/>
          </p:cNvSpPr>
          <p:nvPr/>
        </p:nvSpPr>
        <p:spPr bwMode="auto">
          <a:xfrm>
            <a:off x="5748338" y="2092325"/>
            <a:ext cx="0" cy="3984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69" name="Text Box 22"/>
          <p:cNvSpPr txBox="1">
            <a:spLocks noChangeArrowheads="1"/>
          </p:cNvSpPr>
          <p:nvPr/>
        </p:nvSpPr>
        <p:spPr bwMode="auto">
          <a:xfrm>
            <a:off x="5624559" y="2046288"/>
            <a:ext cx="777777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endParaRPr lang="en-US" altLang="ko-KR" sz="9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r>
              <a:rPr lang="en-US" altLang="ko-KR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giàn</a:t>
            </a:r>
            <a:r>
              <a:rPr lang="en-US" altLang="ko-KR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9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endParaRPr lang="ko-KR" altLang="en-US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70" name="Line 23"/>
          <p:cNvSpPr>
            <a:spLocks noChangeShapeType="1"/>
          </p:cNvSpPr>
          <p:nvPr/>
        </p:nvSpPr>
        <p:spPr bwMode="auto">
          <a:xfrm>
            <a:off x="6357938" y="2098675"/>
            <a:ext cx="0" cy="3984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71" name="Line 24"/>
          <p:cNvSpPr>
            <a:spLocks noChangeShapeType="1"/>
          </p:cNvSpPr>
          <p:nvPr/>
        </p:nvSpPr>
        <p:spPr bwMode="auto">
          <a:xfrm>
            <a:off x="7077075" y="2098675"/>
            <a:ext cx="0" cy="3984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72" name="Line 25"/>
          <p:cNvSpPr>
            <a:spLocks noChangeShapeType="1"/>
          </p:cNvSpPr>
          <p:nvPr/>
        </p:nvSpPr>
        <p:spPr bwMode="auto">
          <a:xfrm>
            <a:off x="7935913" y="2098675"/>
            <a:ext cx="0" cy="3984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73" name="Text Box 26"/>
          <p:cNvSpPr txBox="1">
            <a:spLocks noChangeArrowheads="1"/>
          </p:cNvSpPr>
          <p:nvPr/>
        </p:nvSpPr>
        <p:spPr bwMode="auto">
          <a:xfrm>
            <a:off x="3011863" y="1801476"/>
            <a:ext cx="1202573" cy="3323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endParaRPr lang="ko-KR" altLang="en-US" sz="13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74" name="Text Box 27"/>
          <p:cNvSpPr txBox="1">
            <a:spLocks noChangeArrowheads="1"/>
          </p:cNvSpPr>
          <p:nvPr/>
        </p:nvSpPr>
        <p:spPr bwMode="auto">
          <a:xfrm>
            <a:off x="6109223" y="1809750"/>
            <a:ext cx="1008610" cy="3323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endParaRPr lang="ko-KR" altLang="en-US" sz="13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75" name="Rectangle 28"/>
          <p:cNvSpPr>
            <a:spLocks noChangeArrowheads="1"/>
          </p:cNvSpPr>
          <p:nvPr/>
        </p:nvSpPr>
        <p:spPr bwMode="auto">
          <a:xfrm>
            <a:off x="2487613" y="3040063"/>
            <a:ext cx="784225" cy="396875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3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62</a:t>
            </a:r>
          </a:p>
        </p:txBody>
      </p:sp>
      <p:sp>
        <p:nvSpPr>
          <p:cNvPr id="57376" name="Rectangle 30"/>
          <p:cNvSpPr>
            <a:spLocks noChangeArrowheads="1"/>
          </p:cNvSpPr>
          <p:nvPr/>
        </p:nvSpPr>
        <p:spPr bwMode="auto">
          <a:xfrm>
            <a:off x="4005263" y="3041650"/>
            <a:ext cx="784225" cy="3968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C2</a:t>
            </a:r>
          </a:p>
        </p:txBody>
      </p:sp>
      <p:sp>
        <p:nvSpPr>
          <p:cNvPr id="57377" name="Rectangle 31"/>
          <p:cNvSpPr>
            <a:spLocks noChangeArrowheads="1"/>
          </p:cNvSpPr>
          <p:nvPr/>
        </p:nvSpPr>
        <p:spPr bwMode="auto">
          <a:xfrm>
            <a:off x="4791075" y="3040063"/>
            <a:ext cx="723900" cy="3984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3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P6</a:t>
            </a:r>
          </a:p>
        </p:txBody>
      </p:sp>
      <p:sp>
        <p:nvSpPr>
          <p:cNvPr id="57378" name="Line 32"/>
          <p:cNvSpPr>
            <a:spLocks noChangeShapeType="1"/>
          </p:cNvSpPr>
          <p:nvPr/>
        </p:nvSpPr>
        <p:spPr bwMode="auto">
          <a:xfrm>
            <a:off x="5133975" y="3448050"/>
            <a:ext cx="0" cy="339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79" name="Line 33"/>
          <p:cNvSpPr>
            <a:spLocks noChangeShapeType="1"/>
          </p:cNvSpPr>
          <p:nvPr/>
        </p:nvSpPr>
        <p:spPr bwMode="auto">
          <a:xfrm>
            <a:off x="5133975" y="3798888"/>
            <a:ext cx="10810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80" name="Text Box 34"/>
          <p:cNvSpPr txBox="1">
            <a:spLocks noChangeArrowheads="1"/>
          </p:cNvSpPr>
          <p:nvPr/>
        </p:nvSpPr>
        <p:spPr bwMode="auto">
          <a:xfrm>
            <a:off x="6195664" y="3643313"/>
            <a:ext cx="1516762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( 6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57381" name="Line 35"/>
          <p:cNvSpPr>
            <a:spLocks noChangeShapeType="1"/>
          </p:cNvSpPr>
          <p:nvPr/>
        </p:nvSpPr>
        <p:spPr bwMode="auto">
          <a:xfrm>
            <a:off x="4394200" y="4303713"/>
            <a:ext cx="18113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82" name="Text Box 36"/>
          <p:cNvSpPr txBox="1">
            <a:spLocks noChangeArrowheads="1"/>
          </p:cNvSpPr>
          <p:nvPr/>
        </p:nvSpPr>
        <p:spPr bwMode="auto">
          <a:xfrm>
            <a:off x="6346346" y="4148138"/>
            <a:ext cx="2366352" cy="5161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Clearance</a:t>
            </a:r>
          </a:p>
          <a:p>
            <a:pPr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83" name="Line 37"/>
          <p:cNvSpPr>
            <a:spLocks noChangeShapeType="1"/>
          </p:cNvSpPr>
          <p:nvPr/>
        </p:nvSpPr>
        <p:spPr bwMode="auto">
          <a:xfrm>
            <a:off x="2903538" y="3438525"/>
            <a:ext cx="0" cy="17891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84" name="Line 38"/>
          <p:cNvSpPr>
            <a:spLocks noChangeShapeType="1"/>
          </p:cNvSpPr>
          <p:nvPr/>
        </p:nvSpPr>
        <p:spPr bwMode="auto">
          <a:xfrm flipV="1">
            <a:off x="3636963" y="4778375"/>
            <a:ext cx="2578100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85" name="Line 40"/>
          <p:cNvSpPr>
            <a:spLocks noChangeShapeType="1"/>
          </p:cNvSpPr>
          <p:nvPr/>
        </p:nvSpPr>
        <p:spPr bwMode="auto">
          <a:xfrm>
            <a:off x="2908300" y="5238750"/>
            <a:ext cx="3328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86" name="Text Box 41"/>
          <p:cNvSpPr txBox="1">
            <a:spLocks noChangeArrowheads="1"/>
          </p:cNvSpPr>
          <p:nvPr/>
        </p:nvSpPr>
        <p:spPr bwMode="auto">
          <a:xfrm>
            <a:off x="5929202" y="5083175"/>
            <a:ext cx="2781531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(deep groove ball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bearing)</a:t>
            </a:r>
          </a:p>
        </p:txBody>
      </p:sp>
      <p:sp>
        <p:nvSpPr>
          <p:cNvPr id="57387" name="Line 42"/>
          <p:cNvSpPr>
            <a:spLocks noChangeShapeType="1"/>
          </p:cNvSpPr>
          <p:nvPr/>
        </p:nvSpPr>
        <p:spPr bwMode="auto">
          <a:xfrm>
            <a:off x="3648075" y="3449638"/>
            <a:ext cx="0" cy="1338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388" name="Line 43"/>
          <p:cNvSpPr>
            <a:spLocks noChangeShapeType="1"/>
          </p:cNvSpPr>
          <p:nvPr/>
        </p:nvSpPr>
        <p:spPr bwMode="auto">
          <a:xfrm flipH="1">
            <a:off x="4392613" y="3449638"/>
            <a:ext cx="4762" cy="8461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33" name="Group 1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8061783"/>
              </p:ext>
            </p:extLst>
          </p:nvPr>
        </p:nvGraphicFramePr>
        <p:xfrm>
          <a:off x="260350" y="1835150"/>
          <a:ext cx="1917700" cy="4402138"/>
        </p:xfrm>
        <a:graphic>
          <a:graphicData uri="http://schemas.openxmlformats.org/drawingml/2006/table">
            <a:tbl>
              <a:tblPr/>
              <a:tblGrid>
                <a:gridCol w="960438"/>
                <a:gridCol w="957262"/>
              </a:tblGrid>
              <a:tr h="6286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62 00</a:t>
                      </a:r>
                    </a:p>
                  </a:txBody>
                  <a:tcPr marL="16615" marR="16615" marT="18000" marB="18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10</a:t>
                      </a:r>
                    </a:p>
                  </a:txBody>
                  <a:tcPr marL="16615" marR="16615" marT="18000" marB="18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86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62 01</a:t>
                      </a:r>
                    </a:p>
                  </a:txBody>
                  <a:tcPr marL="16615" marR="16615" marT="18000" marB="18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12</a:t>
                      </a:r>
                    </a:p>
                  </a:txBody>
                  <a:tcPr marL="16615" marR="16615" marT="18000" marB="18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86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62 02</a:t>
                      </a:r>
                    </a:p>
                  </a:txBody>
                  <a:tcPr marL="16615" marR="16615" marT="18000" marB="18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15</a:t>
                      </a:r>
                    </a:p>
                  </a:txBody>
                  <a:tcPr marL="16615" marR="16615" marT="18000" marB="18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302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62 03</a:t>
                      </a:r>
                    </a:p>
                  </a:txBody>
                  <a:tcPr marL="16615" marR="16615" marT="18000" marB="18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17</a:t>
                      </a:r>
                    </a:p>
                  </a:txBody>
                  <a:tcPr marL="16615" marR="16615" marT="18000" marB="18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86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62 04</a:t>
                      </a:r>
                    </a:p>
                  </a:txBody>
                  <a:tcPr marL="16615" marR="16615" marT="18000" marB="18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04*5</a:t>
                      </a:r>
                    </a:p>
                  </a:txBody>
                  <a:tcPr marL="16615" marR="16615" marT="18000" marB="18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86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62 96</a:t>
                      </a:r>
                    </a:p>
                  </a:txBody>
                  <a:tcPr marL="16615" marR="16615" marT="18000" marB="18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96*5</a:t>
                      </a:r>
                    </a:p>
                  </a:txBody>
                  <a:tcPr marL="16615" marR="16615" marT="18000" marB="18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86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62 8</a:t>
                      </a:r>
                    </a:p>
                  </a:txBody>
                  <a:tcPr marL="16615" marR="16615" marT="18000" marB="18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8</a:t>
                      </a:r>
                    </a:p>
                  </a:txBody>
                  <a:tcPr marL="16615" marR="16615" marT="18000" marB="18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57415" name="Text Box 119"/>
          <p:cNvSpPr txBox="1">
            <a:spLocks noChangeArrowheads="1"/>
          </p:cNvSpPr>
          <p:nvPr/>
        </p:nvSpPr>
        <p:spPr bwMode="auto">
          <a:xfrm>
            <a:off x="0" y="1339850"/>
            <a:ext cx="2547942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bearing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416" name="Text Box 125"/>
          <p:cNvSpPr txBox="1">
            <a:spLocks noChangeArrowheads="1"/>
          </p:cNvSpPr>
          <p:nvPr/>
        </p:nvSpPr>
        <p:spPr bwMode="auto">
          <a:xfrm>
            <a:off x="2443051" y="6215063"/>
            <a:ext cx="343876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ko-KR" altLang="en-US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500mm =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417" name="Text Box 133"/>
          <p:cNvSpPr txBox="1">
            <a:spLocks noChangeArrowheads="1"/>
          </p:cNvSpPr>
          <p:nvPr/>
        </p:nvSpPr>
        <p:spPr bwMode="auto">
          <a:xfrm>
            <a:off x="2706755" y="785813"/>
            <a:ext cx="6029215" cy="10525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bearing=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bearing+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dài+số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rút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ko-KR" altLang="en-US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628 05</a:t>
            </a:r>
          </a:p>
          <a:p>
            <a:pPr eaLnBrk="1" hangingPunct="1"/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1:Bi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ổ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2:Roller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ổ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3:Taper roller bearing4:Double</a:t>
            </a:r>
            <a:r>
              <a:rPr lang="ko-KR" altLang="en-US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deep</a:t>
            </a:r>
            <a:r>
              <a: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groove</a:t>
            </a:r>
            <a:r>
              <a:rPr lang="ko-KR" altLang="en-US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bearing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r>
              <a:rPr lang="ko-KR" altLang="en-US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5:</a:t>
            </a:r>
            <a:r>
              <a:rPr lang="en-US" altLang="ko-KR" sz="1000" dirty="0">
                <a:solidFill>
                  <a:schemeClr val="tx1"/>
                </a:solidFill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Double angular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bearing,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 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D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eep 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groove ball bearing,7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Single</a:t>
            </a:r>
            <a:r>
              <a:rPr lang="ko-KR" altLang="en-US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angular ball bearing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7418" name="Text Box 39"/>
          <p:cNvSpPr txBox="1">
            <a:spLocks noChangeArrowheads="1"/>
          </p:cNvSpPr>
          <p:nvPr/>
        </p:nvSpPr>
        <p:spPr bwMode="auto">
          <a:xfrm>
            <a:off x="6267730" y="4622800"/>
            <a:ext cx="2536272" cy="514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40㎜ = 8 × 5㎜)</a:t>
            </a:r>
          </a:p>
        </p:txBody>
      </p:sp>
      <p:sp>
        <p:nvSpPr>
          <p:cNvPr id="57419" name="Rectangle 28"/>
          <p:cNvSpPr>
            <a:spLocks noChangeArrowheads="1"/>
          </p:cNvSpPr>
          <p:nvPr/>
        </p:nvSpPr>
        <p:spPr bwMode="auto">
          <a:xfrm>
            <a:off x="3263900" y="3041650"/>
            <a:ext cx="784225" cy="396875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3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29C97554-AD9E-4CE1-B551-D187B4E96382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37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8371" name="Rectangle 2"/>
          <p:cNvSpPr>
            <a:spLocks noChangeArrowheads="1"/>
          </p:cNvSpPr>
          <p:nvPr/>
        </p:nvSpPr>
        <p:spPr bwMode="auto">
          <a:xfrm>
            <a:off x="395288" y="549275"/>
            <a:ext cx="7489825" cy="5329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(5)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Bearing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8372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Bearing</a:t>
            </a:r>
          </a:p>
        </p:txBody>
      </p:sp>
      <p:sp>
        <p:nvSpPr>
          <p:cNvPr id="58373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8374" name="Rectangle 12"/>
          <p:cNvSpPr>
            <a:spLocks noChangeArrowheads="1"/>
          </p:cNvSpPr>
          <p:nvPr/>
        </p:nvSpPr>
        <p:spPr bwMode="auto">
          <a:xfrm>
            <a:off x="252413" y="1628775"/>
            <a:ext cx="1871662" cy="325438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Radial Ball Bearing</a:t>
            </a:r>
          </a:p>
        </p:txBody>
      </p:sp>
      <p:sp>
        <p:nvSpPr>
          <p:cNvPr id="58375" name="Rectangle 13"/>
          <p:cNvSpPr>
            <a:spLocks noChangeArrowheads="1"/>
          </p:cNvSpPr>
          <p:nvPr/>
        </p:nvSpPr>
        <p:spPr bwMode="auto">
          <a:xfrm>
            <a:off x="1411288" y="1116013"/>
            <a:ext cx="1720552" cy="296862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bi(Ball Bearing)</a:t>
            </a:r>
            <a:endParaRPr lang="en-US" altLang="ko-KR" sz="13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8376" name="Rectangle 14"/>
          <p:cNvSpPr>
            <a:spLocks noChangeArrowheads="1"/>
          </p:cNvSpPr>
          <p:nvPr/>
        </p:nvSpPr>
        <p:spPr bwMode="auto">
          <a:xfrm>
            <a:off x="6051550" y="1116013"/>
            <a:ext cx="1760810" cy="28892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Ổ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đũa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(Roller Bearing)</a:t>
            </a:r>
            <a:endParaRPr lang="en-US" altLang="ko-KR" sz="13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8377" name="Rectangle 15"/>
          <p:cNvSpPr>
            <a:spLocks noChangeArrowheads="1"/>
          </p:cNvSpPr>
          <p:nvPr/>
        </p:nvSpPr>
        <p:spPr bwMode="auto">
          <a:xfrm>
            <a:off x="3594100" y="836613"/>
            <a:ext cx="1592263" cy="3238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Rolling Bearing</a:t>
            </a:r>
          </a:p>
        </p:txBody>
      </p:sp>
      <p:sp>
        <p:nvSpPr>
          <p:cNvPr id="58378" name="Rectangle 16"/>
          <p:cNvSpPr>
            <a:spLocks noChangeArrowheads="1"/>
          </p:cNvSpPr>
          <p:nvPr/>
        </p:nvSpPr>
        <p:spPr bwMode="auto">
          <a:xfrm>
            <a:off x="2481263" y="1628775"/>
            <a:ext cx="1874837" cy="325438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Thrust Ball Bearing</a:t>
            </a:r>
          </a:p>
        </p:txBody>
      </p:sp>
      <p:cxnSp>
        <p:nvCxnSpPr>
          <p:cNvPr id="58379" name="AutoShape 17"/>
          <p:cNvCxnSpPr>
            <a:cxnSpLocks noChangeShapeType="1"/>
            <a:stCxn id="58377" idx="3"/>
            <a:endCxn id="58376" idx="0"/>
          </p:cNvCxnSpPr>
          <p:nvPr/>
        </p:nvCxnSpPr>
        <p:spPr bwMode="auto">
          <a:xfrm>
            <a:off x="5186363" y="998538"/>
            <a:ext cx="1745592" cy="117475"/>
          </a:xfrm>
          <a:prstGeom prst="bentConnector2">
            <a:avLst/>
          </a:prstGeom>
          <a:noFill/>
          <a:ln w="1905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8380" name="AutoShape 18"/>
          <p:cNvCxnSpPr>
            <a:cxnSpLocks noChangeShapeType="1"/>
            <a:stCxn id="58377" idx="1"/>
            <a:endCxn id="58375" idx="0"/>
          </p:cNvCxnSpPr>
          <p:nvPr/>
        </p:nvCxnSpPr>
        <p:spPr bwMode="auto">
          <a:xfrm rot="10800000" flipV="1">
            <a:off x="2271564" y="998537"/>
            <a:ext cx="1322536" cy="117475"/>
          </a:xfrm>
          <a:prstGeom prst="bentConnector2">
            <a:avLst/>
          </a:prstGeom>
          <a:noFill/>
          <a:ln w="1905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8381" name="AutoShape 19"/>
          <p:cNvCxnSpPr>
            <a:cxnSpLocks noChangeShapeType="1"/>
            <a:stCxn id="58375" idx="2"/>
            <a:endCxn id="58374" idx="0"/>
          </p:cNvCxnSpPr>
          <p:nvPr/>
        </p:nvCxnSpPr>
        <p:spPr bwMode="auto">
          <a:xfrm rot="5400000">
            <a:off x="1621954" y="979165"/>
            <a:ext cx="215900" cy="1083320"/>
          </a:xfrm>
          <a:prstGeom prst="bentConnector3">
            <a:avLst>
              <a:gd name="adj1" fmla="val 50000"/>
            </a:avLst>
          </a:prstGeom>
          <a:noFill/>
          <a:ln w="1905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8382" name="AutoShape 20"/>
          <p:cNvCxnSpPr>
            <a:cxnSpLocks noChangeShapeType="1"/>
            <a:stCxn id="58375" idx="2"/>
            <a:endCxn id="58378" idx="0"/>
          </p:cNvCxnSpPr>
          <p:nvPr/>
        </p:nvCxnSpPr>
        <p:spPr bwMode="auto">
          <a:xfrm rot="16200000" flipH="1">
            <a:off x="2737173" y="947266"/>
            <a:ext cx="215900" cy="1147118"/>
          </a:xfrm>
          <a:prstGeom prst="bentConnector3">
            <a:avLst>
              <a:gd name="adj1" fmla="val 50000"/>
            </a:avLst>
          </a:prstGeom>
          <a:noFill/>
          <a:ln w="1905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8383" name="AutoShape 21"/>
          <p:cNvCxnSpPr>
            <a:cxnSpLocks noChangeShapeType="1"/>
            <a:stCxn id="58376" idx="2"/>
            <a:endCxn id="58385" idx="0"/>
          </p:cNvCxnSpPr>
          <p:nvPr/>
        </p:nvCxnSpPr>
        <p:spPr bwMode="auto">
          <a:xfrm rot="5400000">
            <a:off x="6178619" y="875438"/>
            <a:ext cx="223837" cy="1282836"/>
          </a:xfrm>
          <a:prstGeom prst="bentConnector3">
            <a:avLst>
              <a:gd name="adj1" fmla="val 50000"/>
            </a:avLst>
          </a:prstGeom>
          <a:noFill/>
          <a:ln w="1905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8384" name="AutoShape 22"/>
          <p:cNvCxnSpPr>
            <a:cxnSpLocks noChangeShapeType="1"/>
            <a:stCxn id="58376" idx="2"/>
            <a:endCxn id="58386" idx="0"/>
          </p:cNvCxnSpPr>
          <p:nvPr/>
        </p:nvCxnSpPr>
        <p:spPr bwMode="auto">
          <a:xfrm rot="16200000" flipH="1">
            <a:off x="7295425" y="1041467"/>
            <a:ext cx="223837" cy="950777"/>
          </a:xfrm>
          <a:prstGeom prst="bentConnector3">
            <a:avLst>
              <a:gd name="adj1" fmla="val 50000"/>
            </a:avLst>
          </a:prstGeom>
          <a:noFill/>
          <a:ln w="1905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8385" name="Rectangle 23"/>
          <p:cNvSpPr>
            <a:spLocks noChangeArrowheads="1"/>
          </p:cNvSpPr>
          <p:nvPr/>
        </p:nvSpPr>
        <p:spPr bwMode="auto">
          <a:xfrm>
            <a:off x="4713288" y="1628775"/>
            <a:ext cx="1871662" cy="325438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Radial Roller Bearing</a:t>
            </a:r>
          </a:p>
        </p:txBody>
      </p:sp>
      <p:sp>
        <p:nvSpPr>
          <p:cNvPr id="58386" name="Rectangle 24"/>
          <p:cNvSpPr>
            <a:spLocks noChangeArrowheads="1"/>
          </p:cNvSpPr>
          <p:nvPr/>
        </p:nvSpPr>
        <p:spPr bwMode="auto">
          <a:xfrm>
            <a:off x="6945313" y="1628775"/>
            <a:ext cx="1874837" cy="325438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Thrust Roller Bearing</a:t>
            </a:r>
          </a:p>
        </p:txBody>
      </p:sp>
      <p:graphicFrame>
        <p:nvGraphicFramePr>
          <p:cNvPr id="2571289" name="Group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5473327"/>
              </p:ext>
            </p:extLst>
          </p:nvPr>
        </p:nvGraphicFramePr>
        <p:xfrm>
          <a:off x="180975" y="1989138"/>
          <a:ext cx="2087563" cy="4467218"/>
        </p:xfrm>
        <a:graphic>
          <a:graphicData uri="http://schemas.openxmlformats.org/drawingml/2006/table">
            <a:tbl>
              <a:tblPr/>
              <a:tblGrid>
                <a:gridCol w="504825"/>
                <a:gridCol w="1582738"/>
              </a:tblGrid>
              <a:tr h="36029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Tiết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diện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Tên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gọi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</a:tr>
              <a:tr h="58126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Single row deep groove ball bearing</a:t>
                      </a: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8126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Single row angular contact ball bearing</a:t>
                      </a: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8126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Duplex angular contact ball bearing</a:t>
                      </a: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8126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Four-point contact ball bearing</a:t>
                      </a: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8126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Double row angular contact ball bearing</a:t>
                      </a: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8126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Self-aligning ball bearing</a:t>
                      </a: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8126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Ball bearing for rolling bearing unit</a:t>
                      </a: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33952" name="Group 1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3100473"/>
              </p:ext>
            </p:extLst>
          </p:nvPr>
        </p:nvGraphicFramePr>
        <p:xfrm>
          <a:off x="2413000" y="1989138"/>
          <a:ext cx="2087563" cy="4447564"/>
        </p:xfrm>
        <a:graphic>
          <a:graphicData uri="http://schemas.openxmlformats.org/drawingml/2006/table">
            <a:tbl>
              <a:tblPr/>
              <a:tblGrid>
                <a:gridCol w="504825"/>
                <a:gridCol w="1582738"/>
              </a:tblGrid>
              <a:tr h="37676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Tiết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diện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Tên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gọi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</a:tr>
              <a:tr h="6077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801" marB="46801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Single direction thrust ball bearing</a:t>
                      </a:r>
                    </a:p>
                  </a:txBody>
                  <a:tcPr marL="90000" marR="90000" marT="46801" marB="46801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6705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801" marB="46801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Double direction angular contact thrust ball bearing</a:t>
                      </a:r>
                    </a:p>
                  </a:txBody>
                  <a:tcPr marL="90000" marR="90000" marT="46801" marB="46801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6705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801" marB="46801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High-speed duplex angular contact ball bearing(for axial loads)</a:t>
                      </a:r>
                    </a:p>
                  </a:txBody>
                  <a:tcPr marL="90000" marR="90000" marT="46801" marB="46801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307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801" marB="46801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801" marB="46801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4839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801" marB="46801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801" marB="46801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627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801" marB="46801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801" marB="46801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95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801" marB="46801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801" marB="46801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2571347" name="Group 8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7965154"/>
              </p:ext>
            </p:extLst>
          </p:nvPr>
        </p:nvGraphicFramePr>
        <p:xfrm>
          <a:off x="4643438" y="1989138"/>
          <a:ext cx="2087562" cy="4436968"/>
        </p:xfrm>
        <a:graphic>
          <a:graphicData uri="http://schemas.openxmlformats.org/drawingml/2006/table">
            <a:tbl>
              <a:tblPr/>
              <a:tblGrid>
                <a:gridCol w="504825"/>
                <a:gridCol w="1582737"/>
              </a:tblGrid>
              <a:tr h="38736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Tiết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diện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Tên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gọi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</a:tr>
              <a:tr h="62483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Single row cylindrical roller bearing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483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Double row cylindrical roller bearing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1535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Needle roller bearing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483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Single row tapered roller bearing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483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Double row tapered roller bearing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1023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Spherical roller bearing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136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2571376" name="Group 1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5775277"/>
              </p:ext>
            </p:extLst>
          </p:nvPr>
        </p:nvGraphicFramePr>
        <p:xfrm>
          <a:off x="6877050" y="1989138"/>
          <a:ext cx="2087563" cy="4436819"/>
        </p:xfrm>
        <a:graphic>
          <a:graphicData uri="http://schemas.openxmlformats.org/drawingml/2006/table">
            <a:tbl>
              <a:tblPr/>
              <a:tblGrid>
                <a:gridCol w="504825"/>
                <a:gridCol w="1582738"/>
              </a:tblGrid>
              <a:tr h="38751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Tiết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diện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Tên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gọi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792" marB="46792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</a:tr>
              <a:tr h="6250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Cylindrical roller thrust bearing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50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Needle roller thrust bearing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50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Tapered roller thrust bearing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50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Spherical roller thrust bearing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1384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104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1384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58503" name="Group 141"/>
          <p:cNvGrpSpPr>
            <a:grpSpLocks/>
          </p:cNvGrpSpPr>
          <p:nvPr/>
        </p:nvGrpSpPr>
        <p:grpSpPr bwMode="auto">
          <a:xfrm>
            <a:off x="176213" y="2422525"/>
            <a:ext cx="531812" cy="3863975"/>
            <a:chOff x="221" y="1900"/>
            <a:chExt cx="335" cy="2213"/>
          </a:xfrm>
        </p:grpSpPr>
        <p:pic>
          <p:nvPicPr>
            <p:cNvPr id="58521" name="Picture 142"/>
            <p:cNvPicPr>
              <a:picLocks noChangeAspect="1" noChangeArrowheads="1"/>
            </p:cNvPicPr>
            <p:nvPr/>
          </p:nvPicPr>
          <p:blipFill>
            <a:blip r:embed="rId3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8" y="1900"/>
              <a:ext cx="228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22" name="Picture 143"/>
            <p:cNvPicPr>
              <a:picLocks noChangeAspect="1" noChangeArrowheads="1"/>
            </p:cNvPicPr>
            <p:nvPr/>
          </p:nvPicPr>
          <p:blipFill>
            <a:blip r:embed="rId4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-241"/>
            <a:stretch>
              <a:fillRect/>
            </a:stretch>
          </p:blipFill>
          <p:spPr bwMode="auto">
            <a:xfrm>
              <a:off x="248" y="3931"/>
              <a:ext cx="273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23" name="Picture 144"/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229" r="20000" b="82082"/>
            <a:stretch>
              <a:fillRect/>
            </a:stretch>
          </p:blipFill>
          <p:spPr bwMode="auto">
            <a:xfrm>
              <a:off x="262" y="2220"/>
              <a:ext cx="23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24" name="Picture 145"/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0618" r="256" b="61133"/>
            <a:stretch>
              <a:fillRect/>
            </a:stretch>
          </p:blipFill>
          <p:spPr bwMode="auto">
            <a:xfrm>
              <a:off x="221" y="2554"/>
              <a:ext cx="335" cy="2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25" name="Picture 146"/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4615" t="41171" r="16922" b="41173"/>
            <a:stretch>
              <a:fillRect/>
            </a:stretch>
          </p:blipFill>
          <p:spPr bwMode="auto">
            <a:xfrm>
              <a:off x="245" y="2889"/>
              <a:ext cx="267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26" name="Picture 147"/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102" t="61264" r="256" b="21870"/>
            <a:stretch>
              <a:fillRect/>
            </a:stretch>
          </p:blipFill>
          <p:spPr bwMode="auto">
            <a:xfrm>
              <a:off x="225" y="3249"/>
              <a:ext cx="32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27" name="Picture 148"/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4357" t="81685" r="10768" b="-459"/>
            <a:stretch>
              <a:fillRect/>
            </a:stretch>
          </p:blipFill>
          <p:spPr bwMode="auto">
            <a:xfrm>
              <a:off x="236" y="3552"/>
              <a:ext cx="292" cy="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8504" name="Group 149"/>
          <p:cNvGrpSpPr>
            <a:grpSpLocks/>
          </p:cNvGrpSpPr>
          <p:nvPr/>
        </p:nvGrpSpPr>
        <p:grpSpPr bwMode="auto">
          <a:xfrm>
            <a:off x="2463800" y="2406650"/>
            <a:ext cx="371475" cy="2081213"/>
            <a:chOff x="1746" y="1922"/>
            <a:chExt cx="234" cy="953"/>
          </a:xfrm>
        </p:grpSpPr>
        <p:pic>
          <p:nvPicPr>
            <p:cNvPr id="58518" name="Picture 150"/>
            <p:cNvPicPr>
              <a:picLocks noChangeAspect="1" noChangeArrowheads="1"/>
            </p:cNvPicPr>
            <p:nvPr/>
          </p:nvPicPr>
          <p:blipFill>
            <a:blip r:embed="rId6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-755"/>
            <a:stretch>
              <a:fillRect/>
            </a:stretch>
          </p:blipFill>
          <p:spPr bwMode="auto">
            <a:xfrm>
              <a:off x="1747" y="2199"/>
              <a:ext cx="214" cy="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19" name="Picture 151"/>
            <p:cNvPicPr>
              <a:picLocks noChangeAspect="1" noChangeArrowheads="1"/>
            </p:cNvPicPr>
            <p:nvPr/>
          </p:nvPicPr>
          <p:blipFill>
            <a:blip r:embed="rId7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8829" r="70459" b="7835"/>
            <a:stretch>
              <a:fillRect/>
            </a:stretch>
          </p:blipFill>
          <p:spPr bwMode="auto">
            <a:xfrm>
              <a:off x="1746" y="1922"/>
              <a:ext cx="234" cy="2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20" name="Picture 152"/>
            <p:cNvPicPr>
              <a:picLocks noChangeAspect="1" noChangeArrowheads="1"/>
            </p:cNvPicPr>
            <p:nvPr/>
          </p:nvPicPr>
          <p:blipFill>
            <a:blip r:embed="rId7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9855" r="-143" b="-3659"/>
            <a:stretch>
              <a:fillRect/>
            </a:stretch>
          </p:blipFill>
          <p:spPr bwMode="auto">
            <a:xfrm>
              <a:off x="1765" y="2550"/>
              <a:ext cx="212" cy="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8505" name="Group 153"/>
          <p:cNvGrpSpPr>
            <a:grpSpLocks/>
          </p:cNvGrpSpPr>
          <p:nvPr/>
        </p:nvGrpSpPr>
        <p:grpSpPr bwMode="auto">
          <a:xfrm>
            <a:off x="4643438" y="2387600"/>
            <a:ext cx="488950" cy="3490913"/>
            <a:chOff x="3217" y="1912"/>
            <a:chExt cx="308" cy="1720"/>
          </a:xfrm>
        </p:grpSpPr>
        <p:pic>
          <p:nvPicPr>
            <p:cNvPr id="58512" name="Picture 154"/>
            <p:cNvPicPr>
              <a:picLocks noChangeAspect="1" noChangeArrowheads="1"/>
            </p:cNvPicPr>
            <p:nvPr/>
          </p:nvPicPr>
          <p:blipFill>
            <a:blip r:embed="rId8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1218"/>
            <a:stretch>
              <a:fillRect/>
            </a:stretch>
          </p:blipFill>
          <p:spPr bwMode="auto">
            <a:xfrm>
              <a:off x="3233" y="2819"/>
              <a:ext cx="28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13" name="Picture 155"/>
            <p:cNvPicPr>
              <a:picLocks noChangeAspect="1" noChangeArrowheads="1"/>
            </p:cNvPicPr>
            <p:nvPr/>
          </p:nvPicPr>
          <p:blipFill>
            <a:blip r:embed="rId9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008" r="22865" b="85834"/>
            <a:stretch>
              <a:fillRect/>
            </a:stretch>
          </p:blipFill>
          <p:spPr bwMode="auto">
            <a:xfrm>
              <a:off x="3262" y="1912"/>
              <a:ext cx="211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14" name="Picture 156"/>
            <p:cNvPicPr>
              <a:picLocks noChangeAspect="1" noChangeArrowheads="1"/>
            </p:cNvPicPr>
            <p:nvPr/>
          </p:nvPicPr>
          <p:blipFill>
            <a:blip r:embed="rId9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061" t="17145" r="9917" b="69307"/>
            <a:stretch>
              <a:fillRect/>
            </a:stretch>
          </p:blipFill>
          <p:spPr bwMode="auto">
            <a:xfrm>
              <a:off x="3217" y="2215"/>
              <a:ext cx="305" cy="2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15" name="Picture 157"/>
            <p:cNvPicPr>
              <a:picLocks noChangeAspect="1" noChangeArrowheads="1"/>
            </p:cNvPicPr>
            <p:nvPr/>
          </p:nvPicPr>
          <p:blipFill>
            <a:blip r:embed="rId9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990" t="34738" r="9917" b="52782"/>
            <a:stretch>
              <a:fillRect/>
            </a:stretch>
          </p:blipFill>
          <p:spPr bwMode="auto">
            <a:xfrm>
              <a:off x="3225" y="2523"/>
              <a:ext cx="298" cy="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16" name="Picture 158"/>
            <p:cNvPicPr>
              <a:picLocks noChangeAspect="1" noChangeArrowheads="1"/>
            </p:cNvPicPr>
            <p:nvPr/>
          </p:nvPicPr>
          <p:blipFill>
            <a:blip r:embed="rId9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103" t="67509" r="276" b="17763"/>
            <a:stretch>
              <a:fillRect/>
            </a:stretch>
          </p:blipFill>
          <p:spPr bwMode="auto">
            <a:xfrm>
              <a:off x="3230" y="3131"/>
              <a:ext cx="295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17" name="Picture 159"/>
            <p:cNvPicPr>
              <a:picLocks noChangeAspect="1" noChangeArrowheads="1"/>
            </p:cNvPicPr>
            <p:nvPr/>
          </p:nvPicPr>
          <p:blipFill>
            <a:blip r:embed="rId9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59" t="84656" r="7162" b="1291"/>
            <a:stretch>
              <a:fillRect/>
            </a:stretch>
          </p:blipFill>
          <p:spPr bwMode="auto">
            <a:xfrm>
              <a:off x="3227" y="3406"/>
              <a:ext cx="289" cy="2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8506" name="Group 160"/>
          <p:cNvGrpSpPr>
            <a:grpSpLocks/>
          </p:cNvGrpSpPr>
          <p:nvPr/>
        </p:nvGrpSpPr>
        <p:grpSpPr bwMode="auto">
          <a:xfrm>
            <a:off x="6894513" y="2411413"/>
            <a:ext cx="450850" cy="2462212"/>
            <a:chOff x="4719" y="1927"/>
            <a:chExt cx="284" cy="1112"/>
          </a:xfrm>
        </p:grpSpPr>
        <p:pic>
          <p:nvPicPr>
            <p:cNvPr id="58508" name="Picture 161"/>
            <p:cNvPicPr>
              <a:picLocks noChangeAspect="1" noChangeArrowheads="1"/>
            </p:cNvPicPr>
            <p:nvPr/>
          </p:nvPicPr>
          <p:blipFill>
            <a:blip r:embed="rId10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76666" b="-1280"/>
            <a:stretch>
              <a:fillRect/>
            </a:stretch>
          </p:blipFill>
          <p:spPr bwMode="auto">
            <a:xfrm>
              <a:off x="4723" y="1927"/>
              <a:ext cx="280" cy="2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09" name="Picture 162"/>
            <p:cNvPicPr>
              <a:picLocks noChangeAspect="1" noChangeArrowheads="1"/>
            </p:cNvPicPr>
            <p:nvPr/>
          </p:nvPicPr>
          <p:blipFill>
            <a:blip r:embed="rId10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5250" r="51917" b="9401"/>
            <a:stretch>
              <a:fillRect/>
            </a:stretch>
          </p:blipFill>
          <p:spPr bwMode="auto">
            <a:xfrm>
              <a:off x="4737" y="2233"/>
              <a:ext cx="255" cy="1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10" name="Picture 163"/>
            <p:cNvPicPr>
              <a:picLocks noChangeAspect="1" noChangeArrowheads="1"/>
            </p:cNvPicPr>
            <p:nvPr/>
          </p:nvPicPr>
          <p:blipFill>
            <a:blip r:embed="rId10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000" r="26166" b="6836"/>
            <a:stretch>
              <a:fillRect/>
            </a:stretch>
          </p:blipFill>
          <p:spPr bwMode="auto">
            <a:xfrm>
              <a:off x="4738" y="2517"/>
              <a:ext cx="262" cy="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11" name="Picture 164"/>
            <p:cNvPicPr>
              <a:picLocks noChangeAspect="1" noChangeArrowheads="1"/>
            </p:cNvPicPr>
            <p:nvPr/>
          </p:nvPicPr>
          <p:blipFill>
            <a:blip r:embed="rId10">
              <a:clrChange>
                <a:clrFrom>
                  <a:srgbClr val="ACCFED"/>
                </a:clrFrom>
                <a:clrTo>
                  <a:srgbClr val="ACCFED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7583" b="3418"/>
            <a:stretch>
              <a:fillRect/>
            </a:stretch>
          </p:blipFill>
          <p:spPr bwMode="auto">
            <a:xfrm>
              <a:off x="4719" y="2813"/>
              <a:ext cx="269" cy="2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0163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58507" name="Picture 161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4788" y="5932488"/>
            <a:ext cx="463550" cy="439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0D166D1C-1FDB-4E23-BE4E-999A880BAC25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38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9395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sâu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(Single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row deep groove ball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bearing)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Rolling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khoét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rung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</a:p>
          <a:p>
            <a:pPr marL="171450" indent="-171450" algn="l" eaLnBrk="1" hangingPunct="1">
              <a:buFont typeface="Arial" panose="020B0604020202020204" pitchFamily="34" charset="0"/>
              <a:buChar char="•"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mở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Shield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Seal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marL="171450" indent="-171450" algn="l" eaLnBrk="1" hangingPunct="1">
              <a:buFont typeface="Arial" panose="020B0604020202020204" pitchFamily="34" charset="0"/>
              <a:buChar char="•"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Press Retainer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đỡ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dãy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 Angular ball bearing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sâu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cận:15°, 30°,45°.</a:t>
            </a:r>
          </a:p>
          <a:p>
            <a:pPr algn="l" eaLnBrk="1" hangingPunct="1"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9396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Bearing</a:t>
            </a:r>
          </a:p>
        </p:txBody>
      </p:sp>
      <p:sp>
        <p:nvSpPr>
          <p:cNvPr id="59397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9398" name="Text Box 158"/>
          <p:cNvSpPr txBox="1">
            <a:spLocks noChangeArrowheads="1"/>
          </p:cNvSpPr>
          <p:nvPr/>
        </p:nvSpPr>
        <p:spPr bwMode="auto">
          <a:xfrm>
            <a:off x="684213" y="531813"/>
            <a:ext cx="147668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4-2. Ball Bearing</a:t>
            </a:r>
          </a:p>
        </p:txBody>
      </p:sp>
      <p:pic>
        <p:nvPicPr>
          <p:cNvPr id="59399" name="Picture 15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6188" y="1081088"/>
            <a:ext cx="1284287" cy="2132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9400" name="Picture 16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0650" y="3860800"/>
            <a:ext cx="1152525" cy="2016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9401" name="Picture 9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56325" y="1052513"/>
            <a:ext cx="1368425" cy="20875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9402" name="Picture 12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7763" y="3681413"/>
            <a:ext cx="1376362" cy="2376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21B24B11-2B6E-452F-BEB4-2543D499FEB2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39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0419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ko-KR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①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đỡ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dãy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ghép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đôi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Radial Bearing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cụm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Angular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Tapered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roller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DB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–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   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DF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–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DT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–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Duplex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row angular contact ball bearing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&gt;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0420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Bearing</a:t>
            </a:r>
          </a:p>
        </p:txBody>
      </p:sp>
      <p:sp>
        <p:nvSpPr>
          <p:cNvPr id="60421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0422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1863" y="1744663"/>
            <a:ext cx="1268412" cy="2090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0423" name="Picture 8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7813" y="3951288"/>
            <a:ext cx="1914525" cy="2076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0424" name="Rectangle 29"/>
          <p:cNvSpPr>
            <a:spLocks noChangeArrowheads="1"/>
          </p:cNvSpPr>
          <p:nvPr/>
        </p:nvSpPr>
        <p:spPr bwMode="auto">
          <a:xfrm>
            <a:off x="7175500" y="5994400"/>
            <a:ext cx="1212924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&lt;Bearing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&gt;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0425" name="Picture 9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513" y="4149725"/>
            <a:ext cx="5286375" cy="1871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0426" name="Picture 10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1400" y="1758950"/>
            <a:ext cx="1284288" cy="2076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직사각형 1"/>
          <p:cNvSpPr/>
          <p:nvPr/>
        </p:nvSpPr>
        <p:spPr bwMode="auto">
          <a:xfrm>
            <a:off x="683568" y="5085556"/>
            <a:ext cx="864096" cy="359668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0E445421-A175-405F-8F4A-997FC0E3947F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40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1443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②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đỡ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dãy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Double row angular contact ball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bearing)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dãy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dãy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 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(Thrust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magneto(Magneto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bearing)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sâu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chỗ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chỗ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4~20mm,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(magneto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gyro vv..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Press Retainer.</a:t>
            </a: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1444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Bearing</a:t>
            </a:r>
          </a:p>
        </p:txBody>
      </p:sp>
      <p:sp>
        <p:nvSpPr>
          <p:cNvPr id="61445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1446" name="Picture 8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24750" y="4076700"/>
            <a:ext cx="1430338" cy="2016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226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47" name="Picture 9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6188" y="1257300"/>
            <a:ext cx="1136650" cy="2027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226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48" name="Picture 8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0425" y="1244600"/>
            <a:ext cx="1509713" cy="20399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1449" name="Picture 9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0425" y="4005263"/>
            <a:ext cx="1439863" cy="21605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CAE301F8-E6BC-4E83-9541-3668B5CD71B6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41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2467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4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(Four-point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contact ball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bearing) 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đỡ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dãy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Radial,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Axial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35°.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1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đỡ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Retainer.</a:t>
            </a: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(5)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dãy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(Self-aligning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bearing)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retainer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thân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housing.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phép1.5~3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°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(Cao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°)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2468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Bearing</a:t>
            </a:r>
          </a:p>
        </p:txBody>
      </p:sp>
      <p:sp>
        <p:nvSpPr>
          <p:cNvPr id="62469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2470" name="Picture 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175" y="3689350"/>
            <a:ext cx="1143000" cy="2332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226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2471" name="Picture 8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1425" y="981075"/>
            <a:ext cx="1301750" cy="2087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226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2472" name="Picture 8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67463" y="976313"/>
            <a:ext cx="1084262" cy="2092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2473" name="Picture 9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04025" y="3689350"/>
            <a:ext cx="754063" cy="1238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2474" name="Picture 10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2738" y="5013325"/>
            <a:ext cx="1077912" cy="1008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8E25EF24-FAFB-44C1-8DCD-A67D65BC6F80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42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3491" name="Rectangle 2"/>
          <p:cNvSpPr>
            <a:spLocks noChangeArrowheads="1"/>
          </p:cNvSpPr>
          <p:nvPr/>
        </p:nvSpPr>
        <p:spPr bwMode="auto">
          <a:xfrm>
            <a:off x="6111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Ổ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đũa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(Single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row cylindrical roller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bearing)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ổ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ổ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đũa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ổ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đũa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Ổ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dũa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dãy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Ổ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đũa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(Needle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roller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bearing)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Ổ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đũa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gấp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3~10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Ổ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nội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Ổ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đũa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gồ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ổ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Shell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ổ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lặn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Solid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Cage &amp; Roller, Cam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Follower vv..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retainer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Retainer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ổ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Press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Retainer.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3492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Bearing</a:t>
            </a:r>
          </a:p>
        </p:txBody>
      </p:sp>
      <p:sp>
        <p:nvSpPr>
          <p:cNvPr id="63493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3494" name="Text Box 5"/>
          <p:cNvSpPr txBox="1">
            <a:spLocks noChangeArrowheads="1"/>
          </p:cNvSpPr>
          <p:nvPr/>
        </p:nvSpPr>
        <p:spPr bwMode="auto">
          <a:xfrm>
            <a:off x="539750" y="531813"/>
            <a:ext cx="227972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4-3. 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Ổ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đũa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(Roller Bearing)</a:t>
            </a:r>
            <a:endParaRPr lang="en-US" altLang="ko-KR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3495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75600" y="908050"/>
            <a:ext cx="989013" cy="2246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226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3496" name="Picture 7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7988" y="4005263"/>
            <a:ext cx="863600" cy="2109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226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3497" name="Picture 9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04025" y="919163"/>
            <a:ext cx="1081088" cy="2149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3498" name="Picture 10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48488" y="4005263"/>
            <a:ext cx="1008062" cy="2057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EA0B84E7-4F3D-4CC6-B847-C25A85747784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43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4515" name="Rectangle 2"/>
          <p:cNvSpPr>
            <a:spLocks noChangeArrowheads="1"/>
          </p:cNvSpPr>
          <p:nvPr/>
        </p:nvSpPr>
        <p:spPr bwMode="auto">
          <a:xfrm>
            <a:off x="827088" y="692150"/>
            <a:ext cx="7489825" cy="5329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Ổ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đũa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dải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(Single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row tapered roller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bearing)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lõi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đây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dọc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Clearance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lập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bearing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bốn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ổ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dũa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Ổ bi tang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trống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(Spherical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roller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bearing)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ổ bi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dãy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ousing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vênh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lập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thêm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tang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Radial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shock </a:t>
            </a: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từ1~2.5°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4516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Bearing</a:t>
            </a:r>
          </a:p>
        </p:txBody>
      </p:sp>
      <p:sp>
        <p:nvSpPr>
          <p:cNvPr id="64517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4518" name="Picture 8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2575" y="836613"/>
            <a:ext cx="1149350" cy="2397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226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4519" name="Picture 9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2575" y="3752850"/>
            <a:ext cx="1079500" cy="2555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226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4520" name="Picture 8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7741" y="2996952"/>
            <a:ext cx="5616575" cy="920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4521" name="Picture 10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43725" y="765175"/>
            <a:ext cx="95885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4522" name="Picture 11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7050" y="1930400"/>
            <a:ext cx="885825" cy="12969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4523" name="Picture 1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62763" y="4922838"/>
            <a:ext cx="914400" cy="1385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4524" name="Picture 13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1963" y="3781425"/>
            <a:ext cx="1073150" cy="11414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직사각형 1"/>
          <p:cNvSpPr/>
          <p:nvPr/>
        </p:nvSpPr>
        <p:spPr bwMode="auto">
          <a:xfrm>
            <a:off x="822909" y="3424031"/>
            <a:ext cx="652747" cy="259705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1547664" y="2996952"/>
            <a:ext cx="1622518" cy="216024"/>
          </a:xfrm>
          <a:prstGeom prst="rect">
            <a:avLst/>
          </a:prstGeom>
          <a:solidFill>
            <a:schemeClr val="bg2">
              <a:lumMod val="20000"/>
              <a:lumOff val="8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(DB) (back to back)</a:t>
            </a:r>
            <a:endParaRPr kumimoji="1" lang="ko-KR" altLang="en-US" sz="80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3237514" y="2996952"/>
            <a:ext cx="1622518" cy="216024"/>
          </a:xfrm>
          <a:prstGeom prst="rect">
            <a:avLst/>
          </a:prstGeom>
          <a:solidFill>
            <a:schemeClr val="bg2">
              <a:lumMod val="20000"/>
              <a:lumOff val="8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(DF) (face to face)</a:t>
            </a:r>
            <a:endParaRPr kumimoji="1" lang="ko-KR" altLang="en-US" sz="80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4932040" y="2996952"/>
            <a:ext cx="1622518" cy="216024"/>
          </a:xfrm>
          <a:prstGeom prst="rect">
            <a:avLst/>
          </a:prstGeom>
          <a:solidFill>
            <a:schemeClr val="bg2">
              <a:lumMod val="20000"/>
              <a:lumOff val="8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 song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(DT) (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tandern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kumimoji="1" lang="ko-KR" altLang="en-US" sz="80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B67723F0-E215-4C07-B338-B3AD2FE07EAD}" type="slidenum">
              <a:rPr lang="en-US" altLang="ko-KR" sz="1400" smtClean="0">
                <a:solidFill>
                  <a:srgbClr val="000000"/>
                </a:solidFill>
              </a:rPr>
              <a:pPr eaLnBrk="1" hangingPunct="1"/>
              <a:t>44</a:t>
            </a:fld>
            <a:endParaRPr lang="en-US" altLang="ko-KR" sz="1400" smtClean="0">
              <a:solidFill>
                <a:srgbClr val="000000"/>
              </a:solidFill>
            </a:endParaRPr>
          </a:p>
        </p:txBody>
      </p:sp>
      <p:sp>
        <p:nvSpPr>
          <p:cNvPr id="49155" name="Rectangle 2"/>
          <p:cNvSpPr>
            <a:spLocks noChangeArrowheads="1"/>
          </p:cNvSpPr>
          <p:nvPr/>
        </p:nvSpPr>
        <p:spPr bwMode="auto">
          <a:xfrm>
            <a:off x="827088" y="10525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l">
              <a:defRPr/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(1) </a:t>
            </a:r>
            <a:r>
              <a:rPr lang="en-US" altLang="ko-KR" sz="12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dũa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(Single direction thrust ball bearing)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171450" indent="-171450" algn="l">
              <a:buFont typeface="Arial" panose="020B0604020202020204" pitchFamily="34" charset="0"/>
              <a:buChar char="•"/>
              <a:defRPr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lập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home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washer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</a:t>
            </a:r>
          </a:p>
          <a:p>
            <a:pPr algn="l">
              <a:defRPr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ball.</a:t>
            </a:r>
          </a:p>
          <a:p>
            <a:pPr marL="171450" indent="-171450" algn="l">
              <a:buFont typeface="Arial" panose="020B0604020202020204" pitchFamily="34" charset="0"/>
              <a:buChar char="•"/>
              <a:defRPr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lập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lập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housing.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171450" indent="-171450" algn="l">
              <a:buFont typeface="Arial" panose="020B0604020202020204" pitchFamily="34" charset="0"/>
              <a:buChar char="•"/>
              <a:defRPr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171450" indent="-171450" algn="l">
              <a:buFont typeface="Arial" panose="020B0604020202020204" pitchFamily="34" charset="0"/>
              <a:buChar char="•"/>
              <a:defRPr/>
            </a:pP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171450" indent="-171450" algn="l">
              <a:buFont typeface="Arial" panose="020B0604020202020204" pitchFamily="34" charset="0"/>
              <a:buChar char="•"/>
              <a:defRPr/>
            </a:pP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latinLnBrk="1">
              <a:lnSpc>
                <a:spcPct val="100000"/>
              </a:lnSpc>
              <a:defRPr/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(2)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dũa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đẳng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(Double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direction thrust ball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bearing)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buFontTx/>
              <a:buChar char="•"/>
              <a:defRPr/>
            </a:pPr>
            <a:r>
              <a:rPr lang="en-US" altLang="ko-KR" sz="1200" dirty="0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defRPr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>
              <a:buFontTx/>
              <a:buChar char="•"/>
              <a:defRPr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washer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buFontTx/>
              <a:buChar char="•"/>
              <a:defRPr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Press Retainer,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defRPr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retainer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buFontTx/>
              <a:buChar char="•"/>
              <a:defRPr/>
            </a:pP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latinLnBrk="1">
              <a:lnSpc>
                <a:spcPct val="100000"/>
              </a:lnSpc>
              <a:defRPr/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(3)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(Spherical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roller thrust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bearing)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endParaRPr lang="en-US" altLang="ko-KR" sz="1200" b="1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latinLnBrk="1">
              <a:lnSpc>
                <a:spcPct val="100000"/>
              </a:lnSpc>
              <a:defRPr/>
            </a:pP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ổ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171450" indent="-171450" algn="l">
              <a:buFont typeface="Arial" panose="020B0604020202020204" pitchFamily="34" charset="0"/>
              <a:buChar char="•"/>
              <a:defRPr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marL="171450" indent="-171450" algn="l">
              <a:buFont typeface="Arial" panose="020B0604020202020204" pitchFamily="34" charset="0"/>
              <a:buChar char="•"/>
              <a:defRPr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Thrust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thêm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>
              <a:defRPr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171450" indent="-171450" algn="l">
              <a:buFont typeface="Arial" panose="020B0604020202020204" pitchFamily="34" charset="0"/>
              <a:buChar char="•"/>
              <a:defRPr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Press Retainer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Retainer,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Retainer.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5540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Bearing</a:t>
            </a:r>
          </a:p>
        </p:txBody>
      </p:sp>
      <p:sp>
        <p:nvSpPr>
          <p:cNvPr id="65541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5542" name="Text Box 5"/>
          <p:cNvSpPr txBox="1">
            <a:spLocks noChangeArrowheads="1"/>
          </p:cNvSpPr>
          <p:nvPr/>
        </p:nvSpPr>
        <p:spPr bwMode="auto">
          <a:xfrm>
            <a:off x="684213" y="531813"/>
            <a:ext cx="169302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4-4. Thrust Bearing</a:t>
            </a:r>
          </a:p>
        </p:txBody>
      </p:sp>
      <p:pic>
        <p:nvPicPr>
          <p:cNvPr id="65543" name="Picture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7813" y="765175"/>
            <a:ext cx="1944687" cy="83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226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544" name="Picture 7"/>
          <p:cNvSpPr>
            <a:spLocks noChangeAspect="1" noChangeArrowheads="1"/>
          </p:cNvSpPr>
          <p:nvPr/>
        </p:nvSpPr>
        <p:spPr bwMode="auto">
          <a:xfrm>
            <a:off x="6464300" y="2565400"/>
            <a:ext cx="2108200" cy="2043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226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5545" name="Picture 8"/>
          <p:cNvSpPr>
            <a:spLocks noChangeAspect="1" noChangeArrowheads="1"/>
          </p:cNvSpPr>
          <p:nvPr/>
        </p:nvSpPr>
        <p:spPr bwMode="auto">
          <a:xfrm>
            <a:off x="6465888" y="4829175"/>
            <a:ext cx="2159000" cy="140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226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5546" name="Picture 1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67754" y="1636713"/>
            <a:ext cx="1052513" cy="790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5547" name="Picture 1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1750" y="1636713"/>
            <a:ext cx="1033463" cy="7889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5548" name="Picture 14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3429000"/>
            <a:ext cx="2046287" cy="936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5549" name="Picture 15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64300" y="2659360"/>
            <a:ext cx="2328862" cy="779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5550" name="Picture 16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15113" y="4805363"/>
            <a:ext cx="2049462" cy="727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5551" name="TextBox 1"/>
          <p:cNvSpPr txBox="1">
            <a:spLocks noChangeArrowheads="1"/>
          </p:cNvSpPr>
          <p:nvPr/>
        </p:nvSpPr>
        <p:spPr bwMode="auto">
          <a:xfrm>
            <a:off x="7718425" y="1593850"/>
            <a:ext cx="66877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b="1" dirty="0" smtClean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</a:t>
            </a:r>
            <a:r>
              <a:rPr lang="en-US" altLang="ko-KR" b="1" dirty="0" err="1" smtClean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Hộp</a:t>
            </a:r>
            <a:r>
              <a:rPr lang="en-US" altLang="ko-KR" b="1" dirty="0" smtClean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b="1" dirty="0" smtClean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&gt;</a:t>
            </a:r>
            <a:endParaRPr lang="ko-KR" altLang="en-US" b="1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5552" name="Picture 17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35750" y="5554663"/>
            <a:ext cx="1098550" cy="8239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5553" name="Picture 18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81925" y="5516563"/>
            <a:ext cx="1211263" cy="741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54B96C2C-2948-4FEE-BB1D-20C61E8522A7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45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6563" name="Rectangle 2"/>
          <p:cNvSpPr>
            <a:spLocks noChangeArrowheads="1"/>
          </p:cNvSpPr>
          <p:nvPr/>
        </p:nvSpPr>
        <p:spPr bwMode="auto">
          <a:xfrm>
            <a:off x="827088" y="836613"/>
            <a:ext cx="7489825" cy="532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■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nhìn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Bearing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lọt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ý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rỗ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Nặng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ra.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sẵn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bi,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bởi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mồ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gỉ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6564" name="Rectangle 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Bearing</a:t>
            </a:r>
          </a:p>
        </p:txBody>
      </p:sp>
      <p:sp>
        <p:nvSpPr>
          <p:cNvPr id="66565" name="Rectangle 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6566" name="Text Box 5"/>
          <p:cNvSpPr txBox="1">
            <a:spLocks noChangeArrowheads="1"/>
          </p:cNvSpPr>
          <p:nvPr/>
        </p:nvSpPr>
        <p:spPr bwMode="auto">
          <a:xfrm>
            <a:off x="684213" y="531813"/>
            <a:ext cx="343074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4-5.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7110E260-5AC6-492B-9592-46883B57F87F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46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7587" name="Picture 2" descr="MCj04369170000[1]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003675"/>
            <a:ext cx="2484438" cy="2484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7588" name="Picture 3" descr="MCj04414580000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2420938"/>
            <a:ext cx="2743200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7589" name="Rectangle 4"/>
          <p:cNvSpPr>
            <a:spLocks noChangeArrowheads="1"/>
          </p:cNvSpPr>
          <p:nvPr/>
        </p:nvSpPr>
        <p:spPr bwMode="auto">
          <a:xfrm>
            <a:off x="2484438" y="1219200"/>
            <a:ext cx="4175125" cy="91440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2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7590" name="Text Box 5"/>
          <p:cNvSpPr txBox="1">
            <a:spLocks noChangeArrowheads="1"/>
          </p:cNvSpPr>
          <p:nvPr/>
        </p:nvSpPr>
        <p:spPr bwMode="auto">
          <a:xfrm>
            <a:off x="2098675" y="2817813"/>
            <a:ext cx="1938351" cy="2296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(Bolt</a:t>
            </a: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Nut)</a:t>
            </a: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1-1.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1-3.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Nut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1-4.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1-5.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1-6.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endParaRPr lang="ko-KR" altLang="en-US" sz="9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Pin</a:t>
            </a: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7591" name="Text Box 6"/>
          <p:cNvSpPr txBox="1">
            <a:spLocks noChangeArrowheads="1"/>
          </p:cNvSpPr>
          <p:nvPr/>
        </p:nvSpPr>
        <p:spPr bwMode="auto">
          <a:xfrm>
            <a:off x="4962525" y="2781300"/>
            <a:ext cx="1989647" cy="572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Key</a:t>
            </a: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3-1.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Key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7592" name="Rectangle 17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bg1"/>
                </a:solidFill>
              </a:rPr>
              <a:t>▶▶2. </a:t>
            </a:r>
            <a:r>
              <a:rPr lang="ko-KR" altLang="en-US" smtClean="0">
                <a:solidFill>
                  <a:schemeClr val="bg1"/>
                </a:solidFill>
              </a:rPr>
              <a:t>결합요소</a:t>
            </a:r>
          </a:p>
        </p:txBody>
      </p:sp>
    </p:spTree>
    <p:extLst>
      <p:ext uri="{BB962C8B-B14F-4D97-AF65-F5344CB8AC3E}">
        <p14:creationId xmlns:p14="http://schemas.microsoft.com/office/powerpoint/2010/main" val="416269746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A6C382CC-4B1E-4F32-BE8F-A48F264E06CD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47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8611" name="Text Box 2"/>
          <p:cNvSpPr txBox="1">
            <a:spLocks noChangeArrowheads="1"/>
          </p:cNvSpPr>
          <p:nvPr/>
        </p:nvSpPr>
        <p:spPr bwMode="auto">
          <a:xfrm>
            <a:off x="609600" y="852488"/>
            <a:ext cx="2667000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1-1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Tóm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tắt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8612" name="Text Box 3"/>
          <p:cNvSpPr txBox="1">
            <a:spLocks noChangeArrowheads="1"/>
          </p:cNvSpPr>
          <p:nvPr/>
        </p:nvSpPr>
        <p:spPr bwMode="auto">
          <a:xfrm>
            <a:off x="858838" y="1317625"/>
            <a:ext cx="8058616" cy="12741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chuồn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chuồn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chuồn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chuồn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quay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Cam.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Cam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mẩu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(screw)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Cam.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8613" name="Text Box 4"/>
          <p:cNvSpPr txBox="1">
            <a:spLocks noChangeArrowheads="1"/>
          </p:cNvSpPr>
          <p:nvPr/>
        </p:nvSpPr>
        <p:spPr bwMode="auto">
          <a:xfrm>
            <a:off x="1819275" y="5392738"/>
            <a:ext cx="21804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Chuồn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chuồn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8614" name="Text Box 5"/>
          <p:cNvSpPr txBox="1">
            <a:spLocks noChangeArrowheads="1"/>
          </p:cNvSpPr>
          <p:nvPr/>
        </p:nvSpPr>
        <p:spPr bwMode="auto">
          <a:xfrm>
            <a:off x="5580063" y="5349875"/>
            <a:ext cx="91185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Cam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8615" name="Picture 6" descr="2-8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3117850"/>
            <a:ext cx="6119812" cy="2111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8616" name="Text Box 7"/>
          <p:cNvSpPr txBox="1">
            <a:spLocks noChangeArrowheads="1"/>
          </p:cNvSpPr>
          <p:nvPr/>
        </p:nvSpPr>
        <p:spPr bwMode="auto">
          <a:xfrm>
            <a:off x="3351213" y="5853113"/>
            <a:ext cx="33345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2-4 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8617" name="Rectangle 11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8618" name="Rectangle 1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(Bolt, Nut)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8619" name="Text Box 20"/>
          <p:cNvSpPr txBox="1">
            <a:spLocks noChangeArrowheads="1"/>
          </p:cNvSpPr>
          <p:nvPr/>
        </p:nvSpPr>
        <p:spPr bwMode="auto">
          <a:xfrm>
            <a:off x="352425" y="501650"/>
            <a:ext cx="205537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(Bolt, Nut)</a:t>
            </a:r>
          </a:p>
        </p:txBody>
      </p:sp>
    </p:spTree>
    <p:extLst>
      <p:ext uri="{BB962C8B-B14F-4D97-AF65-F5344CB8AC3E}">
        <p14:creationId xmlns:p14="http://schemas.microsoft.com/office/powerpoint/2010/main" val="2556039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53AB040C-D67D-4531-AE5F-28099F9F0EC5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48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9635" name="Text Box 2"/>
          <p:cNvSpPr txBox="1">
            <a:spLocks noChangeArrowheads="1"/>
          </p:cNvSpPr>
          <p:nvPr/>
        </p:nvSpPr>
        <p:spPr bwMode="auto">
          <a:xfrm>
            <a:off x="681038" y="920750"/>
            <a:ext cx="2667000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9636" name="Text Box 3"/>
          <p:cNvSpPr txBox="1">
            <a:spLocks noChangeArrowheads="1"/>
          </p:cNvSpPr>
          <p:nvPr/>
        </p:nvSpPr>
        <p:spPr bwMode="auto">
          <a:xfrm>
            <a:off x="879475" y="1341438"/>
            <a:ext cx="6806672" cy="9787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9637" name="Text Box 4"/>
          <p:cNvSpPr txBox="1">
            <a:spLocks noChangeArrowheads="1"/>
          </p:cNvSpPr>
          <p:nvPr/>
        </p:nvSpPr>
        <p:spPr bwMode="auto">
          <a:xfrm>
            <a:off x="1328738" y="5170488"/>
            <a:ext cx="142218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đôi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9638" name="Text Box 5"/>
          <p:cNvSpPr txBox="1">
            <a:spLocks noChangeArrowheads="1"/>
          </p:cNvSpPr>
          <p:nvPr/>
        </p:nvSpPr>
        <p:spPr bwMode="auto">
          <a:xfrm>
            <a:off x="3813175" y="5170488"/>
            <a:ext cx="189827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9639" name="Picture 6" descr="2-1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6450" y="2565400"/>
            <a:ext cx="5205413" cy="2527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9640" name="Picture 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153"/>
          <a:stretch>
            <a:fillRect/>
          </a:stretch>
        </p:blipFill>
        <p:spPr bwMode="auto">
          <a:xfrm>
            <a:off x="5867400" y="2644775"/>
            <a:ext cx="2663825" cy="2089150"/>
          </a:xfrm>
          <a:prstGeom prst="rect">
            <a:avLst/>
          </a:prstGeom>
          <a:noFill/>
          <a:ln w="19050">
            <a:solidFill>
              <a:srgbClr val="00CC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9641" name="Text Box 8"/>
          <p:cNvSpPr txBox="1">
            <a:spLocks noChangeArrowheads="1"/>
          </p:cNvSpPr>
          <p:nvPr/>
        </p:nvSpPr>
        <p:spPr bwMode="auto">
          <a:xfrm>
            <a:off x="6858000" y="5140325"/>
            <a:ext cx="213872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9642" name="Rectangle 11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(Bolt, Nut)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9643" name="Rectangle 12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6876256" y="2924944"/>
            <a:ext cx="432048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직사각형 2"/>
          <p:cNvSpPr/>
          <p:nvPr/>
        </p:nvSpPr>
        <p:spPr bwMode="auto">
          <a:xfrm>
            <a:off x="7596336" y="2708920"/>
            <a:ext cx="461061" cy="36004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pitch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직사각형 3"/>
          <p:cNvSpPr/>
          <p:nvPr/>
        </p:nvSpPr>
        <p:spPr bwMode="auto">
          <a:xfrm>
            <a:off x="7740352" y="3573016"/>
            <a:ext cx="1080120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직사각형 4"/>
          <p:cNvSpPr/>
          <p:nvPr/>
        </p:nvSpPr>
        <p:spPr bwMode="auto">
          <a:xfrm>
            <a:off x="6948264" y="4221088"/>
            <a:ext cx="714491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6516216" y="4509120"/>
            <a:ext cx="1575792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572530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FD700BB8-F658-4910-AAC9-5961E0CEDF27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49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0659" name="Text Box 2"/>
          <p:cNvSpPr txBox="1">
            <a:spLocks noChangeArrowheads="1"/>
          </p:cNvSpPr>
          <p:nvPr/>
        </p:nvSpPr>
        <p:spPr bwMode="auto">
          <a:xfrm>
            <a:off x="695325" y="922338"/>
            <a:ext cx="223695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0660" name="Text Box 3"/>
          <p:cNvSpPr txBox="1">
            <a:spLocks noChangeArrowheads="1"/>
          </p:cNvSpPr>
          <p:nvPr/>
        </p:nvSpPr>
        <p:spPr bwMode="auto">
          <a:xfrm>
            <a:off x="1536700" y="3325813"/>
            <a:ext cx="8477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</a:t>
            </a:r>
            <a:r>
              <a:rPr lang="ko-KR" altLang="en-US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수나사</a:t>
            </a:r>
          </a:p>
        </p:txBody>
      </p:sp>
      <p:sp>
        <p:nvSpPr>
          <p:cNvPr id="70661" name="Text Box 4"/>
          <p:cNvSpPr txBox="1">
            <a:spLocks noChangeArrowheads="1"/>
          </p:cNvSpPr>
          <p:nvPr/>
        </p:nvSpPr>
        <p:spPr bwMode="auto">
          <a:xfrm>
            <a:off x="3851275" y="3333750"/>
            <a:ext cx="85407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(b)</a:t>
            </a:r>
            <a:r>
              <a:rPr lang="ko-KR" altLang="en-US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암나사</a:t>
            </a:r>
          </a:p>
        </p:txBody>
      </p:sp>
      <p:sp>
        <p:nvSpPr>
          <p:cNvPr id="70662" name="Text Box 5"/>
          <p:cNvSpPr txBox="1">
            <a:spLocks noChangeArrowheads="1"/>
          </p:cNvSpPr>
          <p:nvPr/>
        </p:nvSpPr>
        <p:spPr bwMode="auto">
          <a:xfrm>
            <a:off x="3910013" y="3644900"/>
            <a:ext cx="216001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0663" name="Text Box 6"/>
          <p:cNvSpPr txBox="1">
            <a:spLocks noChangeArrowheads="1"/>
          </p:cNvSpPr>
          <p:nvPr/>
        </p:nvSpPr>
        <p:spPr bwMode="auto">
          <a:xfrm>
            <a:off x="800100" y="4005263"/>
            <a:ext cx="7906332" cy="2733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Pitch: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Lead: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dịch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đực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Sườn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(flank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sườn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sườn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sườn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	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0664" name="Picture 7" descr="g_45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19700" y="1165225"/>
            <a:ext cx="3124200" cy="2401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0665" name="Group 8"/>
          <p:cNvGrpSpPr>
            <a:grpSpLocks/>
          </p:cNvGrpSpPr>
          <p:nvPr/>
        </p:nvGrpSpPr>
        <p:grpSpPr bwMode="auto">
          <a:xfrm>
            <a:off x="539750" y="1206500"/>
            <a:ext cx="2695575" cy="2438400"/>
            <a:chOff x="48" y="544"/>
            <a:chExt cx="1698" cy="1536"/>
          </a:xfrm>
        </p:grpSpPr>
        <p:pic>
          <p:nvPicPr>
            <p:cNvPr id="70672" name="Picture 9" descr="2-9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" y="544"/>
              <a:ext cx="1698" cy="15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0673" name="Group 10"/>
            <p:cNvGrpSpPr>
              <a:grpSpLocks/>
            </p:cNvGrpSpPr>
            <p:nvPr/>
          </p:nvGrpSpPr>
          <p:grpSpPr bwMode="auto">
            <a:xfrm>
              <a:off x="612" y="615"/>
              <a:ext cx="1052" cy="1290"/>
              <a:chOff x="624" y="615"/>
              <a:chExt cx="1052" cy="1290"/>
            </a:xfrm>
          </p:grpSpPr>
          <p:sp>
            <p:nvSpPr>
              <p:cNvPr id="70674" name="Text Box 11"/>
              <p:cNvSpPr txBox="1">
                <a:spLocks noChangeArrowheads="1"/>
              </p:cNvSpPr>
              <p:nvPr/>
            </p:nvSpPr>
            <p:spPr bwMode="auto">
              <a:xfrm>
                <a:off x="624" y="615"/>
                <a:ext cx="515" cy="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 smtClean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Góc</a:t>
                </a:r>
                <a:r>
                  <a:rPr lang="en-US" altLang="ko-KR" sz="1200" dirty="0" smtClean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độ</a:t>
                </a:r>
                <a:r>
                  <a:rPr lang="en-US" altLang="ko-KR" sz="1200" dirty="0" smtClean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ốc</a:t>
                </a:r>
                <a:endParaRPr lang="ko-KR" altLang="en-US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75" name="Text Box 12"/>
              <p:cNvSpPr txBox="1">
                <a:spLocks noChangeArrowheads="1"/>
              </p:cNvSpPr>
              <p:nvPr/>
            </p:nvSpPr>
            <p:spPr bwMode="auto">
              <a:xfrm>
                <a:off x="801" y="703"/>
                <a:ext cx="160" cy="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>
                    <a:solidFill>
                      <a:schemeClr val="tx1"/>
                    </a:solidFill>
                    <a:latin typeface="Times New Roman" panose="02020603050405020304" pitchFamily="18" charset="0"/>
                    <a:ea typeface="HY신명조" pitchFamily="18" charset="-127"/>
                    <a:cs typeface="Times New Roman" panose="02020603050405020304" pitchFamily="18" charset="0"/>
                  </a:rPr>
                  <a:t>a</a:t>
                </a:r>
              </a:p>
            </p:txBody>
          </p:sp>
          <p:sp>
            <p:nvSpPr>
              <p:cNvPr id="70676" name="Text Box 13"/>
              <p:cNvSpPr txBox="1">
                <a:spLocks noChangeArrowheads="1"/>
              </p:cNvSpPr>
              <p:nvPr/>
            </p:nvSpPr>
            <p:spPr bwMode="auto">
              <a:xfrm rot="16200000">
                <a:off x="840" y="1238"/>
                <a:ext cx="871" cy="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 smtClean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Đường</a:t>
                </a:r>
                <a:r>
                  <a:rPr lang="en-US" altLang="ko-KR" sz="1200" dirty="0" smtClean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kính</a:t>
                </a:r>
                <a:r>
                  <a:rPr lang="en-US" altLang="ko-KR" sz="1200" dirty="0" smtClean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trong</a:t>
                </a:r>
                <a:endParaRPr lang="ko-KR" altLang="en-US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77" name="Text Box 14"/>
              <p:cNvSpPr txBox="1">
                <a:spLocks noChangeArrowheads="1"/>
              </p:cNvSpPr>
              <p:nvPr/>
            </p:nvSpPr>
            <p:spPr bwMode="auto">
              <a:xfrm rot="16200000">
                <a:off x="983" y="1186"/>
                <a:ext cx="969" cy="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err="1" smtClean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Đường</a:t>
                </a:r>
                <a:r>
                  <a:rPr lang="en-US" altLang="ko-KR" sz="1200" dirty="0" smtClean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kính</a:t>
                </a:r>
                <a:r>
                  <a:rPr lang="en-US" altLang="ko-KR" sz="1200" dirty="0" smtClean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200" dirty="0" err="1" smtClean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ngoài</a:t>
                </a:r>
                <a:endParaRPr lang="ko-KR" altLang="en-US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78" name="Text Box 15"/>
              <p:cNvSpPr txBox="1">
                <a:spLocks noChangeArrowheads="1"/>
              </p:cNvSpPr>
              <p:nvPr/>
            </p:nvSpPr>
            <p:spPr bwMode="auto">
              <a:xfrm rot="-5400000">
                <a:off x="1368" y="1244"/>
                <a:ext cx="442" cy="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endPara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79" name="Text Box 16"/>
              <p:cNvSpPr txBox="1">
                <a:spLocks noChangeArrowheads="1"/>
              </p:cNvSpPr>
              <p:nvPr/>
            </p:nvSpPr>
            <p:spPr bwMode="auto">
              <a:xfrm>
                <a:off x="861" y="1731"/>
                <a:ext cx="311" cy="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>
                  <a:lnSpc>
                    <a:spcPct val="100000"/>
                  </a:lnSpc>
                </a:pPr>
                <a:r>
                  <a:rPr lang="en-US" altLang="ko-KR" sz="1200" dirty="0" smtClean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pitch</a:t>
                </a:r>
                <a:endParaRPr lang="ko-KR" altLang="en-US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70666" name="Group 17"/>
          <p:cNvGrpSpPr>
            <a:grpSpLocks/>
          </p:cNvGrpSpPr>
          <p:nvPr/>
        </p:nvGrpSpPr>
        <p:grpSpPr bwMode="auto">
          <a:xfrm>
            <a:off x="3059113" y="1206500"/>
            <a:ext cx="2044700" cy="2438400"/>
            <a:chOff x="2744" y="2553"/>
            <a:chExt cx="1288" cy="1536"/>
          </a:xfrm>
        </p:grpSpPr>
        <p:pic>
          <p:nvPicPr>
            <p:cNvPr id="70669" name="Picture 18" descr="2-9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44" y="2553"/>
              <a:ext cx="1288" cy="15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0670" name="Text Box 19"/>
            <p:cNvSpPr txBox="1">
              <a:spLocks noChangeArrowheads="1"/>
            </p:cNvSpPr>
            <p:nvPr/>
          </p:nvSpPr>
          <p:spPr bwMode="auto">
            <a:xfrm rot="-5400000">
              <a:off x="3409" y="3253"/>
              <a:ext cx="442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endParaRPr>
            </a:p>
          </p:txBody>
        </p:sp>
        <p:sp>
          <p:nvSpPr>
            <p:cNvPr id="70671" name="Text Box 20"/>
            <p:cNvSpPr txBox="1">
              <a:spLocks noChangeArrowheads="1"/>
            </p:cNvSpPr>
            <p:nvPr/>
          </p:nvSpPr>
          <p:spPr bwMode="auto">
            <a:xfrm rot="-5400000">
              <a:off x="3605" y="3260"/>
              <a:ext cx="442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endParaRPr>
            </a:p>
          </p:txBody>
        </p:sp>
      </p:grpSp>
      <p:sp>
        <p:nvSpPr>
          <p:cNvPr id="70667" name="Rectangle 2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(Bolt, Nut)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0668" name="Rectangle 2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 rot="16200000">
            <a:off x="3725068" y="2403085"/>
            <a:ext cx="1382713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 rot="16200000">
            <a:off x="3931843" y="2418567"/>
            <a:ext cx="162004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6300192" y="3284984"/>
            <a:ext cx="648072" cy="249123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endParaRPr kumimoji="1" lang="ko-KR" altLang="en-US" sz="9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" name="직사각형 26"/>
          <p:cNvSpPr/>
          <p:nvPr/>
        </p:nvSpPr>
        <p:spPr bwMode="auto">
          <a:xfrm>
            <a:off x="7452320" y="3352746"/>
            <a:ext cx="648072" cy="22918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kumimoji="1" lang="ko-KR" altLang="en-US" sz="9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" name="직사각형 27"/>
          <p:cNvSpPr/>
          <p:nvPr/>
        </p:nvSpPr>
        <p:spPr bwMode="auto">
          <a:xfrm>
            <a:off x="5580112" y="3214802"/>
            <a:ext cx="648072" cy="249123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endParaRPr kumimoji="1" lang="ko-KR" altLang="en-US" sz="9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" name="직사각형 28"/>
          <p:cNvSpPr/>
          <p:nvPr/>
        </p:nvSpPr>
        <p:spPr bwMode="auto">
          <a:xfrm>
            <a:off x="6876256" y="3013133"/>
            <a:ext cx="648072" cy="249123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Pitch</a:t>
            </a:r>
            <a:endParaRPr kumimoji="1" lang="ko-KR" altLang="en-US" sz="9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" name="직사각형 29"/>
          <p:cNvSpPr/>
          <p:nvPr/>
        </p:nvSpPr>
        <p:spPr bwMode="auto">
          <a:xfrm>
            <a:off x="5508104" y="1472463"/>
            <a:ext cx="648072" cy="249123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endParaRPr kumimoji="1" lang="ko-KR" altLang="en-US" sz="9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" name="직사각형 30"/>
          <p:cNvSpPr/>
          <p:nvPr/>
        </p:nvSpPr>
        <p:spPr bwMode="auto">
          <a:xfrm>
            <a:off x="6444208" y="1721586"/>
            <a:ext cx="936104" cy="249123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endParaRPr kumimoji="1" lang="ko-KR" altLang="en-US" sz="9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" name="직사각형 31"/>
          <p:cNvSpPr/>
          <p:nvPr/>
        </p:nvSpPr>
        <p:spPr bwMode="auto">
          <a:xfrm>
            <a:off x="6552220" y="1457325"/>
            <a:ext cx="540060" cy="249123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endParaRPr kumimoji="1" lang="ko-KR" altLang="en-US" sz="9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" name="직사각형 32"/>
          <p:cNvSpPr/>
          <p:nvPr/>
        </p:nvSpPr>
        <p:spPr bwMode="auto">
          <a:xfrm>
            <a:off x="6552220" y="1176752"/>
            <a:ext cx="648072" cy="249123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kumimoji="1" lang="ko-KR" altLang="en-US" sz="9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1699382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슬라이드 번호 개체 틀 1"/>
          <p:cNvSpPr txBox="1">
            <a:spLocks noGrp="1"/>
          </p:cNvSpPr>
          <p:nvPr/>
        </p:nvSpPr>
        <p:spPr bwMode="auto">
          <a:xfrm>
            <a:off x="3527425" y="6567488"/>
            <a:ext cx="21336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fld id="{58A9D456-29CE-4FF2-88C4-9B37174EC853}" type="slidenum">
              <a:rPr lang="en-US" altLang="ko-KR" sz="1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latinLnBrk="1" hangingPunct="1">
                <a:lnSpc>
                  <a:spcPct val="100000"/>
                </a:lnSpc>
              </a:pPr>
              <a:t>50</a:t>
            </a:fld>
            <a:endParaRPr lang="en-US" altLang="ko-KR" sz="14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1683" name="Text Box 2"/>
          <p:cNvSpPr txBox="1">
            <a:spLocks noChangeArrowheads="1"/>
          </p:cNvSpPr>
          <p:nvPr/>
        </p:nvSpPr>
        <p:spPr bwMode="auto">
          <a:xfrm>
            <a:off x="615950" y="922338"/>
            <a:ext cx="146546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1684" name="Text Box 3"/>
          <p:cNvSpPr txBox="1">
            <a:spLocks noChangeArrowheads="1"/>
          </p:cNvSpPr>
          <p:nvPr/>
        </p:nvSpPr>
        <p:spPr bwMode="auto">
          <a:xfrm>
            <a:off x="827088" y="1346200"/>
            <a:ext cx="7213834" cy="13726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60000"/>
              </a:lnSpc>
            </a:pPr>
            <a:r>
              <a:rPr lang="en-US" altLang="ko-KR" sz="13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(single </a:t>
            </a:r>
            <a:r>
              <a:rPr lang="en-US" altLang="ko-KR" sz="13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thread screw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3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phổ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pha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180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°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hoặc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120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° ở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mặt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cắt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của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đường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xoắn</a:t>
            </a:r>
            <a:endParaRPr lang="en-US" altLang="ko-KR" sz="1300" dirty="0">
              <a:solidFill>
                <a:schemeClr val="tx1"/>
              </a:solidFill>
              <a:latin typeface="Times New Roman" panose="02020603050405020304" pitchFamily="18" charset="0"/>
              <a:ea typeface="신명조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cột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đôi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(double </a:t>
            </a:r>
            <a:r>
              <a:rPr lang="en-US" altLang="ko-KR" sz="1300" dirty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screw thread)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và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xoắn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ba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(triple </a:t>
            </a:r>
            <a:r>
              <a:rPr lang="en-US" altLang="ko-KR" sz="1300" dirty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screw thread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).</a:t>
            </a:r>
            <a:endParaRPr lang="en-US" altLang="ko-KR" sz="1300" dirty="0">
              <a:solidFill>
                <a:schemeClr val="tx1"/>
              </a:solidFill>
              <a:latin typeface="Times New Roman" panose="02020603050405020304" pitchFamily="18" charset="0"/>
              <a:ea typeface="신명조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300" dirty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 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Do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đa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xoắn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có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số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vòng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xoắn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nhỏ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nên</a:t>
            </a:r>
            <a:r>
              <a:rPr lang="ko-KR" altLang="en-US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dễ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vặn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vào</a:t>
            </a:r>
            <a:r>
              <a:rPr lang="en-US" altLang="ko-KR" sz="1300" dirty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và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mở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ra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,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nhưng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dễ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mở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ra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cũng</a:t>
            </a:r>
            <a:r>
              <a:rPr lang="en-US" altLang="ko-KR" sz="1300" dirty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là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điểm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hạn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chế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ea typeface="신명조"/>
                <a:cs typeface="Times New Roman" panose="02020603050405020304" pitchFamily="18" charset="0"/>
              </a:rPr>
              <a:t>.</a:t>
            </a:r>
            <a:endParaRPr lang="en-US" altLang="ko-KR" sz="1300" dirty="0">
              <a:solidFill>
                <a:schemeClr val="tx1"/>
              </a:solidFill>
              <a:latin typeface="Times New Roman" panose="02020603050405020304" pitchFamily="18" charset="0"/>
              <a:ea typeface="신명조"/>
              <a:cs typeface="Times New Roman" panose="02020603050405020304" pitchFamily="18" charset="0"/>
            </a:endParaRPr>
          </a:p>
        </p:txBody>
      </p:sp>
      <p:sp>
        <p:nvSpPr>
          <p:cNvPr id="71685" name="Text Box 4"/>
          <p:cNvSpPr txBox="1">
            <a:spLocks noChangeArrowheads="1"/>
          </p:cNvSpPr>
          <p:nvPr/>
        </p:nvSpPr>
        <p:spPr bwMode="auto">
          <a:xfrm>
            <a:off x="3419475" y="5805488"/>
            <a:ext cx="340509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2-7 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 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71686" name="Group 5"/>
          <p:cNvGrpSpPr>
            <a:grpSpLocks/>
          </p:cNvGrpSpPr>
          <p:nvPr/>
        </p:nvGrpSpPr>
        <p:grpSpPr bwMode="auto">
          <a:xfrm>
            <a:off x="2482850" y="2852738"/>
            <a:ext cx="4105275" cy="2973387"/>
            <a:chOff x="1383" y="1842"/>
            <a:chExt cx="2586" cy="1873"/>
          </a:xfrm>
        </p:grpSpPr>
        <p:pic>
          <p:nvPicPr>
            <p:cNvPr id="71689" name="Picture 6" descr="3-24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83" y="1842"/>
              <a:ext cx="2586" cy="18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690" name="Text Box 7"/>
            <p:cNvSpPr txBox="1">
              <a:spLocks noChangeArrowheads="1"/>
            </p:cNvSpPr>
            <p:nvPr/>
          </p:nvSpPr>
          <p:spPr bwMode="auto">
            <a:xfrm>
              <a:off x="1987" y="2419"/>
              <a:ext cx="289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1/2p</a:t>
              </a:r>
            </a:p>
          </p:txBody>
        </p:sp>
        <p:sp>
          <p:nvSpPr>
            <p:cNvPr id="71691" name="Text Box 8"/>
            <p:cNvSpPr txBox="1">
              <a:spLocks noChangeArrowheads="1"/>
            </p:cNvSpPr>
            <p:nvPr/>
          </p:nvSpPr>
          <p:spPr bwMode="auto">
            <a:xfrm>
              <a:off x="2705" y="2408"/>
              <a:ext cx="16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71692" name="Text Box 9"/>
            <p:cNvSpPr txBox="1">
              <a:spLocks noChangeArrowheads="1"/>
            </p:cNvSpPr>
            <p:nvPr/>
          </p:nvSpPr>
          <p:spPr bwMode="auto">
            <a:xfrm>
              <a:off x="3469" y="2408"/>
              <a:ext cx="334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11/2p</a:t>
              </a:r>
            </a:p>
          </p:txBody>
        </p:sp>
        <p:sp>
          <p:nvSpPr>
            <p:cNvPr id="71693" name="Text Box 10"/>
            <p:cNvSpPr txBox="1">
              <a:spLocks noChangeArrowheads="1"/>
            </p:cNvSpPr>
            <p:nvPr/>
          </p:nvSpPr>
          <p:spPr bwMode="auto">
            <a:xfrm>
              <a:off x="1867" y="3357"/>
              <a:ext cx="16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71694" name="Text Box 11"/>
            <p:cNvSpPr txBox="1">
              <a:spLocks noChangeArrowheads="1"/>
            </p:cNvSpPr>
            <p:nvPr/>
          </p:nvSpPr>
          <p:spPr bwMode="auto">
            <a:xfrm>
              <a:off x="2607" y="3361"/>
              <a:ext cx="21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2p</a:t>
              </a:r>
            </a:p>
          </p:txBody>
        </p:sp>
        <p:sp>
          <p:nvSpPr>
            <p:cNvPr id="71695" name="Text Box 12"/>
            <p:cNvSpPr txBox="1">
              <a:spLocks noChangeArrowheads="1"/>
            </p:cNvSpPr>
            <p:nvPr/>
          </p:nvSpPr>
          <p:spPr bwMode="auto">
            <a:xfrm>
              <a:off x="3378" y="3361"/>
              <a:ext cx="21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3p</a:t>
              </a:r>
            </a:p>
          </p:txBody>
        </p:sp>
      </p:grpSp>
      <p:sp>
        <p:nvSpPr>
          <p:cNvPr id="71687" name="Rectangle 15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(Bolt, Nut)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1688" name="Rectangle 16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901547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482924BC-807C-4729-BA9E-3CA041C3EBA8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51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07" name="Rectangle 2"/>
          <p:cNvSpPr>
            <a:spLocks noChangeArrowheads="1"/>
          </p:cNvSpPr>
          <p:nvPr/>
        </p:nvSpPr>
        <p:spPr bwMode="auto">
          <a:xfrm>
            <a:off x="3773488" y="1022350"/>
            <a:ext cx="1592262" cy="323850"/>
          </a:xfrm>
          <a:prstGeom prst="rect">
            <a:avLst/>
          </a:prstGeom>
          <a:solidFill>
            <a:srgbClr val="DDDDDD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</a:t>
            </a:r>
            <a:endParaRPr lang="ko-KR" altLang="en-US" sz="13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08" name="Rectangle 3"/>
          <p:cNvSpPr>
            <a:spLocks noChangeArrowheads="1"/>
          </p:cNvSpPr>
          <p:nvPr/>
        </p:nvSpPr>
        <p:spPr bwMode="auto">
          <a:xfrm>
            <a:off x="1981200" y="4264025"/>
            <a:ext cx="1295400" cy="325438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endParaRPr lang="ko-KR" altLang="en-US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09" name="Rectangle 4"/>
          <p:cNvSpPr>
            <a:spLocks noChangeArrowheads="1"/>
          </p:cNvSpPr>
          <p:nvPr/>
        </p:nvSpPr>
        <p:spPr bwMode="auto">
          <a:xfrm>
            <a:off x="1981200" y="2030413"/>
            <a:ext cx="1298575" cy="325437"/>
          </a:xfrm>
          <a:prstGeom prst="rect">
            <a:avLst/>
          </a:prstGeom>
          <a:solidFill>
            <a:srgbClr val="DDDDD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10" name="Rectangle 5"/>
          <p:cNvSpPr>
            <a:spLocks noChangeArrowheads="1"/>
          </p:cNvSpPr>
          <p:nvPr/>
        </p:nvSpPr>
        <p:spPr bwMode="auto">
          <a:xfrm>
            <a:off x="1979613" y="2679700"/>
            <a:ext cx="1295400" cy="325438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metric</a:t>
            </a:r>
            <a:endParaRPr lang="ko-KR" altLang="en-US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11" name="Rectangle 6"/>
          <p:cNvSpPr>
            <a:spLocks noChangeArrowheads="1"/>
          </p:cNvSpPr>
          <p:nvPr/>
        </p:nvSpPr>
        <p:spPr bwMode="auto">
          <a:xfrm>
            <a:off x="5794375" y="2030413"/>
            <a:ext cx="1441921" cy="325437"/>
          </a:xfrm>
          <a:prstGeom prst="rect">
            <a:avLst/>
          </a:prstGeom>
          <a:solidFill>
            <a:srgbClr val="DDDDD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12" name="Rectangle 7"/>
          <p:cNvSpPr>
            <a:spLocks noChangeArrowheads="1"/>
          </p:cNvSpPr>
          <p:nvPr/>
        </p:nvSpPr>
        <p:spPr bwMode="auto">
          <a:xfrm>
            <a:off x="5788024" y="2679700"/>
            <a:ext cx="1448271" cy="325438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bốn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endParaRPr lang="ko-KR" altLang="en-US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13" name="Rectangle 8"/>
          <p:cNvSpPr>
            <a:spLocks noChangeArrowheads="1"/>
          </p:cNvSpPr>
          <p:nvPr/>
        </p:nvSpPr>
        <p:spPr bwMode="auto">
          <a:xfrm>
            <a:off x="1979613" y="3217863"/>
            <a:ext cx="1295400" cy="325437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unified</a:t>
            </a:r>
            <a:endParaRPr lang="ko-KR" altLang="en-US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14" name="Rectangle 9"/>
          <p:cNvSpPr>
            <a:spLocks noChangeArrowheads="1"/>
          </p:cNvSpPr>
          <p:nvPr/>
        </p:nvSpPr>
        <p:spPr bwMode="auto">
          <a:xfrm>
            <a:off x="5788024" y="3217863"/>
            <a:ext cx="1448271" cy="325437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thang</a:t>
            </a:r>
            <a:endParaRPr lang="ko-KR" altLang="en-US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15" name="Rectangle 10"/>
          <p:cNvSpPr>
            <a:spLocks noChangeArrowheads="1"/>
          </p:cNvSpPr>
          <p:nvPr/>
        </p:nvSpPr>
        <p:spPr bwMode="auto">
          <a:xfrm>
            <a:off x="1979613" y="3756025"/>
            <a:ext cx="1295400" cy="325438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endParaRPr lang="ko-KR" altLang="en-US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16" name="Rectangle 11"/>
          <p:cNvSpPr>
            <a:spLocks noChangeArrowheads="1"/>
          </p:cNvSpPr>
          <p:nvPr/>
        </p:nvSpPr>
        <p:spPr bwMode="auto">
          <a:xfrm>
            <a:off x="5788025" y="3756025"/>
            <a:ext cx="1448270" cy="325438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endParaRPr lang="ko-KR" altLang="en-US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17" name="Rectangle 12"/>
          <p:cNvSpPr>
            <a:spLocks noChangeArrowheads="1"/>
          </p:cNvSpPr>
          <p:nvPr/>
        </p:nvSpPr>
        <p:spPr bwMode="auto">
          <a:xfrm>
            <a:off x="5788024" y="4294188"/>
            <a:ext cx="1448271" cy="325437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Knuckle</a:t>
            </a:r>
            <a:endParaRPr lang="ko-KR" altLang="en-US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18" name="Rectangle 13"/>
          <p:cNvSpPr>
            <a:spLocks noChangeArrowheads="1"/>
          </p:cNvSpPr>
          <p:nvPr/>
        </p:nvSpPr>
        <p:spPr bwMode="auto">
          <a:xfrm>
            <a:off x="5788025" y="4832350"/>
            <a:ext cx="1448270" cy="325438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Screw</a:t>
            </a:r>
            <a:endParaRPr lang="en-US" altLang="ko-KR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72719" name="AutoShape 14"/>
          <p:cNvCxnSpPr>
            <a:cxnSpLocks noChangeShapeType="1"/>
            <a:stCxn id="72707" idx="2"/>
            <a:endCxn id="72709" idx="0"/>
          </p:cNvCxnSpPr>
          <p:nvPr/>
        </p:nvCxnSpPr>
        <p:spPr bwMode="auto">
          <a:xfrm rot="5400000">
            <a:off x="3258344" y="718344"/>
            <a:ext cx="684213" cy="1939925"/>
          </a:xfrm>
          <a:prstGeom prst="bentConnector3">
            <a:avLst>
              <a:gd name="adj1" fmla="val 49884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720" name="AutoShape 15"/>
          <p:cNvCxnSpPr>
            <a:cxnSpLocks noChangeShapeType="1"/>
            <a:stCxn id="72707" idx="2"/>
            <a:endCxn id="72711" idx="0"/>
          </p:cNvCxnSpPr>
          <p:nvPr/>
        </p:nvCxnSpPr>
        <p:spPr bwMode="auto">
          <a:xfrm rot="16200000" flipH="1">
            <a:off x="5200371" y="715447"/>
            <a:ext cx="684213" cy="1945717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721" name="AutoShape 16"/>
          <p:cNvCxnSpPr>
            <a:cxnSpLocks noChangeShapeType="1"/>
            <a:stCxn id="72715" idx="2"/>
            <a:endCxn id="72708" idx="0"/>
          </p:cNvCxnSpPr>
          <p:nvPr/>
        </p:nvCxnSpPr>
        <p:spPr bwMode="auto">
          <a:xfrm>
            <a:off x="2627313" y="4081463"/>
            <a:ext cx="1587" cy="1825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722" name="AutoShape 17"/>
          <p:cNvCxnSpPr>
            <a:cxnSpLocks noChangeShapeType="1"/>
            <a:stCxn id="72709" idx="2"/>
            <a:endCxn id="72710" idx="0"/>
          </p:cNvCxnSpPr>
          <p:nvPr/>
        </p:nvCxnSpPr>
        <p:spPr bwMode="auto">
          <a:xfrm flipH="1">
            <a:off x="2627313" y="2355850"/>
            <a:ext cx="3175" cy="3238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723" name="AutoShape 18"/>
          <p:cNvCxnSpPr>
            <a:cxnSpLocks noChangeShapeType="1"/>
            <a:stCxn id="72711" idx="2"/>
            <a:endCxn id="72712" idx="0"/>
          </p:cNvCxnSpPr>
          <p:nvPr/>
        </p:nvCxnSpPr>
        <p:spPr bwMode="auto">
          <a:xfrm flipH="1">
            <a:off x="6512160" y="2355850"/>
            <a:ext cx="3176" cy="3238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724" name="AutoShape 19"/>
          <p:cNvCxnSpPr>
            <a:cxnSpLocks noChangeShapeType="1"/>
            <a:stCxn id="72710" idx="2"/>
            <a:endCxn id="72713" idx="0"/>
          </p:cNvCxnSpPr>
          <p:nvPr/>
        </p:nvCxnSpPr>
        <p:spPr bwMode="auto">
          <a:xfrm>
            <a:off x="2627313" y="3005138"/>
            <a:ext cx="0" cy="2127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725" name="AutoShape 20"/>
          <p:cNvCxnSpPr>
            <a:cxnSpLocks noChangeShapeType="1"/>
            <a:stCxn id="72713" idx="2"/>
            <a:endCxn id="72715" idx="0"/>
          </p:cNvCxnSpPr>
          <p:nvPr/>
        </p:nvCxnSpPr>
        <p:spPr bwMode="auto">
          <a:xfrm>
            <a:off x="2627313" y="3543300"/>
            <a:ext cx="0" cy="2127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726" name="AutoShape 21"/>
          <p:cNvCxnSpPr>
            <a:cxnSpLocks noChangeShapeType="1"/>
            <a:stCxn id="72712" idx="2"/>
            <a:endCxn id="72714" idx="0"/>
          </p:cNvCxnSpPr>
          <p:nvPr/>
        </p:nvCxnSpPr>
        <p:spPr bwMode="auto">
          <a:xfrm>
            <a:off x="6512160" y="3005138"/>
            <a:ext cx="0" cy="2127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727" name="AutoShape 22"/>
          <p:cNvCxnSpPr>
            <a:cxnSpLocks noChangeShapeType="1"/>
            <a:stCxn id="72714" idx="2"/>
            <a:endCxn id="72716" idx="0"/>
          </p:cNvCxnSpPr>
          <p:nvPr/>
        </p:nvCxnSpPr>
        <p:spPr bwMode="auto">
          <a:xfrm>
            <a:off x="6512160" y="3543300"/>
            <a:ext cx="0" cy="2127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728" name="AutoShape 23"/>
          <p:cNvCxnSpPr>
            <a:cxnSpLocks noChangeShapeType="1"/>
            <a:stCxn id="72716" idx="2"/>
            <a:endCxn id="72717" idx="0"/>
          </p:cNvCxnSpPr>
          <p:nvPr/>
        </p:nvCxnSpPr>
        <p:spPr bwMode="auto">
          <a:xfrm>
            <a:off x="6512160" y="4081463"/>
            <a:ext cx="0" cy="2127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729" name="AutoShape 24"/>
          <p:cNvCxnSpPr>
            <a:cxnSpLocks noChangeShapeType="1"/>
            <a:stCxn id="72717" idx="2"/>
            <a:endCxn id="72718" idx="0"/>
          </p:cNvCxnSpPr>
          <p:nvPr/>
        </p:nvCxnSpPr>
        <p:spPr bwMode="auto">
          <a:xfrm>
            <a:off x="6512160" y="4619625"/>
            <a:ext cx="0" cy="2127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2730" name="Rectangle 27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(Bolt, Nut)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31" name="Rectangle 2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32" name="Text Box 34"/>
          <p:cNvSpPr txBox="1">
            <a:spLocks noChangeArrowheads="1"/>
          </p:cNvSpPr>
          <p:nvPr/>
        </p:nvSpPr>
        <p:spPr bwMode="auto">
          <a:xfrm>
            <a:off x="695325" y="922338"/>
            <a:ext cx="154401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(5)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7080608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278AB474-3C6B-4E58-81BE-B3710A5826AE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52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3731" name="Text Box 2"/>
          <p:cNvSpPr txBox="1">
            <a:spLocks noChangeArrowheads="1"/>
          </p:cNvSpPr>
          <p:nvPr/>
        </p:nvSpPr>
        <p:spPr bwMode="auto">
          <a:xfrm>
            <a:off x="1144588" y="1052513"/>
            <a:ext cx="6739780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lường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</a:t>
            </a:r>
            <a:endParaRPr lang="en-US" altLang="ko-KR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3732" name="Text Box 3"/>
          <p:cNvSpPr txBox="1">
            <a:spLocks noChangeArrowheads="1"/>
          </p:cNvSpPr>
          <p:nvPr/>
        </p:nvSpPr>
        <p:spPr bwMode="auto">
          <a:xfrm>
            <a:off x="1177925" y="1327150"/>
            <a:ext cx="7354888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metric(metric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thread , M thread)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60°,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mm,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gồm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(cease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Thad)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dẹt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(fine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thread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unified(unified thread)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60°,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inch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inch(25.4mm)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pitch.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unified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(UNC)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unified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dẹt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(UNF).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(pipe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thread)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55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°,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inch(25.4mm)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1/16 taper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pipe,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 PT: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taper pipe thread)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che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(PF : parallel pipe thread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(round thread)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knuckle thread,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30°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đập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đèn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3733" name="Text Box 4"/>
          <p:cNvSpPr txBox="1">
            <a:spLocks noChangeArrowheads="1"/>
          </p:cNvSpPr>
          <p:nvPr/>
        </p:nvSpPr>
        <p:spPr bwMode="auto">
          <a:xfrm>
            <a:off x="1011238" y="3875088"/>
            <a:ext cx="19050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3734" name="Text Box 5"/>
          <p:cNvSpPr txBox="1">
            <a:spLocks noChangeArrowheads="1"/>
          </p:cNvSpPr>
          <p:nvPr/>
        </p:nvSpPr>
        <p:spPr bwMode="auto">
          <a:xfrm>
            <a:off x="1165225" y="4025900"/>
            <a:ext cx="7367588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(square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screw thread)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(trapezoidal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screw thread)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(acme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screw thread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30°tính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mét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29°tính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inch.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thrust.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(buttress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screw thread)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knuckle(knuckle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thread)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đèn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lọt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vv...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screw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screw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lead screw)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(nut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3735" name="Rectangle 7"/>
          <p:cNvSpPr>
            <a:spLocks noChangeArrowheads="1"/>
          </p:cNvSpPr>
          <p:nvPr/>
        </p:nvSpPr>
        <p:spPr bwMode="auto">
          <a:xfrm>
            <a:off x="947738" y="836613"/>
            <a:ext cx="118173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3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3736" name="Rectangle 9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(Bolt, Nut)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3737" name="Rectangle 10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3738" name="Rectangle 13"/>
          <p:cNvSpPr>
            <a:spLocks noChangeArrowheads="1"/>
          </p:cNvSpPr>
          <p:nvPr/>
        </p:nvSpPr>
        <p:spPr bwMode="auto">
          <a:xfrm>
            <a:off x="567992" y="488950"/>
            <a:ext cx="1842171" cy="3508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1-2.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1062364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25772FFC-CC82-4D78-B9EF-1CF67AB13400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53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4755" name="Picture 15" descr="nut_nut">
            <a:hlinkClick r:id="rId3"/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4738" y="1057275"/>
            <a:ext cx="952500" cy="571500"/>
          </a:xfrm>
          <a:prstGeom prst="rect">
            <a:avLst/>
          </a:prstGeom>
          <a:noFill/>
          <a:ln w="19050" algn="ctr">
            <a:solidFill>
              <a:srgbClr val="CC99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4756" name="Rectangle 16"/>
          <p:cNvSpPr>
            <a:spLocks noChangeArrowheads="1"/>
          </p:cNvSpPr>
          <p:nvPr/>
        </p:nvSpPr>
        <p:spPr bwMode="auto">
          <a:xfrm>
            <a:off x="2124075" y="1091813"/>
            <a:ext cx="651332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6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4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nut ta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74757" name="Rectangle 17"/>
          <p:cNvSpPr>
            <a:spLocks noChangeArrowheads="1"/>
          </p:cNvSpPr>
          <p:nvPr/>
        </p:nvSpPr>
        <p:spPr bwMode="auto">
          <a:xfrm>
            <a:off x="1979613" y="768757"/>
            <a:ext cx="51809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(Nut)</a:t>
            </a:r>
          </a:p>
        </p:txBody>
      </p:sp>
      <p:pic>
        <p:nvPicPr>
          <p:cNvPr id="74758" name="Picture 18" descr="N1_육각_플랜지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4738" y="1700213"/>
            <a:ext cx="13335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59" name="Rectangle 19"/>
          <p:cNvSpPr>
            <a:spLocks noChangeArrowheads="1"/>
          </p:cNvSpPr>
          <p:nvPr/>
        </p:nvSpPr>
        <p:spPr bwMode="auto">
          <a:xfrm>
            <a:off x="1146175" y="2204164"/>
            <a:ext cx="113043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Flange Nut 6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4760" name="Picture 20" descr="N1_육각_모떼기_평면_1종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87625" y="1700213"/>
            <a:ext cx="13335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61" name="Rectangle 21"/>
          <p:cNvSpPr>
            <a:spLocks noChangeArrowheads="1"/>
          </p:cNvSpPr>
          <p:nvPr/>
        </p:nvSpPr>
        <p:spPr bwMode="auto">
          <a:xfrm>
            <a:off x="2730500" y="2204164"/>
            <a:ext cx="106952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Nut 6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4762" name="Picture 22" descr="N1_육각_양면모떼기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40200" y="1700213"/>
            <a:ext cx="13335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63" name="Rectangle 23"/>
          <p:cNvSpPr>
            <a:spLocks noChangeArrowheads="1"/>
          </p:cNvSpPr>
          <p:nvPr/>
        </p:nvSpPr>
        <p:spPr bwMode="auto">
          <a:xfrm>
            <a:off x="4284663" y="2204164"/>
            <a:ext cx="116570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Nut 6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2,3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4764" name="Picture 24" descr="N1_육각_모떼기_자리면_4종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088" y="1700213"/>
            <a:ext cx="13335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65" name="Rectangle 25"/>
          <p:cNvSpPr>
            <a:spLocks noChangeArrowheads="1"/>
          </p:cNvSpPr>
          <p:nvPr/>
        </p:nvSpPr>
        <p:spPr bwMode="auto">
          <a:xfrm>
            <a:off x="5868988" y="2204164"/>
            <a:ext cx="106952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Nut 6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4766" name="Picture 26" descr="N1_육각_모떼기_코니칼와셔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9925" y="1700213"/>
            <a:ext cx="13335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67" name="Rectangle 27"/>
          <p:cNvSpPr>
            <a:spLocks noChangeArrowheads="1"/>
          </p:cNvSpPr>
          <p:nvPr/>
        </p:nvSpPr>
        <p:spPr bwMode="auto">
          <a:xfrm>
            <a:off x="7129463" y="2204164"/>
            <a:ext cx="101021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Conical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Washer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4768" name="Picture 28" descr="N1_육각_캡_모떼기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4738" y="2565400"/>
            <a:ext cx="13335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69" name="Rectangle 29"/>
          <p:cNvSpPr>
            <a:spLocks noChangeArrowheads="1"/>
          </p:cNvSpPr>
          <p:nvPr/>
        </p:nvSpPr>
        <p:spPr bwMode="auto">
          <a:xfrm>
            <a:off x="1300163" y="3042364"/>
            <a:ext cx="98777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Cap Nut 6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4770" name="Picture 30" descr="N1_육각_나일론_모떼기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27263" y="2609850"/>
            <a:ext cx="13335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71" name="Rectangle 31"/>
          <p:cNvSpPr>
            <a:spLocks noChangeArrowheads="1"/>
          </p:cNvSpPr>
          <p:nvPr/>
        </p:nvSpPr>
        <p:spPr bwMode="auto">
          <a:xfrm>
            <a:off x="2481263" y="3070939"/>
            <a:ext cx="72968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Nylon Nut</a:t>
            </a:r>
          </a:p>
        </p:txBody>
      </p:sp>
      <p:pic>
        <p:nvPicPr>
          <p:cNvPr id="74772" name="Picture 32" descr="N1_육각_캐슬_모떼기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51225" y="2609850"/>
            <a:ext cx="13335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73" name="Rectangle 33"/>
          <p:cNvSpPr>
            <a:spLocks noChangeArrowheads="1"/>
          </p:cNvSpPr>
          <p:nvPr/>
        </p:nvSpPr>
        <p:spPr bwMode="auto">
          <a:xfrm>
            <a:off x="3740150" y="3070939"/>
            <a:ext cx="72968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Castle Nut</a:t>
            </a:r>
          </a:p>
        </p:txBody>
      </p:sp>
      <p:pic>
        <p:nvPicPr>
          <p:cNvPr id="74774" name="Picture 34" descr="N1_육각_슬롯_모떼기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5188" y="2609850"/>
            <a:ext cx="13335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75" name="Rectangle 35"/>
          <p:cNvSpPr>
            <a:spLocks noChangeArrowheads="1"/>
          </p:cNvSpPr>
          <p:nvPr/>
        </p:nvSpPr>
        <p:spPr bwMode="auto">
          <a:xfrm>
            <a:off x="4992688" y="3070939"/>
            <a:ext cx="61427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Slot Nut</a:t>
            </a:r>
          </a:p>
        </p:txBody>
      </p:sp>
      <p:pic>
        <p:nvPicPr>
          <p:cNvPr id="74776" name="Picture 36" descr="N1_육각_U너트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70588" y="2609850"/>
            <a:ext cx="13335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77" name="Rectangle 37"/>
          <p:cNvSpPr>
            <a:spLocks noChangeArrowheads="1"/>
          </p:cNvSpPr>
          <p:nvPr/>
        </p:nvSpPr>
        <p:spPr bwMode="auto">
          <a:xfrm>
            <a:off x="6296025" y="3070939"/>
            <a:ext cx="50206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 Nut</a:t>
            </a:r>
          </a:p>
        </p:txBody>
      </p:sp>
      <p:pic>
        <p:nvPicPr>
          <p:cNvPr id="74778" name="Picture 38" descr="N1_사각_평면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4550" y="2609850"/>
            <a:ext cx="13335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79" name="Rectangle 39"/>
          <p:cNvSpPr>
            <a:spLocks noChangeArrowheads="1"/>
          </p:cNvSpPr>
          <p:nvPr/>
        </p:nvSpPr>
        <p:spPr bwMode="auto">
          <a:xfrm>
            <a:off x="7519988" y="3042364"/>
            <a:ext cx="72968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Nut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4780" name="Text Box 43"/>
          <p:cNvSpPr txBox="1">
            <a:spLocks noChangeArrowheads="1"/>
          </p:cNvSpPr>
          <p:nvPr/>
        </p:nvSpPr>
        <p:spPr bwMode="auto">
          <a:xfrm>
            <a:off x="788988" y="779463"/>
            <a:ext cx="36420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</a:t>
            </a:r>
          </a:p>
        </p:txBody>
      </p:sp>
      <p:sp>
        <p:nvSpPr>
          <p:cNvPr id="74781" name="Rectangle 44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(Bolt, Nut)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4782" name="Rectangle 45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4783" name="Text Box 51"/>
          <p:cNvSpPr txBox="1">
            <a:spLocks noChangeArrowheads="1"/>
          </p:cNvSpPr>
          <p:nvPr/>
        </p:nvSpPr>
        <p:spPr bwMode="auto">
          <a:xfrm>
            <a:off x="684213" y="531813"/>
            <a:ext cx="15680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1-3.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Nut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4784" name="Picture 52" descr="nut_weld">
            <a:hlinkClick r:id="rId16"/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945" b="12500"/>
          <a:stretch>
            <a:fillRect/>
          </a:stretch>
        </p:blipFill>
        <p:spPr bwMode="auto">
          <a:xfrm>
            <a:off x="971550" y="3889375"/>
            <a:ext cx="952500" cy="431800"/>
          </a:xfrm>
          <a:prstGeom prst="rect">
            <a:avLst/>
          </a:prstGeom>
          <a:noFill/>
          <a:ln w="19050" algn="ctr">
            <a:solidFill>
              <a:srgbClr val="CC99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4785" name="Text Box 53"/>
          <p:cNvSpPr txBox="1">
            <a:spLocks noChangeArrowheads="1"/>
          </p:cNvSpPr>
          <p:nvPr/>
        </p:nvSpPr>
        <p:spPr bwMode="auto">
          <a:xfrm>
            <a:off x="1055688" y="3586163"/>
            <a:ext cx="88517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4786" name="Rectangle 54"/>
          <p:cNvSpPr>
            <a:spLocks noChangeArrowheads="1"/>
          </p:cNvSpPr>
          <p:nvPr/>
        </p:nvSpPr>
        <p:spPr bwMode="auto">
          <a:xfrm>
            <a:off x="2051050" y="3985032"/>
            <a:ext cx="443262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sẵn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4787" name="Rectangle 55"/>
          <p:cNvSpPr>
            <a:spLocks noChangeArrowheads="1"/>
          </p:cNvSpPr>
          <p:nvPr/>
        </p:nvSpPr>
        <p:spPr bwMode="auto">
          <a:xfrm>
            <a:off x="1908175" y="3572525"/>
            <a:ext cx="977640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(Weld Nut) </a:t>
            </a:r>
          </a:p>
        </p:txBody>
      </p:sp>
      <p:pic>
        <p:nvPicPr>
          <p:cNvPr id="74788" name="Picture 56" descr="N2_사각_바깥돌기"/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550" y="4349750"/>
            <a:ext cx="93345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89" name="Rectangle 57"/>
          <p:cNvSpPr>
            <a:spLocks noChangeArrowheads="1"/>
          </p:cNvSpPr>
          <p:nvPr/>
        </p:nvSpPr>
        <p:spPr bwMode="auto">
          <a:xfrm>
            <a:off x="971550" y="4896564"/>
            <a:ext cx="96693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Nut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4790" name="Picture 58" descr="N2_사각_내부돌기"/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55875" y="4349750"/>
            <a:ext cx="93345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91" name="Rectangle 59"/>
          <p:cNvSpPr>
            <a:spLocks noChangeArrowheads="1"/>
          </p:cNvSpPr>
          <p:nvPr/>
        </p:nvSpPr>
        <p:spPr bwMode="auto">
          <a:xfrm>
            <a:off x="2555875" y="4896564"/>
            <a:ext cx="94769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Nut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4792" name="Picture 60" descr="N2_육각_내부돌기"/>
          <p:cNvPicPr>
            <a:picLocks noChangeAspect="1" noChangeArrowheads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67200" y="4321175"/>
            <a:ext cx="9525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93" name="Rectangle 61"/>
          <p:cNvSpPr>
            <a:spLocks noChangeArrowheads="1"/>
          </p:cNvSpPr>
          <p:nvPr/>
        </p:nvSpPr>
        <p:spPr bwMode="auto">
          <a:xfrm>
            <a:off x="4284663" y="4896564"/>
            <a:ext cx="96693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Nut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4794" name="Picture 62" descr="N2_육각_내부_파일럿"/>
          <p:cNvPicPr>
            <a:picLocks noChangeAspect="1"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95988" y="4321175"/>
            <a:ext cx="9525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95" name="Rectangle 63"/>
          <p:cNvSpPr>
            <a:spLocks noChangeArrowheads="1"/>
          </p:cNvSpPr>
          <p:nvPr/>
        </p:nvSpPr>
        <p:spPr bwMode="auto">
          <a:xfrm>
            <a:off x="6011863" y="4896564"/>
            <a:ext cx="101502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Nut pilot 6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4796" name="Picture 64" descr="nut_eye">
            <a:hlinkClick r:id="rId22"/>
          </p:cNvPr>
          <p:cNvPicPr>
            <a:picLocks noChangeAspect="1" noChangeArrowheads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550" y="5594350"/>
            <a:ext cx="952500" cy="571500"/>
          </a:xfrm>
          <a:prstGeom prst="rect">
            <a:avLst/>
          </a:prstGeom>
          <a:noFill/>
          <a:ln w="19050" algn="ctr">
            <a:solidFill>
              <a:srgbClr val="CC99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4797" name="Text Box 65"/>
          <p:cNvSpPr txBox="1">
            <a:spLocks noChangeArrowheads="1"/>
          </p:cNvSpPr>
          <p:nvPr/>
        </p:nvSpPr>
        <p:spPr bwMode="auto">
          <a:xfrm>
            <a:off x="1042988" y="5294313"/>
            <a:ext cx="71846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Eye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Nut</a:t>
            </a:r>
          </a:p>
        </p:txBody>
      </p:sp>
      <p:sp>
        <p:nvSpPr>
          <p:cNvPr id="74798" name="Rectangle 67"/>
          <p:cNvSpPr>
            <a:spLocks noChangeArrowheads="1"/>
          </p:cNvSpPr>
          <p:nvPr/>
        </p:nvSpPr>
        <p:spPr bwMode="auto">
          <a:xfrm>
            <a:off x="2066925" y="5628630"/>
            <a:ext cx="58625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4800" name="Text Box 70"/>
          <p:cNvSpPr txBox="1">
            <a:spLocks noChangeArrowheads="1"/>
          </p:cNvSpPr>
          <p:nvPr/>
        </p:nvSpPr>
        <p:spPr bwMode="auto">
          <a:xfrm>
            <a:off x="788988" y="3573463"/>
            <a:ext cx="380232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</a:t>
            </a:r>
          </a:p>
        </p:txBody>
      </p:sp>
      <p:sp>
        <p:nvSpPr>
          <p:cNvPr id="74801" name="Text Box 71"/>
          <p:cNvSpPr txBox="1">
            <a:spLocks noChangeArrowheads="1"/>
          </p:cNvSpPr>
          <p:nvPr/>
        </p:nvSpPr>
        <p:spPr bwMode="auto">
          <a:xfrm>
            <a:off x="788988" y="5300663"/>
            <a:ext cx="380232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</a:t>
            </a:r>
          </a:p>
        </p:txBody>
      </p:sp>
      <p:sp>
        <p:nvSpPr>
          <p:cNvPr id="74802" name="Text Box 72"/>
          <p:cNvSpPr txBox="1">
            <a:spLocks noChangeArrowheads="1"/>
          </p:cNvSpPr>
          <p:nvPr/>
        </p:nvSpPr>
        <p:spPr bwMode="auto">
          <a:xfrm>
            <a:off x="1116013" y="777875"/>
            <a:ext cx="59984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153845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4AF0A6A0-BC41-4642-B02B-D874C67C6EBB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54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5779" name="Text Box 3"/>
          <p:cNvSpPr txBox="1">
            <a:spLocks noChangeArrowheads="1"/>
          </p:cNvSpPr>
          <p:nvPr/>
        </p:nvSpPr>
        <p:spPr bwMode="auto">
          <a:xfrm>
            <a:off x="947738" y="3024188"/>
            <a:ext cx="7656512" cy="18651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24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2xoắn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 ×3          -     2     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metric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dẹt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50×3)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50mm, pitch3mm)</a:t>
            </a:r>
          </a:p>
          <a:p>
            <a:pPr algn="l" eaLnBrk="1" latinLnBrk="1" hangingPunct="1">
              <a:lnSpc>
                <a:spcPct val="24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 10             -    2/1  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metric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 10 )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240000"/>
              </a:lnSpc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№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4-40 UNC       -    2A   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unified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№. 4-40 UNC)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2A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2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  ½                     A    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song song(G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½)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5780" name="Text Box 44"/>
          <p:cNvSpPr txBox="1">
            <a:spLocks noChangeArrowheads="1"/>
          </p:cNvSpPr>
          <p:nvPr/>
        </p:nvSpPr>
        <p:spPr bwMode="auto">
          <a:xfrm>
            <a:off x="4300538" y="1036638"/>
            <a:ext cx="1181734" cy="17173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22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22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22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22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75781" name="Group 65"/>
          <p:cNvGrpSpPr>
            <a:grpSpLocks/>
          </p:cNvGrpSpPr>
          <p:nvPr/>
        </p:nvGrpSpPr>
        <p:grpSpPr bwMode="auto">
          <a:xfrm>
            <a:off x="989013" y="1368425"/>
            <a:ext cx="3238500" cy="3236913"/>
            <a:chOff x="623" y="862"/>
            <a:chExt cx="2040" cy="2039"/>
          </a:xfrm>
        </p:grpSpPr>
        <p:sp>
          <p:nvSpPr>
            <p:cNvPr id="75787" name="Line 4"/>
            <p:cNvSpPr>
              <a:spLocks noChangeShapeType="1"/>
            </p:cNvSpPr>
            <p:nvPr/>
          </p:nvSpPr>
          <p:spPr bwMode="auto">
            <a:xfrm flipV="1">
              <a:off x="1216" y="1973"/>
              <a:ext cx="26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788" name="Line 5"/>
            <p:cNvSpPr>
              <a:spLocks noChangeShapeType="1"/>
            </p:cNvSpPr>
            <p:nvPr/>
          </p:nvSpPr>
          <p:spPr bwMode="auto">
            <a:xfrm flipH="1" flipV="1">
              <a:off x="1655" y="1965"/>
              <a:ext cx="28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789" name="Line 6"/>
            <p:cNvSpPr>
              <a:spLocks noChangeShapeType="1"/>
            </p:cNvSpPr>
            <p:nvPr/>
          </p:nvSpPr>
          <p:spPr bwMode="auto">
            <a:xfrm>
              <a:off x="1247" y="1965"/>
              <a:ext cx="41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790" name="Line 7"/>
            <p:cNvSpPr>
              <a:spLocks noChangeShapeType="1"/>
            </p:cNvSpPr>
            <p:nvPr/>
          </p:nvSpPr>
          <p:spPr bwMode="auto">
            <a:xfrm flipV="1">
              <a:off x="623" y="1973"/>
              <a:ext cx="28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791" name="Line 8"/>
            <p:cNvSpPr>
              <a:spLocks noChangeShapeType="1"/>
            </p:cNvSpPr>
            <p:nvPr/>
          </p:nvSpPr>
          <p:spPr bwMode="auto">
            <a:xfrm flipH="1" flipV="1">
              <a:off x="751" y="1965"/>
              <a:ext cx="27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792" name="Line 9"/>
            <p:cNvSpPr>
              <a:spLocks noChangeShapeType="1"/>
            </p:cNvSpPr>
            <p:nvPr/>
          </p:nvSpPr>
          <p:spPr bwMode="auto">
            <a:xfrm>
              <a:off x="655" y="1965"/>
              <a:ext cx="9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793" name="Line 10"/>
            <p:cNvSpPr>
              <a:spLocks noChangeShapeType="1"/>
            </p:cNvSpPr>
            <p:nvPr/>
          </p:nvSpPr>
          <p:spPr bwMode="auto">
            <a:xfrm flipV="1">
              <a:off x="911" y="1973"/>
              <a:ext cx="28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794" name="Line 11"/>
            <p:cNvSpPr>
              <a:spLocks noChangeShapeType="1"/>
            </p:cNvSpPr>
            <p:nvPr/>
          </p:nvSpPr>
          <p:spPr bwMode="auto">
            <a:xfrm flipH="1" flipV="1">
              <a:off x="1039" y="1965"/>
              <a:ext cx="27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795" name="Line 12"/>
            <p:cNvSpPr>
              <a:spLocks noChangeShapeType="1"/>
            </p:cNvSpPr>
            <p:nvPr/>
          </p:nvSpPr>
          <p:spPr bwMode="auto">
            <a:xfrm>
              <a:off x="943" y="1965"/>
              <a:ext cx="9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796" name="Line 13"/>
            <p:cNvSpPr>
              <a:spLocks noChangeShapeType="1"/>
            </p:cNvSpPr>
            <p:nvPr/>
          </p:nvSpPr>
          <p:spPr bwMode="auto">
            <a:xfrm flipV="1">
              <a:off x="2143" y="1973"/>
              <a:ext cx="27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797" name="Line 14"/>
            <p:cNvSpPr>
              <a:spLocks noChangeShapeType="1"/>
            </p:cNvSpPr>
            <p:nvPr/>
          </p:nvSpPr>
          <p:spPr bwMode="auto">
            <a:xfrm flipH="1" flipV="1">
              <a:off x="2272" y="1965"/>
              <a:ext cx="26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798" name="Line 15"/>
            <p:cNvSpPr>
              <a:spLocks noChangeShapeType="1"/>
            </p:cNvSpPr>
            <p:nvPr/>
          </p:nvSpPr>
          <p:spPr bwMode="auto">
            <a:xfrm>
              <a:off x="2176" y="1965"/>
              <a:ext cx="9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799" name="Line 16"/>
            <p:cNvSpPr>
              <a:spLocks noChangeShapeType="1"/>
            </p:cNvSpPr>
            <p:nvPr/>
          </p:nvSpPr>
          <p:spPr bwMode="auto">
            <a:xfrm flipV="1">
              <a:off x="623" y="2269"/>
              <a:ext cx="28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00" name="Line 17"/>
            <p:cNvSpPr>
              <a:spLocks noChangeShapeType="1"/>
            </p:cNvSpPr>
            <p:nvPr/>
          </p:nvSpPr>
          <p:spPr bwMode="auto">
            <a:xfrm flipH="1" flipV="1">
              <a:off x="751" y="2261"/>
              <a:ext cx="27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01" name="Line 18"/>
            <p:cNvSpPr>
              <a:spLocks noChangeShapeType="1"/>
            </p:cNvSpPr>
            <p:nvPr/>
          </p:nvSpPr>
          <p:spPr bwMode="auto">
            <a:xfrm>
              <a:off x="655" y="2261"/>
              <a:ext cx="9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02" name="Line 19"/>
            <p:cNvSpPr>
              <a:spLocks noChangeShapeType="1"/>
            </p:cNvSpPr>
            <p:nvPr/>
          </p:nvSpPr>
          <p:spPr bwMode="auto">
            <a:xfrm flipV="1">
              <a:off x="703" y="2205"/>
              <a:ext cx="0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03" name="Line 20"/>
            <p:cNvSpPr>
              <a:spLocks noChangeShapeType="1"/>
            </p:cNvSpPr>
            <p:nvPr/>
          </p:nvSpPr>
          <p:spPr bwMode="auto">
            <a:xfrm flipV="1">
              <a:off x="2159" y="2269"/>
              <a:ext cx="28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04" name="Line 21"/>
            <p:cNvSpPr>
              <a:spLocks noChangeShapeType="1"/>
            </p:cNvSpPr>
            <p:nvPr/>
          </p:nvSpPr>
          <p:spPr bwMode="auto">
            <a:xfrm flipH="1" flipV="1">
              <a:off x="2287" y="2261"/>
              <a:ext cx="27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05" name="Line 22"/>
            <p:cNvSpPr>
              <a:spLocks noChangeShapeType="1"/>
            </p:cNvSpPr>
            <p:nvPr/>
          </p:nvSpPr>
          <p:spPr bwMode="auto">
            <a:xfrm>
              <a:off x="2191" y="2261"/>
              <a:ext cx="9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06" name="Line 23"/>
            <p:cNvSpPr>
              <a:spLocks noChangeShapeType="1"/>
            </p:cNvSpPr>
            <p:nvPr/>
          </p:nvSpPr>
          <p:spPr bwMode="auto">
            <a:xfrm flipV="1">
              <a:off x="2239" y="2205"/>
              <a:ext cx="0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07" name="Line 24"/>
            <p:cNvSpPr>
              <a:spLocks noChangeShapeType="1"/>
            </p:cNvSpPr>
            <p:nvPr/>
          </p:nvSpPr>
          <p:spPr bwMode="auto">
            <a:xfrm flipV="1">
              <a:off x="2159" y="2557"/>
              <a:ext cx="28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08" name="Line 25"/>
            <p:cNvSpPr>
              <a:spLocks noChangeShapeType="1"/>
            </p:cNvSpPr>
            <p:nvPr/>
          </p:nvSpPr>
          <p:spPr bwMode="auto">
            <a:xfrm flipH="1" flipV="1">
              <a:off x="2287" y="2549"/>
              <a:ext cx="27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09" name="Line 26"/>
            <p:cNvSpPr>
              <a:spLocks noChangeShapeType="1"/>
            </p:cNvSpPr>
            <p:nvPr/>
          </p:nvSpPr>
          <p:spPr bwMode="auto">
            <a:xfrm>
              <a:off x="2191" y="2549"/>
              <a:ext cx="9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10" name="Line 27"/>
            <p:cNvSpPr>
              <a:spLocks noChangeShapeType="1"/>
            </p:cNvSpPr>
            <p:nvPr/>
          </p:nvSpPr>
          <p:spPr bwMode="auto">
            <a:xfrm flipV="1">
              <a:off x="2239" y="2493"/>
              <a:ext cx="0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11" name="Line 28"/>
            <p:cNvSpPr>
              <a:spLocks noChangeShapeType="1"/>
            </p:cNvSpPr>
            <p:nvPr/>
          </p:nvSpPr>
          <p:spPr bwMode="auto">
            <a:xfrm flipV="1">
              <a:off x="2159" y="2845"/>
              <a:ext cx="28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12" name="Line 29"/>
            <p:cNvSpPr>
              <a:spLocks noChangeShapeType="1"/>
            </p:cNvSpPr>
            <p:nvPr/>
          </p:nvSpPr>
          <p:spPr bwMode="auto">
            <a:xfrm flipH="1" flipV="1">
              <a:off x="2287" y="2837"/>
              <a:ext cx="27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13" name="Line 30"/>
            <p:cNvSpPr>
              <a:spLocks noChangeShapeType="1"/>
            </p:cNvSpPr>
            <p:nvPr/>
          </p:nvSpPr>
          <p:spPr bwMode="auto">
            <a:xfrm>
              <a:off x="2191" y="2837"/>
              <a:ext cx="9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14" name="Line 31"/>
            <p:cNvSpPr>
              <a:spLocks noChangeShapeType="1"/>
            </p:cNvSpPr>
            <p:nvPr/>
          </p:nvSpPr>
          <p:spPr bwMode="auto">
            <a:xfrm flipV="1">
              <a:off x="2239" y="2781"/>
              <a:ext cx="0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15" name="Line 32"/>
            <p:cNvSpPr>
              <a:spLocks noChangeShapeType="1"/>
            </p:cNvSpPr>
            <p:nvPr/>
          </p:nvSpPr>
          <p:spPr bwMode="auto">
            <a:xfrm flipV="1">
              <a:off x="1303" y="2845"/>
              <a:ext cx="27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16" name="Line 33"/>
            <p:cNvSpPr>
              <a:spLocks noChangeShapeType="1"/>
            </p:cNvSpPr>
            <p:nvPr/>
          </p:nvSpPr>
          <p:spPr bwMode="auto">
            <a:xfrm flipH="1" flipV="1">
              <a:off x="1508" y="2837"/>
              <a:ext cx="27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17" name="Line 34"/>
            <p:cNvSpPr>
              <a:spLocks noChangeShapeType="1"/>
            </p:cNvSpPr>
            <p:nvPr/>
          </p:nvSpPr>
          <p:spPr bwMode="auto">
            <a:xfrm>
              <a:off x="1336" y="2837"/>
              <a:ext cx="1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18" name="Line 35"/>
            <p:cNvSpPr>
              <a:spLocks noChangeShapeType="1"/>
            </p:cNvSpPr>
            <p:nvPr/>
          </p:nvSpPr>
          <p:spPr bwMode="auto">
            <a:xfrm flipV="1">
              <a:off x="1415" y="2781"/>
              <a:ext cx="0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19" name="Line 36"/>
            <p:cNvSpPr>
              <a:spLocks noChangeShapeType="1"/>
            </p:cNvSpPr>
            <p:nvPr/>
          </p:nvSpPr>
          <p:spPr bwMode="auto">
            <a:xfrm flipV="1">
              <a:off x="1288" y="2269"/>
              <a:ext cx="26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20" name="Line 37"/>
            <p:cNvSpPr>
              <a:spLocks noChangeShapeType="1"/>
            </p:cNvSpPr>
            <p:nvPr/>
          </p:nvSpPr>
          <p:spPr bwMode="auto">
            <a:xfrm flipH="1" flipV="1">
              <a:off x="1556" y="2261"/>
              <a:ext cx="27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21" name="Line 38"/>
            <p:cNvSpPr>
              <a:spLocks noChangeShapeType="1"/>
            </p:cNvSpPr>
            <p:nvPr/>
          </p:nvSpPr>
          <p:spPr bwMode="auto">
            <a:xfrm>
              <a:off x="1327" y="2261"/>
              <a:ext cx="2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22" name="Line 39"/>
            <p:cNvSpPr>
              <a:spLocks noChangeShapeType="1"/>
            </p:cNvSpPr>
            <p:nvPr/>
          </p:nvSpPr>
          <p:spPr bwMode="auto">
            <a:xfrm flipV="1">
              <a:off x="1439" y="2205"/>
              <a:ext cx="0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23" name="Line 40"/>
            <p:cNvSpPr>
              <a:spLocks noChangeShapeType="1"/>
            </p:cNvSpPr>
            <p:nvPr/>
          </p:nvSpPr>
          <p:spPr bwMode="auto">
            <a:xfrm flipV="1">
              <a:off x="1144" y="2557"/>
              <a:ext cx="26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24" name="Line 41"/>
            <p:cNvSpPr>
              <a:spLocks noChangeShapeType="1"/>
            </p:cNvSpPr>
            <p:nvPr/>
          </p:nvSpPr>
          <p:spPr bwMode="auto">
            <a:xfrm flipH="1" flipV="1">
              <a:off x="1780" y="2549"/>
              <a:ext cx="27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25" name="Line 42"/>
            <p:cNvSpPr>
              <a:spLocks noChangeShapeType="1"/>
            </p:cNvSpPr>
            <p:nvPr/>
          </p:nvSpPr>
          <p:spPr bwMode="auto">
            <a:xfrm>
              <a:off x="1175" y="2549"/>
              <a:ext cx="59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26" name="Line 43"/>
            <p:cNvSpPr>
              <a:spLocks noChangeShapeType="1"/>
            </p:cNvSpPr>
            <p:nvPr/>
          </p:nvSpPr>
          <p:spPr bwMode="auto">
            <a:xfrm flipV="1">
              <a:off x="1456" y="2493"/>
              <a:ext cx="0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27" name="Line 45"/>
            <p:cNvSpPr>
              <a:spLocks noChangeShapeType="1"/>
            </p:cNvSpPr>
            <p:nvPr/>
          </p:nvSpPr>
          <p:spPr bwMode="auto">
            <a:xfrm>
              <a:off x="711" y="862"/>
              <a:ext cx="195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28" name="Line 46"/>
            <p:cNvSpPr>
              <a:spLocks noChangeShapeType="1"/>
            </p:cNvSpPr>
            <p:nvPr/>
          </p:nvSpPr>
          <p:spPr bwMode="auto">
            <a:xfrm flipV="1">
              <a:off x="703" y="862"/>
              <a:ext cx="0" cy="11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29" name="Line 47"/>
            <p:cNvSpPr>
              <a:spLocks noChangeShapeType="1"/>
            </p:cNvSpPr>
            <p:nvPr/>
          </p:nvSpPr>
          <p:spPr bwMode="auto">
            <a:xfrm flipV="1">
              <a:off x="991" y="1134"/>
              <a:ext cx="0" cy="83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30" name="Line 48"/>
            <p:cNvSpPr>
              <a:spLocks noChangeShapeType="1"/>
            </p:cNvSpPr>
            <p:nvPr/>
          </p:nvSpPr>
          <p:spPr bwMode="auto">
            <a:xfrm flipV="1">
              <a:off x="1439" y="1366"/>
              <a:ext cx="0" cy="59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31" name="Line 49"/>
            <p:cNvSpPr>
              <a:spLocks noChangeShapeType="1"/>
            </p:cNvSpPr>
            <p:nvPr/>
          </p:nvSpPr>
          <p:spPr bwMode="auto">
            <a:xfrm flipV="1">
              <a:off x="2224" y="1627"/>
              <a:ext cx="0" cy="3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32" name="Line 50"/>
            <p:cNvSpPr>
              <a:spLocks noChangeShapeType="1"/>
            </p:cNvSpPr>
            <p:nvPr/>
          </p:nvSpPr>
          <p:spPr bwMode="auto">
            <a:xfrm>
              <a:off x="988" y="1134"/>
              <a:ext cx="166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33" name="Line 51"/>
            <p:cNvSpPr>
              <a:spLocks noChangeShapeType="1"/>
            </p:cNvSpPr>
            <p:nvPr/>
          </p:nvSpPr>
          <p:spPr bwMode="auto">
            <a:xfrm>
              <a:off x="1440" y="1361"/>
              <a:ext cx="121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834" name="Line 52"/>
            <p:cNvSpPr>
              <a:spLocks noChangeShapeType="1"/>
            </p:cNvSpPr>
            <p:nvPr/>
          </p:nvSpPr>
          <p:spPr bwMode="auto">
            <a:xfrm>
              <a:off x="2224" y="1629"/>
              <a:ext cx="43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75782" name="Text Box 53"/>
          <p:cNvSpPr txBox="1">
            <a:spLocks noChangeArrowheads="1"/>
          </p:cNvSpPr>
          <p:nvPr/>
        </p:nvSpPr>
        <p:spPr bwMode="auto">
          <a:xfrm>
            <a:off x="1835150" y="5022850"/>
            <a:ext cx="6072368" cy="4431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9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※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khắc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khắc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“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L2N  M30 × 3 – 2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”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5783" name="Rectangle 54"/>
          <p:cNvSpPr>
            <a:spLocks noChangeArrowheads="1"/>
          </p:cNvSpPr>
          <p:nvPr/>
        </p:nvSpPr>
        <p:spPr bwMode="auto">
          <a:xfrm>
            <a:off x="446088" y="5876925"/>
            <a:ext cx="8229600" cy="576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★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unified: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Bắt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đẩy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nước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Mỹ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Canada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thỏa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luận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1945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1949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unified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No.4-40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UNC-2A: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1xoắn,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unified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2.845㎜,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pitch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25.4/40=0.6350㎜),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2A.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5784" name="Rectangle 57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(Bolt, Nut)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5785" name="Rectangle 5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5786" name="Text Box 64"/>
          <p:cNvSpPr txBox="1">
            <a:spLocks noChangeArrowheads="1"/>
          </p:cNvSpPr>
          <p:nvPr/>
        </p:nvSpPr>
        <p:spPr bwMode="auto">
          <a:xfrm>
            <a:off x="684213" y="692150"/>
            <a:ext cx="165776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1-4.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792445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C1BF7FB9-755C-4403-BC9D-D51C78A4F1FF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55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03" name="Rectangle 3"/>
          <p:cNvSpPr>
            <a:spLocks noChangeArrowheads="1"/>
          </p:cNvSpPr>
          <p:nvPr/>
        </p:nvSpPr>
        <p:spPr bwMode="auto">
          <a:xfrm>
            <a:off x="838200" y="1244600"/>
            <a:ext cx="7543800" cy="41306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04" name="Text Box 4"/>
          <p:cNvSpPr txBox="1">
            <a:spLocks noChangeArrowheads="1"/>
          </p:cNvSpPr>
          <p:nvPr/>
        </p:nvSpPr>
        <p:spPr bwMode="auto">
          <a:xfrm>
            <a:off x="860425" y="1335088"/>
            <a:ext cx="46839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05" name="Line 5"/>
          <p:cNvSpPr>
            <a:spLocks noChangeShapeType="1"/>
          </p:cNvSpPr>
          <p:nvPr/>
        </p:nvSpPr>
        <p:spPr bwMode="auto">
          <a:xfrm>
            <a:off x="838200" y="1676400"/>
            <a:ext cx="7543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06" name="Text Box 6"/>
          <p:cNvSpPr txBox="1">
            <a:spLocks noChangeArrowheads="1"/>
          </p:cNvSpPr>
          <p:nvPr/>
        </p:nvSpPr>
        <p:spPr bwMode="auto">
          <a:xfrm>
            <a:off x="977900" y="2160588"/>
            <a:ext cx="412292" cy="13111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I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S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O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07" name="Text Box 7"/>
          <p:cNvSpPr txBox="1">
            <a:spLocks noChangeArrowheads="1"/>
          </p:cNvSpPr>
          <p:nvPr/>
        </p:nvSpPr>
        <p:spPr bwMode="auto">
          <a:xfrm>
            <a:off x="831850" y="4252119"/>
            <a:ext cx="60305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ISO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08" name="Text Box 8"/>
          <p:cNvSpPr txBox="1">
            <a:spLocks noChangeArrowheads="1"/>
          </p:cNvSpPr>
          <p:nvPr/>
        </p:nvSpPr>
        <p:spPr bwMode="auto">
          <a:xfrm>
            <a:off x="1898650" y="1322388"/>
            <a:ext cx="136287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09" name="Line 9"/>
          <p:cNvSpPr>
            <a:spLocks noChangeShapeType="1"/>
          </p:cNvSpPr>
          <p:nvPr/>
        </p:nvSpPr>
        <p:spPr bwMode="auto">
          <a:xfrm>
            <a:off x="1447800" y="1244600"/>
            <a:ext cx="3175" cy="414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10" name="Text Box 10"/>
          <p:cNvSpPr txBox="1">
            <a:spLocks noChangeArrowheads="1"/>
          </p:cNvSpPr>
          <p:nvPr/>
        </p:nvSpPr>
        <p:spPr bwMode="auto">
          <a:xfrm>
            <a:off x="1431925" y="1906588"/>
            <a:ext cx="124906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dẹt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76811" name="Text Box 11"/>
          <p:cNvSpPr txBox="1">
            <a:spLocks noChangeArrowheads="1"/>
          </p:cNvSpPr>
          <p:nvPr/>
        </p:nvSpPr>
        <p:spPr bwMode="auto">
          <a:xfrm>
            <a:off x="1447800" y="1652588"/>
            <a:ext cx="145584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metric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76812" name="Line 12"/>
          <p:cNvSpPr>
            <a:spLocks noChangeShapeType="1"/>
          </p:cNvSpPr>
          <p:nvPr/>
        </p:nvSpPr>
        <p:spPr bwMode="auto">
          <a:xfrm>
            <a:off x="1447800" y="2171700"/>
            <a:ext cx="6934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13" name="Text Box 13"/>
          <p:cNvSpPr txBox="1">
            <a:spLocks noChangeArrowheads="1"/>
          </p:cNvSpPr>
          <p:nvPr/>
        </p:nvSpPr>
        <p:spPr bwMode="auto">
          <a:xfrm>
            <a:off x="4103688" y="1233488"/>
            <a:ext cx="118333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14" name="Line 14"/>
          <p:cNvSpPr>
            <a:spLocks noChangeShapeType="1"/>
          </p:cNvSpPr>
          <p:nvPr/>
        </p:nvSpPr>
        <p:spPr bwMode="auto">
          <a:xfrm>
            <a:off x="2895600" y="3136900"/>
            <a:ext cx="0" cy="757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15" name="Line 15"/>
          <p:cNvSpPr>
            <a:spLocks noChangeShapeType="1"/>
          </p:cNvSpPr>
          <p:nvPr/>
        </p:nvSpPr>
        <p:spPr bwMode="auto">
          <a:xfrm>
            <a:off x="1447800" y="1917700"/>
            <a:ext cx="26336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16" name="Text Box 16"/>
          <p:cNvSpPr txBox="1">
            <a:spLocks noChangeArrowheads="1"/>
          </p:cNvSpPr>
          <p:nvPr/>
        </p:nvSpPr>
        <p:spPr bwMode="auto">
          <a:xfrm>
            <a:off x="1435100" y="2160588"/>
            <a:ext cx="63350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17" name="Line 17"/>
          <p:cNvSpPr>
            <a:spLocks noChangeShapeType="1"/>
          </p:cNvSpPr>
          <p:nvPr/>
        </p:nvSpPr>
        <p:spPr bwMode="auto">
          <a:xfrm>
            <a:off x="1447800" y="2413000"/>
            <a:ext cx="6934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18" name="Text Box 18"/>
          <p:cNvSpPr txBox="1">
            <a:spLocks noChangeArrowheads="1"/>
          </p:cNvSpPr>
          <p:nvPr/>
        </p:nvSpPr>
        <p:spPr bwMode="auto">
          <a:xfrm>
            <a:off x="1435100" y="2403475"/>
            <a:ext cx="131799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unified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19" name="Line 19"/>
          <p:cNvSpPr>
            <a:spLocks noChangeShapeType="1"/>
          </p:cNvSpPr>
          <p:nvPr/>
        </p:nvSpPr>
        <p:spPr bwMode="auto">
          <a:xfrm>
            <a:off x="1447800" y="2654300"/>
            <a:ext cx="6934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20" name="Text Box 20"/>
          <p:cNvSpPr txBox="1">
            <a:spLocks noChangeArrowheads="1"/>
          </p:cNvSpPr>
          <p:nvPr/>
        </p:nvSpPr>
        <p:spPr bwMode="auto">
          <a:xfrm>
            <a:off x="1435100" y="2643188"/>
            <a:ext cx="106792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unified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dẹt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21" name="Line 21"/>
          <p:cNvSpPr>
            <a:spLocks noChangeShapeType="1"/>
          </p:cNvSpPr>
          <p:nvPr/>
        </p:nvSpPr>
        <p:spPr bwMode="auto">
          <a:xfrm>
            <a:off x="1447800" y="2895600"/>
            <a:ext cx="6934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22" name="Text Box 22"/>
          <p:cNvSpPr txBox="1">
            <a:spLocks noChangeArrowheads="1"/>
          </p:cNvSpPr>
          <p:nvPr/>
        </p:nvSpPr>
        <p:spPr bwMode="auto">
          <a:xfrm>
            <a:off x="1435100" y="4116388"/>
            <a:ext cx="130837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30°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23" name="Line 23"/>
          <p:cNvSpPr>
            <a:spLocks noChangeShapeType="1"/>
          </p:cNvSpPr>
          <p:nvPr/>
        </p:nvSpPr>
        <p:spPr bwMode="auto">
          <a:xfrm>
            <a:off x="1447800" y="4381500"/>
            <a:ext cx="6934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24" name="Line 24"/>
          <p:cNvSpPr>
            <a:spLocks noChangeShapeType="1"/>
          </p:cNvSpPr>
          <p:nvPr/>
        </p:nvSpPr>
        <p:spPr bwMode="auto">
          <a:xfrm>
            <a:off x="2895600" y="3390900"/>
            <a:ext cx="4291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25" name="Line 25"/>
          <p:cNvSpPr>
            <a:spLocks noChangeShapeType="1"/>
          </p:cNvSpPr>
          <p:nvPr/>
        </p:nvSpPr>
        <p:spPr bwMode="auto">
          <a:xfrm>
            <a:off x="2895600" y="3644900"/>
            <a:ext cx="4303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26" name="Line 26"/>
          <p:cNvSpPr>
            <a:spLocks noChangeShapeType="1"/>
          </p:cNvSpPr>
          <p:nvPr/>
        </p:nvSpPr>
        <p:spPr bwMode="auto">
          <a:xfrm>
            <a:off x="1447800" y="3898900"/>
            <a:ext cx="6934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27" name="Text Box 27"/>
          <p:cNvSpPr txBox="1">
            <a:spLocks noChangeArrowheads="1"/>
          </p:cNvSpPr>
          <p:nvPr/>
        </p:nvSpPr>
        <p:spPr bwMode="auto">
          <a:xfrm>
            <a:off x="1447800" y="3367088"/>
            <a:ext cx="83548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28" name="Text Box 28"/>
          <p:cNvSpPr txBox="1">
            <a:spLocks noChangeArrowheads="1"/>
          </p:cNvSpPr>
          <p:nvPr/>
        </p:nvSpPr>
        <p:spPr bwMode="auto">
          <a:xfrm>
            <a:off x="2857500" y="3127375"/>
            <a:ext cx="93807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29" name="Text Box 29"/>
          <p:cNvSpPr txBox="1">
            <a:spLocks noChangeArrowheads="1"/>
          </p:cNvSpPr>
          <p:nvPr/>
        </p:nvSpPr>
        <p:spPr bwMode="auto">
          <a:xfrm>
            <a:off x="2857500" y="3367088"/>
            <a:ext cx="85311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30" name="Text Box 30"/>
          <p:cNvSpPr txBox="1">
            <a:spLocks noChangeArrowheads="1"/>
          </p:cNvSpPr>
          <p:nvPr/>
        </p:nvSpPr>
        <p:spPr bwMode="auto">
          <a:xfrm>
            <a:off x="2844800" y="3633788"/>
            <a:ext cx="150714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76831" name="Text Box 31"/>
          <p:cNvSpPr txBox="1">
            <a:spLocks noChangeArrowheads="1"/>
          </p:cNvSpPr>
          <p:nvPr/>
        </p:nvSpPr>
        <p:spPr bwMode="auto">
          <a:xfrm>
            <a:off x="5970242" y="1335088"/>
            <a:ext cx="53091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32" name="Text Box 32"/>
          <p:cNvSpPr txBox="1">
            <a:spLocks noChangeArrowheads="1"/>
          </p:cNvSpPr>
          <p:nvPr/>
        </p:nvSpPr>
        <p:spPr bwMode="auto">
          <a:xfrm>
            <a:off x="7289800" y="1220788"/>
            <a:ext cx="90864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33" name="Line 33"/>
          <p:cNvSpPr>
            <a:spLocks noChangeShapeType="1"/>
          </p:cNvSpPr>
          <p:nvPr/>
        </p:nvSpPr>
        <p:spPr bwMode="auto">
          <a:xfrm>
            <a:off x="5310188" y="1917700"/>
            <a:ext cx="30718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34" name="Text Box 34"/>
          <p:cNvSpPr txBox="1">
            <a:spLocks noChangeArrowheads="1"/>
          </p:cNvSpPr>
          <p:nvPr/>
        </p:nvSpPr>
        <p:spPr bwMode="auto">
          <a:xfrm>
            <a:off x="1435100" y="3887788"/>
            <a:ext cx="179889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35" name="Line 35"/>
          <p:cNvSpPr>
            <a:spLocks noChangeShapeType="1"/>
          </p:cNvSpPr>
          <p:nvPr/>
        </p:nvSpPr>
        <p:spPr bwMode="auto">
          <a:xfrm>
            <a:off x="850900" y="4140200"/>
            <a:ext cx="75311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36" name="Text Box 36"/>
          <p:cNvSpPr txBox="1">
            <a:spLocks noChangeArrowheads="1"/>
          </p:cNvSpPr>
          <p:nvPr/>
        </p:nvSpPr>
        <p:spPr bwMode="auto">
          <a:xfrm>
            <a:off x="1447800" y="4738688"/>
            <a:ext cx="83548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37" name="Line 37"/>
          <p:cNvSpPr>
            <a:spLocks noChangeShapeType="1"/>
          </p:cNvSpPr>
          <p:nvPr/>
        </p:nvSpPr>
        <p:spPr bwMode="auto">
          <a:xfrm>
            <a:off x="1447800" y="4635500"/>
            <a:ext cx="6934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38" name="Text Box 38"/>
          <p:cNvSpPr txBox="1">
            <a:spLocks noChangeArrowheads="1"/>
          </p:cNvSpPr>
          <p:nvPr/>
        </p:nvSpPr>
        <p:spPr bwMode="auto">
          <a:xfrm>
            <a:off x="1435100" y="2884488"/>
            <a:ext cx="118013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metric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thang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39" name="Line 39"/>
          <p:cNvSpPr>
            <a:spLocks noChangeShapeType="1"/>
          </p:cNvSpPr>
          <p:nvPr/>
        </p:nvSpPr>
        <p:spPr bwMode="auto">
          <a:xfrm>
            <a:off x="1447800" y="3136900"/>
            <a:ext cx="6934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40" name="Line 40"/>
          <p:cNvSpPr>
            <a:spLocks noChangeShapeType="1"/>
          </p:cNvSpPr>
          <p:nvPr/>
        </p:nvSpPr>
        <p:spPr bwMode="auto">
          <a:xfrm>
            <a:off x="2895600" y="4646613"/>
            <a:ext cx="0" cy="474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41" name="Line 41"/>
          <p:cNvSpPr>
            <a:spLocks noChangeShapeType="1"/>
          </p:cNvSpPr>
          <p:nvPr/>
        </p:nvSpPr>
        <p:spPr bwMode="auto">
          <a:xfrm>
            <a:off x="2895600" y="4876800"/>
            <a:ext cx="4291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42" name="Text Box 42"/>
          <p:cNvSpPr txBox="1">
            <a:spLocks noChangeArrowheads="1"/>
          </p:cNvSpPr>
          <p:nvPr/>
        </p:nvSpPr>
        <p:spPr bwMode="auto">
          <a:xfrm>
            <a:off x="2819400" y="4611688"/>
            <a:ext cx="93807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43" name="Line 43"/>
          <p:cNvSpPr>
            <a:spLocks noChangeShapeType="1"/>
          </p:cNvSpPr>
          <p:nvPr/>
        </p:nvSpPr>
        <p:spPr bwMode="auto">
          <a:xfrm>
            <a:off x="1447800" y="5130800"/>
            <a:ext cx="6934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45" name="Line 45"/>
          <p:cNvSpPr>
            <a:spLocks noChangeShapeType="1"/>
          </p:cNvSpPr>
          <p:nvPr/>
        </p:nvSpPr>
        <p:spPr bwMode="auto">
          <a:xfrm flipH="1">
            <a:off x="4079875" y="1257300"/>
            <a:ext cx="9525" cy="412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46" name="Line 46"/>
          <p:cNvSpPr>
            <a:spLocks noChangeShapeType="1"/>
          </p:cNvSpPr>
          <p:nvPr/>
        </p:nvSpPr>
        <p:spPr bwMode="auto">
          <a:xfrm>
            <a:off x="5305425" y="1257300"/>
            <a:ext cx="3175" cy="412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47" name="Line 47"/>
          <p:cNvSpPr>
            <a:spLocks noChangeShapeType="1"/>
          </p:cNvSpPr>
          <p:nvPr/>
        </p:nvSpPr>
        <p:spPr bwMode="auto">
          <a:xfrm>
            <a:off x="7188200" y="1257300"/>
            <a:ext cx="3175" cy="412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48" name="Text Box 48"/>
          <p:cNvSpPr txBox="1">
            <a:spLocks noChangeArrowheads="1"/>
          </p:cNvSpPr>
          <p:nvPr/>
        </p:nvSpPr>
        <p:spPr bwMode="auto">
          <a:xfrm>
            <a:off x="755650" y="5389563"/>
            <a:ext cx="466025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metric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M1.9, N2.3,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M2.6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tuân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ISO.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(2)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 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thêm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(3)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(4)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Rs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PT.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(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PT, PS,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PF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49" name="Text Box 49"/>
          <p:cNvSpPr txBox="1">
            <a:spLocks noChangeArrowheads="1"/>
          </p:cNvSpPr>
          <p:nvPr/>
        </p:nvSpPr>
        <p:spPr bwMode="auto">
          <a:xfrm>
            <a:off x="4464050" y="1779588"/>
            <a:ext cx="32092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</a:t>
            </a:r>
          </a:p>
        </p:txBody>
      </p:sp>
      <p:sp>
        <p:nvSpPr>
          <p:cNvPr id="76850" name="Text Box 50"/>
          <p:cNvSpPr txBox="1">
            <a:spLocks noChangeArrowheads="1"/>
          </p:cNvSpPr>
          <p:nvPr/>
        </p:nvSpPr>
        <p:spPr bwMode="auto">
          <a:xfrm>
            <a:off x="5867400" y="1665288"/>
            <a:ext cx="449263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 8</a:t>
            </a:r>
          </a:p>
        </p:txBody>
      </p:sp>
      <p:sp>
        <p:nvSpPr>
          <p:cNvPr id="76851" name="Text Box 51"/>
          <p:cNvSpPr txBox="1">
            <a:spLocks noChangeArrowheads="1"/>
          </p:cNvSpPr>
          <p:nvPr/>
        </p:nvSpPr>
        <p:spPr bwMode="auto">
          <a:xfrm>
            <a:off x="5740400" y="1919288"/>
            <a:ext cx="75693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 8 × 1 </a:t>
            </a:r>
          </a:p>
        </p:txBody>
      </p:sp>
      <p:sp>
        <p:nvSpPr>
          <p:cNvPr id="76852" name="Text Box 52"/>
          <p:cNvSpPr txBox="1">
            <a:spLocks noChangeArrowheads="1"/>
          </p:cNvSpPr>
          <p:nvPr/>
        </p:nvSpPr>
        <p:spPr bwMode="auto">
          <a:xfrm>
            <a:off x="7289800" y="1665288"/>
            <a:ext cx="86754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KS B 0201</a:t>
            </a:r>
          </a:p>
        </p:txBody>
      </p:sp>
      <p:sp>
        <p:nvSpPr>
          <p:cNvPr id="76853" name="Text Box 53"/>
          <p:cNvSpPr txBox="1">
            <a:spLocks noChangeArrowheads="1"/>
          </p:cNvSpPr>
          <p:nvPr/>
        </p:nvSpPr>
        <p:spPr bwMode="auto">
          <a:xfrm>
            <a:off x="7289800" y="1919288"/>
            <a:ext cx="86754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KS B 0204</a:t>
            </a:r>
          </a:p>
        </p:txBody>
      </p:sp>
      <p:sp>
        <p:nvSpPr>
          <p:cNvPr id="76854" name="Text Box 54"/>
          <p:cNvSpPr txBox="1">
            <a:spLocks noChangeArrowheads="1"/>
          </p:cNvSpPr>
          <p:nvPr/>
        </p:nvSpPr>
        <p:spPr bwMode="auto">
          <a:xfrm>
            <a:off x="4462463" y="2173288"/>
            <a:ext cx="26962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</a:p>
        </p:txBody>
      </p:sp>
      <p:sp>
        <p:nvSpPr>
          <p:cNvPr id="76855" name="Text Box 55"/>
          <p:cNvSpPr txBox="1">
            <a:spLocks noChangeArrowheads="1"/>
          </p:cNvSpPr>
          <p:nvPr/>
        </p:nvSpPr>
        <p:spPr bwMode="auto">
          <a:xfrm>
            <a:off x="5867400" y="2173288"/>
            <a:ext cx="42351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S05</a:t>
            </a:r>
          </a:p>
        </p:txBody>
      </p:sp>
      <p:sp>
        <p:nvSpPr>
          <p:cNvPr id="76856" name="Text Box 56"/>
          <p:cNvSpPr txBox="1">
            <a:spLocks noChangeArrowheads="1"/>
          </p:cNvSpPr>
          <p:nvPr/>
        </p:nvSpPr>
        <p:spPr bwMode="auto">
          <a:xfrm>
            <a:off x="7289800" y="2160588"/>
            <a:ext cx="86754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KS B 0228</a:t>
            </a:r>
          </a:p>
        </p:txBody>
      </p:sp>
      <p:sp>
        <p:nvSpPr>
          <p:cNvPr id="76857" name="Text Box 57"/>
          <p:cNvSpPr txBox="1">
            <a:spLocks noChangeArrowheads="1"/>
          </p:cNvSpPr>
          <p:nvPr/>
        </p:nvSpPr>
        <p:spPr bwMode="auto">
          <a:xfrm>
            <a:off x="4351338" y="2414588"/>
            <a:ext cx="51117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UNC</a:t>
            </a:r>
          </a:p>
        </p:txBody>
      </p:sp>
      <p:sp>
        <p:nvSpPr>
          <p:cNvPr id="76858" name="Text Box 58"/>
          <p:cNvSpPr txBox="1">
            <a:spLocks noChangeArrowheads="1"/>
          </p:cNvSpPr>
          <p:nvPr/>
        </p:nvSpPr>
        <p:spPr bwMode="auto">
          <a:xfrm>
            <a:off x="4341813" y="2643188"/>
            <a:ext cx="4921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UNF</a:t>
            </a:r>
          </a:p>
        </p:txBody>
      </p:sp>
      <p:sp>
        <p:nvSpPr>
          <p:cNvPr id="76859" name="Text Box 59"/>
          <p:cNvSpPr txBox="1">
            <a:spLocks noChangeArrowheads="1"/>
          </p:cNvSpPr>
          <p:nvPr/>
        </p:nvSpPr>
        <p:spPr bwMode="auto">
          <a:xfrm>
            <a:off x="5648325" y="2414588"/>
            <a:ext cx="83388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3/8 - UNC</a:t>
            </a:r>
          </a:p>
        </p:txBody>
      </p:sp>
      <p:sp>
        <p:nvSpPr>
          <p:cNvPr id="76860" name="Text Box 60"/>
          <p:cNvSpPr txBox="1">
            <a:spLocks noChangeArrowheads="1"/>
          </p:cNvSpPr>
          <p:nvPr/>
        </p:nvSpPr>
        <p:spPr bwMode="auto">
          <a:xfrm>
            <a:off x="5600700" y="2643188"/>
            <a:ext cx="95891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№.8-36UNF</a:t>
            </a:r>
          </a:p>
        </p:txBody>
      </p:sp>
      <p:sp>
        <p:nvSpPr>
          <p:cNvPr id="76861" name="Text Box 61"/>
          <p:cNvSpPr txBox="1">
            <a:spLocks noChangeArrowheads="1"/>
          </p:cNvSpPr>
          <p:nvPr/>
        </p:nvSpPr>
        <p:spPr bwMode="auto">
          <a:xfrm>
            <a:off x="7289800" y="2401888"/>
            <a:ext cx="86754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KS B 0203</a:t>
            </a:r>
          </a:p>
        </p:txBody>
      </p:sp>
      <p:sp>
        <p:nvSpPr>
          <p:cNvPr id="76862" name="Text Box 62"/>
          <p:cNvSpPr txBox="1">
            <a:spLocks noChangeArrowheads="1"/>
          </p:cNvSpPr>
          <p:nvPr/>
        </p:nvSpPr>
        <p:spPr bwMode="auto">
          <a:xfrm>
            <a:off x="7289800" y="2628900"/>
            <a:ext cx="10922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KS B 0206</a:t>
            </a:r>
          </a:p>
        </p:txBody>
      </p:sp>
      <p:sp>
        <p:nvSpPr>
          <p:cNvPr id="76863" name="Text Box 63"/>
          <p:cNvSpPr txBox="1">
            <a:spLocks noChangeArrowheads="1"/>
          </p:cNvSpPr>
          <p:nvPr/>
        </p:nvSpPr>
        <p:spPr bwMode="auto">
          <a:xfrm>
            <a:off x="4411663" y="2897188"/>
            <a:ext cx="3254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</a:t>
            </a:r>
          </a:p>
        </p:txBody>
      </p:sp>
      <p:sp>
        <p:nvSpPr>
          <p:cNvPr id="76864" name="Text Box 64"/>
          <p:cNvSpPr txBox="1">
            <a:spLocks noChangeArrowheads="1"/>
          </p:cNvSpPr>
          <p:nvPr/>
        </p:nvSpPr>
        <p:spPr bwMode="auto">
          <a:xfrm>
            <a:off x="5676900" y="2884488"/>
            <a:ext cx="83811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 10 × 2 </a:t>
            </a:r>
          </a:p>
        </p:txBody>
      </p:sp>
      <p:sp>
        <p:nvSpPr>
          <p:cNvPr id="76865" name="Text Box 65"/>
          <p:cNvSpPr txBox="1">
            <a:spLocks noChangeArrowheads="1"/>
          </p:cNvSpPr>
          <p:nvPr/>
        </p:nvSpPr>
        <p:spPr bwMode="auto">
          <a:xfrm>
            <a:off x="7289800" y="2870200"/>
            <a:ext cx="10160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KS B 0229</a:t>
            </a:r>
          </a:p>
        </p:txBody>
      </p:sp>
      <p:sp>
        <p:nvSpPr>
          <p:cNvPr id="76866" name="Text Box 66"/>
          <p:cNvSpPr txBox="1">
            <a:spLocks noChangeArrowheads="1"/>
          </p:cNvSpPr>
          <p:nvPr/>
        </p:nvSpPr>
        <p:spPr bwMode="auto">
          <a:xfrm>
            <a:off x="4470400" y="3125788"/>
            <a:ext cx="2873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</a:t>
            </a:r>
          </a:p>
        </p:txBody>
      </p:sp>
      <p:sp>
        <p:nvSpPr>
          <p:cNvPr id="76867" name="Text Box 67"/>
          <p:cNvSpPr txBox="1">
            <a:spLocks noChangeArrowheads="1"/>
          </p:cNvSpPr>
          <p:nvPr/>
        </p:nvSpPr>
        <p:spPr bwMode="auto">
          <a:xfrm>
            <a:off x="4419600" y="3378200"/>
            <a:ext cx="4572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</a:t>
            </a:r>
          </a:p>
        </p:txBody>
      </p:sp>
      <p:sp>
        <p:nvSpPr>
          <p:cNvPr id="76868" name="Text Box 68"/>
          <p:cNvSpPr txBox="1">
            <a:spLocks noChangeArrowheads="1"/>
          </p:cNvSpPr>
          <p:nvPr/>
        </p:nvSpPr>
        <p:spPr bwMode="auto">
          <a:xfrm>
            <a:off x="4419600" y="3632200"/>
            <a:ext cx="4572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Rp</a:t>
            </a:r>
          </a:p>
        </p:txBody>
      </p:sp>
      <p:sp>
        <p:nvSpPr>
          <p:cNvPr id="76869" name="Text Box 69"/>
          <p:cNvSpPr txBox="1">
            <a:spLocks noChangeArrowheads="1"/>
          </p:cNvSpPr>
          <p:nvPr/>
        </p:nvSpPr>
        <p:spPr bwMode="auto">
          <a:xfrm>
            <a:off x="5854700" y="3125788"/>
            <a:ext cx="52290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 3/4</a:t>
            </a:r>
          </a:p>
        </p:txBody>
      </p:sp>
      <p:sp>
        <p:nvSpPr>
          <p:cNvPr id="76870" name="Text Box 70"/>
          <p:cNvSpPr txBox="1">
            <a:spLocks noChangeArrowheads="1"/>
          </p:cNvSpPr>
          <p:nvPr/>
        </p:nvSpPr>
        <p:spPr bwMode="auto">
          <a:xfrm>
            <a:off x="5829300" y="3365500"/>
            <a:ext cx="8382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 3/4</a:t>
            </a:r>
          </a:p>
        </p:txBody>
      </p:sp>
      <p:sp>
        <p:nvSpPr>
          <p:cNvPr id="76871" name="Text Box 71"/>
          <p:cNvSpPr txBox="1">
            <a:spLocks noChangeArrowheads="1"/>
          </p:cNvSpPr>
          <p:nvPr/>
        </p:nvSpPr>
        <p:spPr bwMode="auto">
          <a:xfrm>
            <a:off x="5829300" y="3632200"/>
            <a:ext cx="9398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Rp 3/4</a:t>
            </a:r>
          </a:p>
        </p:txBody>
      </p:sp>
      <p:sp>
        <p:nvSpPr>
          <p:cNvPr id="76872" name="Text Box 72"/>
          <p:cNvSpPr txBox="1">
            <a:spLocks noChangeArrowheads="1"/>
          </p:cNvSpPr>
          <p:nvPr/>
        </p:nvSpPr>
        <p:spPr bwMode="auto">
          <a:xfrm>
            <a:off x="7289800" y="3365500"/>
            <a:ext cx="10160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KS B 0222</a:t>
            </a:r>
          </a:p>
        </p:txBody>
      </p:sp>
      <p:sp>
        <p:nvSpPr>
          <p:cNvPr id="76873" name="Text Box 73"/>
          <p:cNvSpPr txBox="1">
            <a:spLocks noChangeArrowheads="1"/>
          </p:cNvSpPr>
          <p:nvPr/>
        </p:nvSpPr>
        <p:spPr bwMode="auto">
          <a:xfrm>
            <a:off x="4470400" y="3889375"/>
            <a:ext cx="303213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</a:t>
            </a:r>
          </a:p>
        </p:txBody>
      </p:sp>
      <p:sp>
        <p:nvSpPr>
          <p:cNvPr id="76874" name="Text Box 74"/>
          <p:cNvSpPr txBox="1">
            <a:spLocks noChangeArrowheads="1"/>
          </p:cNvSpPr>
          <p:nvPr/>
        </p:nvSpPr>
        <p:spPr bwMode="auto">
          <a:xfrm>
            <a:off x="5854700" y="3875088"/>
            <a:ext cx="7239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 1/2</a:t>
            </a:r>
          </a:p>
        </p:txBody>
      </p:sp>
      <p:sp>
        <p:nvSpPr>
          <p:cNvPr id="76875" name="Text Box 75"/>
          <p:cNvSpPr txBox="1">
            <a:spLocks noChangeArrowheads="1"/>
          </p:cNvSpPr>
          <p:nvPr/>
        </p:nvSpPr>
        <p:spPr bwMode="auto">
          <a:xfrm>
            <a:off x="7289800" y="3875088"/>
            <a:ext cx="10160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KS B 0221</a:t>
            </a:r>
          </a:p>
        </p:txBody>
      </p:sp>
      <p:sp>
        <p:nvSpPr>
          <p:cNvPr id="76876" name="Text Box 76"/>
          <p:cNvSpPr txBox="1">
            <a:spLocks noChangeArrowheads="1"/>
          </p:cNvSpPr>
          <p:nvPr/>
        </p:nvSpPr>
        <p:spPr bwMode="auto">
          <a:xfrm>
            <a:off x="1447800" y="4370388"/>
            <a:ext cx="130837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29°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77" name="Text Box 77"/>
          <p:cNvSpPr txBox="1">
            <a:spLocks noChangeArrowheads="1"/>
          </p:cNvSpPr>
          <p:nvPr/>
        </p:nvSpPr>
        <p:spPr bwMode="auto">
          <a:xfrm>
            <a:off x="2819400" y="4878388"/>
            <a:ext cx="150714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76878" name="Text Box 78"/>
          <p:cNvSpPr txBox="1">
            <a:spLocks noChangeArrowheads="1"/>
          </p:cNvSpPr>
          <p:nvPr/>
        </p:nvSpPr>
        <p:spPr bwMode="auto">
          <a:xfrm>
            <a:off x="1447800" y="5106988"/>
            <a:ext cx="122501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79" name="Text Box 79"/>
          <p:cNvSpPr txBox="1">
            <a:spLocks noChangeArrowheads="1"/>
          </p:cNvSpPr>
          <p:nvPr/>
        </p:nvSpPr>
        <p:spPr bwMode="auto">
          <a:xfrm>
            <a:off x="4343400" y="4127500"/>
            <a:ext cx="4572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TM</a:t>
            </a:r>
          </a:p>
        </p:txBody>
      </p:sp>
      <p:sp>
        <p:nvSpPr>
          <p:cNvPr id="76880" name="Text Box 80"/>
          <p:cNvSpPr txBox="1">
            <a:spLocks noChangeArrowheads="1"/>
          </p:cNvSpPr>
          <p:nvPr/>
        </p:nvSpPr>
        <p:spPr bwMode="auto">
          <a:xfrm>
            <a:off x="4343400" y="4356100"/>
            <a:ext cx="4572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TW</a:t>
            </a:r>
          </a:p>
        </p:txBody>
      </p:sp>
      <p:sp>
        <p:nvSpPr>
          <p:cNvPr id="76881" name="Text Box 81"/>
          <p:cNvSpPr txBox="1">
            <a:spLocks noChangeArrowheads="1"/>
          </p:cNvSpPr>
          <p:nvPr/>
        </p:nvSpPr>
        <p:spPr bwMode="auto">
          <a:xfrm>
            <a:off x="4343400" y="4610100"/>
            <a:ext cx="4572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PT</a:t>
            </a:r>
          </a:p>
        </p:txBody>
      </p:sp>
      <p:sp>
        <p:nvSpPr>
          <p:cNvPr id="76882" name="Text Box 82"/>
          <p:cNvSpPr txBox="1">
            <a:spLocks noChangeArrowheads="1"/>
          </p:cNvSpPr>
          <p:nvPr/>
        </p:nvSpPr>
        <p:spPr bwMode="auto">
          <a:xfrm>
            <a:off x="4343400" y="4876800"/>
            <a:ext cx="4572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PS</a:t>
            </a:r>
          </a:p>
        </p:txBody>
      </p:sp>
      <p:sp>
        <p:nvSpPr>
          <p:cNvPr id="76883" name="Text Box 83"/>
          <p:cNvSpPr txBox="1">
            <a:spLocks noChangeArrowheads="1"/>
          </p:cNvSpPr>
          <p:nvPr/>
        </p:nvSpPr>
        <p:spPr bwMode="auto">
          <a:xfrm>
            <a:off x="4343400" y="5118100"/>
            <a:ext cx="4572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PF</a:t>
            </a:r>
          </a:p>
        </p:txBody>
      </p:sp>
      <p:sp>
        <p:nvSpPr>
          <p:cNvPr id="76884" name="Text Box 84"/>
          <p:cNvSpPr txBox="1">
            <a:spLocks noChangeArrowheads="1"/>
          </p:cNvSpPr>
          <p:nvPr/>
        </p:nvSpPr>
        <p:spPr bwMode="auto">
          <a:xfrm>
            <a:off x="5842000" y="4114800"/>
            <a:ext cx="7874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TM 18</a:t>
            </a:r>
          </a:p>
        </p:txBody>
      </p:sp>
      <p:sp>
        <p:nvSpPr>
          <p:cNvPr id="76885" name="Text Box 85"/>
          <p:cNvSpPr txBox="1">
            <a:spLocks noChangeArrowheads="1"/>
          </p:cNvSpPr>
          <p:nvPr/>
        </p:nvSpPr>
        <p:spPr bwMode="auto">
          <a:xfrm>
            <a:off x="5842000" y="4343400"/>
            <a:ext cx="7874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TW 20</a:t>
            </a:r>
          </a:p>
        </p:txBody>
      </p:sp>
      <p:sp>
        <p:nvSpPr>
          <p:cNvPr id="76886" name="Text Box 86"/>
          <p:cNvSpPr txBox="1">
            <a:spLocks noChangeArrowheads="1"/>
          </p:cNvSpPr>
          <p:nvPr/>
        </p:nvSpPr>
        <p:spPr bwMode="auto">
          <a:xfrm>
            <a:off x="5842000" y="4597400"/>
            <a:ext cx="10922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PT 7  (5)</a:t>
            </a:r>
          </a:p>
        </p:txBody>
      </p:sp>
      <p:sp>
        <p:nvSpPr>
          <p:cNvPr id="76887" name="Text Box 87"/>
          <p:cNvSpPr txBox="1">
            <a:spLocks noChangeArrowheads="1"/>
          </p:cNvSpPr>
          <p:nvPr/>
        </p:nvSpPr>
        <p:spPr bwMode="auto">
          <a:xfrm>
            <a:off x="5842000" y="4864100"/>
            <a:ext cx="11684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PS 7  (5)</a:t>
            </a:r>
          </a:p>
        </p:txBody>
      </p:sp>
      <p:sp>
        <p:nvSpPr>
          <p:cNvPr id="76888" name="Text Box 88"/>
          <p:cNvSpPr txBox="1">
            <a:spLocks noChangeArrowheads="1"/>
          </p:cNvSpPr>
          <p:nvPr/>
        </p:nvSpPr>
        <p:spPr bwMode="auto">
          <a:xfrm>
            <a:off x="5842000" y="5105400"/>
            <a:ext cx="11684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PF 7  (5)</a:t>
            </a:r>
          </a:p>
        </p:txBody>
      </p:sp>
      <p:sp>
        <p:nvSpPr>
          <p:cNvPr id="76889" name="Text Box 89"/>
          <p:cNvSpPr txBox="1">
            <a:spLocks noChangeArrowheads="1"/>
          </p:cNvSpPr>
          <p:nvPr/>
        </p:nvSpPr>
        <p:spPr bwMode="auto">
          <a:xfrm>
            <a:off x="7289800" y="4114800"/>
            <a:ext cx="10160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KS B 0227</a:t>
            </a:r>
          </a:p>
        </p:txBody>
      </p:sp>
      <p:sp>
        <p:nvSpPr>
          <p:cNvPr id="76890" name="Text Box 90"/>
          <p:cNvSpPr txBox="1">
            <a:spLocks noChangeArrowheads="1"/>
          </p:cNvSpPr>
          <p:nvPr/>
        </p:nvSpPr>
        <p:spPr bwMode="auto">
          <a:xfrm>
            <a:off x="7289800" y="4356100"/>
            <a:ext cx="10160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KS B 0226</a:t>
            </a:r>
          </a:p>
        </p:txBody>
      </p:sp>
      <p:sp>
        <p:nvSpPr>
          <p:cNvPr id="76891" name="Text Box 91"/>
          <p:cNvSpPr txBox="1">
            <a:spLocks noChangeArrowheads="1"/>
          </p:cNvSpPr>
          <p:nvPr/>
        </p:nvSpPr>
        <p:spPr bwMode="auto">
          <a:xfrm>
            <a:off x="7289800" y="4724400"/>
            <a:ext cx="10160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KS B 0222</a:t>
            </a:r>
          </a:p>
        </p:txBody>
      </p:sp>
      <p:sp>
        <p:nvSpPr>
          <p:cNvPr id="76892" name="Text Box 92"/>
          <p:cNvSpPr txBox="1">
            <a:spLocks noChangeArrowheads="1"/>
          </p:cNvSpPr>
          <p:nvPr/>
        </p:nvSpPr>
        <p:spPr bwMode="auto">
          <a:xfrm>
            <a:off x="7289800" y="5118100"/>
            <a:ext cx="10160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KS B 0221</a:t>
            </a:r>
          </a:p>
        </p:txBody>
      </p:sp>
      <p:sp>
        <p:nvSpPr>
          <p:cNvPr id="76893" name="Text Box 93"/>
          <p:cNvSpPr txBox="1">
            <a:spLocks noChangeArrowheads="1"/>
          </p:cNvSpPr>
          <p:nvPr/>
        </p:nvSpPr>
        <p:spPr bwMode="auto">
          <a:xfrm>
            <a:off x="754063" y="908050"/>
            <a:ext cx="3241675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Bảng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2-1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&gt;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94" name="Rectangle 96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(Bolt, Nut)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895" name="Rectangle 97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06235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F1B32FC1-B2BE-4E02-91F7-DDCA2AAC0076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56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77827" name="Group 2"/>
          <p:cNvGrpSpPr>
            <a:grpSpLocks/>
          </p:cNvGrpSpPr>
          <p:nvPr/>
        </p:nvGrpSpPr>
        <p:grpSpPr bwMode="auto">
          <a:xfrm>
            <a:off x="152400" y="533400"/>
            <a:ext cx="3886200" cy="5791200"/>
            <a:chOff x="48" y="288"/>
            <a:chExt cx="2448" cy="3792"/>
          </a:xfrm>
        </p:grpSpPr>
        <p:sp>
          <p:nvSpPr>
            <p:cNvPr id="77831" name="Text Box 3"/>
            <p:cNvSpPr txBox="1">
              <a:spLocks noChangeArrowheads="1"/>
            </p:cNvSpPr>
            <p:nvPr/>
          </p:nvSpPr>
          <p:spPr bwMode="auto">
            <a:xfrm>
              <a:off x="144" y="288"/>
              <a:ext cx="145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marL="457200" indent="-4572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/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&lt;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Bảng</a:t>
              </a:r>
              <a:r>
                <a:rPr lang="ko-KR" altLang="en-US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2-2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Bảng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chỉ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số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ốc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metric&gt;</a:t>
              </a:r>
              <a:endPara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7832" name="Rectangle 4"/>
            <p:cNvSpPr>
              <a:spLocks noChangeArrowheads="1"/>
            </p:cNvSpPr>
            <p:nvPr/>
          </p:nvSpPr>
          <p:spPr bwMode="auto">
            <a:xfrm>
              <a:off x="48" y="3984"/>
              <a:ext cx="2448" cy="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77828" name="Picture 5"/>
          <p:cNvPicPr>
            <a:picLocks noChangeAspect="1" noChangeArrowheads="1"/>
          </p:cNvPicPr>
          <p:nvPr/>
        </p:nvPicPr>
        <p:blipFill>
          <a:blip r:embed="rId2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2913" y="949325"/>
            <a:ext cx="8305800" cy="5287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829" name="Rectangle 8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(Bolt, Nut)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7830" name="Rectangle 9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529170" y="1012942"/>
            <a:ext cx="432048" cy="36004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직사각형 9"/>
          <p:cNvSpPr/>
          <p:nvPr/>
        </p:nvSpPr>
        <p:spPr bwMode="auto">
          <a:xfrm>
            <a:off x="3275856" y="1019248"/>
            <a:ext cx="432048" cy="36004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직사각형 2"/>
          <p:cNvSpPr/>
          <p:nvPr/>
        </p:nvSpPr>
        <p:spPr bwMode="auto">
          <a:xfrm>
            <a:off x="1331640" y="1012942"/>
            <a:ext cx="1440160" cy="18002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Pitch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4014474" y="1012942"/>
            <a:ext cx="1440160" cy="18002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</a:rPr>
              <a:t>Pitch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4" name="직사각형 3"/>
          <p:cNvSpPr/>
          <p:nvPr/>
        </p:nvSpPr>
        <p:spPr bwMode="auto">
          <a:xfrm>
            <a:off x="1043608" y="1212983"/>
            <a:ext cx="792088" cy="18002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1907704" y="1212983"/>
            <a:ext cx="702146" cy="18002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dẹt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3913536" y="1216573"/>
            <a:ext cx="792088" cy="18002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4932040" y="1217815"/>
            <a:ext cx="792088" cy="18002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dẹt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직사각형 4"/>
          <p:cNvSpPr/>
          <p:nvPr/>
        </p:nvSpPr>
        <p:spPr bwMode="auto">
          <a:xfrm>
            <a:off x="2609850" y="1217815"/>
            <a:ext cx="593998" cy="18002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6156176" y="1007878"/>
            <a:ext cx="792088" cy="18002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직사각형 22"/>
          <p:cNvSpPr/>
          <p:nvPr/>
        </p:nvSpPr>
        <p:spPr bwMode="auto">
          <a:xfrm>
            <a:off x="7236296" y="1016732"/>
            <a:ext cx="1296144" cy="18002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6012160" y="1212983"/>
            <a:ext cx="432048" cy="18002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직사각형 24"/>
          <p:cNvSpPr/>
          <p:nvPr/>
        </p:nvSpPr>
        <p:spPr bwMode="auto">
          <a:xfrm>
            <a:off x="6513813" y="1219057"/>
            <a:ext cx="432048" cy="18002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Pitch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433160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8E48277E-5B7B-4747-B3BA-28A357460EA6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57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8851" name="Rectangle 2"/>
          <p:cNvSpPr>
            <a:spLocks noChangeArrowheads="1"/>
          </p:cNvSpPr>
          <p:nvPr/>
        </p:nvSpPr>
        <p:spPr bwMode="auto">
          <a:xfrm>
            <a:off x="682625" y="1137057"/>
            <a:ext cx="17331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8852" name="Rectangle 3"/>
          <p:cNvSpPr>
            <a:spLocks noChangeArrowheads="1"/>
          </p:cNvSpPr>
          <p:nvPr/>
        </p:nvSpPr>
        <p:spPr bwMode="auto">
          <a:xfrm>
            <a:off x="993775" y="1392238"/>
            <a:ext cx="516949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pipe vv..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gõ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sườn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pipe vv..</a:t>
            </a: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sâu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chắc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Wrench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8853" name="Text Box 4"/>
          <p:cNvSpPr txBox="1">
            <a:spLocks noChangeArrowheads="1"/>
          </p:cNvSpPr>
          <p:nvPr/>
        </p:nvSpPr>
        <p:spPr bwMode="auto">
          <a:xfrm>
            <a:off x="684213" y="2708275"/>
            <a:ext cx="260545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8854" name="Rectangle 5"/>
          <p:cNvSpPr>
            <a:spLocks noChangeArrowheads="1"/>
          </p:cNvSpPr>
          <p:nvPr/>
        </p:nvSpPr>
        <p:spPr bwMode="auto">
          <a:xfrm>
            <a:off x="1187450" y="3071813"/>
            <a:ext cx="3600450" cy="3024187"/>
          </a:xfrm>
          <a:prstGeom prst="rect">
            <a:avLst/>
          </a:prstGeom>
          <a:noFill/>
          <a:ln w="28575" algn="ctr">
            <a:solidFill>
              <a:srgbClr val="333333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8855" name="Picture 6" descr="2_1_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90" b="-694"/>
          <a:stretch>
            <a:fillRect/>
          </a:stretch>
        </p:blipFill>
        <p:spPr bwMode="auto">
          <a:xfrm>
            <a:off x="1249363" y="3119438"/>
            <a:ext cx="201612" cy="20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56" name="Picture 7" descr="2_1_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90" b="-694"/>
          <a:stretch>
            <a:fillRect/>
          </a:stretch>
        </p:blipFill>
        <p:spPr bwMode="auto">
          <a:xfrm>
            <a:off x="2062163" y="3119438"/>
            <a:ext cx="201612" cy="20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57" name="Picture 8" descr="2_1_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90" b="-694"/>
          <a:stretch>
            <a:fillRect/>
          </a:stretch>
        </p:blipFill>
        <p:spPr bwMode="auto">
          <a:xfrm>
            <a:off x="2874963" y="3119438"/>
            <a:ext cx="201612" cy="20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58" name="Picture 9" descr="2_1_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90" b="-694"/>
          <a:stretch>
            <a:fillRect/>
          </a:stretch>
        </p:blipFill>
        <p:spPr bwMode="auto">
          <a:xfrm>
            <a:off x="3687763" y="3119438"/>
            <a:ext cx="201612" cy="20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59" name="Picture 10" descr="2_1_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90" b="-694"/>
          <a:stretch>
            <a:fillRect/>
          </a:stretch>
        </p:blipFill>
        <p:spPr bwMode="auto">
          <a:xfrm>
            <a:off x="4500563" y="3119438"/>
            <a:ext cx="201612" cy="20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60" name="Picture 11" descr="2_1_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90" b="-694"/>
          <a:stretch>
            <a:fillRect/>
          </a:stretch>
        </p:blipFill>
        <p:spPr bwMode="auto">
          <a:xfrm>
            <a:off x="4500563" y="3808413"/>
            <a:ext cx="201612" cy="20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61" name="Picture 12" descr="2_1_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90" b="-694"/>
          <a:stretch>
            <a:fillRect/>
          </a:stretch>
        </p:blipFill>
        <p:spPr bwMode="auto">
          <a:xfrm>
            <a:off x="4500563" y="4498975"/>
            <a:ext cx="201612" cy="201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62" name="Picture 13" descr="2_1_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90" b="-694"/>
          <a:stretch>
            <a:fillRect/>
          </a:stretch>
        </p:blipFill>
        <p:spPr bwMode="auto">
          <a:xfrm>
            <a:off x="4500563" y="5189538"/>
            <a:ext cx="201612" cy="20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63" name="Picture 14" descr="2_1_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90" b="-694"/>
          <a:stretch>
            <a:fillRect/>
          </a:stretch>
        </p:blipFill>
        <p:spPr bwMode="auto">
          <a:xfrm>
            <a:off x="1249363" y="5880100"/>
            <a:ext cx="201612" cy="201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64" name="Picture 15" descr="2_1_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90" b="-694"/>
          <a:stretch>
            <a:fillRect/>
          </a:stretch>
        </p:blipFill>
        <p:spPr bwMode="auto">
          <a:xfrm>
            <a:off x="2062163" y="5880100"/>
            <a:ext cx="201612" cy="201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65" name="Picture 16" descr="2_1_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90" b="-694"/>
          <a:stretch>
            <a:fillRect/>
          </a:stretch>
        </p:blipFill>
        <p:spPr bwMode="auto">
          <a:xfrm>
            <a:off x="2874963" y="5880100"/>
            <a:ext cx="201612" cy="201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66" name="Picture 17" descr="2_1_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90" b="-694"/>
          <a:stretch>
            <a:fillRect/>
          </a:stretch>
        </p:blipFill>
        <p:spPr bwMode="auto">
          <a:xfrm>
            <a:off x="3687763" y="5880100"/>
            <a:ext cx="201612" cy="201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67" name="Picture 18" descr="2_1_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90" b="-694"/>
          <a:stretch>
            <a:fillRect/>
          </a:stretch>
        </p:blipFill>
        <p:spPr bwMode="auto">
          <a:xfrm>
            <a:off x="4500563" y="5880100"/>
            <a:ext cx="201612" cy="201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68" name="Picture 19" descr="2_1_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90" b="-694"/>
          <a:stretch>
            <a:fillRect/>
          </a:stretch>
        </p:blipFill>
        <p:spPr bwMode="auto">
          <a:xfrm>
            <a:off x="1249363" y="3808413"/>
            <a:ext cx="201612" cy="20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69" name="Picture 20" descr="2_1_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90" b="-694"/>
          <a:stretch>
            <a:fillRect/>
          </a:stretch>
        </p:blipFill>
        <p:spPr bwMode="auto">
          <a:xfrm>
            <a:off x="1249363" y="4498975"/>
            <a:ext cx="201612" cy="201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70" name="Picture 21" descr="2_1_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690" b="-694"/>
          <a:stretch>
            <a:fillRect/>
          </a:stretch>
        </p:blipFill>
        <p:spPr bwMode="auto">
          <a:xfrm>
            <a:off x="1249363" y="5189538"/>
            <a:ext cx="201612" cy="20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871" name="Text Box 22"/>
          <p:cNvSpPr txBox="1">
            <a:spLocks noChangeArrowheads="1"/>
          </p:cNvSpPr>
          <p:nvPr/>
        </p:nvSpPr>
        <p:spPr bwMode="auto">
          <a:xfrm>
            <a:off x="2849563" y="3255963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</a:p>
        </p:txBody>
      </p:sp>
      <p:sp>
        <p:nvSpPr>
          <p:cNvPr id="78872" name="Text Box 23"/>
          <p:cNvSpPr txBox="1">
            <a:spLocks noChangeArrowheads="1"/>
          </p:cNvSpPr>
          <p:nvPr/>
        </p:nvSpPr>
        <p:spPr bwMode="auto">
          <a:xfrm>
            <a:off x="3662363" y="3255963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</p:txBody>
      </p:sp>
      <p:sp>
        <p:nvSpPr>
          <p:cNvPr id="78873" name="Text Box 24"/>
          <p:cNvSpPr txBox="1">
            <a:spLocks noChangeArrowheads="1"/>
          </p:cNvSpPr>
          <p:nvPr/>
        </p:nvSpPr>
        <p:spPr bwMode="auto">
          <a:xfrm>
            <a:off x="2036763" y="3255963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</a:p>
        </p:txBody>
      </p:sp>
      <p:sp>
        <p:nvSpPr>
          <p:cNvPr id="78874" name="Text Box 25"/>
          <p:cNvSpPr txBox="1">
            <a:spLocks noChangeArrowheads="1"/>
          </p:cNvSpPr>
          <p:nvPr/>
        </p:nvSpPr>
        <p:spPr bwMode="auto">
          <a:xfrm>
            <a:off x="4475163" y="3255963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</p:txBody>
      </p:sp>
      <p:sp>
        <p:nvSpPr>
          <p:cNvPr id="78875" name="Text Box 26"/>
          <p:cNvSpPr txBox="1">
            <a:spLocks noChangeArrowheads="1"/>
          </p:cNvSpPr>
          <p:nvPr/>
        </p:nvSpPr>
        <p:spPr bwMode="auto">
          <a:xfrm>
            <a:off x="1225550" y="3255963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</a:p>
        </p:txBody>
      </p:sp>
      <p:sp>
        <p:nvSpPr>
          <p:cNvPr id="78876" name="Text Box 27"/>
          <p:cNvSpPr txBox="1">
            <a:spLocks noChangeArrowheads="1"/>
          </p:cNvSpPr>
          <p:nvPr/>
        </p:nvSpPr>
        <p:spPr bwMode="auto">
          <a:xfrm>
            <a:off x="1222375" y="3976688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</a:p>
        </p:txBody>
      </p:sp>
      <p:sp>
        <p:nvSpPr>
          <p:cNvPr id="78877" name="Text Box 28"/>
          <p:cNvSpPr txBox="1">
            <a:spLocks noChangeArrowheads="1"/>
          </p:cNvSpPr>
          <p:nvPr/>
        </p:nvSpPr>
        <p:spPr bwMode="auto">
          <a:xfrm>
            <a:off x="4500563" y="3976688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</a:t>
            </a:r>
          </a:p>
        </p:txBody>
      </p:sp>
      <p:sp>
        <p:nvSpPr>
          <p:cNvPr id="78878" name="Text Box 29"/>
          <p:cNvSpPr txBox="1">
            <a:spLocks noChangeArrowheads="1"/>
          </p:cNvSpPr>
          <p:nvPr/>
        </p:nvSpPr>
        <p:spPr bwMode="auto">
          <a:xfrm>
            <a:off x="1222375" y="4695825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r>
          </a:p>
        </p:txBody>
      </p:sp>
      <p:sp>
        <p:nvSpPr>
          <p:cNvPr id="78879" name="Text Box 30"/>
          <p:cNvSpPr txBox="1">
            <a:spLocks noChangeArrowheads="1"/>
          </p:cNvSpPr>
          <p:nvPr/>
        </p:nvSpPr>
        <p:spPr bwMode="auto">
          <a:xfrm>
            <a:off x="4500563" y="4695825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</a:t>
            </a:r>
          </a:p>
        </p:txBody>
      </p:sp>
      <p:sp>
        <p:nvSpPr>
          <p:cNvPr id="78880" name="Text Box 31"/>
          <p:cNvSpPr txBox="1">
            <a:spLocks noChangeArrowheads="1"/>
          </p:cNvSpPr>
          <p:nvPr/>
        </p:nvSpPr>
        <p:spPr bwMode="auto">
          <a:xfrm>
            <a:off x="1187450" y="5416550"/>
            <a:ext cx="3385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</a:t>
            </a:r>
          </a:p>
        </p:txBody>
      </p:sp>
      <p:sp>
        <p:nvSpPr>
          <p:cNvPr id="78881" name="Text Box 32"/>
          <p:cNvSpPr txBox="1">
            <a:spLocks noChangeArrowheads="1"/>
          </p:cNvSpPr>
          <p:nvPr/>
        </p:nvSpPr>
        <p:spPr bwMode="auto">
          <a:xfrm>
            <a:off x="4464050" y="5416550"/>
            <a:ext cx="33284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</a:p>
        </p:txBody>
      </p:sp>
      <p:sp>
        <p:nvSpPr>
          <p:cNvPr id="78882" name="Text Box 33"/>
          <p:cNvSpPr txBox="1">
            <a:spLocks noChangeArrowheads="1"/>
          </p:cNvSpPr>
          <p:nvPr/>
        </p:nvSpPr>
        <p:spPr bwMode="auto">
          <a:xfrm>
            <a:off x="2809875" y="6083300"/>
            <a:ext cx="3385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</a:t>
            </a:r>
          </a:p>
        </p:txBody>
      </p:sp>
      <p:sp>
        <p:nvSpPr>
          <p:cNvPr id="78883" name="Text Box 34"/>
          <p:cNvSpPr txBox="1">
            <a:spLocks noChangeArrowheads="1"/>
          </p:cNvSpPr>
          <p:nvPr/>
        </p:nvSpPr>
        <p:spPr bwMode="auto">
          <a:xfrm>
            <a:off x="3635375" y="6064250"/>
            <a:ext cx="3385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</a:p>
        </p:txBody>
      </p:sp>
      <p:sp>
        <p:nvSpPr>
          <p:cNvPr id="78884" name="Text Box 35"/>
          <p:cNvSpPr txBox="1">
            <a:spLocks noChangeArrowheads="1"/>
          </p:cNvSpPr>
          <p:nvPr/>
        </p:nvSpPr>
        <p:spPr bwMode="auto">
          <a:xfrm>
            <a:off x="1979613" y="6064250"/>
            <a:ext cx="3385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</a:t>
            </a:r>
          </a:p>
        </p:txBody>
      </p:sp>
      <p:sp>
        <p:nvSpPr>
          <p:cNvPr id="78885" name="Text Box 36"/>
          <p:cNvSpPr txBox="1">
            <a:spLocks noChangeArrowheads="1"/>
          </p:cNvSpPr>
          <p:nvPr/>
        </p:nvSpPr>
        <p:spPr bwMode="auto">
          <a:xfrm>
            <a:off x="4446588" y="6059488"/>
            <a:ext cx="3385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</a:t>
            </a:r>
          </a:p>
        </p:txBody>
      </p:sp>
      <p:sp>
        <p:nvSpPr>
          <p:cNvPr id="78886" name="Text Box 37"/>
          <p:cNvSpPr txBox="1">
            <a:spLocks noChangeArrowheads="1"/>
          </p:cNvSpPr>
          <p:nvPr/>
        </p:nvSpPr>
        <p:spPr bwMode="auto">
          <a:xfrm>
            <a:off x="1187450" y="6064250"/>
            <a:ext cx="3385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</a:t>
            </a:r>
          </a:p>
        </p:txBody>
      </p:sp>
      <p:sp>
        <p:nvSpPr>
          <p:cNvPr id="78887" name="Rectangle 38"/>
          <p:cNvSpPr>
            <a:spLocks noChangeArrowheads="1"/>
          </p:cNvSpPr>
          <p:nvPr/>
        </p:nvSpPr>
        <p:spPr bwMode="auto">
          <a:xfrm>
            <a:off x="4859338" y="3222625"/>
            <a:ext cx="3671887" cy="19205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※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vênh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hưởng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8888" name="Rectangle 41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(Bolt, Nut)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8889" name="Rectangle 42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8890" name="Text Box 48"/>
          <p:cNvSpPr txBox="1">
            <a:spLocks noChangeArrowheads="1"/>
          </p:cNvSpPr>
          <p:nvPr/>
        </p:nvSpPr>
        <p:spPr bwMode="auto">
          <a:xfrm>
            <a:off x="684213" y="692150"/>
            <a:ext cx="154715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1-5.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45976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610A48E6-13A0-4221-8CF9-28074476913E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58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9875" name="Text Box 2"/>
          <p:cNvSpPr txBox="1">
            <a:spLocks noChangeArrowheads="1"/>
          </p:cNvSpPr>
          <p:nvPr/>
        </p:nvSpPr>
        <p:spPr bwMode="auto">
          <a:xfrm>
            <a:off x="715963" y="865188"/>
            <a:ext cx="275152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79876" name="Group 3"/>
          <p:cNvGrpSpPr>
            <a:grpSpLocks/>
          </p:cNvGrpSpPr>
          <p:nvPr/>
        </p:nvGrpSpPr>
        <p:grpSpPr bwMode="auto">
          <a:xfrm>
            <a:off x="6227763" y="1035050"/>
            <a:ext cx="2232025" cy="2044700"/>
            <a:chOff x="712" y="618"/>
            <a:chExt cx="1622" cy="1497"/>
          </a:xfrm>
        </p:grpSpPr>
        <p:sp>
          <p:nvSpPr>
            <p:cNvPr id="79908" name="Oval 4"/>
            <p:cNvSpPr>
              <a:spLocks noChangeArrowheads="1"/>
            </p:cNvSpPr>
            <p:nvPr/>
          </p:nvSpPr>
          <p:spPr bwMode="auto">
            <a:xfrm>
              <a:off x="712" y="618"/>
              <a:ext cx="1622" cy="1497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79909" name="Picture 5" descr="4_3_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354"/>
            <a:stretch>
              <a:fillRect/>
            </a:stretch>
          </p:blipFill>
          <p:spPr bwMode="auto">
            <a:xfrm>
              <a:off x="1406" y="673"/>
              <a:ext cx="24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910" name="Picture 6" descr="4_3_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354"/>
            <a:stretch>
              <a:fillRect/>
            </a:stretch>
          </p:blipFill>
          <p:spPr bwMode="auto">
            <a:xfrm>
              <a:off x="1842" y="857"/>
              <a:ext cx="24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911" name="Picture 7" descr="4_3_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354"/>
            <a:stretch>
              <a:fillRect/>
            </a:stretch>
          </p:blipFill>
          <p:spPr bwMode="auto">
            <a:xfrm>
              <a:off x="2023" y="1258"/>
              <a:ext cx="24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912" name="Picture 8" descr="4_3_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354"/>
            <a:stretch>
              <a:fillRect/>
            </a:stretch>
          </p:blipFill>
          <p:spPr bwMode="auto">
            <a:xfrm>
              <a:off x="1840" y="1665"/>
              <a:ext cx="245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913" name="Picture 9" descr="4_3_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354"/>
            <a:stretch>
              <a:fillRect/>
            </a:stretch>
          </p:blipFill>
          <p:spPr bwMode="auto">
            <a:xfrm>
              <a:off x="1400" y="1833"/>
              <a:ext cx="24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914" name="Picture 10" descr="4_3_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354"/>
            <a:stretch>
              <a:fillRect/>
            </a:stretch>
          </p:blipFill>
          <p:spPr bwMode="auto">
            <a:xfrm>
              <a:off x="947" y="1661"/>
              <a:ext cx="24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915" name="Picture 11" descr="4_3_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354"/>
            <a:stretch>
              <a:fillRect/>
            </a:stretch>
          </p:blipFill>
          <p:spPr bwMode="auto">
            <a:xfrm>
              <a:off x="764" y="1256"/>
              <a:ext cx="24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916" name="Picture 12" descr="4_3_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354"/>
            <a:stretch>
              <a:fillRect/>
            </a:stretch>
          </p:blipFill>
          <p:spPr bwMode="auto">
            <a:xfrm>
              <a:off x="957" y="857"/>
              <a:ext cx="24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17" name="Text Box 13"/>
            <p:cNvSpPr txBox="1">
              <a:spLocks noChangeArrowheads="1"/>
            </p:cNvSpPr>
            <p:nvPr/>
          </p:nvSpPr>
          <p:spPr bwMode="auto">
            <a:xfrm>
              <a:off x="1443" y="843"/>
              <a:ext cx="202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3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79918" name="Text Box 14"/>
            <p:cNvSpPr txBox="1">
              <a:spLocks noChangeArrowheads="1"/>
            </p:cNvSpPr>
            <p:nvPr/>
          </p:nvSpPr>
          <p:spPr bwMode="auto">
            <a:xfrm>
              <a:off x="1439" y="1693"/>
              <a:ext cx="202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3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79919" name="Text Box 15"/>
            <p:cNvSpPr txBox="1">
              <a:spLocks noChangeArrowheads="1"/>
            </p:cNvSpPr>
            <p:nvPr/>
          </p:nvSpPr>
          <p:spPr bwMode="auto">
            <a:xfrm>
              <a:off x="961" y="1275"/>
              <a:ext cx="202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3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79920" name="Text Box 16"/>
            <p:cNvSpPr txBox="1">
              <a:spLocks noChangeArrowheads="1"/>
            </p:cNvSpPr>
            <p:nvPr/>
          </p:nvSpPr>
          <p:spPr bwMode="auto">
            <a:xfrm>
              <a:off x="1894" y="1269"/>
              <a:ext cx="202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3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79921" name="Text Box 17"/>
            <p:cNvSpPr txBox="1">
              <a:spLocks noChangeArrowheads="1"/>
            </p:cNvSpPr>
            <p:nvPr/>
          </p:nvSpPr>
          <p:spPr bwMode="auto">
            <a:xfrm>
              <a:off x="1753" y="972"/>
              <a:ext cx="202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3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</a:t>
              </a:r>
            </a:p>
          </p:txBody>
        </p:sp>
        <p:sp>
          <p:nvSpPr>
            <p:cNvPr id="79922" name="Text Box 18"/>
            <p:cNvSpPr txBox="1">
              <a:spLocks noChangeArrowheads="1"/>
            </p:cNvSpPr>
            <p:nvPr/>
          </p:nvSpPr>
          <p:spPr bwMode="auto">
            <a:xfrm>
              <a:off x="1105" y="1571"/>
              <a:ext cx="202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3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</a:p>
          </p:txBody>
        </p:sp>
        <p:sp>
          <p:nvSpPr>
            <p:cNvPr id="79923" name="Text Box 19"/>
            <p:cNvSpPr txBox="1">
              <a:spLocks noChangeArrowheads="1"/>
            </p:cNvSpPr>
            <p:nvPr/>
          </p:nvSpPr>
          <p:spPr bwMode="auto">
            <a:xfrm>
              <a:off x="1092" y="972"/>
              <a:ext cx="202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3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79924" name="Text Box 20"/>
            <p:cNvSpPr txBox="1">
              <a:spLocks noChangeArrowheads="1"/>
            </p:cNvSpPr>
            <p:nvPr/>
          </p:nvSpPr>
          <p:spPr bwMode="auto">
            <a:xfrm>
              <a:off x="1759" y="1583"/>
              <a:ext cx="202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3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</a:p>
          </p:txBody>
        </p:sp>
      </p:grpSp>
      <p:sp>
        <p:nvSpPr>
          <p:cNvPr id="79877" name="Rectangle 21"/>
          <p:cNvSpPr>
            <a:spLocks noChangeArrowheads="1"/>
          </p:cNvSpPr>
          <p:nvPr/>
        </p:nvSpPr>
        <p:spPr bwMode="auto">
          <a:xfrm>
            <a:off x="900113" y="1104900"/>
            <a:ext cx="5595937" cy="17173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1~8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chắc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※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79878" name="Text Box 22"/>
          <p:cNvSpPr txBox="1">
            <a:spLocks noChangeArrowheads="1"/>
          </p:cNvSpPr>
          <p:nvPr/>
        </p:nvSpPr>
        <p:spPr bwMode="auto">
          <a:xfrm>
            <a:off x="706438" y="3357563"/>
            <a:ext cx="506946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79879" name="Group 23"/>
          <p:cNvGrpSpPr>
            <a:grpSpLocks/>
          </p:cNvGrpSpPr>
          <p:nvPr/>
        </p:nvGrpSpPr>
        <p:grpSpPr bwMode="auto">
          <a:xfrm>
            <a:off x="5318125" y="4090988"/>
            <a:ext cx="3360738" cy="2024062"/>
            <a:chOff x="564" y="2614"/>
            <a:chExt cx="2360" cy="1369"/>
          </a:xfrm>
        </p:grpSpPr>
        <p:sp>
          <p:nvSpPr>
            <p:cNvPr id="79885" name="Rectangle 24"/>
            <p:cNvSpPr>
              <a:spLocks noChangeArrowheads="1"/>
            </p:cNvSpPr>
            <p:nvPr/>
          </p:nvSpPr>
          <p:spPr bwMode="auto">
            <a:xfrm>
              <a:off x="564" y="2614"/>
              <a:ext cx="640" cy="1224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9886" name="Rectangle 25"/>
            <p:cNvSpPr>
              <a:spLocks noChangeArrowheads="1"/>
            </p:cNvSpPr>
            <p:nvPr/>
          </p:nvSpPr>
          <p:spPr bwMode="auto">
            <a:xfrm>
              <a:off x="1204" y="2614"/>
              <a:ext cx="246" cy="1224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9887" name="Rectangle 26"/>
            <p:cNvSpPr>
              <a:spLocks noChangeArrowheads="1"/>
            </p:cNvSpPr>
            <p:nvPr/>
          </p:nvSpPr>
          <p:spPr bwMode="auto">
            <a:xfrm>
              <a:off x="1893" y="2614"/>
              <a:ext cx="1031" cy="1224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79888" name="Picture 27" descr="4_3_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354"/>
            <a:stretch>
              <a:fillRect/>
            </a:stretch>
          </p:blipFill>
          <p:spPr bwMode="auto">
            <a:xfrm>
              <a:off x="2285" y="2626"/>
              <a:ext cx="24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889" name="Picture 28" descr="4_3_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740"/>
            <a:stretch>
              <a:fillRect/>
            </a:stretch>
          </p:blipFill>
          <p:spPr bwMode="auto">
            <a:xfrm>
              <a:off x="1456" y="2652"/>
              <a:ext cx="116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890" name="Picture 29" descr="4_3_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740"/>
            <a:stretch>
              <a:fillRect/>
            </a:stretch>
          </p:blipFill>
          <p:spPr bwMode="auto">
            <a:xfrm>
              <a:off x="1456" y="3139"/>
              <a:ext cx="116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891" name="Picture 30" descr="4_3_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740"/>
            <a:stretch>
              <a:fillRect/>
            </a:stretch>
          </p:blipFill>
          <p:spPr bwMode="auto">
            <a:xfrm>
              <a:off x="1456" y="3612"/>
              <a:ext cx="116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892" name="Picture 31" descr="4_3_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354"/>
            <a:stretch>
              <a:fillRect/>
            </a:stretch>
          </p:blipFill>
          <p:spPr bwMode="auto">
            <a:xfrm>
              <a:off x="2672" y="2626"/>
              <a:ext cx="245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893" name="Picture 32" descr="4_3_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354"/>
            <a:stretch>
              <a:fillRect/>
            </a:stretch>
          </p:blipFill>
          <p:spPr bwMode="auto">
            <a:xfrm>
              <a:off x="1898" y="2626"/>
              <a:ext cx="24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894" name="Picture 33" descr="4_3_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354"/>
            <a:stretch>
              <a:fillRect/>
            </a:stretch>
          </p:blipFill>
          <p:spPr bwMode="auto">
            <a:xfrm>
              <a:off x="2285" y="3607"/>
              <a:ext cx="24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895" name="Picture 34" descr="4_3_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354"/>
            <a:stretch>
              <a:fillRect/>
            </a:stretch>
          </p:blipFill>
          <p:spPr bwMode="auto">
            <a:xfrm>
              <a:off x="2672" y="3607"/>
              <a:ext cx="245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896" name="Picture 35" descr="4_3_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354"/>
            <a:stretch>
              <a:fillRect/>
            </a:stretch>
          </p:blipFill>
          <p:spPr bwMode="auto">
            <a:xfrm>
              <a:off x="1898" y="3607"/>
              <a:ext cx="24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897" name="Picture 36" descr="4_3_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354"/>
            <a:stretch>
              <a:fillRect/>
            </a:stretch>
          </p:blipFill>
          <p:spPr bwMode="auto">
            <a:xfrm>
              <a:off x="2672" y="3129"/>
              <a:ext cx="245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898" name="Picture 37" descr="4_3_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-354"/>
            <a:stretch>
              <a:fillRect/>
            </a:stretch>
          </p:blipFill>
          <p:spPr bwMode="auto">
            <a:xfrm>
              <a:off x="1898" y="3129"/>
              <a:ext cx="24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899" name="Text Box 38"/>
            <p:cNvSpPr txBox="1">
              <a:spLocks noChangeArrowheads="1"/>
            </p:cNvSpPr>
            <p:nvPr/>
          </p:nvSpPr>
          <p:spPr bwMode="auto">
            <a:xfrm>
              <a:off x="2304" y="2790"/>
              <a:ext cx="238" cy="1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※</a:t>
              </a:r>
            </a:p>
          </p:txBody>
        </p:sp>
        <p:sp>
          <p:nvSpPr>
            <p:cNvPr id="79900" name="Text Box 39"/>
            <p:cNvSpPr txBox="1">
              <a:spLocks noChangeArrowheads="1"/>
            </p:cNvSpPr>
            <p:nvPr/>
          </p:nvSpPr>
          <p:spPr bwMode="auto">
            <a:xfrm>
              <a:off x="2324" y="2876"/>
              <a:ext cx="189" cy="1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79901" name="Text Box 40"/>
            <p:cNvSpPr txBox="1">
              <a:spLocks noChangeArrowheads="1"/>
            </p:cNvSpPr>
            <p:nvPr/>
          </p:nvSpPr>
          <p:spPr bwMode="auto">
            <a:xfrm>
              <a:off x="1931" y="2806"/>
              <a:ext cx="189" cy="1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79902" name="Text Box 41"/>
            <p:cNvSpPr txBox="1">
              <a:spLocks noChangeArrowheads="1"/>
            </p:cNvSpPr>
            <p:nvPr/>
          </p:nvSpPr>
          <p:spPr bwMode="auto">
            <a:xfrm>
              <a:off x="2711" y="2794"/>
              <a:ext cx="189" cy="1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79903" name="Text Box 42"/>
            <p:cNvSpPr txBox="1">
              <a:spLocks noChangeArrowheads="1"/>
            </p:cNvSpPr>
            <p:nvPr/>
          </p:nvSpPr>
          <p:spPr bwMode="auto">
            <a:xfrm>
              <a:off x="1934" y="3311"/>
              <a:ext cx="189" cy="1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79904" name="Text Box 43"/>
            <p:cNvSpPr txBox="1">
              <a:spLocks noChangeArrowheads="1"/>
            </p:cNvSpPr>
            <p:nvPr/>
          </p:nvSpPr>
          <p:spPr bwMode="auto">
            <a:xfrm>
              <a:off x="2728" y="3323"/>
              <a:ext cx="189" cy="1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</a:t>
              </a:r>
            </a:p>
          </p:txBody>
        </p:sp>
        <p:sp>
          <p:nvSpPr>
            <p:cNvPr id="79905" name="Text Box 44"/>
            <p:cNvSpPr txBox="1">
              <a:spLocks noChangeArrowheads="1"/>
            </p:cNvSpPr>
            <p:nvPr/>
          </p:nvSpPr>
          <p:spPr bwMode="auto">
            <a:xfrm>
              <a:off x="1924" y="3796"/>
              <a:ext cx="189" cy="1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</a:p>
          </p:txBody>
        </p:sp>
        <p:sp>
          <p:nvSpPr>
            <p:cNvPr id="79906" name="Text Box 45"/>
            <p:cNvSpPr txBox="1">
              <a:spLocks noChangeArrowheads="1"/>
            </p:cNvSpPr>
            <p:nvPr/>
          </p:nvSpPr>
          <p:spPr bwMode="auto">
            <a:xfrm>
              <a:off x="2331" y="3796"/>
              <a:ext cx="189" cy="1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79907" name="Text Box 46"/>
            <p:cNvSpPr txBox="1">
              <a:spLocks noChangeArrowheads="1"/>
            </p:cNvSpPr>
            <p:nvPr/>
          </p:nvSpPr>
          <p:spPr bwMode="auto">
            <a:xfrm>
              <a:off x="2714" y="3796"/>
              <a:ext cx="189" cy="1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</a:p>
          </p:txBody>
        </p:sp>
      </p:grpSp>
      <p:sp>
        <p:nvSpPr>
          <p:cNvPr id="79880" name="Rectangle 47"/>
          <p:cNvSpPr>
            <a:spLocks noChangeArrowheads="1"/>
          </p:cNvSpPr>
          <p:nvPr/>
        </p:nvSpPr>
        <p:spPr bwMode="auto">
          <a:xfrm>
            <a:off x="900113" y="3648075"/>
            <a:ext cx="4803775" cy="21236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shoulder bolt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1.</a:t>
            </a: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2~8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2~8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torque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shoulder bolt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※ Pin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~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9881" name="Picture 48" descr="bolt_shoulder">
            <a:hlinkClick r:id="rId5"/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788" y="3435350"/>
            <a:ext cx="952500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882" name="Rectangle 49"/>
          <p:cNvSpPr>
            <a:spLocks noChangeArrowheads="1"/>
          </p:cNvSpPr>
          <p:nvPr/>
        </p:nvSpPr>
        <p:spPr bwMode="auto">
          <a:xfrm>
            <a:off x="7275513" y="3559175"/>
            <a:ext cx="1344612" cy="293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※ Shoulder Bolt</a:t>
            </a:r>
          </a:p>
        </p:txBody>
      </p:sp>
      <p:sp>
        <p:nvSpPr>
          <p:cNvPr id="79883" name="Rectangle 52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(Bolt, Nut)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9884" name="Rectangle 53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908656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2EF8086B-25E1-4360-A559-0A6E4C93F4C1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59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0899" name="Text Box 3"/>
          <p:cNvSpPr txBox="1">
            <a:spLocks noChangeArrowheads="1"/>
          </p:cNvSpPr>
          <p:nvPr/>
        </p:nvSpPr>
        <p:spPr bwMode="auto">
          <a:xfrm>
            <a:off x="876300" y="1158875"/>
            <a:ext cx="7189789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đập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xảy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long.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0900" name="Text Box 4"/>
          <p:cNvSpPr txBox="1">
            <a:spLocks noChangeArrowheads="1"/>
          </p:cNvSpPr>
          <p:nvPr/>
        </p:nvSpPr>
        <p:spPr bwMode="auto">
          <a:xfrm>
            <a:off x="755650" y="2686050"/>
            <a:ext cx="23411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washer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long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0901" name="Text Box 5"/>
          <p:cNvSpPr txBox="1">
            <a:spLocks noChangeArrowheads="1"/>
          </p:cNvSpPr>
          <p:nvPr/>
        </p:nvSpPr>
        <p:spPr bwMode="auto">
          <a:xfrm>
            <a:off x="1028700" y="3198813"/>
            <a:ext cx="7245510" cy="8125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Spring washer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phổ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đệm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vênh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,hay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hồi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0902" name="Text Box 6"/>
          <p:cNvSpPr txBox="1">
            <a:spLocks noChangeArrowheads="1"/>
          </p:cNvSpPr>
          <p:nvPr/>
        </p:nvSpPr>
        <p:spPr bwMode="auto">
          <a:xfrm>
            <a:off x="4113213" y="6032500"/>
            <a:ext cx="118494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spring washer]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80903" name="Group 7"/>
          <p:cNvGrpSpPr>
            <a:grpSpLocks/>
          </p:cNvGrpSpPr>
          <p:nvPr/>
        </p:nvGrpSpPr>
        <p:grpSpPr bwMode="auto">
          <a:xfrm>
            <a:off x="3668713" y="4030663"/>
            <a:ext cx="1766887" cy="1989137"/>
            <a:chOff x="2245" y="2296"/>
            <a:chExt cx="1113" cy="1496"/>
          </a:xfrm>
        </p:grpSpPr>
        <p:pic>
          <p:nvPicPr>
            <p:cNvPr id="80908" name="Picture 8" descr="41-1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45" y="2296"/>
              <a:ext cx="1113" cy="14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909" name="Text Box 9"/>
            <p:cNvSpPr txBox="1">
              <a:spLocks noChangeArrowheads="1"/>
            </p:cNvSpPr>
            <p:nvPr/>
          </p:nvSpPr>
          <p:spPr bwMode="auto">
            <a:xfrm>
              <a:off x="2958" y="2637"/>
              <a:ext cx="393" cy="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Phần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cắt</a:t>
              </a:r>
              <a:endPara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80904" name="Rectangle 11"/>
          <p:cNvSpPr>
            <a:spLocks noChangeArrowheads="1"/>
          </p:cNvSpPr>
          <p:nvPr/>
        </p:nvSpPr>
        <p:spPr bwMode="auto">
          <a:xfrm>
            <a:off x="862013" y="2997200"/>
            <a:ext cx="331212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spring washer(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đệm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vênh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0905" name="Rectangle 1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(Bolt, Nut)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0906" name="Rectangle 1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0907" name="Text Box 20"/>
          <p:cNvSpPr txBox="1">
            <a:spLocks noChangeArrowheads="1"/>
          </p:cNvSpPr>
          <p:nvPr/>
        </p:nvSpPr>
        <p:spPr bwMode="auto">
          <a:xfrm>
            <a:off x="684213" y="820738"/>
            <a:ext cx="160973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1-6.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long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61476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3B937021-842C-4311-94BC-D833894B915C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60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1923" name="Text Box 2"/>
          <p:cNvSpPr txBox="1">
            <a:spLocks noChangeArrowheads="1"/>
          </p:cNvSpPr>
          <p:nvPr/>
        </p:nvSpPr>
        <p:spPr bwMode="auto">
          <a:xfrm>
            <a:off x="3492500" y="5818188"/>
            <a:ext cx="135806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washer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1924" name="Text Box 3"/>
          <p:cNvSpPr txBox="1">
            <a:spLocks noChangeArrowheads="1"/>
          </p:cNvSpPr>
          <p:nvPr/>
        </p:nvSpPr>
        <p:spPr bwMode="auto">
          <a:xfrm>
            <a:off x="871538" y="1162050"/>
            <a:ext cx="7804150" cy="83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đệm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đệm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đệm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vênh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kịp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1925" name="Picture 4" descr="41-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55875" y="2520950"/>
            <a:ext cx="3529013" cy="2833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26" name="Text Box 5"/>
          <p:cNvSpPr txBox="1">
            <a:spLocks noChangeArrowheads="1"/>
          </p:cNvSpPr>
          <p:nvPr/>
        </p:nvSpPr>
        <p:spPr bwMode="auto">
          <a:xfrm>
            <a:off x="2976563" y="3683000"/>
            <a:ext cx="93487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1927" name="Text Box 6"/>
          <p:cNvSpPr txBox="1">
            <a:spLocks noChangeArrowheads="1"/>
          </p:cNvSpPr>
          <p:nvPr/>
        </p:nvSpPr>
        <p:spPr bwMode="auto">
          <a:xfrm>
            <a:off x="4787900" y="3756025"/>
            <a:ext cx="95571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1928" name="Text Box 7"/>
          <p:cNvSpPr txBox="1">
            <a:spLocks noChangeArrowheads="1"/>
          </p:cNvSpPr>
          <p:nvPr/>
        </p:nvSpPr>
        <p:spPr bwMode="auto">
          <a:xfrm>
            <a:off x="3003550" y="5334000"/>
            <a:ext cx="125226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1929" name="Text Box 8"/>
          <p:cNvSpPr txBox="1">
            <a:spLocks noChangeArrowheads="1"/>
          </p:cNvSpPr>
          <p:nvPr/>
        </p:nvSpPr>
        <p:spPr bwMode="auto">
          <a:xfrm>
            <a:off x="4799013" y="5340350"/>
            <a:ext cx="81304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ĩa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1930" name="Rectangle 10"/>
          <p:cNvSpPr>
            <a:spLocks noChangeArrowheads="1"/>
          </p:cNvSpPr>
          <p:nvPr/>
        </p:nvSpPr>
        <p:spPr bwMode="auto">
          <a:xfrm>
            <a:off x="760413" y="922338"/>
            <a:ext cx="268374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đệm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1931" name="Rectangle 12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(Bolt, Nut)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1932" name="Rectangle 13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008070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슬라이드 번호 개체 틀 1"/>
          <p:cNvSpPr txBox="1">
            <a:spLocks noGrp="1"/>
          </p:cNvSpPr>
          <p:nvPr/>
        </p:nvSpPr>
        <p:spPr bwMode="auto">
          <a:xfrm>
            <a:off x="3527425" y="6567488"/>
            <a:ext cx="21336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fld id="{6CBBE9D5-A1C4-4AAD-A5AD-0A149FE5FCE8}" type="slidenum">
              <a:rPr lang="en-US" altLang="ko-KR" sz="1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latinLnBrk="1" hangingPunct="1">
                <a:lnSpc>
                  <a:spcPct val="100000"/>
                </a:lnSpc>
              </a:pPr>
              <a:t>61</a:t>
            </a:fld>
            <a:endParaRPr lang="en-US" altLang="ko-KR" sz="14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2947" name="Text Box 12"/>
          <p:cNvSpPr txBox="1">
            <a:spLocks noChangeArrowheads="1"/>
          </p:cNvSpPr>
          <p:nvPr/>
        </p:nvSpPr>
        <p:spPr bwMode="auto">
          <a:xfrm>
            <a:off x="630238" y="706438"/>
            <a:ext cx="241809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washer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long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2948" name="Picture 13" descr="W3_헬리컬 스프링와셔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516" r="26295"/>
          <a:stretch>
            <a:fillRect/>
          </a:stretch>
        </p:blipFill>
        <p:spPr bwMode="auto">
          <a:xfrm>
            <a:off x="1116013" y="1079500"/>
            <a:ext cx="100965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49" name="Rectangle 16"/>
          <p:cNvSpPr>
            <a:spLocks noChangeArrowheads="1"/>
          </p:cNvSpPr>
          <p:nvPr/>
        </p:nvSpPr>
        <p:spPr bwMode="auto">
          <a:xfrm>
            <a:off x="971550" y="1799352"/>
            <a:ext cx="183095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Spring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Washer(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đệm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vênh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2950" name="Picture 17" descr="W1_평_원형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180" r="24672"/>
          <a:stretch>
            <a:fillRect/>
          </a:stretch>
        </p:blipFill>
        <p:spPr bwMode="auto">
          <a:xfrm>
            <a:off x="3013075" y="1079500"/>
            <a:ext cx="1152525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51" name="Rectangle 18"/>
          <p:cNvSpPr>
            <a:spLocks noChangeArrowheads="1"/>
          </p:cNvSpPr>
          <p:nvPr/>
        </p:nvSpPr>
        <p:spPr bwMode="auto">
          <a:xfrm>
            <a:off x="3132138" y="1799352"/>
            <a:ext cx="92525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Washer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2952" name="Picture 19" descr="W1_평_사각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334" r="24516"/>
          <a:stretch>
            <a:fillRect/>
          </a:stretch>
        </p:blipFill>
        <p:spPr bwMode="auto">
          <a:xfrm>
            <a:off x="5053013" y="1079500"/>
            <a:ext cx="1152525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53" name="Rectangle 20"/>
          <p:cNvSpPr>
            <a:spLocks noChangeArrowheads="1"/>
          </p:cNvSpPr>
          <p:nvPr/>
        </p:nvSpPr>
        <p:spPr bwMode="auto">
          <a:xfrm>
            <a:off x="5049838" y="1799352"/>
            <a:ext cx="12490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Washer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2954" name="Picture 21" descr="W2_테이퍼와셔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114" r="24516"/>
          <a:stretch>
            <a:fillRect/>
          </a:stretch>
        </p:blipFill>
        <p:spPr bwMode="auto">
          <a:xfrm>
            <a:off x="7092950" y="1052513"/>
            <a:ext cx="1116013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55" name="Rectangle 22"/>
          <p:cNvSpPr>
            <a:spLocks noChangeArrowheads="1"/>
          </p:cNvSpPr>
          <p:nvPr/>
        </p:nvSpPr>
        <p:spPr bwMode="auto">
          <a:xfrm>
            <a:off x="7024688" y="1799352"/>
            <a:ext cx="91242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Taper Washer</a:t>
            </a:r>
          </a:p>
        </p:txBody>
      </p:sp>
      <p:pic>
        <p:nvPicPr>
          <p:cNvPr id="82956" name="Picture 23" descr="W3_접시_스프링와셔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550" y="2349500"/>
            <a:ext cx="1439863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57" name="Rectangle 24"/>
          <p:cNvSpPr>
            <a:spLocks noChangeArrowheads="1"/>
          </p:cNvSpPr>
          <p:nvPr/>
        </p:nvSpPr>
        <p:spPr bwMode="auto">
          <a:xfrm>
            <a:off x="996950" y="3096339"/>
            <a:ext cx="114165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Spring Washer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đĩa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2958" name="Picture 25" descr="W3_웨이브_스프링와셔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2305050"/>
            <a:ext cx="1152525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59" name="Rectangle 26"/>
          <p:cNvSpPr>
            <a:spLocks noChangeArrowheads="1"/>
          </p:cNvSpPr>
          <p:nvPr/>
        </p:nvSpPr>
        <p:spPr bwMode="auto">
          <a:xfrm>
            <a:off x="3059113" y="3096339"/>
            <a:ext cx="85311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Washer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sóng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2960" name="Picture 27" descr="W4_내치와셔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904" r="33025"/>
          <a:stretch>
            <a:fillRect/>
          </a:stretch>
        </p:blipFill>
        <p:spPr bwMode="auto">
          <a:xfrm>
            <a:off x="5219700" y="2335213"/>
            <a:ext cx="8636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61" name="Rectangle 28"/>
          <p:cNvSpPr>
            <a:spLocks noChangeArrowheads="1"/>
          </p:cNvSpPr>
          <p:nvPr/>
        </p:nvSpPr>
        <p:spPr bwMode="auto">
          <a:xfrm>
            <a:off x="5076825" y="3096339"/>
            <a:ext cx="114326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Washer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2962" name="Picture 29" descr="W4_외치와셔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15" r="28075"/>
          <a:stretch>
            <a:fillRect/>
          </a:stretch>
        </p:blipFill>
        <p:spPr bwMode="auto">
          <a:xfrm>
            <a:off x="7164388" y="2335213"/>
            <a:ext cx="1008062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963" name="Picture 30" descr="W4_내외치와셔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037" r="29852"/>
          <a:stretch>
            <a:fillRect/>
          </a:stretch>
        </p:blipFill>
        <p:spPr bwMode="auto">
          <a:xfrm>
            <a:off x="1258888" y="3716338"/>
            <a:ext cx="1008062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64" name="Rectangle 31"/>
          <p:cNvSpPr>
            <a:spLocks noChangeArrowheads="1"/>
          </p:cNvSpPr>
          <p:nvPr/>
        </p:nvSpPr>
        <p:spPr bwMode="auto">
          <a:xfrm>
            <a:off x="1154113" y="4458414"/>
            <a:ext cx="146065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Washer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2965" name="Picture 32" descr="W4_접시_외치와셔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778" r="21114"/>
          <a:stretch>
            <a:fillRect/>
          </a:stretch>
        </p:blipFill>
        <p:spPr bwMode="auto">
          <a:xfrm>
            <a:off x="3708400" y="3716338"/>
            <a:ext cx="12954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66" name="Rectangle 33"/>
          <p:cNvSpPr>
            <a:spLocks noChangeArrowheads="1"/>
          </p:cNvSpPr>
          <p:nvPr/>
        </p:nvSpPr>
        <p:spPr bwMode="auto">
          <a:xfrm>
            <a:off x="7092950" y="3096339"/>
            <a:ext cx="115768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Washer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2967" name="Rectangle 34"/>
          <p:cNvSpPr>
            <a:spLocks noChangeArrowheads="1"/>
          </p:cNvSpPr>
          <p:nvPr/>
        </p:nvSpPr>
        <p:spPr bwMode="auto">
          <a:xfrm>
            <a:off x="3643313" y="4458414"/>
            <a:ext cx="134684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Washer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đĩa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2968" name="Picture 35" descr="W4_외연치와셔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15" r="27997"/>
          <a:stretch>
            <a:fillRect/>
          </a:stretch>
        </p:blipFill>
        <p:spPr bwMode="auto">
          <a:xfrm>
            <a:off x="6299200" y="3716338"/>
            <a:ext cx="100965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69" name="Rectangle 36"/>
          <p:cNvSpPr>
            <a:spLocks noChangeArrowheads="1"/>
          </p:cNvSpPr>
          <p:nvPr/>
        </p:nvSpPr>
        <p:spPr bwMode="auto">
          <a:xfrm>
            <a:off x="6243638" y="4458414"/>
            <a:ext cx="180850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Washer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zigzag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2970" name="Picture 37" descr="W4_내연치와셔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036" r="26373"/>
          <a:stretch>
            <a:fillRect/>
          </a:stretch>
        </p:blipFill>
        <p:spPr bwMode="auto">
          <a:xfrm>
            <a:off x="1404938" y="5157788"/>
            <a:ext cx="10795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71" name="Rectangle 38"/>
          <p:cNvSpPr>
            <a:spLocks noChangeArrowheads="1"/>
          </p:cNvSpPr>
          <p:nvPr/>
        </p:nvSpPr>
        <p:spPr bwMode="auto">
          <a:xfrm>
            <a:off x="1260475" y="5976064"/>
            <a:ext cx="179408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Washer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zigzag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2972" name="Picture 39" descr="W4_회오리와셔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778" r="17557"/>
          <a:stretch>
            <a:fillRect/>
          </a:stretch>
        </p:blipFill>
        <p:spPr bwMode="auto">
          <a:xfrm>
            <a:off x="3635375" y="5157788"/>
            <a:ext cx="1368425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73" name="Rectangle 40"/>
          <p:cNvSpPr>
            <a:spLocks noChangeArrowheads="1"/>
          </p:cNvSpPr>
          <p:nvPr/>
        </p:nvSpPr>
        <p:spPr bwMode="auto">
          <a:xfrm>
            <a:off x="3795713" y="5976064"/>
            <a:ext cx="107433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Whirling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Washer</a:t>
            </a:r>
          </a:p>
        </p:txBody>
      </p:sp>
      <p:pic>
        <p:nvPicPr>
          <p:cNvPr id="82974" name="Picture 41" descr="W4_노르트록와셔"/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33" r="10510"/>
          <a:stretch>
            <a:fillRect/>
          </a:stretch>
        </p:blipFill>
        <p:spPr bwMode="auto">
          <a:xfrm>
            <a:off x="6011863" y="5157788"/>
            <a:ext cx="1728787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75" name="Rectangle 42"/>
          <p:cNvSpPr>
            <a:spLocks noChangeArrowheads="1"/>
          </p:cNvSpPr>
          <p:nvPr/>
        </p:nvSpPr>
        <p:spPr bwMode="auto">
          <a:xfrm>
            <a:off x="6224588" y="5976064"/>
            <a:ext cx="11721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Nord Lock Washer</a:t>
            </a:r>
          </a:p>
        </p:txBody>
      </p:sp>
      <p:sp>
        <p:nvSpPr>
          <p:cNvPr id="82976" name="Rectangle 47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(Bolt, Nut)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2977" name="Rectangle 4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993907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CD1A3462-A8A6-470C-BC79-A17B88897448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62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3971" name="Text Box 2"/>
          <p:cNvSpPr txBox="1">
            <a:spLocks noChangeArrowheads="1"/>
          </p:cNvSpPr>
          <p:nvPr/>
        </p:nvSpPr>
        <p:spPr bwMode="auto">
          <a:xfrm>
            <a:off x="915988" y="1155700"/>
            <a:ext cx="7543800" cy="13480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7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đủ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cờ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7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7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(lock nut).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vốn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7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3972" name="Text Box 3"/>
          <p:cNvSpPr txBox="1">
            <a:spLocks noChangeArrowheads="1"/>
          </p:cNvSpPr>
          <p:nvPr/>
        </p:nvSpPr>
        <p:spPr bwMode="auto">
          <a:xfrm>
            <a:off x="2613025" y="5997575"/>
            <a:ext cx="277832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2-15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lock nut]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83973" name="Group 21"/>
          <p:cNvGrpSpPr>
            <a:grpSpLocks/>
          </p:cNvGrpSpPr>
          <p:nvPr/>
        </p:nvGrpSpPr>
        <p:grpSpPr bwMode="auto">
          <a:xfrm>
            <a:off x="2211388" y="2427288"/>
            <a:ext cx="4148137" cy="3449637"/>
            <a:chOff x="1338" y="1504"/>
            <a:chExt cx="2613" cy="2173"/>
          </a:xfrm>
        </p:grpSpPr>
        <p:pic>
          <p:nvPicPr>
            <p:cNvPr id="83977" name="Picture 4" descr="4-6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38" y="1525"/>
              <a:ext cx="2585" cy="21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978" name="Text Box 5"/>
            <p:cNvSpPr txBox="1">
              <a:spLocks noChangeArrowheads="1"/>
            </p:cNvSpPr>
            <p:nvPr/>
          </p:nvSpPr>
          <p:spPr bwMode="auto">
            <a:xfrm>
              <a:off x="1837" y="1628"/>
              <a:ext cx="33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Nut</a:t>
              </a:r>
              <a:r>
                <a:rPr lang="ko-KR" altLang="en-US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cố</a:t>
              </a:r>
              <a:endPara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định</a:t>
              </a:r>
              <a:endPara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979" name="Text Box 6"/>
            <p:cNvSpPr txBox="1">
              <a:spLocks noChangeArrowheads="1"/>
            </p:cNvSpPr>
            <p:nvPr/>
          </p:nvSpPr>
          <p:spPr bwMode="auto">
            <a:xfrm>
              <a:off x="2517" y="1504"/>
              <a:ext cx="65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Phương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pháp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sai</a:t>
              </a:r>
              <a:endPara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980" name="Text Box 7"/>
            <p:cNvSpPr txBox="1">
              <a:spLocks noChangeArrowheads="1"/>
            </p:cNvSpPr>
            <p:nvPr/>
          </p:nvSpPr>
          <p:spPr bwMode="auto">
            <a:xfrm>
              <a:off x="2880" y="3091"/>
              <a:ext cx="374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Cố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định</a:t>
              </a:r>
              <a:endPara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981" name="Text Box 8"/>
            <p:cNvSpPr txBox="1">
              <a:spLocks noChangeArrowheads="1"/>
            </p:cNvSpPr>
            <p:nvPr/>
          </p:nvSpPr>
          <p:spPr bwMode="auto">
            <a:xfrm>
              <a:off x="1677" y="3381"/>
              <a:ext cx="78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quay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ngược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15°~20°</a:t>
              </a:r>
            </a:p>
            <a:p>
              <a:pPr algn="l" eaLnBrk="1" latinLnBrk="1" hangingPunct="1">
                <a:lnSpc>
                  <a:spcPct val="100000"/>
                </a:lnSpc>
              </a:pPr>
              <a:endPara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982" name="Text Box 9"/>
            <p:cNvSpPr txBox="1">
              <a:spLocks noChangeArrowheads="1"/>
            </p:cNvSpPr>
            <p:nvPr/>
          </p:nvSpPr>
          <p:spPr bwMode="auto">
            <a:xfrm rot="16200000">
              <a:off x="3004" y="2040"/>
              <a:ext cx="213" cy="1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Nut</a:t>
              </a:r>
              <a:endPara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983" name="Text Box 10"/>
            <p:cNvSpPr txBox="1">
              <a:spLocks noChangeArrowheads="1"/>
            </p:cNvSpPr>
            <p:nvPr/>
          </p:nvSpPr>
          <p:spPr bwMode="auto">
            <a:xfrm rot="16200000">
              <a:off x="3746" y="2024"/>
              <a:ext cx="213" cy="1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Bolt</a:t>
              </a:r>
              <a:endPara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83974" name="Rectangle 12"/>
          <p:cNvSpPr>
            <a:spLocks noChangeArrowheads="1"/>
          </p:cNvSpPr>
          <p:nvPr/>
        </p:nvSpPr>
        <p:spPr bwMode="auto">
          <a:xfrm>
            <a:off x="831850" y="939800"/>
            <a:ext cx="265489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ko-KR" altLang="en-US" sz="13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long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3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3975" name="Rectangle 14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(Bolt, Nut)</a:t>
            </a:r>
          </a:p>
        </p:txBody>
      </p:sp>
      <p:sp>
        <p:nvSpPr>
          <p:cNvPr id="83976" name="Rectangle 15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561594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FF172B89-2813-47CA-AF5E-79397F2DF3BE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63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4995" name="Text Box 2"/>
          <p:cNvSpPr txBox="1">
            <a:spLocks noChangeArrowheads="1"/>
          </p:cNvSpPr>
          <p:nvPr/>
        </p:nvSpPr>
        <p:spPr bwMode="auto">
          <a:xfrm>
            <a:off x="482600" y="476250"/>
            <a:ext cx="1425575" cy="385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6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(Pin</a:t>
            </a:r>
            <a:r>
              <a:rPr lang="en-US" altLang="ko-KR" sz="16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84996" name="Text Box 3"/>
          <p:cNvSpPr txBox="1">
            <a:spLocks noChangeArrowheads="1"/>
          </p:cNvSpPr>
          <p:nvPr/>
        </p:nvSpPr>
        <p:spPr bwMode="auto">
          <a:xfrm>
            <a:off x="769938" y="1079500"/>
            <a:ext cx="7357335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gear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key.</a:t>
            </a:r>
          </a:p>
          <a:p>
            <a:pPr algn="l" eaLnBrk="1" latinLnBrk="1" hangingPunct="1"/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84997" name="Text Box 4"/>
          <p:cNvSpPr txBox="1">
            <a:spLocks noChangeArrowheads="1"/>
          </p:cNvSpPr>
          <p:nvPr/>
        </p:nvSpPr>
        <p:spPr bwMode="auto">
          <a:xfrm>
            <a:off x="1274763" y="1852613"/>
            <a:ext cx="6105525" cy="3323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que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4998" name="Text Box 5"/>
          <p:cNvSpPr txBox="1">
            <a:spLocks noChangeArrowheads="1"/>
          </p:cNvSpPr>
          <p:nvPr/>
        </p:nvSpPr>
        <p:spPr bwMode="auto">
          <a:xfrm>
            <a:off x="973138" y="4156075"/>
            <a:ext cx="5903912" cy="3323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1/50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taper,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84999" name="Group 6"/>
          <p:cNvGrpSpPr>
            <a:grpSpLocks/>
          </p:cNvGrpSpPr>
          <p:nvPr/>
        </p:nvGrpSpPr>
        <p:grpSpPr bwMode="auto">
          <a:xfrm>
            <a:off x="5449888" y="2270125"/>
            <a:ext cx="1570037" cy="1663700"/>
            <a:chOff x="385" y="422"/>
            <a:chExt cx="989" cy="1048"/>
          </a:xfrm>
        </p:grpSpPr>
        <p:pic>
          <p:nvPicPr>
            <p:cNvPr id="85014" name="Picture 7" descr="31-14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" y="471"/>
              <a:ext cx="989" cy="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015" name="Text Box 8"/>
            <p:cNvSpPr txBox="1">
              <a:spLocks noChangeArrowheads="1"/>
            </p:cNvSpPr>
            <p:nvPr/>
          </p:nvSpPr>
          <p:spPr bwMode="auto">
            <a:xfrm>
              <a:off x="650" y="422"/>
              <a:ext cx="15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ℓ</a:t>
              </a:r>
            </a:p>
          </p:txBody>
        </p:sp>
        <p:sp>
          <p:nvSpPr>
            <p:cNvPr id="85016" name="Text Box 9"/>
            <p:cNvSpPr txBox="1">
              <a:spLocks noChangeArrowheads="1"/>
            </p:cNvSpPr>
            <p:nvPr/>
          </p:nvSpPr>
          <p:spPr bwMode="auto">
            <a:xfrm>
              <a:off x="657" y="912"/>
              <a:ext cx="15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ℓ</a:t>
              </a:r>
            </a:p>
          </p:txBody>
        </p:sp>
        <p:sp>
          <p:nvSpPr>
            <p:cNvPr id="85017" name="Text Box 10"/>
            <p:cNvSpPr txBox="1">
              <a:spLocks noChangeArrowheads="1"/>
            </p:cNvSpPr>
            <p:nvPr/>
          </p:nvSpPr>
          <p:spPr bwMode="auto">
            <a:xfrm rot="16200000">
              <a:off x="800" y="678"/>
              <a:ext cx="19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dp</a:t>
              </a:r>
            </a:p>
          </p:txBody>
        </p:sp>
        <p:sp>
          <p:nvSpPr>
            <p:cNvPr id="85018" name="Text Box 11"/>
            <p:cNvSpPr txBox="1">
              <a:spLocks noChangeArrowheads="1"/>
            </p:cNvSpPr>
            <p:nvPr/>
          </p:nvSpPr>
          <p:spPr bwMode="auto">
            <a:xfrm rot="16200000">
              <a:off x="782" y="1179"/>
              <a:ext cx="19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dp</a:t>
              </a:r>
            </a:p>
          </p:txBody>
        </p:sp>
      </p:grpSp>
      <p:pic>
        <p:nvPicPr>
          <p:cNvPr id="85000" name="Picture 1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5200" y="2486025"/>
            <a:ext cx="1371600" cy="1447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5001" name="Group 13"/>
          <p:cNvGrpSpPr>
            <a:grpSpLocks/>
          </p:cNvGrpSpPr>
          <p:nvPr/>
        </p:nvGrpSpPr>
        <p:grpSpPr bwMode="auto">
          <a:xfrm>
            <a:off x="5364163" y="4929188"/>
            <a:ext cx="3024187" cy="876300"/>
            <a:chOff x="1746" y="587"/>
            <a:chExt cx="1905" cy="552"/>
          </a:xfrm>
        </p:grpSpPr>
        <p:pic>
          <p:nvPicPr>
            <p:cNvPr id="85010" name="Picture 14" descr="32-14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46" y="587"/>
              <a:ext cx="1905" cy="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011" name="Text Box 15"/>
            <p:cNvSpPr txBox="1">
              <a:spLocks noChangeArrowheads="1"/>
            </p:cNvSpPr>
            <p:nvPr/>
          </p:nvSpPr>
          <p:spPr bwMode="auto">
            <a:xfrm>
              <a:off x="2336" y="787"/>
              <a:ext cx="47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Taper</a:t>
              </a:r>
              <a:r>
                <a:rPr lang="ko-KR" altLang="en-US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1/50</a:t>
              </a:r>
            </a:p>
          </p:txBody>
        </p:sp>
        <p:sp>
          <p:nvSpPr>
            <p:cNvPr id="85012" name="Text Box 16"/>
            <p:cNvSpPr txBox="1">
              <a:spLocks noChangeArrowheads="1"/>
            </p:cNvSpPr>
            <p:nvPr/>
          </p:nvSpPr>
          <p:spPr bwMode="auto">
            <a:xfrm>
              <a:off x="2513" y="947"/>
              <a:ext cx="15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ℓ</a:t>
              </a:r>
            </a:p>
          </p:txBody>
        </p:sp>
        <p:sp>
          <p:nvSpPr>
            <p:cNvPr id="85013" name="Text Box 17"/>
            <p:cNvSpPr txBox="1">
              <a:spLocks noChangeArrowheads="1"/>
            </p:cNvSpPr>
            <p:nvPr/>
          </p:nvSpPr>
          <p:spPr bwMode="auto">
            <a:xfrm rot="16200000">
              <a:off x="3413" y="774"/>
              <a:ext cx="15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</a:p>
          </p:txBody>
        </p:sp>
      </p:grpSp>
      <p:pic>
        <p:nvPicPr>
          <p:cNvPr id="85002" name="Picture 18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62300" y="4637088"/>
            <a:ext cx="2057400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5003" name="Text Box 19"/>
          <p:cNvSpPr txBox="1">
            <a:spLocks noChangeArrowheads="1"/>
          </p:cNvSpPr>
          <p:nvPr/>
        </p:nvSpPr>
        <p:spPr bwMode="auto">
          <a:xfrm>
            <a:off x="1235074" y="2695575"/>
            <a:ext cx="218479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★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5004" name="Text Box 20"/>
          <p:cNvSpPr txBox="1">
            <a:spLocks noChangeArrowheads="1"/>
          </p:cNvSpPr>
          <p:nvPr/>
        </p:nvSpPr>
        <p:spPr bwMode="auto">
          <a:xfrm>
            <a:off x="971550" y="5362575"/>
            <a:ext cx="2305050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★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endParaRPr lang="en-US" altLang="ko-KR" sz="10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petal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crank.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5005" name="Rectangle 22"/>
          <p:cNvSpPr>
            <a:spLocks noChangeArrowheads="1"/>
          </p:cNvSpPr>
          <p:nvPr/>
        </p:nvSpPr>
        <p:spPr bwMode="auto">
          <a:xfrm>
            <a:off x="827088" y="1617663"/>
            <a:ext cx="229421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(parallel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pin)</a:t>
            </a:r>
          </a:p>
        </p:txBody>
      </p:sp>
      <p:sp>
        <p:nvSpPr>
          <p:cNvPr id="85006" name="Rectangle 23"/>
          <p:cNvSpPr>
            <a:spLocks noChangeArrowheads="1"/>
          </p:cNvSpPr>
          <p:nvPr/>
        </p:nvSpPr>
        <p:spPr bwMode="auto">
          <a:xfrm>
            <a:off x="893763" y="3881438"/>
            <a:ext cx="166013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Trốt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(taper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pin)</a:t>
            </a:r>
          </a:p>
        </p:txBody>
      </p:sp>
      <p:sp>
        <p:nvSpPr>
          <p:cNvPr id="85007" name="Rectangle 25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5008" name="Rectangle 31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Pin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5009" name="Text Box 32"/>
          <p:cNvSpPr txBox="1">
            <a:spLocks noChangeArrowheads="1"/>
          </p:cNvSpPr>
          <p:nvPr/>
        </p:nvSpPr>
        <p:spPr bwMode="auto">
          <a:xfrm>
            <a:off x="684213" y="820738"/>
            <a:ext cx="222849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1-1.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70048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1D030E67-B1A4-46C1-B4AF-3ACADD5E32BA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64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6019" name="Picture 3" descr="3-1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2193925"/>
            <a:ext cx="2881313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6020" name="Text Box 4"/>
          <p:cNvSpPr txBox="1">
            <a:spLocks noChangeArrowheads="1"/>
          </p:cNvSpPr>
          <p:nvPr/>
        </p:nvSpPr>
        <p:spPr bwMode="auto">
          <a:xfrm rot="-5400000">
            <a:off x="5796756" y="2439195"/>
            <a:ext cx="295275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</a:t>
            </a:r>
          </a:p>
        </p:txBody>
      </p:sp>
      <p:sp>
        <p:nvSpPr>
          <p:cNvPr id="86021" name="Text Box 5"/>
          <p:cNvSpPr txBox="1">
            <a:spLocks noChangeArrowheads="1"/>
          </p:cNvSpPr>
          <p:nvPr/>
        </p:nvSpPr>
        <p:spPr bwMode="auto">
          <a:xfrm>
            <a:off x="6796088" y="2133600"/>
            <a:ext cx="2619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ℓ</a:t>
            </a:r>
          </a:p>
        </p:txBody>
      </p:sp>
      <p:sp>
        <p:nvSpPr>
          <p:cNvPr id="86022" name="Text Box 6"/>
          <p:cNvSpPr txBox="1">
            <a:spLocks noChangeArrowheads="1"/>
          </p:cNvSpPr>
          <p:nvPr/>
        </p:nvSpPr>
        <p:spPr bwMode="auto">
          <a:xfrm rot="-5400000">
            <a:off x="5946566" y="2661057"/>
            <a:ext cx="3385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d1</a:t>
            </a:r>
          </a:p>
        </p:txBody>
      </p:sp>
      <p:sp>
        <p:nvSpPr>
          <p:cNvPr id="86023" name="Text Box 7"/>
          <p:cNvSpPr txBox="1">
            <a:spLocks noChangeArrowheads="1"/>
          </p:cNvSpPr>
          <p:nvPr/>
        </p:nvSpPr>
        <p:spPr bwMode="auto">
          <a:xfrm rot="-5400000">
            <a:off x="7258844" y="2585244"/>
            <a:ext cx="317500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</a:t>
            </a:r>
          </a:p>
        </p:txBody>
      </p:sp>
      <p:pic>
        <p:nvPicPr>
          <p:cNvPr id="86024" name="Picture 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2"/>
          <a:stretch>
            <a:fillRect/>
          </a:stretch>
        </p:blipFill>
        <p:spPr bwMode="auto">
          <a:xfrm>
            <a:off x="3851275" y="1833563"/>
            <a:ext cx="18288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6025" name="Text Box 9"/>
          <p:cNvSpPr txBox="1">
            <a:spLocks noChangeArrowheads="1"/>
          </p:cNvSpPr>
          <p:nvPr/>
        </p:nvSpPr>
        <p:spPr bwMode="auto">
          <a:xfrm>
            <a:off x="1042988" y="2049463"/>
            <a:ext cx="3048000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★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hãm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(split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pin)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nut.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pin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pin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6026" name="Text Box 10"/>
          <p:cNvSpPr txBox="1">
            <a:spLocks noChangeArrowheads="1"/>
          </p:cNvSpPr>
          <p:nvPr/>
        </p:nvSpPr>
        <p:spPr bwMode="auto">
          <a:xfrm>
            <a:off x="828675" y="941388"/>
            <a:ext cx="6551613" cy="572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lỏng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86027" name="Text Box 11"/>
          <p:cNvSpPr txBox="1">
            <a:spLocks noChangeArrowheads="1"/>
          </p:cNvSpPr>
          <p:nvPr/>
        </p:nvSpPr>
        <p:spPr bwMode="auto">
          <a:xfrm>
            <a:off x="908050" y="3846513"/>
            <a:ext cx="5535613" cy="8125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knuckle pin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gậy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riêng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gậy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(e).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86028" name="Group 12"/>
          <p:cNvGrpSpPr>
            <a:grpSpLocks/>
          </p:cNvGrpSpPr>
          <p:nvPr/>
        </p:nvGrpSpPr>
        <p:grpSpPr bwMode="auto">
          <a:xfrm>
            <a:off x="2700338" y="4716463"/>
            <a:ext cx="4176712" cy="1665287"/>
            <a:chOff x="3243" y="2174"/>
            <a:chExt cx="2177" cy="666"/>
          </a:xfrm>
        </p:grpSpPr>
        <p:pic>
          <p:nvPicPr>
            <p:cNvPr id="86033" name="Picture 13" descr="3-16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43" y="2246"/>
              <a:ext cx="2177" cy="5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034" name="Text Box 14"/>
            <p:cNvSpPr txBox="1">
              <a:spLocks noChangeArrowheads="1"/>
            </p:cNvSpPr>
            <p:nvPr/>
          </p:nvSpPr>
          <p:spPr bwMode="auto">
            <a:xfrm>
              <a:off x="3914" y="2174"/>
              <a:ext cx="176" cy="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d1</a:t>
              </a:r>
            </a:p>
          </p:txBody>
        </p:sp>
        <p:sp>
          <p:nvSpPr>
            <p:cNvPr id="86035" name="Text Box 15"/>
            <p:cNvSpPr txBox="1">
              <a:spLocks noChangeArrowheads="1"/>
            </p:cNvSpPr>
            <p:nvPr/>
          </p:nvSpPr>
          <p:spPr bwMode="auto">
            <a:xfrm>
              <a:off x="4203" y="2583"/>
              <a:ext cx="300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ℓ</a:t>
              </a:r>
            </a:p>
          </p:txBody>
        </p:sp>
        <p:sp>
          <p:nvSpPr>
            <p:cNvPr id="86036" name="Text Box 16"/>
            <p:cNvSpPr txBox="1">
              <a:spLocks noChangeArrowheads="1"/>
            </p:cNvSpPr>
            <p:nvPr/>
          </p:nvSpPr>
          <p:spPr bwMode="auto">
            <a:xfrm>
              <a:off x="4212" y="2705"/>
              <a:ext cx="136" cy="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ℓ</a:t>
              </a:r>
            </a:p>
          </p:txBody>
        </p:sp>
        <p:sp>
          <p:nvSpPr>
            <p:cNvPr id="86037" name="Text Box 17"/>
            <p:cNvSpPr txBox="1">
              <a:spLocks noChangeArrowheads="1"/>
            </p:cNvSpPr>
            <p:nvPr/>
          </p:nvSpPr>
          <p:spPr bwMode="auto">
            <a:xfrm rot="16200000">
              <a:off x="4167" y="2384"/>
              <a:ext cx="105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</a:p>
          </p:txBody>
        </p:sp>
      </p:grpSp>
      <p:sp>
        <p:nvSpPr>
          <p:cNvPr id="86029" name="Rectangle 19"/>
          <p:cNvSpPr>
            <a:spLocks noChangeArrowheads="1"/>
          </p:cNvSpPr>
          <p:nvPr/>
        </p:nvSpPr>
        <p:spPr bwMode="auto">
          <a:xfrm>
            <a:off x="533400" y="706438"/>
            <a:ext cx="169148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hốt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hãm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(split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pin)</a:t>
            </a:r>
          </a:p>
        </p:txBody>
      </p:sp>
      <p:sp>
        <p:nvSpPr>
          <p:cNvPr id="86030" name="Rectangle 20"/>
          <p:cNvSpPr>
            <a:spLocks noChangeArrowheads="1"/>
          </p:cNvSpPr>
          <p:nvPr/>
        </p:nvSpPr>
        <p:spPr bwMode="auto">
          <a:xfrm>
            <a:off x="539750" y="3568700"/>
            <a:ext cx="121058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K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nuckle pin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6031" name="Rectangle 22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6032" name="Rectangle 28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Pin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59880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CC2A7AF9-A631-4657-9120-6C73D130C3A9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65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87043" name="Group 32"/>
          <p:cNvGrpSpPr>
            <a:grpSpLocks/>
          </p:cNvGrpSpPr>
          <p:nvPr/>
        </p:nvGrpSpPr>
        <p:grpSpPr bwMode="auto">
          <a:xfrm>
            <a:off x="1908175" y="1671638"/>
            <a:ext cx="5184775" cy="1541462"/>
            <a:chOff x="1202" y="1053"/>
            <a:chExt cx="3266" cy="971"/>
          </a:xfrm>
        </p:grpSpPr>
        <p:pic>
          <p:nvPicPr>
            <p:cNvPr id="87054" name="Picture 3" descr="42-1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02" y="1065"/>
              <a:ext cx="3266" cy="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7055" name="Text Box 4"/>
            <p:cNvSpPr txBox="1">
              <a:spLocks noChangeArrowheads="1"/>
            </p:cNvSpPr>
            <p:nvPr/>
          </p:nvSpPr>
          <p:spPr bwMode="auto">
            <a:xfrm rot="3751586">
              <a:off x="1664" y="1158"/>
              <a:ext cx="22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30°</a:t>
              </a:r>
            </a:p>
          </p:txBody>
        </p:sp>
        <p:sp>
          <p:nvSpPr>
            <p:cNvPr id="87056" name="Text Box 5"/>
            <p:cNvSpPr txBox="1">
              <a:spLocks noChangeArrowheads="1"/>
            </p:cNvSpPr>
            <p:nvPr/>
          </p:nvSpPr>
          <p:spPr bwMode="auto">
            <a:xfrm rot="3751586">
              <a:off x="3188" y="1147"/>
              <a:ext cx="22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15°</a:t>
              </a:r>
            </a:p>
          </p:txBody>
        </p:sp>
        <p:sp>
          <p:nvSpPr>
            <p:cNvPr id="87057" name="Text Box 6"/>
            <p:cNvSpPr txBox="1">
              <a:spLocks noChangeArrowheads="1"/>
            </p:cNvSpPr>
            <p:nvPr/>
          </p:nvSpPr>
          <p:spPr bwMode="auto">
            <a:xfrm>
              <a:off x="1655" y="1779"/>
              <a:ext cx="16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</a:t>
              </a:r>
            </a:p>
          </p:txBody>
        </p:sp>
        <p:sp>
          <p:nvSpPr>
            <p:cNvPr id="87058" name="Text Box 7"/>
            <p:cNvSpPr txBox="1">
              <a:spLocks noChangeArrowheads="1"/>
            </p:cNvSpPr>
            <p:nvPr/>
          </p:nvSpPr>
          <p:spPr bwMode="auto">
            <a:xfrm>
              <a:off x="3145" y="1771"/>
              <a:ext cx="16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</a:t>
              </a:r>
            </a:p>
          </p:txBody>
        </p:sp>
        <p:sp>
          <p:nvSpPr>
            <p:cNvPr id="87059" name="Text Box 8"/>
            <p:cNvSpPr txBox="1">
              <a:spLocks noChangeArrowheads="1"/>
            </p:cNvSpPr>
            <p:nvPr/>
          </p:nvSpPr>
          <p:spPr bwMode="auto">
            <a:xfrm>
              <a:off x="1404" y="1616"/>
              <a:ext cx="153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87060" name="Text Box 9"/>
            <p:cNvSpPr txBox="1">
              <a:spLocks noChangeArrowheads="1"/>
            </p:cNvSpPr>
            <p:nvPr/>
          </p:nvSpPr>
          <p:spPr bwMode="auto">
            <a:xfrm>
              <a:off x="2154" y="1616"/>
              <a:ext cx="153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87061" name="Text Box 10"/>
            <p:cNvSpPr txBox="1">
              <a:spLocks noChangeArrowheads="1"/>
            </p:cNvSpPr>
            <p:nvPr/>
          </p:nvSpPr>
          <p:spPr bwMode="auto">
            <a:xfrm>
              <a:off x="2789" y="1640"/>
              <a:ext cx="153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87062" name="Text Box 11"/>
            <p:cNvSpPr txBox="1">
              <a:spLocks noChangeArrowheads="1"/>
            </p:cNvSpPr>
            <p:nvPr/>
          </p:nvSpPr>
          <p:spPr bwMode="auto">
            <a:xfrm rot="16200000">
              <a:off x="2178" y="1387"/>
              <a:ext cx="19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d1</a:t>
              </a:r>
            </a:p>
          </p:txBody>
        </p:sp>
        <p:sp>
          <p:nvSpPr>
            <p:cNvPr id="87063" name="Text Box 12"/>
            <p:cNvSpPr txBox="1">
              <a:spLocks noChangeArrowheads="1"/>
            </p:cNvSpPr>
            <p:nvPr/>
          </p:nvSpPr>
          <p:spPr bwMode="auto">
            <a:xfrm rot="16200000">
              <a:off x="3629" y="1366"/>
              <a:ext cx="19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d1</a:t>
              </a:r>
            </a:p>
          </p:txBody>
        </p:sp>
        <p:sp>
          <p:nvSpPr>
            <p:cNvPr id="87064" name="Text Box 13"/>
            <p:cNvSpPr txBox="1">
              <a:spLocks noChangeArrowheads="1"/>
            </p:cNvSpPr>
            <p:nvPr/>
          </p:nvSpPr>
          <p:spPr bwMode="auto">
            <a:xfrm rot="16200000">
              <a:off x="4173" y="1366"/>
              <a:ext cx="19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d2</a:t>
              </a:r>
            </a:p>
          </p:txBody>
        </p:sp>
        <p:sp>
          <p:nvSpPr>
            <p:cNvPr id="87065" name="Text Box 14"/>
            <p:cNvSpPr txBox="1">
              <a:spLocks noChangeArrowheads="1"/>
            </p:cNvSpPr>
            <p:nvPr/>
          </p:nvSpPr>
          <p:spPr bwMode="auto">
            <a:xfrm>
              <a:off x="3946" y="1053"/>
              <a:ext cx="148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</a:p>
          </p:txBody>
        </p:sp>
      </p:grpSp>
      <p:sp>
        <p:nvSpPr>
          <p:cNvPr id="87044" name="Text Box 15"/>
          <p:cNvSpPr txBox="1">
            <a:spLocks noChangeArrowheads="1"/>
          </p:cNvSpPr>
          <p:nvPr/>
        </p:nvSpPr>
        <p:spPr bwMode="auto">
          <a:xfrm>
            <a:off x="2484438" y="3089275"/>
            <a:ext cx="64472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 Ø8mm</a:t>
            </a:r>
          </a:p>
        </p:txBody>
      </p:sp>
      <p:sp>
        <p:nvSpPr>
          <p:cNvPr id="87045" name="Text Box 16"/>
          <p:cNvSpPr txBox="1">
            <a:spLocks noChangeArrowheads="1"/>
          </p:cNvSpPr>
          <p:nvPr/>
        </p:nvSpPr>
        <p:spPr bwMode="auto">
          <a:xfrm>
            <a:off x="5076825" y="3121025"/>
            <a:ext cx="64312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≥Ø8mm </a:t>
            </a:r>
          </a:p>
        </p:txBody>
      </p:sp>
      <p:sp>
        <p:nvSpPr>
          <p:cNvPr id="87046" name="Text Box 17"/>
          <p:cNvSpPr txBox="1">
            <a:spLocks noChangeArrowheads="1"/>
          </p:cNvSpPr>
          <p:nvPr/>
        </p:nvSpPr>
        <p:spPr bwMode="auto">
          <a:xfrm>
            <a:off x="3779838" y="3370263"/>
            <a:ext cx="94609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spring pin]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7047" name="Text Box 18"/>
          <p:cNvSpPr txBox="1">
            <a:spLocks noChangeArrowheads="1"/>
          </p:cNvSpPr>
          <p:nvPr/>
        </p:nvSpPr>
        <p:spPr bwMode="auto">
          <a:xfrm>
            <a:off x="3635375" y="6034088"/>
            <a:ext cx="198964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7048" name="Picture 19" descr="313_02_2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82850" y="3914775"/>
            <a:ext cx="4321175" cy="1292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7049" name="Text Box 20"/>
          <p:cNvSpPr txBox="1">
            <a:spLocks noChangeArrowheads="1"/>
          </p:cNvSpPr>
          <p:nvPr/>
        </p:nvSpPr>
        <p:spPr bwMode="auto">
          <a:xfrm>
            <a:off x="2782888" y="5192713"/>
            <a:ext cx="3733800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★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spring pin 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long bolt, nut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lề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pin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7050" name="Text Box 21"/>
          <p:cNvSpPr txBox="1">
            <a:spLocks noChangeArrowheads="1"/>
          </p:cNvSpPr>
          <p:nvPr/>
        </p:nvSpPr>
        <p:spPr bwMode="auto">
          <a:xfrm>
            <a:off x="847725" y="981075"/>
            <a:ext cx="6046788" cy="572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Spring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sping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(d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87051" name="Rectangle 23"/>
          <p:cNvSpPr>
            <a:spLocks noChangeArrowheads="1"/>
          </p:cNvSpPr>
          <p:nvPr/>
        </p:nvSpPr>
        <p:spPr bwMode="auto">
          <a:xfrm>
            <a:off x="596900" y="690563"/>
            <a:ext cx="11785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(5) S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pring pin</a:t>
            </a:r>
            <a:endParaRPr lang="en-US" altLang="ko-KR" sz="13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7052" name="Rectangle 25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7053" name="Rectangle 31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Pin</a:t>
            </a:r>
          </a:p>
        </p:txBody>
      </p:sp>
    </p:spTree>
    <p:extLst>
      <p:ext uri="{BB962C8B-B14F-4D97-AF65-F5344CB8AC3E}">
        <p14:creationId xmlns:p14="http://schemas.microsoft.com/office/powerpoint/2010/main" val="36955380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A38A6D55-C076-4C7C-9886-1E7F06C3EFAB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66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8067" name="Text Box 2"/>
          <p:cNvSpPr txBox="1">
            <a:spLocks noChangeArrowheads="1"/>
          </p:cNvSpPr>
          <p:nvPr/>
        </p:nvSpPr>
        <p:spPr bwMode="auto">
          <a:xfrm>
            <a:off x="468313" y="466725"/>
            <a:ext cx="2228850" cy="3620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6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600" b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Key</a:t>
            </a:r>
            <a:endParaRPr lang="en-US" altLang="ko-KR" sz="16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8068" name="Text Box 3"/>
          <p:cNvSpPr txBox="1">
            <a:spLocks noChangeArrowheads="1"/>
          </p:cNvSpPr>
          <p:nvPr/>
        </p:nvSpPr>
        <p:spPr bwMode="auto">
          <a:xfrm>
            <a:off x="879475" y="1052513"/>
            <a:ext cx="7202613" cy="8679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gear,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coupling,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dịch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cacbon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8(SM45C)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cacbon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rèn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5(SF55).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8069" name="Rectangle 11"/>
          <p:cNvSpPr>
            <a:spLocks noChangeArrowheads="1"/>
          </p:cNvSpPr>
          <p:nvPr/>
        </p:nvSpPr>
        <p:spPr bwMode="auto">
          <a:xfrm>
            <a:off x="328613" y="5589588"/>
            <a:ext cx="8416086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★ SM45C 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cacbon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ước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xử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ram).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★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đôi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song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(shear).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★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chêm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cuối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gỗ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chêm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gỗ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đá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hay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đỡ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chắc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chắn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8070" name="Rectangle 1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8071" name="Rectangle 20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8072" name="Text Box 22"/>
          <p:cNvSpPr txBox="1">
            <a:spLocks noChangeArrowheads="1"/>
          </p:cNvSpPr>
          <p:nvPr/>
        </p:nvSpPr>
        <p:spPr bwMode="auto">
          <a:xfrm>
            <a:off x="684213" y="820738"/>
            <a:ext cx="269817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1-1.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8073" name="Text Box 8"/>
          <p:cNvSpPr txBox="1">
            <a:spLocks noChangeArrowheads="1"/>
          </p:cNvSpPr>
          <p:nvPr/>
        </p:nvSpPr>
        <p:spPr bwMode="auto">
          <a:xfrm>
            <a:off x="755650" y="1785938"/>
            <a:ext cx="195758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(sliding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key)</a:t>
            </a:r>
          </a:p>
        </p:txBody>
      </p:sp>
      <p:sp>
        <p:nvSpPr>
          <p:cNvPr id="88074" name="Text Box 9"/>
          <p:cNvSpPr txBox="1">
            <a:spLocks noChangeArrowheads="1"/>
          </p:cNvSpPr>
          <p:nvPr/>
        </p:nvSpPr>
        <p:spPr bwMode="auto">
          <a:xfrm>
            <a:off x="982663" y="2060575"/>
            <a:ext cx="582136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then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(feather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(key home)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sườn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spline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.(g)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8075" name="Text Box 10"/>
          <p:cNvSpPr txBox="1">
            <a:spLocks noChangeArrowheads="1"/>
          </p:cNvSpPr>
          <p:nvPr/>
        </p:nvSpPr>
        <p:spPr bwMode="auto">
          <a:xfrm>
            <a:off x="755650" y="2867025"/>
            <a:ext cx="181171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chìm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(sunk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key)</a:t>
            </a:r>
          </a:p>
        </p:txBody>
      </p:sp>
      <p:sp>
        <p:nvSpPr>
          <p:cNvPr id="88076" name="Text Box 11"/>
          <p:cNvSpPr txBox="1">
            <a:spLocks noChangeArrowheads="1"/>
          </p:cNvSpPr>
          <p:nvPr/>
        </p:nvSpPr>
        <p:spPr bwMode="auto">
          <a:xfrm>
            <a:off x="984250" y="3200400"/>
            <a:ext cx="5819775" cy="21236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(parallel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key), 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(taper key)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gib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taper key)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thêm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 chia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vv..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.(h)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8077" name="Picture 3" descr="31-1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05613" y="1700213"/>
            <a:ext cx="1401762" cy="1585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8078" name="Text Box 5"/>
          <p:cNvSpPr txBox="1">
            <a:spLocks noChangeArrowheads="1"/>
          </p:cNvSpPr>
          <p:nvPr/>
        </p:nvSpPr>
        <p:spPr bwMode="auto">
          <a:xfrm>
            <a:off x="7021513" y="3141663"/>
            <a:ext cx="10390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8079" name="Picture 13" descr="33-1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32588" y="3429000"/>
            <a:ext cx="1617662" cy="1587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8080" name="Text Box 12"/>
          <p:cNvSpPr txBox="1">
            <a:spLocks noChangeArrowheads="1"/>
          </p:cNvSpPr>
          <p:nvPr/>
        </p:nvSpPr>
        <p:spPr bwMode="auto">
          <a:xfrm>
            <a:off x="7134225" y="5013325"/>
            <a:ext cx="104547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chìm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344412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4439E2BE-01B0-467A-A8F2-9493A747445D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67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9091" name="Picture 13" descr="34-1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99250" y="958850"/>
            <a:ext cx="1501775" cy="1462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9092" name="Picture 2" descr="32-1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2225" y="3133725"/>
            <a:ext cx="2189163" cy="1303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9093" name="Text Box 3"/>
          <p:cNvSpPr txBox="1">
            <a:spLocks noChangeArrowheads="1"/>
          </p:cNvSpPr>
          <p:nvPr/>
        </p:nvSpPr>
        <p:spPr bwMode="auto">
          <a:xfrm>
            <a:off x="7019925" y="4449763"/>
            <a:ext cx="138371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nguyệt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9094" name="Text Box 4"/>
          <p:cNvSpPr txBox="1">
            <a:spLocks noChangeArrowheads="1"/>
          </p:cNvSpPr>
          <p:nvPr/>
        </p:nvSpPr>
        <p:spPr bwMode="auto">
          <a:xfrm>
            <a:off x="755650" y="2794000"/>
            <a:ext cx="244819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Key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nguyệt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(woodruff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key)</a:t>
            </a:r>
          </a:p>
        </p:txBody>
      </p:sp>
      <p:sp>
        <p:nvSpPr>
          <p:cNvPr id="89095" name="Text Box 5"/>
          <p:cNvSpPr txBox="1">
            <a:spLocks noChangeArrowheads="1"/>
          </p:cNvSpPr>
          <p:nvPr/>
        </p:nvSpPr>
        <p:spPr bwMode="auto">
          <a:xfrm>
            <a:off x="1149350" y="3225800"/>
            <a:ext cx="5294313" cy="1292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(60mm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home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sâu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vv..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(key home)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(d).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9096" name="Text Box 10"/>
          <p:cNvSpPr txBox="1">
            <a:spLocks noChangeArrowheads="1"/>
          </p:cNvSpPr>
          <p:nvPr/>
        </p:nvSpPr>
        <p:spPr bwMode="auto">
          <a:xfrm>
            <a:off x="6986588" y="2433638"/>
            <a:ext cx="94288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9097" name="Text Box 11"/>
          <p:cNvSpPr txBox="1">
            <a:spLocks noChangeArrowheads="1"/>
          </p:cNvSpPr>
          <p:nvPr/>
        </p:nvSpPr>
        <p:spPr bwMode="auto">
          <a:xfrm>
            <a:off x="755650" y="836613"/>
            <a:ext cx="17462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Key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(round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key)</a:t>
            </a:r>
          </a:p>
        </p:txBody>
      </p:sp>
      <p:sp>
        <p:nvSpPr>
          <p:cNvPr id="89098" name="Text Box 12"/>
          <p:cNvSpPr txBox="1">
            <a:spLocks noChangeArrowheads="1"/>
          </p:cNvSpPr>
          <p:nvPr/>
        </p:nvSpPr>
        <p:spPr bwMode="auto">
          <a:xfrm>
            <a:off x="1017588" y="1231900"/>
            <a:ext cx="5570537" cy="1292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(pin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torque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(1/50)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(c)</a:t>
            </a:r>
          </a:p>
        </p:txBody>
      </p:sp>
      <p:sp>
        <p:nvSpPr>
          <p:cNvPr id="89099" name="Rectangle 19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9100" name="Rectangle 25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Key</a:t>
            </a:r>
          </a:p>
        </p:txBody>
      </p:sp>
    </p:spTree>
    <p:extLst>
      <p:ext uri="{BB962C8B-B14F-4D97-AF65-F5344CB8AC3E}">
        <p14:creationId xmlns:p14="http://schemas.microsoft.com/office/powerpoint/2010/main" val="31109738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F13E40C0-1E6F-4401-8A15-0176DE1E6600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68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90115" name="Picture 2" descr="MCj04369170000[1]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003675"/>
            <a:ext cx="2484438" cy="2484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0116" name="Picture 3" descr="MCj04414580000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2420938"/>
            <a:ext cx="2743200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117" name="Rectangle 4"/>
          <p:cNvSpPr>
            <a:spLocks noChangeArrowheads="1"/>
          </p:cNvSpPr>
          <p:nvPr/>
        </p:nvSpPr>
        <p:spPr bwMode="auto">
          <a:xfrm>
            <a:off x="2484438" y="1219200"/>
            <a:ext cx="4175125" cy="91440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2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0118" name="Text Box 5"/>
          <p:cNvSpPr txBox="1">
            <a:spLocks noChangeArrowheads="1"/>
          </p:cNvSpPr>
          <p:nvPr/>
        </p:nvSpPr>
        <p:spPr bwMode="auto">
          <a:xfrm>
            <a:off x="1691680" y="2817812"/>
            <a:ext cx="3070071" cy="27392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gear</a:t>
            </a:r>
            <a:endParaRPr lang="en-US" altLang="ko-KR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1-1.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1-2.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endParaRPr lang="en-US" altLang="ko-KR" sz="9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2-3.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worm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2-4.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tinh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2-5.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Ổ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đĩa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harmonic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2-6.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cycloid</a:t>
            </a:r>
          </a:p>
          <a:p>
            <a:pPr algn="l" eaLnBrk="1" latinLnBrk="1" hangingPunct="1"/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2-7.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0119" name="Text Box 6"/>
          <p:cNvSpPr txBox="1">
            <a:spLocks noChangeArrowheads="1"/>
          </p:cNvSpPr>
          <p:nvPr/>
        </p:nvSpPr>
        <p:spPr bwMode="auto">
          <a:xfrm>
            <a:off x="4782901" y="2787548"/>
            <a:ext cx="3263907" cy="23821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</a:t>
            </a:r>
            <a:endParaRPr lang="en-US" altLang="ko-KR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3-1.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Timing Belt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3-3.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Timing Belt</a:t>
            </a:r>
            <a:endParaRPr lang="ko-KR" altLang="en-US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3-4.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ngữ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timing Belt</a:t>
            </a:r>
            <a:endParaRPr lang="ko-KR" altLang="en-US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3-5.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lýTiming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chain</a:t>
            </a:r>
            <a:endParaRPr lang="en-US" altLang="ko-KR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4-1.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Chain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Chain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0120" name="Rectangle 17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▶▶3. </a:t>
            </a:r>
            <a:r>
              <a:rPr lang="ko-KR" altLang="en-US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전동요소</a:t>
            </a:r>
          </a:p>
        </p:txBody>
      </p:sp>
    </p:spTree>
    <p:extLst>
      <p:ext uri="{BB962C8B-B14F-4D97-AF65-F5344CB8AC3E}">
        <p14:creationId xmlns:p14="http://schemas.microsoft.com/office/powerpoint/2010/main" val="379477632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슬라이드 번호 개체 틀 1"/>
          <p:cNvSpPr>
            <a:spLocks noGrp="1"/>
          </p:cNvSpPr>
          <p:nvPr>
            <p:ph type="sldNum" sz="quarter" idx="10"/>
          </p:nvPr>
        </p:nvSpPr>
        <p:spPr>
          <a:xfrm>
            <a:off x="4457008" y="6567488"/>
            <a:ext cx="274434" cy="30777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1C4D2B30-7AC0-46FB-9C72-B63A5A18C09F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69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1139" name="Text Box 3"/>
          <p:cNvSpPr txBox="1">
            <a:spLocks noChangeArrowheads="1"/>
          </p:cNvSpPr>
          <p:nvPr/>
        </p:nvSpPr>
        <p:spPr bwMode="auto">
          <a:xfrm>
            <a:off x="827088" y="1268413"/>
            <a:ext cx="8000908" cy="1384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(Gear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齒車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齒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phạm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91140" name="Rectangle 4"/>
          <p:cNvSpPr>
            <a:spLocks noChangeArrowheads="1"/>
          </p:cNvSpPr>
          <p:nvPr/>
        </p:nvSpPr>
        <p:spPr bwMode="auto">
          <a:xfrm>
            <a:off x="684213" y="5876925"/>
            <a:ext cx="8590813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★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Mã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馬力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horse power)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動力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Hay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sức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ngựa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bắt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nguồn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(1phút)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ngựa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mã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wat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(W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kilo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wat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(kW).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Mã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đánh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pin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..hay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hấp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thụ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torque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mã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torque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mã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Tóm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torque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sức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mã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91141" name="Rectangle 7"/>
          <p:cNvSpPr>
            <a:spLocks noChangeArrowheads="1"/>
          </p:cNvSpPr>
          <p:nvPr/>
        </p:nvSpPr>
        <p:spPr bwMode="auto">
          <a:xfrm>
            <a:off x="900113" y="4437063"/>
            <a:ext cx="4681859" cy="14126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Ưu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endParaRPr lang="ko-KR" altLang="en-US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ko-KR" altLang="en-US" sz="13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①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endParaRPr lang="ko-KR" altLang="en-US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ko-KR" altLang="en-US" sz="13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②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Truyện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quay(</a:t>
            </a:r>
            <a:r>
              <a:rPr lang="ko-KR" altLang="en-US" sz="13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角速度比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endParaRPr lang="ko-KR" altLang="en-US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ko-KR" altLang="en-US" sz="13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③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giản</a:t>
            </a:r>
            <a:endParaRPr lang="ko-KR" altLang="en-US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ko-KR" altLang="en-US" sz="13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④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hao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endParaRPr lang="ko-KR" altLang="en-US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ko-KR" altLang="en-US" sz="13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⑤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ko-KR" altLang="en-US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1142" name="Text Box 8"/>
          <p:cNvSpPr txBox="1">
            <a:spLocks noChangeArrowheads="1"/>
          </p:cNvSpPr>
          <p:nvPr/>
        </p:nvSpPr>
        <p:spPr bwMode="auto">
          <a:xfrm>
            <a:off x="684213" y="892175"/>
            <a:ext cx="263405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1-1.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Sơ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(gear)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1143" name="Text Box 9"/>
          <p:cNvSpPr txBox="1">
            <a:spLocks noChangeArrowheads="1"/>
          </p:cNvSpPr>
          <p:nvPr/>
        </p:nvSpPr>
        <p:spPr bwMode="auto">
          <a:xfrm>
            <a:off x="352425" y="501650"/>
            <a:ext cx="83548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Gear</a:t>
            </a:r>
          </a:p>
        </p:txBody>
      </p:sp>
      <p:sp>
        <p:nvSpPr>
          <p:cNvPr id="91144" name="Rectangle 16"/>
          <p:cNvSpPr>
            <a:spLocks noChangeArrowheads="1"/>
          </p:cNvSpPr>
          <p:nvPr/>
        </p:nvSpPr>
        <p:spPr bwMode="auto">
          <a:xfrm>
            <a:off x="34925" y="43140"/>
            <a:ext cx="249940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1145" name="Rectangle 17"/>
          <p:cNvSpPr>
            <a:spLocks noGrp="1" noChangeArrowheads="1"/>
          </p:cNvSpPr>
          <p:nvPr>
            <p:ph type="title" idx="4294967295"/>
          </p:nvPr>
        </p:nvSpPr>
        <p:spPr>
          <a:xfrm>
            <a:off x="8200565" y="43448"/>
            <a:ext cx="835485" cy="338554"/>
          </a:xfrm>
        </p:spPr>
        <p:txBody>
          <a:bodyPr wrap="none"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Gear</a:t>
            </a:r>
          </a:p>
        </p:txBody>
      </p:sp>
      <p:sp>
        <p:nvSpPr>
          <p:cNvPr id="91146" name="Text Box 3"/>
          <p:cNvSpPr txBox="1">
            <a:spLocks noChangeArrowheads="1"/>
          </p:cNvSpPr>
          <p:nvPr/>
        </p:nvSpPr>
        <p:spPr bwMode="auto">
          <a:xfrm>
            <a:off x="1042988" y="2708275"/>
            <a:ext cx="39533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ko-KR" altLang="en-US" sz="10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●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(KS </a:t>
            </a:r>
            <a:r>
              <a:rPr lang="en-US" altLang="ko-KR" sz="10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 0102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ko-KR" altLang="en-US" sz="10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1147" name="Text Box 3"/>
          <p:cNvSpPr txBox="1">
            <a:spLocks noChangeArrowheads="1"/>
          </p:cNvSpPr>
          <p:nvPr/>
        </p:nvSpPr>
        <p:spPr bwMode="auto">
          <a:xfrm>
            <a:off x="1258888" y="2997200"/>
            <a:ext cx="4916731" cy="11387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Pinion(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ít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(driver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driving gear)</a:t>
            </a:r>
            <a:r>
              <a:rPr lang="ko-KR" altLang="en-US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(follower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driven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gera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: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91148" name="Picture 15">
            <a:hlinkClick r:id="rId2"/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25" y="6197600"/>
            <a:ext cx="4683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91149" name="Rectangle 7"/>
          <p:cNvSpPr>
            <a:spLocks noChangeArrowheads="1"/>
          </p:cNvSpPr>
          <p:nvPr/>
        </p:nvSpPr>
        <p:spPr bwMode="auto">
          <a:xfrm>
            <a:off x="0" y="6021388"/>
            <a:ext cx="612775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KSB0102</a:t>
            </a:r>
          </a:p>
        </p:txBody>
      </p:sp>
    </p:spTree>
    <p:extLst>
      <p:ext uri="{BB962C8B-B14F-4D97-AF65-F5344CB8AC3E}">
        <p14:creationId xmlns:p14="http://schemas.microsoft.com/office/powerpoint/2010/main" val="35535187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슬라이드 번호 개체 틀 1"/>
          <p:cNvSpPr>
            <a:spLocks noGrp="1"/>
          </p:cNvSpPr>
          <p:nvPr>
            <p:ph type="sldNum" sz="quarter" idx="10"/>
          </p:nvPr>
        </p:nvSpPr>
        <p:spPr>
          <a:xfrm>
            <a:off x="4457008" y="6567488"/>
            <a:ext cx="274434" cy="30777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E3FBE682-D9B1-411B-B03E-7546731643BC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70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2163" name="Rectangle 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2164" name="Rectangle 9"/>
          <p:cNvSpPr>
            <a:spLocks noGrp="1" noChangeArrowheads="1"/>
          </p:cNvSpPr>
          <p:nvPr>
            <p:ph type="title" idx="4294967295"/>
          </p:nvPr>
        </p:nvSpPr>
        <p:spPr>
          <a:xfrm>
            <a:off x="8200565" y="43448"/>
            <a:ext cx="835485" cy="338554"/>
          </a:xfrm>
        </p:spPr>
        <p:txBody>
          <a:bodyPr wrap="none"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Gear</a:t>
            </a:r>
          </a:p>
        </p:txBody>
      </p:sp>
      <p:sp>
        <p:nvSpPr>
          <p:cNvPr id="92165" name="Rectangle 11"/>
          <p:cNvSpPr>
            <a:spLocks noChangeArrowheads="1"/>
          </p:cNvSpPr>
          <p:nvPr/>
        </p:nvSpPr>
        <p:spPr bwMode="auto">
          <a:xfrm>
            <a:off x="755650" y="908050"/>
            <a:ext cx="2432525" cy="2954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92166" name="Picture 9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6375" y="1196975"/>
            <a:ext cx="6769100" cy="524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5439185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슬라이드 번호 개체 틀 1"/>
          <p:cNvSpPr txBox="1">
            <a:spLocks noGrp="1"/>
          </p:cNvSpPr>
          <p:nvPr/>
        </p:nvSpPr>
        <p:spPr bwMode="auto">
          <a:xfrm>
            <a:off x="4457008" y="6567488"/>
            <a:ext cx="27443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fld id="{C7A66A34-09C0-469A-BAC6-1ADBED8780DB}" type="slidenum">
              <a:rPr lang="en-US" altLang="ko-KR" sz="1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latinLnBrk="1" hangingPunct="1">
                <a:lnSpc>
                  <a:spcPct val="100000"/>
                </a:lnSpc>
              </a:pPr>
              <a:t>71</a:t>
            </a:fld>
            <a:endParaRPr lang="en-US" altLang="ko-KR" sz="14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3187" name="Rectangle 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3188" name="Rectangle 9"/>
          <p:cNvSpPr>
            <a:spLocks noGrp="1" noChangeArrowheads="1"/>
          </p:cNvSpPr>
          <p:nvPr>
            <p:ph type="title" idx="4294967295"/>
          </p:nvPr>
        </p:nvSpPr>
        <p:spPr>
          <a:xfrm>
            <a:off x="8200565" y="43448"/>
            <a:ext cx="835485" cy="338554"/>
          </a:xfrm>
        </p:spPr>
        <p:txBody>
          <a:bodyPr wrap="none"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Gear</a:t>
            </a:r>
          </a:p>
        </p:txBody>
      </p:sp>
      <p:sp>
        <p:nvSpPr>
          <p:cNvPr id="93189" name="Rectangle 11"/>
          <p:cNvSpPr>
            <a:spLocks noChangeArrowheads="1"/>
          </p:cNvSpPr>
          <p:nvPr/>
        </p:nvSpPr>
        <p:spPr bwMode="auto">
          <a:xfrm>
            <a:off x="755650" y="908050"/>
            <a:ext cx="2432525" cy="2807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93190" name="Picture 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650" y="1628775"/>
            <a:ext cx="3736975" cy="4284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93191" name="Picture 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4716463" y="1484313"/>
            <a:ext cx="4103687" cy="4535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93192" name="Picture 9">
            <a:hlinkClick r:id="rId4"/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25" y="6197600"/>
            <a:ext cx="4683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93193" name="Rectangle 7"/>
          <p:cNvSpPr>
            <a:spLocks noChangeArrowheads="1"/>
          </p:cNvSpPr>
          <p:nvPr/>
        </p:nvSpPr>
        <p:spPr bwMode="auto">
          <a:xfrm>
            <a:off x="0" y="6021388"/>
            <a:ext cx="633507" cy="2167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Gear </a:t>
            </a:r>
            <a:r>
              <a:rPr lang="ko-KR" altLang="en-US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구동</a:t>
            </a:r>
          </a:p>
        </p:txBody>
      </p:sp>
      <p:sp>
        <p:nvSpPr>
          <p:cNvPr id="2" name="직사각형 1"/>
          <p:cNvSpPr/>
          <p:nvPr/>
        </p:nvSpPr>
        <p:spPr bwMode="auto">
          <a:xfrm>
            <a:off x="477838" y="3356992"/>
            <a:ext cx="781794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직사각형 11"/>
          <p:cNvSpPr/>
          <p:nvPr/>
        </p:nvSpPr>
        <p:spPr bwMode="auto">
          <a:xfrm>
            <a:off x="608137" y="2780928"/>
            <a:ext cx="781794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1259632" y="2276872"/>
            <a:ext cx="934194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2193826" y="1700213"/>
            <a:ext cx="781794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3131840" y="2060848"/>
            <a:ext cx="1152128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3949648" y="2780928"/>
            <a:ext cx="781794" cy="432048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3860714" y="3221360"/>
            <a:ext cx="927309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3860714" y="3509392"/>
            <a:ext cx="1071326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755650" y="5659884"/>
            <a:ext cx="1438176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1474738" y="5371852"/>
            <a:ext cx="1438176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4212952" y="4365104"/>
            <a:ext cx="1438176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5220072" y="1939833"/>
            <a:ext cx="1438176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ích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직사각형 22"/>
          <p:cNvSpPr/>
          <p:nvPr/>
        </p:nvSpPr>
        <p:spPr bwMode="auto">
          <a:xfrm>
            <a:off x="7551487" y="1900047"/>
            <a:ext cx="1438176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6948264" y="4149080"/>
            <a:ext cx="1438176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직사각형 24"/>
          <p:cNvSpPr/>
          <p:nvPr/>
        </p:nvSpPr>
        <p:spPr bwMode="auto">
          <a:xfrm>
            <a:off x="6658248" y="1556792"/>
            <a:ext cx="934194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" name="직사각형 25"/>
          <p:cNvSpPr/>
          <p:nvPr/>
        </p:nvSpPr>
        <p:spPr bwMode="auto">
          <a:xfrm>
            <a:off x="5868144" y="3797424"/>
            <a:ext cx="1257202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" name="직사각형 26"/>
          <p:cNvSpPr/>
          <p:nvPr/>
        </p:nvSpPr>
        <p:spPr bwMode="auto">
          <a:xfrm>
            <a:off x="2157703" y="4509120"/>
            <a:ext cx="1257202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17628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슬라이드 번호 개체 틀 1"/>
          <p:cNvSpPr>
            <a:spLocks noGrp="1"/>
          </p:cNvSpPr>
          <p:nvPr>
            <p:ph type="sldNum" sz="quarter" idx="10"/>
          </p:nvPr>
        </p:nvSpPr>
        <p:spPr>
          <a:xfrm>
            <a:off x="4153795" y="2663825"/>
            <a:ext cx="274434" cy="30777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AF1899D3-7A8B-4505-A90D-36640DC45959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72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4211" name="Rectangle 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4212" name="Rectangle 9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Gear</a:t>
            </a:r>
          </a:p>
        </p:txBody>
      </p:sp>
      <p:sp>
        <p:nvSpPr>
          <p:cNvPr id="94213" name="Rectangle 10"/>
          <p:cNvSpPr>
            <a:spLocks noChangeArrowheads="1"/>
          </p:cNvSpPr>
          <p:nvPr/>
        </p:nvSpPr>
        <p:spPr bwMode="auto">
          <a:xfrm>
            <a:off x="500063" y="1484313"/>
            <a:ext cx="2592387" cy="296862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song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endParaRPr lang="ko-KR" altLang="en-US" sz="13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4214" name="Rectangle 11"/>
          <p:cNvSpPr>
            <a:spLocks noChangeArrowheads="1"/>
          </p:cNvSpPr>
          <p:nvPr/>
        </p:nvSpPr>
        <p:spPr bwMode="auto">
          <a:xfrm>
            <a:off x="3856038" y="765175"/>
            <a:ext cx="1470025" cy="3238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Gear</a:t>
            </a:r>
          </a:p>
        </p:txBody>
      </p:sp>
      <p:cxnSp>
        <p:nvCxnSpPr>
          <p:cNvPr id="94215" name="AutoShape 12"/>
          <p:cNvCxnSpPr>
            <a:cxnSpLocks noChangeShapeType="1"/>
            <a:stCxn id="94214" idx="2"/>
            <a:endCxn id="94213" idx="0"/>
          </p:cNvCxnSpPr>
          <p:nvPr/>
        </p:nvCxnSpPr>
        <p:spPr bwMode="auto">
          <a:xfrm rot="5400000">
            <a:off x="2996406" y="-110331"/>
            <a:ext cx="395288" cy="2794000"/>
          </a:xfrm>
          <a:prstGeom prst="bentConnector3">
            <a:avLst>
              <a:gd name="adj1" fmla="val 49801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4216" name="AutoShape 13"/>
          <p:cNvCxnSpPr>
            <a:cxnSpLocks noChangeShapeType="1"/>
            <a:stCxn id="94214" idx="2"/>
            <a:endCxn id="94219" idx="0"/>
          </p:cNvCxnSpPr>
          <p:nvPr/>
        </p:nvCxnSpPr>
        <p:spPr bwMode="auto">
          <a:xfrm rot="16200000" flipH="1">
            <a:off x="5788025" y="-107950"/>
            <a:ext cx="395288" cy="2789238"/>
          </a:xfrm>
          <a:prstGeom prst="bentConnector3">
            <a:avLst>
              <a:gd name="adj1" fmla="val 49801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4217" name="AutoShape 14"/>
          <p:cNvCxnSpPr>
            <a:cxnSpLocks noChangeShapeType="1"/>
            <a:stCxn id="94214" idx="2"/>
            <a:endCxn id="94218" idx="0"/>
          </p:cNvCxnSpPr>
          <p:nvPr/>
        </p:nvCxnSpPr>
        <p:spPr bwMode="auto">
          <a:xfrm rot="5400000">
            <a:off x="4392613" y="1285875"/>
            <a:ext cx="395288" cy="1587"/>
          </a:xfrm>
          <a:prstGeom prst="bentConnector3">
            <a:avLst>
              <a:gd name="adj1" fmla="val 49801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4218" name="Rectangle 41"/>
          <p:cNvSpPr>
            <a:spLocks noChangeArrowheads="1"/>
          </p:cNvSpPr>
          <p:nvPr/>
        </p:nvSpPr>
        <p:spPr bwMode="auto">
          <a:xfrm>
            <a:off x="3292475" y="1484313"/>
            <a:ext cx="2592388" cy="296862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giao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endParaRPr lang="ko-KR" altLang="en-US" sz="13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4219" name="Rectangle 42"/>
          <p:cNvSpPr>
            <a:spLocks noChangeArrowheads="1"/>
          </p:cNvSpPr>
          <p:nvPr/>
        </p:nvSpPr>
        <p:spPr bwMode="auto">
          <a:xfrm>
            <a:off x="6083300" y="1484313"/>
            <a:ext cx="2592388" cy="296862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le</a:t>
            </a:r>
            <a:endParaRPr lang="ko-KR" altLang="en-US" sz="13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4220" name="Rectangle 109"/>
          <p:cNvSpPr>
            <a:spLocks noChangeArrowheads="1"/>
          </p:cNvSpPr>
          <p:nvPr/>
        </p:nvSpPr>
        <p:spPr bwMode="auto">
          <a:xfrm>
            <a:off x="850900" y="692150"/>
            <a:ext cx="1739579" cy="2954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83427" name="Group 48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0621988"/>
              </p:ext>
            </p:extLst>
          </p:nvPr>
        </p:nvGraphicFramePr>
        <p:xfrm>
          <a:off x="115888" y="1916113"/>
          <a:ext cx="8853486" cy="4454526"/>
        </p:xfrm>
        <a:graphic>
          <a:graphicData uri="http://schemas.openxmlformats.org/drawingml/2006/table">
            <a:tbl>
              <a:tblPr/>
              <a:tblGrid>
                <a:gridCol w="1817486"/>
                <a:gridCol w="996736"/>
                <a:gridCol w="205410"/>
                <a:gridCol w="1817486"/>
                <a:gridCol w="996736"/>
                <a:gridCol w="205410"/>
                <a:gridCol w="1817486"/>
                <a:gridCol w="996736"/>
              </a:tblGrid>
              <a:tr h="8725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Tên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5" marR="90005" marT="46800" marB="46800" anchor="ctr" horzOverflow="overflow">
                    <a:lnL cap="flat">
                      <a:noFill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Image</a:t>
                      </a:r>
                    </a:p>
                  </a:txBody>
                  <a:tcPr marL="90005" marR="90005" marT="46800" marB="46800"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5" marR="90005" marT="46800" marB="46800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Tên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5" marR="90005" marT="46800" marB="46800" anchor="ctr" horzOverflow="overflow">
                    <a:lnL>
                      <a:noFill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Image</a:t>
                      </a:r>
                    </a:p>
                  </a:txBody>
                  <a:tcPr marL="90005" marR="90005" marT="46800" marB="46800"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5" marR="90005" marT="46800" marB="46800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Tên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5" marR="90005" marT="46800" marB="46800" anchor="ctr" horzOverflow="overflow">
                    <a:lnL>
                      <a:noFill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Image</a:t>
                      </a:r>
                    </a:p>
                  </a:txBody>
                  <a:tcPr marL="90005" marR="90005" marT="46800" marB="46800"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89628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Bánh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trụ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(Spur Gear)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5" marR="90005" marT="46800" marB="46800" anchor="ctr" horzOverflow="overflow">
                    <a:lnL cap="flat">
                      <a:noFill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5" marR="90005" marT="46800" marB="46800"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Bánh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côn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thẳng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(Straight Bevel Gear)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5" marR="90005" marT="46800" marB="46800" anchor="ctr" horzOverflow="overflow">
                    <a:lnL>
                      <a:noFill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5" marR="90005" marT="46800" marB="46800"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Bánh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xoắn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(Screw Gear)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5" marR="90005" marT="46800" marB="46800" anchor="ctr" horzOverflow="overflow">
                    <a:lnL>
                      <a:noFill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5" marR="90005" marT="46800" marB="46800"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89470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Bánh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thẳng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khớp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/>
                      </a:r>
                      <a:b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</a:b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(Internal Gear)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5" marR="90005" marT="46800" marB="46800" anchor="ctr" horzOverflow="overflow">
                    <a:lnL cap="flat">
                      <a:noFill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5" marR="90005" marT="46800" marB="46800"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Bánh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nón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cong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(Spiral Bevel Gear)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5" marR="90005" marT="46800" marB="46800" anchor="ctr" horzOverflow="overflow">
                    <a:lnL>
                      <a:noFill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5" marR="90005" marT="46800" marB="46800"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Bánh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trục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vít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(Worm Gear)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5" marR="90005" marT="46800" marB="46800" anchor="ctr" horzOverflow="overflow">
                    <a:lnL>
                      <a:noFill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5" marR="90005" marT="46800" marB="46800"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89628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Bánh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nghiêng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(Helical Gear)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5" marR="90005" marT="46800" marB="46800" anchor="ctr" horzOverflow="overflow">
                    <a:lnL cap="flat">
                      <a:noFill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5" marR="90005" marT="46800" marB="46800"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5" marR="90005" marT="46800" marB="46800" anchor="ctr" horzOverflow="overflow">
                    <a:lnL>
                      <a:noFill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5" marR="90005" marT="46800" marB="46800"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Bánh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vít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hypoid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(Hypoid Gear)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5" marR="90005" marT="46800" marB="46800" anchor="ctr" horzOverflow="overflow">
                    <a:lnL>
                      <a:noFill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5" marR="90005" marT="46800" marB="46800"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89470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Bánh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thanh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(Rack )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5" marR="90005" marT="46800" marB="46800" anchor="ctr" horzOverflow="overflow">
                    <a:lnL cap="flat">
                      <a:noFill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5" marR="90005" marT="46800" marB="46800"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5" marR="90005" marT="46800" marB="46800" anchor="ctr" horzOverflow="overflow">
                    <a:lnL>
                      <a:noFill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5" marR="90005" marT="46800" marB="46800"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Bánh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helicon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/>
                      </a:r>
                      <a:b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</a:b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(Helicon Gear)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5" marR="90005" marT="46800" marB="46800" anchor="ctr" horzOverflow="overflow">
                    <a:lnL>
                      <a:noFill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L="90005" marR="90005" marT="46800" marB="46800" anchor="ctr" horzOverflow="overflow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pic>
        <p:nvPicPr>
          <p:cNvPr id="94275" name="Picture 237"/>
          <p:cNvPicPr preferRelativeResize="0"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8175" y="5495925"/>
            <a:ext cx="989013" cy="874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94276" name="Picture 23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8175" y="2803525"/>
            <a:ext cx="990600" cy="873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94277" name="Picture 239"/>
          <p:cNvPicPr preferRelativeResize="0"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8175" y="3698875"/>
            <a:ext cx="989013" cy="874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94278" name="Picture 240"/>
          <p:cNvPicPr preferRelativeResize="0"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8175" y="4592638"/>
            <a:ext cx="989013" cy="874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94279" name="Picture 241"/>
          <p:cNvPicPr preferRelativeResize="0">
            <a:picLocks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32363" y="2795588"/>
            <a:ext cx="989012" cy="874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94280" name="Picture 242"/>
          <p:cNvPicPr preferRelativeResize="0">
            <a:picLocks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32363" y="3694113"/>
            <a:ext cx="989012" cy="874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94281" name="Picture 243"/>
          <p:cNvPicPr preferRelativeResize="0">
            <a:picLocks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56550" y="5500688"/>
            <a:ext cx="989013" cy="874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94282" name="Picture 244"/>
          <p:cNvPicPr preferRelativeResize="0">
            <a:picLocks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56550" y="2801938"/>
            <a:ext cx="989013" cy="874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94283" name="Picture 245"/>
          <p:cNvPicPr preferRelativeResize="0">
            <a:picLocks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56550" y="3689350"/>
            <a:ext cx="989013" cy="874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94284" name="Picture 246"/>
          <p:cNvPicPr preferRelativeResize="0">
            <a:picLocks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56550" y="4592638"/>
            <a:ext cx="989013" cy="874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543617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슬라이드 번호 개체 틀 1"/>
          <p:cNvSpPr>
            <a:spLocks noGrp="1"/>
          </p:cNvSpPr>
          <p:nvPr>
            <p:ph type="sldNum" sz="quarter" idx="10"/>
          </p:nvPr>
        </p:nvSpPr>
        <p:spPr>
          <a:xfrm>
            <a:off x="4457008" y="6523038"/>
            <a:ext cx="274434" cy="30777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6DFD0F91-F6B9-45ED-828D-B2150C9AC96D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73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5235" name="Rectangle 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5236" name="Rectangle 9"/>
          <p:cNvSpPr>
            <a:spLocks noGrp="1" noChangeArrowheads="1"/>
          </p:cNvSpPr>
          <p:nvPr>
            <p:ph type="title" idx="4294967295"/>
          </p:nvPr>
        </p:nvSpPr>
        <p:spPr>
          <a:xfrm>
            <a:off x="8198978" y="-1002"/>
            <a:ext cx="835485" cy="338554"/>
          </a:xfrm>
        </p:spPr>
        <p:txBody>
          <a:bodyPr wrap="none"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Gear</a:t>
            </a:r>
          </a:p>
        </p:txBody>
      </p:sp>
      <p:sp>
        <p:nvSpPr>
          <p:cNvPr id="95237" name="Rectangle 10"/>
          <p:cNvSpPr>
            <a:spLocks noChangeArrowheads="1"/>
          </p:cNvSpPr>
          <p:nvPr/>
        </p:nvSpPr>
        <p:spPr bwMode="auto">
          <a:xfrm>
            <a:off x="754063" y="2276475"/>
            <a:ext cx="225183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 Spur Gear )</a:t>
            </a:r>
          </a:p>
        </p:txBody>
      </p:sp>
      <p:sp>
        <p:nvSpPr>
          <p:cNvPr id="95238" name="Rectangle 11"/>
          <p:cNvSpPr>
            <a:spLocks noChangeArrowheads="1"/>
          </p:cNvSpPr>
          <p:nvPr/>
        </p:nvSpPr>
        <p:spPr bwMode="auto">
          <a:xfrm>
            <a:off x="876300" y="2624138"/>
            <a:ext cx="491807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5239" name="Rectangle 12"/>
          <p:cNvSpPr>
            <a:spLocks noChangeArrowheads="1"/>
          </p:cNvSpPr>
          <p:nvPr/>
        </p:nvSpPr>
        <p:spPr bwMode="auto">
          <a:xfrm>
            <a:off x="754063" y="4149725"/>
            <a:ext cx="333822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(Internal Gear)</a:t>
            </a:r>
          </a:p>
        </p:txBody>
      </p:sp>
      <p:sp>
        <p:nvSpPr>
          <p:cNvPr id="95240" name="Rectangle 13"/>
          <p:cNvSpPr>
            <a:spLocks noChangeArrowheads="1"/>
          </p:cNvSpPr>
          <p:nvPr/>
        </p:nvSpPr>
        <p:spPr bwMode="auto">
          <a:xfrm>
            <a:off x="876300" y="4754563"/>
            <a:ext cx="505142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5241" name="Rectangle 14"/>
          <p:cNvSpPr>
            <a:spLocks noChangeArrowheads="1"/>
          </p:cNvSpPr>
          <p:nvPr/>
        </p:nvSpPr>
        <p:spPr bwMode="auto">
          <a:xfrm>
            <a:off x="876300" y="954792"/>
            <a:ext cx="5783263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(Cylindrical gear.   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(External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gear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(Internal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gear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95242" name="Picture 15" descr=" 평기어 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7600" y="1916113"/>
            <a:ext cx="2262188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43" name="Picture 16" descr="26$1$4">
            <a:hlinkClick r:id="rId3"/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52"/>
          <a:stretch>
            <a:fillRect/>
          </a:stretch>
        </p:blipFill>
        <p:spPr bwMode="auto">
          <a:xfrm>
            <a:off x="6197600" y="4098925"/>
            <a:ext cx="2262188" cy="2282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244" name="Text Box 17"/>
          <p:cNvSpPr txBox="1">
            <a:spLocks noChangeArrowheads="1"/>
          </p:cNvSpPr>
          <p:nvPr/>
        </p:nvSpPr>
        <p:spPr bwMode="auto">
          <a:xfrm>
            <a:off x="611188" y="620713"/>
            <a:ext cx="213071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1-2.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endParaRPr lang="en-US" altLang="ko-KR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19575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슬라이드 번호 개체 틀 3"/>
          <p:cNvSpPr>
            <a:spLocks noGrp="1"/>
          </p:cNvSpPr>
          <p:nvPr>
            <p:ph type="sldNum" sz="quarter" idx="10"/>
          </p:nvPr>
        </p:nvSpPr>
        <p:spPr>
          <a:xfrm>
            <a:off x="4422083" y="6575425"/>
            <a:ext cx="274434" cy="30777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A72FBAD3-40E9-4635-BD0E-CD2CC33DE247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74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6259" name="Rectangle 2"/>
          <p:cNvSpPr>
            <a:spLocks noGrp="1" noChangeArrowheads="1"/>
          </p:cNvSpPr>
          <p:nvPr>
            <p:ph type="ctrTitle"/>
          </p:nvPr>
        </p:nvSpPr>
        <p:spPr>
          <a:xfrm>
            <a:off x="8197390" y="-1002"/>
            <a:ext cx="835485" cy="338554"/>
          </a:xfrm>
        </p:spPr>
        <p:txBody>
          <a:bodyPr wrap="none"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Gear</a:t>
            </a:r>
          </a:p>
        </p:txBody>
      </p:sp>
      <p:sp>
        <p:nvSpPr>
          <p:cNvPr id="96260" name="Rectangle 3"/>
          <p:cNvSpPr>
            <a:spLocks noChangeArrowheads="1"/>
          </p:cNvSpPr>
          <p:nvPr/>
        </p:nvSpPr>
        <p:spPr bwMode="auto">
          <a:xfrm>
            <a:off x="755650" y="671004"/>
            <a:ext cx="269716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lvl="0"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(Helical Gear)</a:t>
            </a:r>
          </a:p>
        </p:txBody>
      </p:sp>
      <p:pic>
        <p:nvPicPr>
          <p:cNvPr id="96261" name="Picture 4" descr=" 헬리컬 기어 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6638" y="1122363"/>
            <a:ext cx="1055687" cy="1714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262" name="Rectangle 5"/>
          <p:cNvSpPr>
            <a:spLocks noChangeArrowheads="1"/>
          </p:cNvSpPr>
          <p:nvPr/>
        </p:nvSpPr>
        <p:spPr bwMode="auto">
          <a:xfrm>
            <a:off x="893763" y="855098"/>
            <a:ext cx="5118100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ngăn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nhóm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bậc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(stepped gear)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bậc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bẻ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cong.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 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mềm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đẩy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推力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Thrust load)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bearing.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 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đẩy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thêm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pic>
        <p:nvPicPr>
          <p:cNvPr id="96263" name="Picture 9" descr=" 헬리컬기어의 비틀림방향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8525" y="1050925"/>
            <a:ext cx="1239838" cy="1809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264" name="Rectangle 11"/>
          <p:cNvSpPr>
            <a:spLocks noChangeArrowheads="1"/>
          </p:cNvSpPr>
          <p:nvPr/>
        </p:nvSpPr>
        <p:spPr bwMode="auto">
          <a:xfrm>
            <a:off x="755650" y="3502025"/>
            <a:ext cx="261802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(Rack )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6265" name="Rectangle 12"/>
          <p:cNvSpPr>
            <a:spLocks noChangeArrowheads="1"/>
          </p:cNvSpPr>
          <p:nvPr/>
        </p:nvSpPr>
        <p:spPr bwMode="auto">
          <a:xfrm>
            <a:off x="893763" y="3797300"/>
            <a:ext cx="4920001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(Pinion).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96266" name="Picture 13" descr=" 랙 기어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8225" y="3633788"/>
            <a:ext cx="1262063" cy="1162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6267" name="Picture 1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3643313"/>
            <a:ext cx="1462087" cy="1154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268" name="Rectangle 19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311764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슬라이드 번호 개체 틀 3"/>
          <p:cNvSpPr>
            <a:spLocks noGrp="1"/>
          </p:cNvSpPr>
          <p:nvPr>
            <p:ph type="sldNum" sz="quarter" idx="10"/>
          </p:nvPr>
        </p:nvSpPr>
        <p:spPr>
          <a:xfrm>
            <a:off x="4457008" y="6567488"/>
            <a:ext cx="274434" cy="30777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326E8A22-71C5-44B1-90D8-C8EBD25B1A3E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75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7283" name="Rectangle 2"/>
          <p:cNvSpPr>
            <a:spLocks noGrp="1" noChangeArrowheads="1"/>
          </p:cNvSpPr>
          <p:nvPr>
            <p:ph type="ctrTitle"/>
          </p:nvPr>
        </p:nvSpPr>
        <p:spPr>
          <a:xfrm>
            <a:off x="8222790" y="43448"/>
            <a:ext cx="835485" cy="338554"/>
          </a:xfrm>
        </p:spPr>
        <p:txBody>
          <a:bodyPr wrap="none"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Gear</a:t>
            </a:r>
          </a:p>
        </p:txBody>
      </p:sp>
      <p:sp>
        <p:nvSpPr>
          <p:cNvPr id="97284" name="Rectangle 3"/>
          <p:cNvSpPr>
            <a:spLocks noChangeArrowheads="1"/>
          </p:cNvSpPr>
          <p:nvPr/>
        </p:nvSpPr>
        <p:spPr bwMode="auto">
          <a:xfrm>
            <a:off x="733425" y="1271588"/>
            <a:ext cx="319087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lvl="0"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(Straight </a:t>
            </a:r>
            <a:r>
              <a:rPr lang="ko-KR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Bevel Gear)</a:t>
            </a:r>
          </a:p>
        </p:txBody>
      </p:sp>
      <p:sp>
        <p:nvSpPr>
          <p:cNvPr id="97285" name="Rectangle 4"/>
          <p:cNvSpPr>
            <a:spLocks noChangeArrowheads="1"/>
          </p:cNvSpPr>
          <p:nvPr/>
        </p:nvSpPr>
        <p:spPr bwMode="auto">
          <a:xfrm>
            <a:off x="900113" y="2891186"/>
            <a:ext cx="591502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xảy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97286" name="Picture 5" descr="k-0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80" t="11951" r="7143" b="546"/>
          <a:stretch>
            <a:fillRect/>
          </a:stretch>
        </p:blipFill>
        <p:spPr bwMode="auto">
          <a:xfrm>
            <a:off x="7696200" y="1700213"/>
            <a:ext cx="1327150" cy="1019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7287" name="Rectangle 7"/>
          <p:cNvSpPr>
            <a:spLocks noChangeArrowheads="1"/>
          </p:cNvSpPr>
          <p:nvPr/>
        </p:nvSpPr>
        <p:spPr bwMode="auto">
          <a:xfrm>
            <a:off x="900113" y="1506191"/>
            <a:ext cx="5318125" cy="1384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 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(Miter gear).  </a:t>
            </a:r>
          </a:p>
        </p:txBody>
      </p:sp>
      <p:sp>
        <p:nvSpPr>
          <p:cNvPr id="97288" name="Rectangle 8"/>
          <p:cNvSpPr>
            <a:spLocks noChangeArrowheads="1"/>
          </p:cNvSpPr>
          <p:nvPr/>
        </p:nvSpPr>
        <p:spPr bwMode="auto">
          <a:xfrm>
            <a:off x="982663" y="907112"/>
            <a:ext cx="3029997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3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giao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3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7289" name="Rectangle 9"/>
          <p:cNvSpPr>
            <a:spLocks noChangeArrowheads="1"/>
          </p:cNvSpPr>
          <p:nvPr/>
        </p:nvSpPr>
        <p:spPr bwMode="auto">
          <a:xfrm>
            <a:off x="900113" y="4271080"/>
            <a:ext cx="42545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mềm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97290" name="Picture 11" descr="k-1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01" t="5511" r="252" b="-441"/>
          <a:stretch>
            <a:fillRect/>
          </a:stretch>
        </p:blipFill>
        <p:spPr bwMode="auto">
          <a:xfrm>
            <a:off x="7829550" y="4127500"/>
            <a:ext cx="1131888" cy="1044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7291" name="Rectangle 13"/>
          <p:cNvSpPr>
            <a:spLocks noChangeArrowheads="1"/>
          </p:cNvSpPr>
          <p:nvPr/>
        </p:nvSpPr>
        <p:spPr bwMode="auto">
          <a:xfrm>
            <a:off x="733425" y="3971925"/>
            <a:ext cx="355054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lvl="0"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ko-KR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(Spiral </a:t>
            </a:r>
            <a:r>
              <a:rPr lang="ko-KR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bevel gear)</a:t>
            </a:r>
          </a:p>
        </p:txBody>
      </p:sp>
      <p:pic>
        <p:nvPicPr>
          <p:cNvPr id="97292" name="Picture 16" descr=" 스파이럴 베벨 기어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0000" y="4041775"/>
            <a:ext cx="1317625" cy="1238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7293" name="Picture 18" descr=" 스트레이트 베벨 기어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92863" y="1506538"/>
            <a:ext cx="1274762" cy="1274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7294" name="Rectangle 21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7295" name="Text Box 22"/>
          <p:cNvSpPr txBox="1">
            <a:spLocks noChangeArrowheads="1"/>
          </p:cNvSpPr>
          <p:nvPr/>
        </p:nvSpPr>
        <p:spPr bwMode="auto">
          <a:xfrm>
            <a:off x="611188" y="620713"/>
            <a:ext cx="248657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1-3.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giao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endParaRPr lang="en-US" altLang="ko-KR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868246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27DCFE5C-46F4-4D80-B0DF-F442D4080529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76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8307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77050" y="44450"/>
            <a:ext cx="2178050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Gear</a:t>
            </a:r>
            <a:endParaRPr lang="en-US" altLang="ko-KR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8308" name="Rectangle 4"/>
          <p:cNvSpPr>
            <a:spLocks noChangeArrowheads="1"/>
          </p:cNvSpPr>
          <p:nvPr/>
        </p:nvSpPr>
        <p:spPr bwMode="auto">
          <a:xfrm>
            <a:off x="917575" y="1059269"/>
            <a:ext cx="676178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le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le.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8309" name="Rectangle 5"/>
          <p:cNvSpPr>
            <a:spLocks noChangeArrowheads="1"/>
          </p:cNvSpPr>
          <p:nvPr/>
        </p:nvSpPr>
        <p:spPr bwMode="auto">
          <a:xfrm>
            <a:off x="917575" y="4347558"/>
            <a:ext cx="565150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(worm wheel).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uốn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đuôi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tòa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table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 </a:t>
            </a:r>
          </a:p>
        </p:txBody>
      </p:sp>
      <p:pic>
        <p:nvPicPr>
          <p:cNvPr id="98310" name="Picture 6" descr=" 나사 기어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2225" y="1484313"/>
            <a:ext cx="2125663" cy="2111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8311" name="Picture 7" descr="원통 웜기어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117" b="127"/>
          <a:stretch>
            <a:fillRect/>
          </a:stretch>
        </p:blipFill>
        <p:spPr bwMode="auto">
          <a:xfrm>
            <a:off x="6372225" y="4394200"/>
            <a:ext cx="2152650" cy="1820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8312" name="Rectangle 8"/>
          <p:cNvSpPr>
            <a:spLocks noChangeArrowheads="1"/>
          </p:cNvSpPr>
          <p:nvPr/>
        </p:nvSpPr>
        <p:spPr bwMode="auto">
          <a:xfrm>
            <a:off x="999053" y="1511300"/>
            <a:ext cx="287976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lvl="0"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ko-KR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(Crossed </a:t>
            </a:r>
            <a:r>
              <a:rPr lang="ko-KR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helical gear)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8313" name="Rectangle 9"/>
          <p:cNvSpPr>
            <a:spLocks noChangeArrowheads="1"/>
          </p:cNvSpPr>
          <p:nvPr/>
        </p:nvSpPr>
        <p:spPr bwMode="auto">
          <a:xfrm>
            <a:off x="998256" y="3943350"/>
            <a:ext cx="358463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lvl="0"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ko-KR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(Cylindrical </a:t>
            </a:r>
            <a:r>
              <a:rPr lang="ko-KR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worm gear)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8314" name="Rectangle 10"/>
          <p:cNvSpPr>
            <a:spLocks noChangeArrowheads="1"/>
          </p:cNvSpPr>
          <p:nvPr/>
        </p:nvSpPr>
        <p:spPr bwMode="auto">
          <a:xfrm>
            <a:off x="917575" y="1844675"/>
            <a:ext cx="5251450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8315" name="Rectangle 13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8316" name="Text Box 14"/>
          <p:cNvSpPr txBox="1">
            <a:spLocks noChangeArrowheads="1"/>
          </p:cNvSpPr>
          <p:nvPr/>
        </p:nvSpPr>
        <p:spPr bwMode="auto">
          <a:xfrm>
            <a:off x="611188" y="620713"/>
            <a:ext cx="206979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1-4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le</a:t>
            </a:r>
            <a:endParaRPr lang="en-US" altLang="ko-KR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009722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A96BC5D8-EFC8-49EB-9C49-384EF1283F88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77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9331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084888" y="44450"/>
            <a:ext cx="2930525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Gear</a:t>
            </a:r>
          </a:p>
        </p:txBody>
      </p:sp>
      <p:sp>
        <p:nvSpPr>
          <p:cNvPr id="99332" name="Rectangle 4"/>
          <p:cNvSpPr>
            <a:spLocks noChangeArrowheads="1"/>
          </p:cNvSpPr>
          <p:nvPr/>
        </p:nvSpPr>
        <p:spPr bwMode="auto">
          <a:xfrm>
            <a:off x="900113" y="4107825"/>
            <a:ext cx="516255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thanh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sắt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. 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đục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tương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ea typeface="돋움" pitchFamily="50" charset="-127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piroid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helicon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ngoại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trừ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spiroid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còn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đều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.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 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ea typeface="돋움" pitchFamily="50" charset="-127"/>
              <a:cs typeface="Times New Roman" panose="02020603050405020304" pitchFamily="18" charset="0"/>
            </a:endParaRPr>
          </a:p>
        </p:txBody>
      </p:sp>
      <p:sp>
        <p:nvSpPr>
          <p:cNvPr id="99333" name="Rectangle 8"/>
          <p:cNvSpPr>
            <a:spLocks noChangeArrowheads="1"/>
          </p:cNvSpPr>
          <p:nvPr/>
        </p:nvSpPr>
        <p:spPr bwMode="auto">
          <a:xfrm>
            <a:off x="740595" y="3735119"/>
            <a:ext cx="259077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helicon</a:t>
            </a:r>
            <a:r>
              <a:rPr lang="ko-KR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(Helicon </a:t>
            </a:r>
            <a:r>
              <a:rPr lang="ko-KR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gear</a:t>
            </a:r>
            <a:r>
              <a:rPr lang="ko-KR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)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ea typeface="돋움" pitchFamily="50" charset="-127"/>
              <a:cs typeface="Times New Roman" panose="02020603050405020304" pitchFamily="18" charset="0"/>
            </a:endParaRPr>
          </a:p>
        </p:txBody>
      </p:sp>
      <p:sp>
        <p:nvSpPr>
          <p:cNvPr id="99334" name="Rectangle 11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99335" name="Picture 1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56325" y="4149725"/>
            <a:ext cx="2590800" cy="1844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99336" name="Rectangle 18"/>
          <p:cNvSpPr>
            <a:spLocks noChangeArrowheads="1"/>
          </p:cNvSpPr>
          <p:nvPr/>
        </p:nvSpPr>
        <p:spPr bwMode="auto">
          <a:xfrm>
            <a:off x="938213" y="1328907"/>
            <a:ext cx="4786312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le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tĩnh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pic>
        <p:nvPicPr>
          <p:cNvPr id="99337" name="Picture 19" descr="하이포이드 기어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34088" y="981075"/>
            <a:ext cx="2193925" cy="198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9338" name="Rectangle 20"/>
          <p:cNvSpPr>
            <a:spLocks noChangeArrowheads="1"/>
          </p:cNvSpPr>
          <p:nvPr/>
        </p:nvSpPr>
        <p:spPr bwMode="auto">
          <a:xfrm>
            <a:off x="986096" y="1065213"/>
            <a:ext cx="300984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lvl="0"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hypoid</a:t>
            </a:r>
            <a:r>
              <a:rPr lang="ko-KR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(Hypoid </a:t>
            </a:r>
            <a:r>
              <a:rPr lang="ko-KR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gear)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80353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슬라이드 번호 개체 틀 3"/>
          <p:cNvSpPr txBox="1">
            <a:spLocks noGrp="1"/>
          </p:cNvSpPr>
          <p:nvPr/>
        </p:nvSpPr>
        <p:spPr bwMode="auto">
          <a:xfrm>
            <a:off x="3527425" y="6567488"/>
            <a:ext cx="21336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fld id="{DF9DEFA5-C63A-4612-A2C3-8293FA31E2AC}" type="slidenum">
              <a:rPr lang="en-US" altLang="ko-KR" sz="1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latinLnBrk="1" hangingPunct="1">
                <a:lnSpc>
                  <a:spcPct val="100000"/>
                </a:lnSpc>
              </a:pPr>
              <a:t>78</a:t>
            </a:fld>
            <a:endParaRPr lang="en-US" altLang="ko-KR" sz="14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0355" name="Rectangle 2"/>
          <p:cNvSpPr>
            <a:spLocks noGrp="1" noChangeArrowheads="1"/>
          </p:cNvSpPr>
          <p:nvPr>
            <p:ph type="ctrTitle" idx="4294967295"/>
          </p:nvPr>
        </p:nvSpPr>
        <p:spPr>
          <a:xfrm>
            <a:off x="6278563" y="44450"/>
            <a:ext cx="2757487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Gear</a:t>
            </a:r>
          </a:p>
        </p:txBody>
      </p:sp>
      <p:sp>
        <p:nvSpPr>
          <p:cNvPr id="100356" name="Rectangle 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0357" name="Text Box 3"/>
          <p:cNvSpPr txBox="1">
            <a:spLocks noChangeArrowheads="1"/>
          </p:cNvSpPr>
          <p:nvPr/>
        </p:nvSpPr>
        <p:spPr bwMode="auto">
          <a:xfrm>
            <a:off x="827088" y="1268413"/>
            <a:ext cx="6588663" cy="19020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vi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(cycloid)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hồ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cuộn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 one.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Slip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mỗi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đuôi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0358" name="Text Box 8"/>
          <p:cNvSpPr txBox="1">
            <a:spLocks noChangeArrowheads="1"/>
          </p:cNvSpPr>
          <p:nvPr/>
        </p:nvSpPr>
        <p:spPr bwMode="auto">
          <a:xfrm>
            <a:off x="684213" y="892175"/>
            <a:ext cx="350769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1-5.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00359" name="Picture 1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31034" y="1844824"/>
            <a:ext cx="5362575" cy="43926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00360" name="Text Box 13"/>
          <p:cNvSpPr txBox="1">
            <a:spLocks noChangeArrowheads="1"/>
          </p:cNvSpPr>
          <p:nvPr/>
        </p:nvSpPr>
        <p:spPr bwMode="auto">
          <a:xfrm>
            <a:off x="4606902" y="6165850"/>
            <a:ext cx="2435283" cy="3139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cycloid]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4059703" y="3284984"/>
            <a:ext cx="800329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Pitch one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직사각형 9"/>
          <p:cNvSpPr/>
          <p:nvPr/>
        </p:nvSpPr>
        <p:spPr bwMode="auto">
          <a:xfrm>
            <a:off x="5076056" y="2037326"/>
            <a:ext cx="1728192" cy="239546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Cyloid</a:t>
            </a:r>
            <a:r>
              <a:rPr lang="en-US" altLang="ko-KR" sz="1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직사각형 10"/>
          <p:cNvSpPr/>
          <p:nvPr/>
        </p:nvSpPr>
        <p:spPr bwMode="auto">
          <a:xfrm>
            <a:off x="6428223" y="4293096"/>
            <a:ext cx="1728192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Cyloid</a:t>
            </a:r>
            <a:r>
              <a:rPr lang="en-US" altLang="ko-KR" sz="1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770343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슬라이드 번호 개체 틀 3"/>
          <p:cNvSpPr txBox="1">
            <a:spLocks noGrp="1"/>
          </p:cNvSpPr>
          <p:nvPr/>
        </p:nvSpPr>
        <p:spPr bwMode="auto">
          <a:xfrm>
            <a:off x="3527425" y="6567488"/>
            <a:ext cx="21336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fld id="{2F267AF3-A04A-403C-932A-4250687BE53D}" type="slidenum">
              <a:rPr lang="en-US" altLang="ko-KR" sz="1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latinLnBrk="1" hangingPunct="1">
                <a:lnSpc>
                  <a:spcPct val="100000"/>
                </a:lnSpc>
              </a:pPr>
              <a:t>79</a:t>
            </a:fld>
            <a:endParaRPr lang="en-US" altLang="ko-KR" sz="14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1379" name="Rectangle 2"/>
          <p:cNvSpPr>
            <a:spLocks noGrp="1" noChangeArrowheads="1"/>
          </p:cNvSpPr>
          <p:nvPr>
            <p:ph type="ctrTitle" idx="4294967295"/>
          </p:nvPr>
        </p:nvSpPr>
        <p:spPr>
          <a:xfrm>
            <a:off x="6278563" y="44450"/>
            <a:ext cx="2757487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Gear</a:t>
            </a:r>
          </a:p>
        </p:txBody>
      </p:sp>
      <p:sp>
        <p:nvSpPr>
          <p:cNvPr id="101380" name="Rectangle 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1381" name="Text Box 3"/>
          <p:cNvSpPr txBox="1">
            <a:spLocks noChangeArrowheads="1"/>
          </p:cNvSpPr>
          <p:nvPr/>
        </p:nvSpPr>
        <p:spPr bwMode="auto">
          <a:xfrm>
            <a:off x="827088" y="546100"/>
            <a:ext cx="7990136" cy="16435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involute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căng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cuộn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gỡ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(Base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Circle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ổn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01382" name="Picture 8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4230688" y="1863725"/>
            <a:ext cx="4210050" cy="4248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01383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212725" y="2316163"/>
            <a:ext cx="3883025" cy="3660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01384" name="Text Box 10"/>
          <p:cNvSpPr txBox="1">
            <a:spLocks noChangeArrowheads="1"/>
          </p:cNvSpPr>
          <p:nvPr/>
        </p:nvSpPr>
        <p:spPr bwMode="auto">
          <a:xfrm>
            <a:off x="413020" y="6148388"/>
            <a:ext cx="3195105" cy="3139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involute]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1385" name="Text Box 11"/>
          <p:cNvSpPr txBox="1">
            <a:spLocks noChangeArrowheads="1"/>
          </p:cNvSpPr>
          <p:nvPr/>
        </p:nvSpPr>
        <p:spPr bwMode="auto">
          <a:xfrm>
            <a:off x="4651656" y="6165850"/>
            <a:ext cx="2536272" cy="3139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involute]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01386" name="Picture 12">
            <a:hlinkClick r:id="rId4"/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25" y="6197600"/>
            <a:ext cx="4683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01387" name="Rectangle 7"/>
          <p:cNvSpPr>
            <a:spLocks noChangeArrowheads="1"/>
          </p:cNvSpPr>
          <p:nvPr/>
        </p:nvSpPr>
        <p:spPr bwMode="auto">
          <a:xfrm>
            <a:off x="0" y="6021388"/>
            <a:ext cx="412292" cy="2167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ko-KR" altLang="en-US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구동 </a:t>
            </a:r>
          </a:p>
        </p:txBody>
      </p:sp>
      <p:sp>
        <p:nvSpPr>
          <p:cNvPr id="12" name="직사각형 11"/>
          <p:cNvSpPr/>
          <p:nvPr/>
        </p:nvSpPr>
        <p:spPr bwMode="auto">
          <a:xfrm>
            <a:off x="5148064" y="2348880"/>
            <a:ext cx="800329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Pitch one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7596336" y="4941168"/>
            <a:ext cx="1080120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3584461" y="2294108"/>
            <a:ext cx="800329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Pitch one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2469835" y="2364850"/>
            <a:ext cx="1080120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2904505" y="5237584"/>
            <a:ext cx="1080120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2644236" y="5885024"/>
            <a:ext cx="800329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Pitch one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73540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슬라이드 번호 개체 틀 3"/>
          <p:cNvSpPr txBox="1">
            <a:spLocks noGrp="1"/>
          </p:cNvSpPr>
          <p:nvPr/>
        </p:nvSpPr>
        <p:spPr bwMode="auto">
          <a:xfrm>
            <a:off x="3527425" y="6567488"/>
            <a:ext cx="21336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fld id="{CE4511AD-FBA5-45DF-963C-91EBA5D4D97B}" type="slidenum">
              <a:rPr lang="en-US" altLang="ko-KR" sz="1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latinLnBrk="1" hangingPunct="1">
                <a:lnSpc>
                  <a:spcPct val="100000"/>
                </a:lnSpc>
              </a:pPr>
              <a:t>80</a:t>
            </a:fld>
            <a:endParaRPr lang="en-US" altLang="ko-KR" sz="14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2403" name="Rectangle 2"/>
          <p:cNvSpPr>
            <a:spLocks noGrp="1" noChangeArrowheads="1"/>
          </p:cNvSpPr>
          <p:nvPr>
            <p:ph type="ctrTitle" idx="4294967295"/>
          </p:nvPr>
        </p:nvSpPr>
        <p:spPr>
          <a:xfrm>
            <a:off x="6278563" y="44450"/>
            <a:ext cx="2757487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Gear</a:t>
            </a:r>
          </a:p>
        </p:txBody>
      </p:sp>
      <p:sp>
        <p:nvSpPr>
          <p:cNvPr id="102404" name="Rectangle 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2405" name="Text Box 3"/>
          <p:cNvSpPr txBox="1">
            <a:spLocks noChangeArrowheads="1"/>
          </p:cNvSpPr>
          <p:nvPr/>
        </p:nvSpPr>
        <p:spPr bwMode="auto">
          <a:xfrm>
            <a:off x="827088" y="546100"/>
            <a:ext cx="2922595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Cycloid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Involute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360705" name="Group 2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433322"/>
              </p:ext>
            </p:extLst>
          </p:nvPr>
        </p:nvGraphicFramePr>
        <p:xfrm>
          <a:off x="323850" y="1123950"/>
          <a:ext cx="8569325" cy="4644129"/>
        </p:xfrm>
        <a:graphic>
          <a:graphicData uri="http://schemas.openxmlformats.org/drawingml/2006/table">
            <a:tbl>
              <a:tblPr/>
              <a:tblGrid>
                <a:gridCol w="1295400"/>
                <a:gridCol w="3168650"/>
                <a:gridCol w="4105275"/>
              </a:tblGrid>
              <a:tr h="3143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/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Tính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chất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cycloid (cycloid tooth)</a:t>
                      </a: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involute (</a:t>
                      </a:r>
                      <a:r>
                        <a:rPr kumimoji="1" lang="en-US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involute tooth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)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Áp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lực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góc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Biến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đổi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Cố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định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6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Tỷ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lệ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trượt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Cố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định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Biến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đổi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lớn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Tỷ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lệ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trượt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trên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điểm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pitch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bằng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0</a:t>
                      </a: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6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Ma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sát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Đồng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nhất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đồng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nhất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phát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sinh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biến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đổi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080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cụ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cắt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Phải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nối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cong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cycloid,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nhiều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cụ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cắt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tùy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theo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con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lăn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tròn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Do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dạng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thẳng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thang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)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nên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chế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tạo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dễ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giá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cả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thấp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048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chế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tạo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Cho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dù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khoảng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trống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nhưng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cũng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yêu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cầu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chính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xác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cực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Dùng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duy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nhất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thay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đổi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công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cụ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chế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tạo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Cho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phép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sai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số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nhỏ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ở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khoảng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trống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Cho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phép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dùng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nhiều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hay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thay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đổi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công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cụ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chế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tạo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Khoảng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tâm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Phải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chính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xác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Cho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phép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sai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số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nhỏ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6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Mức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lắp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đặt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Khó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Dễ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Under cut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phát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sinh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Phát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sinh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561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tương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thích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One pitch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còn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lăn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tròn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phải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tương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thích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nhau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Áp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lực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modul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phải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tương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thích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nhau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480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Mục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đích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móc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tính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chính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xác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đồng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hồ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các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truyền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hay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các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mục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đích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khác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2454" name="Rectangle 4"/>
          <p:cNvSpPr>
            <a:spLocks noChangeArrowheads="1"/>
          </p:cNvSpPr>
          <p:nvPr/>
        </p:nvSpPr>
        <p:spPr bwMode="auto">
          <a:xfrm>
            <a:off x="684213" y="5805488"/>
            <a:ext cx="7332457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9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★ </a:t>
            </a:r>
            <a:r>
              <a:rPr lang="ko-KR" altLang="en-US" sz="9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전위절삭 </a:t>
            </a:r>
            <a:r>
              <a:rPr lang="en-US" altLang="ko-KR" sz="9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9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9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9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9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★ 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Under cut</a:t>
            </a:r>
            <a:r>
              <a:rPr lang="ko-KR" altLang="en-US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involute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tồn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tận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9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tượng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involute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9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331226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91F05B78-E3BB-4018-B28F-A8A4E88D9981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81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3427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278563" y="44450"/>
            <a:ext cx="2757487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Gear</a:t>
            </a:r>
          </a:p>
        </p:txBody>
      </p:sp>
      <p:sp>
        <p:nvSpPr>
          <p:cNvPr id="103428" name="Rectangle 3"/>
          <p:cNvSpPr>
            <a:spLocks noChangeArrowheads="1"/>
          </p:cNvSpPr>
          <p:nvPr/>
        </p:nvSpPr>
        <p:spPr bwMode="auto">
          <a:xfrm>
            <a:off x="900113" y="1268413"/>
            <a:ext cx="7510462" cy="49675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muốn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quay.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xét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khe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(Backlash)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khe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(Backlash)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①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②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③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④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muốn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khe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hở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(Backlash)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Backlash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0.03~0.05M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M=Module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5~6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⦁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backlash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Chênh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2.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3.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4.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5.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3429" name="Text Box 5"/>
          <p:cNvSpPr txBox="1">
            <a:spLocks noChangeArrowheads="1"/>
          </p:cNvSpPr>
          <p:nvPr/>
        </p:nvSpPr>
        <p:spPr bwMode="auto">
          <a:xfrm>
            <a:off x="1042988" y="5876925"/>
            <a:ext cx="71294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tượng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cháy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  <a:endParaRPr lang="ko-KR" altLang="en-US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Backlash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Module 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mm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</a:t>
            </a:r>
            <a:r>
              <a:rPr lang="ko-KR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ko-KR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π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chia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ko-KR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.)</a:t>
            </a:r>
            <a:endParaRPr lang="ko-KR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CP(Circular </a:t>
            </a:r>
            <a:r>
              <a:rPr lang="ko-KR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pitch), DP(Diametral </a:t>
            </a:r>
            <a:r>
              <a:rPr lang="ko-KR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pitch)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vv..</a:t>
            </a:r>
            <a:endParaRPr lang="ko-KR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3430" name="Rectangle 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3431" name="Text Box 9"/>
          <p:cNvSpPr txBox="1">
            <a:spLocks noChangeArrowheads="1"/>
          </p:cNvSpPr>
          <p:nvPr/>
        </p:nvSpPr>
        <p:spPr bwMode="auto">
          <a:xfrm>
            <a:off x="611188" y="747713"/>
            <a:ext cx="253306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1-6.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xử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745026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7781B893-FAC0-48F7-ADAB-7A89CA9792B9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82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4451" name="Text Box 3"/>
          <p:cNvSpPr txBox="1">
            <a:spLocks noChangeArrowheads="1"/>
          </p:cNvSpPr>
          <p:nvPr/>
        </p:nvSpPr>
        <p:spPr bwMode="auto">
          <a:xfrm>
            <a:off x="942975" y="1492250"/>
            <a:ext cx="7805738" cy="4985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quay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nguồn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(torque,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104452" name="Rectangle 6"/>
          <p:cNvSpPr>
            <a:spLocks noGrp="1" noChangeArrowheads="1"/>
          </p:cNvSpPr>
          <p:nvPr>
            <p:ph type="title" idx="4294967295"/>
          </p:nvPr>
        </p:nvSpPr>
        <p:spPr>
          <a:xfrm>
            <a:off x="6588125" y="68263"/>
            <a:ext cx="2460625" cy="336550"/>
          </a:xfrm>
        </p:spPr>
        <p:txBody>
          <a:bodyPr/>
          <a:lstStyle/>
          <a:p>
            <a:pPr eaLnBrk="1" hangingPunct="1"/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4453" name="Rectangle 7"/>
          <p:cNvSpPr>
            <a:spLocks noChangeArrowheads="1"/>
          </p:cNvSpPr>
          <p:nvPr/>
        </p:nvSpPr>
        <p:spPr bwMode="auto">
          <a:xfrm>
            <a:off x="684213" y="1243013"/>
            <a:ext cx="146065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4454" name="Rectangle 10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4455" name="Rectangle 11"/>
          <p:cNvSpPr>
            <a:spLocks noChangeArrowheads="1"/>
          </p:cNvSpPr>
          <p:nvPr/>
        </p:nvSpPr>
        <p:spPr bwMode="auto">
          <a:xfrm>
            <a:off x="598488" y="820738"/>
            <a:ext cx="24606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2-1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Tóm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tắt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4456" name="Text Box 12"/>
          <p:cNvSpPr txBox="1">
            <a:spLocks noChangeArrowheads="1"/>
          </p:cNvSpPr>
          <p:nvPr/>
        </p:nvSpPr>
        <p:spPr bwMode="auto">
          <a:xfrm>
            <a:off x="352425" y="501650"/>
            <a:ext cx="158889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sz="16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04457" name="Picture 16" descr="spur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50" y="6165850"/>
            <a:ext cx="431800" cy="295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458" name="Picture 1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550" y="2133600"/>
            <a:ext cx="3744913" cy="3697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04459" name="Picture 18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6463" y="2133600"/>
            <a:ext cx="3525837" cy="3671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0478962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슬라이드 번호 개체 틀 1"/>
          <p:cNvSpPr txBox="1">
            <a:spLocks noGrp="1"/>
          </p:cNvSpPr>
          <p:nvPr/>
        </p:nvSpPr>
        <p:spPr bwMode="auto">
          <a:xfrm>
            <a:off x="3527425" y="6567488"/>
            <a:ext cx="21336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fld id="{9C7DA361-DA54-4DB7-9702-0F0633E7CE7E}" type="slidenum">
              <a:rPr lang="en-US" altLang="ko-KR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latinLnBrk="1" hangingPunct="1">
                <a:lnSpc>
                  <a:spcPct val="100000"/>
                </a:lnSpc>
              </a:pPr>
              <a:t>83</a:t>
            </a:fld>
            <a:endParaRPr lang="en-US" altLang="ko-KR" sz="14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5475" name="Text Box 2"/>
          <p:cNvSpPr txBox="1">
            <a:spLocks noChangeArrowheads="1"/>
          </p:cNvSpPr>
          <p:nvPr/>
        </p:nvSpPr>
        <p:spPr bwMode="auto">
          <a:xfrm>
            <a:off x="942975" y="1162050"/>
            <a:ext cx="3443571" cy="9787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5476" name="Text Box 4"/>
          <p:cNvSpPr txBox="1">
            <a:spLocks noChangeArrowheads="1"/>
          </p:cNvSpPr>
          <p:nvPr/>
        </p:nvSpPr>
        <p:spPr bwMode="auto">
          <a:xfrm>
            <a:off x="684213" y="873125"/>
            <a:ext cx="2593975" cy="292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5477" name="Text Box 5"/>
          <p:cNvSpPr txBox="1">
            <a:spLocks noChangeArrowheads="1"/>
          </p:cNvSpPr>
          <p:nvPr/>
        </p:nvSpPr>
        <p:spPr bwMode="auto">
          <a:xfrm>
            <a:off x="684213" y="2276475"/>
            <a:ext cx="2593975" cy="292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5478" name="Rectangle 6"/>
          <p:cNvSpPr>
            <a:spLocks noGrp="1" noChangeArrowheads="1"/>
          </p:cNvSpPr>
          <p:nvPr>
            <p:ph type="title" idx="4294967295"/>
          </p:nvPr>
        </p:nvSpPr>
        <p:spPr>
          <a:xfrm>
            <a:off x="6588125" y="68263"/>
            <a:ext cx="2460625" cy="336550"/>
          </a:xfrm>
        </p:spPr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5479" name="Rectangle 8"/>
          <p:cNvSpPr>
            <a:spLocks noChangeArrowheads="1"/>
          </p:cNvSpPr>
          <p:nvPr/>
        </p:nvSpPr>
        <p:spPr bwMode="auto">
          <a:xfrm>
            <a:off x="942975" y="2565400"/>
            <a:ext cx="725805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endParaRPr lang="ko-KR" altLang="en-US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le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Ổ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đĩa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harmonic: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backlash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tĩnh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5480" name="Rectangle 10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5481" name="Text Box 12"/>
          <p:cNvSpPr txBox="1">
            <a:spLocks noChangeArrowheads="1"/>
          </p:cNvSpPr>
          <p:nvPr/>
        </p:nvSpPr>
        <p:spPr bwMode="auto">
          <a:xfrm>
            <a:off x="352425" y="501650"/>
            <a:ext cx="158889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6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sz="16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05482" name="Picture 13" descr="spur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50" y="6165850"/>
            <a:ext cx="431800" cy="295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096458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EE28EB5B-1D49-4376-8EAB-E061ED95C1AD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84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06499" name="Group 22"/>
          <p:cNvGrpSpPr>
            <a:grpSpLocks/>
          </p:cNvGrpSpPr>
          <p:nvPr/>
        </p:nvGrpSpPr>
        <p:grpSpPr bwMode="auto">
          <a:xfrm>
            <a:off x="508000" y="1268413"/>
            <a:ext cx="8312150" cy="4694238"/>
            <a:chOff x="320" y="799"/>
            <a:chExt cx="5418" cy="2957"/>
          </a:xfrm>
        </p:grpSpPr>
        <p:pic>
          <p:nvPicPr>
            <p:cNvPr id="106503" name="Picture 2" descr="18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5" y="804"/>
              <a:ext cx="1323" cy="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504" name="Picture 3" descr="18m-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8" y="1556"/>
              <a:ext cx="1363" cy="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505" name="Picture 4" descr="웜기어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25" y="2360"/>
              <a:ext cx="1406" cy="1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6506" name="Rectangle 5"/>
            <p:cNvSpPr>
              <a:spLocks noChangeArrowheads="1"/>
            </p:cNvSpPr>
            <p:nvPr/>
          </p:nvSpPr>
          <p:spPr bwMode="auto">
            <a:xfrm>
              <a:off x="1338" y="2146"/>
              <a:ext cx="589" cy="13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507" name="Rectangle 6"/>
            <p:cNvSpPr>
              <a:spLocks noChangeArrowheads="1"/>
            </p:cNvSpPr>
            <p:nvPr/>
          </p:nvSpPr>
          <p:spPr bwMode="auto">
            <a:xfrm>
              <a:off x="1455" y="1407"/>
              <a:ext cx="589" cy="13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508" name="Text Box 7"/>
            <p:cNvSpPr txBox="1">
              <a:spLocks noChangeArrowheads="1"/>
            </p:cNvSpPr>
            <p:nvPr/>
          </p:nvSpPr>
          <p:spPr bwMode="auto">
            <a:xfrm>
              <a:off x="454" y="3473"/>
              <a:ext cx="1469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(a)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Cấu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tạo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máy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giảm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tốc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bánh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răng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trụ</a:t>
              </a:r>
              <a:r>
                <a:rPr lang="ko-KR" altLang="en-US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	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loại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nhỏ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106509" name="Picture 8" descr="감속기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" y="2282"/>
              <a:ext cx="1543" cy="10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510" name="Picture 9" descr="7-1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15" y="2060"/>
              <a:ext cx="2223" cy="1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6511" name="Text Box 10"/>
            <p:cNvSpPr txBox="1">
              <a:spLocks noChangeArrowheads="1"/>
            </p:cNvSpPr>
            <p:nvPr/>
          </p:nvSpPr>
          <p:spPr bwMode="auto">
            <a:xfrm>
              <a:off x="2055" y="3504"/>
              <a:ext cx="14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(b)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Cấu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tạo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máy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giảm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tốc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bánh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răng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                   	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kẹp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trục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vít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106512" name="Picture 11" descr="8-1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54" y="1012"/>
              <a:ext cx="1344" cy="12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513" name="Picture 12" descr="9-1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78" y="1080"/>
              <a:ext cx="1497" cy="1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6514" name="Text Box 13"/>
            <p:cNvSpPr txBox="1">
              <a:spLocks noChangeArrowheads="1"/>
            </p:cNvSpPr>
            <p:nvPr/>
          </p:nvSpPr>
          <p:spPr bwMode="auto">
            <a:xfrm>
              <a:off x="4014" y="3553"/>
              <a:ext cx="101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(c)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Cấu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tạo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ổ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đĩa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harmonic</a:t>
              </a:r>
              <a:endPara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515" name="Rectangle 14"/>
            <p:cNvSpPr>
              <a:spLocks noChangeArrowheads="1"/>
            </p:cNvSpPr>
            <p:nvPr/>
          </p:nvSpPr>
          <p:spPr bwMode="auto">
            <a:xfrm>
              <a:off x="412" y="804"/>
              <a:ext cx="1564" cy="2949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516" name="Rectangle 15"/>
            <p:cNvSpPr>
              <a:spLocks noChangeArrowheads="1"/>
            </p:cNvSpPr>
            <p:nvPr/>
          </p:nvSpPr>
          <p:spPr bwMode="auto">
            <a:xfrm>
              <a:off x="2013" y="799"/>
              <a:ext cx="1509" cy="2949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517" name="Rectangle 16"/>
            <p:cNvSpPr>
              <a:spLocks noChangeArrowheads="1"/>
            </p:cNvSpPr>
            <p:nvPr/>
          </p:nvSpPr>
          <p:spPr bwMode="auto">
            <a:xfrm>
              <a:off x="3560" y="804"/>
              <a:ext cx="2087" cy="2949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06500" name="Rectangle 18"/>
          <p:cNvSpPr>
            <a:spLocks noGrp="1" noChangeArrowheads="1"/>
          </p:cNvSpPr>
          <p:nvPr>
            <p:ph type="title" idx="4294967295"/>
          </p:nvPr>
        </p:nvSpPr>
        <p:spPr>
          <a:xfrm>
            <a:off x="6588125" y="68263"/>
            <a:ext cx="2470150" cy="336550"/>
          </a:xfrm>
        </p:spPr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6501" name="Rectangle 20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6502" name="Rectangle 21"/>
          <p:cNvSpPr>
            <a:spLocks noChangeArrowheads="1"/>
          </p:cNvSpPr>
          <p:nvPr/>
        </p:nvSpPr>
        <p:spPr bwMode="auto">
          <a:xfrm>
            <a:off x="733425" y="850900"/>
            <a:ext cx="24701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48339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282E15B5-D6D1-44F9-B36D-CB36E4DA60C4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85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7523" name="Text Box 2"/>
          <p:cNvSpPr txBox="1">
            <a:spLocks noChangeArrowheads="1"/>
          </p:cNvSpPr>
          <p:nvPr/>
        </p:nvSpPr>
        <p:spPr bwMode="auto">
          <a:xfrm>
            <a:off x="314325" y="836613"/>
            <a:ext cx="194316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(5)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7524" name="Rectangle 3"/>
          <p:cNvSpPr>
            <a:spLocks noChangeArrowheads="1"/>
          </p:cNvSpPr>
          <p:nvPr/>
        </p:nvSpPr>
        <p:spPr bwMode="auto">
          <a:xfrm>
            <a:off x="511175" y="1893888"/>
            <a:ext cx="1517650" cy="431800"/>
          </a:xfrm>
          <a:prstGeom prst="rect">
            <a:avLst/>
          </a:prstGeom>
          <a:solidFill>
            <a:srgbClr val="DDDDD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7525" name="Rectangle 4"/>
          <p:cNvSpPr>
            <a:spLocks noChangeArrowheads="1"/>
          </p:cNvSpPr>
          <p:nvPr/>
        </p:nvSpPr>
        <p:spPr bwMode="auto">
          <a:xfrm>
            <a:off x="3719513" y="774700"/>
            <a:ext cx="1860550" cy="449263"/>
          </a:xfrm>
          <a:prstGeom prst="rect">
            <a:avLst/>
          </a:prstGeom>
          <a:solidFill>
            <a:srgbClr val="DDDDDD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7526" name="Rectangle 5"/>
          <p:cNvSpPr>
            <a:spLocks noChangeArrowheads="1"/>
          </p:cNvSpPr>
          <p:nvPr/>
        </p:nvSpPr>
        <p:spPr bwMode="auto">
          <a:xfrm>
            <a:off x="512763" y="2632075"/>
            <a:ext cx="1514475" cy="44291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tơ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Geared Motor</a:t>
            </a:r>
          </a:p>
        </p:txBody>
      </p:sp>
      <p:sp>
        <p:nvSpPr>
          <p:cNvPr id="107527" name="Rectangle 6"/>
          <p:cNvSpPr>
            <a:spLocks noChangeArrowheads="1"/>
          </p:cNvSpPr>
          <p:nvPr/>
        </p:nvSpPr>
        <p:spPr bwMode="auto">
          <a:xfrm>
            <a:off x="2200275" y="1893888"/>
            <a:ext cx="1520825" cy="431800"/>
          </a:xfrm>
          <a:prstGeom prst="rect">
            <a:avLst/>
          </a:prstGeom>
          <a:solidFill>
            <a:srgbClr val="DDDDD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7528" name="Rectangle 7"/>
          <p:cNvSpPr>
            <a:spLocks noChangeArrowheads="1"/>
          </p:cNvSpPr>
          <p:nvPr/>
        </p:nvSpPr>
        <p:spPr bwMode="auto">
          <a:xfrm>
            <a:off x="2200275" y="2632075"/>
            <a:ext cx="1514475" cy="44291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Coaxial Shafts</a:t>
            </a:r>
          </a:p>
        </p:txBody>
      </p:sp>
      <p:sp>
        <p:nvSpPr>
          <p:cNvPr id="107529" name="Rectangle 8"/>
          <p:cNvSpPr>
            <a:spLocks noChangeArrowheads="1"/>
          </p:cNvSpPr>
          <p:nvPr/>
        </p:nvSpPr>
        <p:spPr bwMode="auto">
          <a:xfrm>
            <a:off x="3894138" y="1893888"/>
            <a:ext cx="1516062" cy="431800"/>
          </a:xfrm>
          <a:prstGeom prst="rect">
            <a:avLst/>
          </a:prstGeom>
          <a:solidFill>
            <a:srgbClr val="DDDDD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7530" name="Rectangle 9"/>
          <p:cNvSpPr>
            <a:spLocks noChangeArrowheads="1"/>
          </p:cNvSpPr>
          <p:nvPr/>
        </p:nvSpPr>
        <p:spPr bwMode="auto">
          <a:xfrm>
            <a:off x="3894138" y="2632075"/>
            <a:ext cx="1512887" cy="44291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ngang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Foot mounting</a:t>
            </a:r>
          </a:p>
        </p:txBody>
      </p:sp>
      <p:sp>
        <p:nvSpPr>
          <p:cNvPr id="107531" name="Rectangle 10"/>
          <p:cNvSpPr>
            <a:spLocks noChangeArrowheads="1"/>
          </p:cNvSpPr>
          <p:nvPr/>
        </p:nvSpPr>
        <p:spPr bwMode="auto">
          <a:xfrm>
            <a:off x="5505450" y="1893888"/>
            <a:ext cx="1516063" cy="431800"/>
          </a:xfrm>
          <a:prstGeom prst="rect">
            <a:avLst/>
          </a:prstGeom>
          <a:solidFill>
            <a:srgbClr val="DDDDD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7532" name="Rectangle 11"/>
          <p:cNvSpPr>
            <a:spLocks noChangeArrowheads="1"/>
          </p:cNvSpPr>
          <p:nvPr/>
        </p:nvSpPr>
        <p:spPr bwMode="auto">
          <a:xfrm>
            <a:off x="5507038" y="2632075"/>
            <a:ext cx="1512887" cy="44291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Solid Shafts</a:t>
            </a:r>
          </a:p>
        </p:txBody>
      </p:sp>
      <p:sp>
        <p:nvSpPr>
          <p:cNvPr id="107533" name="Rectangle 12"/>
          <p:cNvSpPr>
            <a:spLocks noChangeArrowheads="1"/>
          </p:cNvSpPr>
          <p:nvPr/>
        </p:nvSpPr>
        <p:spPr bwMode="auto">
          <a:xfrm>
            <a:off x="7143750" y="1893888"/>
            <a:ext cx="1519238" cy="431800"/>
          </a:xfrm>
          <a:prstGeom prst="rect">
            <a:avLst/>
          </a:prstGeom>
          <a:solidFill>
            <a:srgbClr val="DDDDD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7534" name="Rectangle 13"/>
          <p:cNvSpPr>
            <a:spLocks noChangeArrowheads="1"/>
          </p:cNvSpPr>
          <p:nvPr/>
        </p:nvSpPr>
        <p:spPr bwMode="auto">
          <a:xfrm>
            <a:off x="7145338" y="2632075"/>
            <a:ext cx="1512887" cy="44291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Bevel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Helical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7535" name="Rectangle 14"/>
          <p:cNvSpPr>
            <a:spLocks noChangeArrowheads="1"/>
          </p:cNvSpPr>
          <p:nvPr/>
        </p:nvSpPr>
        <p:spPr bwMode="auto">
          <a:xfrm>
            <a:off x="467543" y="3273425"/>
            <a:ext cx="1618431" cy="44291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lập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Speed Reducer</a:t>
            </a:r>
          </a:p>
        </p:txBody>
      </p:sp>
      <p:sp>
        <p:nvSpPr>
          <p:cNvPr id="107536" name="Rectangle 15"/>
          <p:cNvSpPr>
            <a:spLocks noChangeArrowheads="1"/>
          </p:cNvSpPr>
          <p:nvPr/>
        </p:nvSpPr>
        <p:spPr bwMode="auto">
          <a:xfrm>
            <a:off x="2200275" y="3273425"/>
            <a:ext cx="1514475" cy="44291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Parallel Shafts</a:t>
            </a:r>
          </a:p>
        </p:txBody>
      </p:sp>
      <p:sp>
        <p:nvSpPr>
          <p:cNvPr id="107537" name="Rectangle 16"/>
          <p:cNvSpPr>
            <a:spLocks noChangeArrowheads="1"/>
          </p:cNvSpPr>
          <p:nvPr/>
        </p:nvSpPr>
        <p:spPr bwMode="auto">
          <a:xfrm>
            <a:off x="3894138" y="3273425"/>
            <a:ext cx="1512887" cy="44291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Flange mounting</a:t>
            </a:r>
          </a:p>
        </p:txBody>
      </p:sp>
      <p:sp>
        <p:nvSpPr>
          <p:cNvPr id="107538" name="Rectangle 17"/>
          <p:cNvSpPr>
            <a:spLocks noChangeArrowheads="1"/>
          </p:cNvSpPr>
          <p:nvPr/>
        </p:nvSpPr>
        <p:spPr bwMode="auto">
          <a:xfrm>
            <a:off x="5507038" y="3273425"/>
            <a:ext cx="1512887" cy="44291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rỗng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Hollow Shafts</a:t>
            </a:r>
          </a:p>
        </p:txBody>
      </p:sp>
      <p:sp>
        <p:nvSpPr>
          <p:cNvPr id="107539" name="Rectangle 18"/>
          <p:cNvSpPr>
            <a:spLocks noChangeArrowheads="1"/>
          </p:cNvSpPr>
          <p:nvPr/>
        </p:nvSpPr>
        <p:spPr bwMode="auto">
          <a:xfrm>
            <a:off x="7145338" y="3273425"/>
            <a:ext cx="1512887" cy="44291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Helical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Worm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7540" name="Rectangle 19"/>
          <p:cNvSpPr>
            <a:spLocks noChangeArrowheads="1"/>
          </p:cNvSpPr>
          <p:nvPr/>
        </p:nvSpPr>
        <p:spPr bwMode="auto">
          <a:xfrm>
            <a:off x="512763" y="3914775"/>
            <a:ext cx="1514475" cy="44291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Motorized speed Reducer</a:t>
            </a:r>
          </a:p>
        </p:txBody>
      </p:sp>
      <p:sp>
        <p:nvSpPr>
          <p:cNvPr id="107541" name="Rectangle 20"/>
          <p:cNvSpPr>
            <a:spLocks noChangeArrowheads="1"/>
          </p:cNvSpPr>
          <p:nvPr/>
        </p:nvSpPr>
        <p:spPr bwMode="auto">
          <a:xfrm>
            <a:off x="2200275" y="3914775"/>
            <a:ext cx="1514475" cy="59434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Right angle Shafts</a:t>
            </a:r>
          </a:p>
        </p:txBody>
      </p:sp>
      <p:sp>
        <p:nvSpPr>
          <p:cNvPr id="107542" name="Rectangle 21"/>
          <p:cNvSpPr>
            <a:spLocks noChangeArrowheads="1"/>
          </p:cNvSpPr>
          <p:nvPr/>
        </p:nvSpPr>
        <p:spPr bwMode="auto">
          <a:xfrm>
            <a:off x="3894138" y="3914775"/>
            <a:ext cx="1512887" cy="44291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rỗng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Shaft mounting</a:t>
            </a:r>
          </a:p>
        </p:txBody>
      </p:sp>
      <p:sp>
        <p:nvSpPr>
          <p:cNvPr id="107543" name="Rectangle 22"/>
          <p:cNvSpPr>
            <a:spLocks noChangeArrowheads="1"/>
          </p:cNvSpPr>
          <p:nvPr/>
        </p:nvSpPr>
        <p:spPr bwMode="auto">
          <a:xfrm>
            <a:off x="7145338" y="3914775"/>
            <a:ext cx="1512887" cy="44291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Worm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wormwheel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7544" name="Rectangle 23"/>
          <p:cNvSpPr>
            <a:spLocks noChangeArrowheads="1"/>
          </p:cNvSpPr>
          <p:nvPr/>
        </p:nvSpPr>
        <p:spPr bwMode="auto">
          <a:xfrm>
            <a:off x="7145338" y="5840413"/>
            <a:ext cx="1512887" cy="442912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Worm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Planetary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7545" name="Rectangle 24"/>
          <p:cNvSpPr>
            <a:spLocks noChangeArrowheads="1"/>
          </p:cNvSpPr>
          <p:nvPr/>
        </p:nvSpPr>
        <p:spPr bwMode="auto">
          <a:xfrm>
            <a:off x="7145338" y="4556125"/>
            <a:ext cx="1512887" cy="44291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Helical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Planetary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7546" name="Rectangle 25"/>
          <p:cNvSpPr>
            <a:spLocks noChangeArrowheads="1"/>
          </p:cNvSpPr>
          <p:nvPr/>
        </p:nvSpPr>
        <p:spPr bwMode="auto">
          <a:xfrm>
            <a:off x="7145338" y="5197475"/>
            <a:ext cx="1512887" cy="44291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Bevel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Planetary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107547" name="AutoShape 26"/>
          <p:cNvCxnSpPr>
            <a:cxnSpLocks noChangeShapeType="1"/>
            <a:stCxn id="107525" idx="2"/>
            <a:endCxn id="107524" idx="0"/>
          </p:cNvCxnSpPr>
          <p:nvPr/>
        </p:nvCxnSpPr>
        <p:spPr bwMode="auto">
          <a:xfrm rot="5400000">
            <a:off x="2624931" y="-130968"/>
            <a:ext cx="669925" cy="3379788"/>
          </a:xfrm>
          <a:prstGeom prst="bentConnector3">
            <a:avLst>
              <a:gd name="adj1" fmla="val 49764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48" name="AutoShape 27"/>
          <p:cNvCxnSpPr>
            <a:cxnSpLocks noChangeShapeType="1"/>
            <a:stCxn id="107525" idx="2"/>
            <a:endCxn id="107527" idx="0"/>
          </p:cNvCxnSpPr>
          <p:nvPr/>
        </p:nvCxnSpPr>
        <p:spPr bwMode="auto">
          <a:xfrm rot="5400000">
            <a:off x="3470275" y="714376"/>
            <a:ext cx="669925" cy="1689100"/>
          </a:xfrm>
          <a:prstGeom prst="bentConnector3">
            <a:avLst>
              <a:gd name="adj1" fmla="val 49764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49" name="AutoShape 28"/>
          <p:cNvCxnSpPr>
            <a:cxnSpLocks noChangeShapeType="1"/>
            <a:stCxn id="107525" idx="2"/>
            <a:endCxn id="107529" idx="0"/>
          </p:cNvCxnSpPr>
          <p:nvPr/>
        </p:nvCxnSpPr>
        <p:spPr bwMode="auto">
          <a:xfrm rot="16200000" flipH="1">
            <a:off x="4316413" y="1557338"/>
            <a:ext cx="669925" cy="3175"/>
          </a:xfrm>
          <a:prstGeom prst="bentConnector3">
            <a:avLst>
              <a:gd name="adj1" fmla="val 49764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50" name="AutoShape 29"/>
          <p:cNvCxnSpPr>
            <a:cxnSpLocks noChangeShapeType="1"/>
            <a:stCxn id="107525" idx="2"/>
            <a:endCxn id="107531" idx="0"/>
          </p:cNvCxnSpPr>
          <p:nvPr/>
        </p:nvCxnSpPr>
        <p:spPr bwMode="auto">
          <a:xfrm rot="16200000" flipH="1">
            <a:off x="5122069" y="751682"/>
            <a:ext cx="669925" cy="1614487"/>
          </a:xfrm>
          <a:prstGeom prst="bentConnector3">
            <a:avLst>
              <a:gd name="adj1" fmla="val 49764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51" name="AutoShape 30"/>
          <p:cNvCxnSpPr>
            <a:cxnSpLocks noChangeShapeType="1"/>
            <a:stCxn id="107525" idx="2"/>
            <a:endCxn id="107533" idx="0"/>
          </p:cNvCxnSpPr>
          <p:nvPr/>
        </p:nvCxnSpPr>
        <p:spPr bwMode="auto">
          <a:xfrm rot="16200000" flipH="1">
            <a:off x="5942013" y="-68262"/>
            <a:ext cx="669925" cy="3254375"/>
          </a:xfrm>
          <a:prstGeom prst="bentConnector3">
            <a:avLst>
              <a:gd name="adj1" fmla="val 49764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52" name="AutoShape 31"/>
          <p:cNvCxnSpPr>
            <a:cxnSpLocks noChangeShapeType="1"/>
            <a:stCxn id="107524" idx="2"/>
            <a:endCxn id="107526" idx="0"/>
          </p:cNvCxnSpPr>
          <p:nvPr/>
        </p:nvCxnSpPr>
        <p:spPr bwMode="auto">
          <a:xfrm>
            <a:off x="1270000" y="2325688"/>
            <a:ext cx="0" cy="30638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53" name="AutoShape 32"/>
          <p:cNvCxnSpPr>
            <a:cxnSpLocks noChangeShapeType="1"/>
            <a:stCxn id="107527" idx="2"/>
            <a:endCxn id="107528" idx="0"/>
          </p:cNvCxnSpPr>
          <p:nvPr/>
        </p:nvCxnSpPr>
        <p:spPr bwMode="auto">
          <a:xfrm flipH="1">
            <a:off x="2957513" y="2325688"/>
            <a:ext cx="3175" cy="30638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54" name="AutoShape 33"/>
          <p:cNvCxnSpPr>
            <a:cxnSpLocks noChangeShapeType="1"/>
            <a:stCxn id="107529" idx="2"/>
            <a:endCxn id="107530" idx="0"/>
          </p:cNvCxnSpPr>
          <p:nvPr/>
        </p:nvCxnSpPr>
        <p:spPr bwMode="auto">
          <a:xfrm flipH="1">
            <a:off x="4651375" y="2325688"/>
            <a:ext cx="1588" cy="30638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55" name="AutoShape 34"/>
          <p:cNvCxnSpPr>
            <a:cxnSpLocks noChangeShapeType="1"/>
            <a:stCxn id="107531" idx="2"/>
            <a:endCxn id="107532" idx="0"/>
          </p:cNvCxnSpPr>
          <p:nvPr/>
        </p:nvCxnSpPr>
        <p:spPr bwMode="auto">
          <a:xfrm>
            <a:off x="6264275" y="2325688"/>
            <a:ext cx="0" cy="30638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56" name="AutoShape 35"/>
          <p:cNvCxnSpPr>
            <a:cxnSpLocks noChangeShapeType="1"/>
            <a:stCxn id="107533" idx="2"/>
            <a:endCxn id="107534" idx="0"/>
          </p:cNvCxnSpPr>
          <p:nvPr/>
        </p:nvCxnSpPr>
        <p:spPr bwMode="auto">
          <a:xfrm flipH="1">
            <a:off x="7902575" y="2325688"/>
            <a:ext cx="1588" cy="30638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57" name="AutoShape 36"/>
          <p:cNvCxnSpPr>
            <a:cxnSpLocks noChangeShapeType="1"/>
            <a:stCxn id="107526" idx="2"/>
            <a:endCxn id="107535" idx="0"/>
          </p:cNvCxnSpPr>
          <p:nvPr/>
        </p:nvCxnSpPr>
        <p:spPr bwMode="auto">
          <a:xfrm>
            <a:off x="1270001" y="3074988"/>
            <a:ext cx="6758" cy="1984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58" name="AutoShape 37"/>
          <p:cNvCxnSpPr>
            <a:cxnSpLocks noChangeShapeType="1"/>
            <a:stCxn id="107535" idx="2"/>
            <a:endCxn id="107540" idx="0"/>
          </p:cNvCxnSpPr>
          <p:nvPr/>
        </p:nvCxnSpPr>
        <p:spPr bwMode="auto">
          <a:xfrm flipH="1">
            <a:off x="1270001" y="3716338"/>
            <a:ext cx="6758" cy="1984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59" name="AutoShape 38"/>
          <p:cNvCxnSpPr>
            <a:cxnSpLocks noChangeShapeType="1"/>
            <a:stCxn id="107528" idx="2"/>
            <a:endCxn id="107536" idx="0"/>
          </p:cNvCxnSpPr>
          <p:nvPr/>
        </p:nvCxnSpPr>
        <p:spPr bwMode="auto">
          <a:xfrm>
            <a:off x="2957513" y="3074988"/>
            <a:ext cx="0" cy="1984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60" name="AutoShape 39"/>
          <p:cNvCxnSpPr>
            <a:cxnSpLocks noChangeShapeType="1"/>
            <a:stCxn id="107536" idx="2"/>
            <a:endCxn id="107541" idx="0"/>
          </p:cNvCxnSpPr>
          <p:nvPr/>
        </p:nvCxnSpPr>
        <p:spPr bwMode="auto">
          <a:xfrm>
            <a:off x="2957513" y="3716338"/>
            <a:ext cx="0" cy="1984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61" name="AutoShape 40"/>
          <p:cNvCxnSpPr>
            <a:cxnSpLocks noChangeShapeType="1"/>
            <a:stCxn id="107530" idx="2"/>
            <a:endCxn id="107537" idx="0"/>
          </p:cNvCxnSpPr>
          <p:nvPr/>
        </p:nvCxnSpPr>
        <p:spPr bwMode="auto">
          <a:xfrm>
            <a:off x="4651375" y="3074988"/>
            <a:ext cx="0" cy="1984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62" name="AutoShape 41"/>
          <p:cNvCxnSpPr>
            <a:cxnSpLocks noChangeShapeType="1"/>
            <a:stCxn id="107537" idx="2"/>
            <a:endCxn id="107542" idx="0"/>
          </p:cNvCxnSpPr>
          <p:nvPr/>
        </p:nvCxnSpPr>
        <p:spPr bwMode="auto">
          <a:xfrm>
            <a:off x="4651375" y="3716338"/>
            <a:ext cx="0" cy="1984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63" name="AutoShape 42"/>
          <p:cNvCxnSpPr>
            <a:cxnSpLocks noChangeShapeType="1"/>
            <a:stCxn id="107532" idx="2"/>
            <a:endCxn id="107538" idx="0"/>
          </p:cNvCxnSpPr>
          <p:nvPr/>
        </p:nvCxnSpPr>
        <p:spPr bwMode="auto">
          <a:xfrm>
            <a:off x="6264275" y="3074988"/>
            <a:ext cx="0" cy="1984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64" name="AutoShape 43"/>
          <p:cNvCxnSpPr>
            <a:cxnSpLocks noChangeShapeType="1"/>
            <a:stCxn id="107534" idx="2"/>
            <a:endCxn id="107539" idx="0"/>
          </p:cNvCxnSpPr>
          <p:nvPr/>
        </p:nvCxnSpPr>
        <p:spPr bwMode="auto">
          <a:xfrm>
            <a:off x="7902575" y="3074988"/>
            <a:ext cx="0" cy="1984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65" name="AutoShape 44"/>
          <p:cNvCxnSpPr>
            <a:cxnSpLocks noChangeShapeType="1"/>
            <a:stCxn id="107539" idx="2"/>
            <a:endCxn id="107543" idx="0"/>
          </p:cNvCxnSpPr>
          <p:nvPr/>
        </p:nvCxnSpPr>
        <p:spPr bwMode="auto">
          <a:xfrm>
            <a:off x="7902575" y="3716338"/>
            <a:ext cx="0" cy="1984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66" name="AutoShape 45"/>
          <p:cNvCxnSpPr>
            <a:cxnSpLocks noChangeShapeType="1"/>
            <a:stCxn id="107543" idx="2"/>
            <a:endCxn id="107545" idx="0"/>
          </p:cNvCxnSpPr>
          <p:nvPr/>
        </p:nvCxnSpPr>
        <p:spPr bwMode="auto">
          <a:xfrm>
            <a:off x="7902575" y="4357688"/>
            <a:ext cx="0" cy="1984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67" name="AutoShape 46"/>
          <p:cNvCxnSpPr>
            <a:cxnSpLocks noChangeShapeType="1"/>
            <a:stCxn id="107545" idx="2"/>
            <a:endCxn id="107546" idx="0"/>
          </p:cNvCxnSpPr>
          <p:nvPr/>
        </p:nvCxnSpPr>
        <p:spPr bwMode="auto">
          <a:xfrm>
            <a:off x="7902575" y="4999038"/>
            <a:ext cx="0" cy="1984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68" name="AutoShape 47"/>
          <p:cNvCxnSpPr>
            <a:cxnSpLocks noChangeShapeType="1"/>
            <a:stCxn id="107546" idx="2"/>
            <a:endCxn id="107544" idx="0"/>
          </p:cNvCxnSpPr>
          <p:nvPr/>
        </p:nvCxnSpPr>
        <p:spPr bwMode="auto">
          <a:xfrm>
            <a:off x="7902575" y="5640388"/>
            <a:ext cx="0" cy="2000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7569" name="Rectangle 48"/>
          <p:cNvSpPr>
            <a:spLocks noGrp="1" noChangeArrowheads="1"/>
          </p:cNvSpPr>
          <p:nvPr>
            <p:ph type="title" idx="4294967295"/>
          </p:nvPr>
        </p:nvSpPr>
        <p:spPr>
          <a:xfrm>
            <a:off x="6819900" y="44450"/>
            <a:ext cx="2216150" cy="336550"/>
          </a:xfrm>
        </p:spPr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7570" name="Rectangle 50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679296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3113D653-65F4-4CB6-83D6-ED671C06B4F4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86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8547" name="Rectangle 2"/>
          <p:cNvSpPr>
            <a:spLocks noChangeArrowheads="1"/>
          </p:cNvSpPr>
          <p:nvPr/>
        </p:nvSpPr>
        <p:spPr bwMode="auto">
          <a:xfrm>
            <a:off x="973138" y="5645098"/>
            <a:ext cx="7486650" cy="5493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chia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bevel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helical, helical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worm, worm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wormwheel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helical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planetary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, bevel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planetary,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worm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planetary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3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8548" name="Rectangle 3"/>
          <p:cNvSpPr>
            <a:spLocks noGrp="1" noChangeArrowheads="1"/>
          </p:cNvSpPr>
          <p:nvPr>
            <p:ph type="title" idx="4294967295"/>
          </p:nvPr>
        </p:nvSpPr>
        <p:spPr>
          <a:xfrm>
            <a:off x="7065963" y="68263"/>
            <a:ext cx="1970087" cy="336550"/>
          </a:xfrm>
        </p:spPr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8549" name="Rectangle 4"/>
          <p:cNvSpPr>
            <a:spLocks noChangeArrowheads="1"/>
          </p:cNvSpPr>
          <p:nvPr/>
        </p:nvSpPr>
        <p:spPr bwMode="auto">
          <a:xfrm>
            <a:off x="869950" y="908050"/>
            <a:ext cx="240963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endParaRPr lang="ko-KR" altLang="en-US" sz="13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8550" name="Rectangle 5"/>
          <p:cNvSpPr>
            <a:spLocks noChangeArrowheads="1"/>
          </p:cNvSpPr>
          <p:nvPr/>
        </p:nvSpPr>
        <p:spPr bwMode="auto">
          <a:xfrm>
            <a:off x="973138" y="1173163"/>
            <a:ext cx="7248525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thống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.(</a:t>
            </a: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Geared Motor)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lập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.(Speed </a:t>
            </a: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Reducer) 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(Motorized </a:t>
            </a: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speed Reducer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bao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gồm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Coupling, 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V-Pulley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Bed.</a:t>
            </a:r>
            <a:endParaRPr lang="en-US" altLang="ko-KR" sz="13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8551" name="Rectangle 6"/>
          <p:cNvSpPr>
            <a:spLocks noChangeArrowheads="1"/>
          </p:cNvSpPr>
          <p:nvPr/>
        </p:nvSpPr>
        <p:spPr bwMode="auto">
          <a:xfrm>
            <a:off x="869950" y="2162175"/>
            <a:ext cx="4382931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tượng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endParaRPr lang="ko-KR" altLang="en-US" sz="13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8552" name="Rectangle 7"/>
          <p:cNvSpPr>
            <a:spLocks noChangeArrowheads="1"/>
          </p:cNvSpPr>
          <p:nvPr/>
        </p:nvSpPr>
        <p:spPr bwMode="auto">
          <a:xfrm>
            <a:off x="973138" y="2398713"/>
            <a:ext cx="7455054" cy="9079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(Coaxial </a:t>
            </a: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Shafts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):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Planetary(</a:t>
            </a:r>
            <a:r>
              <a:rPr lang="en-US" altLang="ko-KR" sz="14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4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4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4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tinh</a:t>
            </a:r>
            <a:r>
              <a:rPr lang="en-US" altLang="ko-KR" sz="14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Cyclo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ko-KR" altLang="en-US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helical, power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(Parallel Shafts):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helical gear.</a:t>
            </a:r>
            <a:endParaRPr lang="ko-KR" altLang="en-US" sz="13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giao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(Right </a:t>
            </a: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angle Shafts):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bevel</a:t>
            </a: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worm.</a:t>
            </a:r>
            <a:endParaRPr lang="en-US" altLang="ko-KR" sz="13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8553" name="Rectangle 8"/>
          <p:cNvSpPr>
            <a:spLocks noChangeArrowheads="1"/>
          </p:cNvSpPr>
          <p:nvPr/>
        </p:nvSpPr>
        <p:spPr bwMode="auto">
          <a:xfrm>
            <a:off x="869950" y="3424238"/>
            <a:ext cx="2053767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endParaRPr lang="ko-KR" altLang="en-US" sz="13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8554" name="Rectangle 9"/>
          <p:cNvSpPr>
            <a:spLocks noChangeArrowheads="1"/>
          </p:cNvSpPr>
          <p:nvPr/>
        </p:nvSpPr>
        <p:spPr bwMode="auto">
          <a:xfrm>
            <a:off x="973138" y="3676650"/>
            <a:ext cx="4684296" cy="6924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Foot mounting :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ngang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3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Flange mounting: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3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Shaft mounting: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rỗng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3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8555" name="Rectangle 10"/>
          <p:cNvSpPr>
            <a:spLocks noChangeArrowheads="1"/>
          </p:cNvSpPr>
          <p:nvPr/>
        </p:nvSpPr>
        <p:spPr bwMode="auto">
          <a:xfrm>
            <a:off x="869950" y="4527550"/>
            <a:ext cx="2412840" cy="3123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3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4)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3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8556" name="Rectangle 11"/>
          <p:cNvSpPr>
            <a:spLocks noChangeArrowheads="1"/>
          </p:cNvSpPr>
          <p:nvPr/>
        </p:nvSpPr>
        <p:spPr bwMode="auto">
          <a:xfrm>
            <a:off x="973138" y="4811713"/>
            <a:ext cx="2009653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(Solid </a:t>
            </a: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Shafts) 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rỗng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(Hollow </a:t>
            </a:r>
            <a:r>
              <a:rPr lang="en-US" altLang="ko-KR" sz="13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Shafts)</a:t>
            </a:r>
          </a:p>
        </p:txBody>
      </p:sp>
      <p:sp>
        <p:nvSpPr>
          <p:cNvPr id="108557" name="Rectangle 12"/>
          <p:cNvSpPr>
            <a:spLocks noChangeArrowheads="1"/>
          </p:cNvSpPr>
          <p:nvPr/>
        </p:nvSpPr>
        <p:spPr bwMode="auto">
          <a:xfrm>
            <a:off x="869950" y="5397500"/>
            <a:ext cx="745717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5)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endParaRPr lang="ko-KR" altLang="en-US" sz="13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8558" name="Rectangle 1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5107090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79704D57-EF82-4518-A27D-60014A080B06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87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9571" name="Text Box 2"/>
          <p:cNvSpPr txBox="1">
            <a:spLocks noChangeArrowheads="1"/>
          </p:cNvSpPr>
          <p:nvPr/>
        </p:nvSpPr>
        <p:spPr bwMode="auto">
          <a:xfrm>
            <a:off x="755650" y="765175"/>
            <a:ext cx="417671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(6)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Giới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thiệu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09572" name="Picture 3" descr="16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7450" y="2384425"/>
            <a:ext cx="1701800" cy="13033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9573" name="Text Box 4"/>
          <p:cNvSpPr txBox="1">
            <a:spLocks noChangeArrowheads="1"/>
          </p:cNvSpPr>
          <p:nvPr/>
        </p:nvSpPr>
        <p:spPr bwMode="auto">
          <a:xfrm>
            <a:off x="827585" y="3727450"/>
            <a:ext cx="230425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①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9574" name="Text Box 5"/>
          <p:cNvSpPr txBox="1">
            <a:spLocks noChangeArrowheads="1"/>
          </p:cNvSpPr>
          <p:nvPr/>
        </p:nvSpPr>
        <p:spPr bwMode="auto">
          <a:xfrm>
            <a:off x="4046538" y="6034088"/>
            <a:ext cx="174278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09575" name="Picture 6" descr="6-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73450" y="2384425"/>
            <a:ext cx="1981200" cy="132556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9576" name="Text Box 7"/>
          <p:cNvSpPr txBox="1">
            <a:spLocks noChangeArrowheads="1"/>
          </p:cNvSpPr>
          <p:nvPr/>
        </p:nvSpPr>
        <p:spPr bwMode="auto">
          <a:xfrm>
            <a:off x="3312763" y="3727450"/>
            <a:ext cx="233749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②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worm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09577" name="Picture 8" descr="7-1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1863" y="2384425"/>
            <a:ext cx="1881187" cy="13287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9578" name="Picture 9" descr="13-1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8263" y="4329113"/>
            <a:ext cx="1727200" cy="13335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9579" name="Text Box 10"/>
          <p:cNvSpPr txBox="1">
            <a:spLocks noChangeArrowheads="1"/>
          </p:cNvSpPr>
          <p:nvPr/>
        </p:nvSpPr>
        <p:spPr bwMode="auto">
          <a:xfrm>
            <a:off x="5796136" y="3729864"/>
            <a:ext cx="251863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③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tinh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9580" name="Text Box 11"/>
          <p:cNvSpPr txBox="1">
            <a:spLocks noChangeArrowheads="1"/>
          </p:cNvSpPr>
          <p:nvPr/>
        </p:nvSpPr>
        <p:spPr bwMode="auto">
          <a:xfrm>
            <a:off x="2271346" y="5715000"/>
            <a:ext cx="184858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④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CYCLO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09581" name="Picture 12" descr="pro-6000_03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95513" y="4329113"/>
            <a:ext cx="2000250" cy="13176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9582" name="Rectangle 13"/>
          <p:cNvSpPr>
            <a:spLocks noChangeArrowheads="1"/>
          </p:cNvSpPr>
          <p:nvPr/>
        </p:nvSpPr>
        <p:spPr bwMode="auto">
          <a:xfrm>
            <a:off x="4491086" y="5714999"/>
            <a:ext cx="353494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⑤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đàn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hồi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đĩa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harmonic)</a:t>
            </a:r>
          </a:p>
        </p:txBody>
      </p:sp>
      <p:sp>
        <p:nvSpPr>
          <p:cNvPr id="109583" name="Rectangle 14"/>
          <p:cNvSpPr>
            <a:spLocks noGrp="1" noChangeArrowheads="1"/>
          </p:cNvSpPr>
          <p:nvPr>
            <p:ph type="title" idx="4294967295"/>
          </p:nvPr>
        </p:nvSpPr>
        <p:spPr>
          <a:xfrm>
            <a:off x="6697663" y="44450"/>
            <a:ext cx="2338387" cy="336550"/>
          </a:xfrm>
        </p:spPr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9584" name="Rectangle 15"/>
          <p:cNvSpPr>
            <a:spLocks noChangeArrowheads="1"/>
          </p:cNvSpPr>
          <p:nvPr/>
        </p:nvSpPr>
        <p:spPr bwMode="auto">
          <a:xfrm>
            <a:off x="1016000" y="1125538"/>
            <a:ext cx="4564063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worm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tinh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CYCLO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hồi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đĩa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harmonic)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9585" name="Rectangle 17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6168440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E743AA0B-B6D5-47F8-B890-8CC5D68ABF1F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88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0595" name="Text Box 2"/>
          <p:cNvSpPr txBox="1">
            <a:spLocks noChangeArrowheads="1"/>
          </p:cNvSpPr>
          <p:nvPr/>
        </p:nvSpPr>
        <p:spPr bwMode="auto">
          <a:xfrm>
            <a:off x="839788" y="908050"/>
            <a:ext cx="7940675" cy="8125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(spur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gear)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herical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gear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muốn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1,phải </a:t>
            </a: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(compound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gear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train)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song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-song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10596" name="Picture 3" descr="16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86313" y="2085975"/>
            <a:ext cx="3097212" cy="2547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0597" name="AutoShape 4"/>
          <p:cNvSpPr>
            <a:spLocks noChangeArrowheads="1"/>
          </p:cNvSpPr>
          <p:nvPr/>
        </p:nvSpPr>
        <p:spPr bwMode="auto">
          <a:xfrm flipH="1">
            <a:off x="4211959" y="2089150"/>
            <a:ext cx="1080120" cy="288925"/>
          </a:xfrm>
          <a:prstGeom prst="wedgeRoundRectCallout">
            <a:avLst>
              <a:gd name="adj1" fmla="val -50602"/>
              <a:gd name="adj2" fmla="val 147801"/>
              <a:gd name="adj3" fmla="val 16667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endParaRPr lang="ko-KR" altLang="en-US" sz="13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0598" name="AutoShape 5"/>
          <p:cNvSpPr>
            <a:spLocks noChangeArrowheads="1"/>
          </p:cNvSpPr>
          <p:nvPr/>
        </p:nvSpPr>
        <p:spPr bwMode="auto">
          <a:xfrm flipH="1">
            <a:off x="7299324" y="2422525"/>
            <a:ext cx="945083" cy="288925"/>
          </a:xfrm>
          <a:prstGeom prst="wedgeRoundRectCallout">
            <a:avLst>
              <a:gd name="adj1" fmla="val 51000"/>
              <a:gd name="adj2" fmla="val 143403"/>
              <a:gd name="adj3" fmla="val 16667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3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endParaRPr lang="ko-KR" altLang="en-US" sz="13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0599" name="Text Box 6"/>
          <p:cNvSpPr txBox="1">
            <a:spLocks noChangeArrowheads="1"/>
          </p:cNvSpPr>
          <p:nvPr/>
        </p:nvSpPr>
        <p:spPr bwMode="auto">
          <a:xfrm>
            <a:off x="5678488" y="5056188"/>
            <a:ext cx="184698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ray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ỗn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)]</a:t>
            </a:r>
            <a:endParaRPr lang="en-US" altLang="ko-KR" sz="10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0600" name="Rectangle 7"/>
          <p:cNvSpPr>
            <a:spLocks noChangeArrowheads="1"/>
          </p:cNvSpPr>
          <p:nvPr/>
        </p:nvSpPr>
        <p:spPr bwMode="auto">
          <a:xfrm>
            <a:off x="4067175" y="2032000"/>
            <a:ext cx="4392613" cy="29527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solidFill>
                <a:srgbClr val="33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0601" name="Text Box 8"/>
          <p:cNvSpPr txBox="1">
            <a:spLocks noChangeArrowheads="1"/>
          </p:cNvSpPr>
          <p:nvPr/>
        </p:nvSpPr>
        <p:spPr bwMode="auto">
          <a:xfrm>
            <a:off x="684213" y="4683125"/>
            <a:ext cx="308610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0602" name="Text Box 9"/>
          <p:cNvSpPr txBox="1">
            <a:spLocks noChangeArrowheads="1"/>
          </p:cNvSpPr>
          <p:nvPr/>
        </p:nvSpPr>
        <p:spPr bwMode="auto">
          <a:xfrm>
            <a:off x="965200" y="5157788"/>
            <a:ext cx="6199188" cy="15327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vv..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0603" name="Rectangle 10"/>
          <p:cNvSpPr>
            <a:spLocks noGrp="1" noChangeArrowheads="1"/>
          </p:cNvSpPr>
          <p:nvPr>
            <p:ph type="title" idx="4294967295"/>
          </p:nvPr>
        </p:nvSpPr>
        <p:spPr>
          <a:xfrm>
            <a:off x="6423025" y="68263"/>
            <a:ext cx="2613025" cy="336550"/>
          </a:xfrm>
        </p:spPr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0604" name="Rectangle 11"/>
          <p:cNvSpPr>
            <a:spLocks noChangeArrowheads="1"/>
          </p:cNvSpPr>
          <p:nvPr/>
        </p:nvSpPr>
        <p:spPr bwMode="auto">
          <a:xfrm>
            <a:off x="468313" y="512763"/>
            <a:ext cx="2810385" cy="3293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2-2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0605" name="Rectangle 12"/>
          <p:cNvSpPr>
            <a:spLocks noChangeArrowheads="1"/>
          </p:cNvSpPr>
          <p:nvPr/>
        </p:nvSpPr>
        <p:spPr bwMode="auto">
          <a:xfrm>
            <a:off x="684213" y="2133600"/>
            <a:ext cx="106150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(1)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0606" name="Rectangle 13"/>
          <p:cNvSpPr>
            <a:spLocks noChangeArrowheads="1"/>
          </p:cNvSpPr>
          <p:nvPr/>
        </p:nvSpPr>
        <p:spPr bwMode="auto">
          <a:xfrm>
            <a:off x="952500" y="2492375"/>
            <a:ext cx="3043436" cy="1384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bevel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0607" name="Rectangle 15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940913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30DCE29D-6859-4F66-91B2-B9B4AF1D225D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89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1619" name="Text Box 2"/>
          <p:cNvSpPr txBox="1">
            <a:spLocks noChangeArrowheads="1"/>
          </p:cNvSpPr>
          <p:nvPr/>
        </p:nvSpPr>
        <p:spPr bwMode="auto">
          <a:xfrm>
            <a:off x="5483225" y="4556125"/>
            <a:ext cx="3049588" cy="1447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① Case(Housing)     ② Output Cover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③ Worm Gear Wheel </a:t>
            </a:r>
            <a:r>
              <a:rPr lang="en-US" altLang="ko-KR" sz="1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④ Output Shaft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⑤ </a:t>
            </a:r>
            <a:r>
              <a:rPr lang="en-US" altLang="ko-KR" sz="1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Input Shaft(Worm Shaft)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⑥ Input Cover          ⑦ Ball Bearing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⑧ Ball Bearing         ⑨ Oil seal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⑩ Head Bolt            ⑪ Oil Gauge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⑫ Oil Filter Plog        ⑬ Oil Seal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⑭ Drain Plog</a:t>
            </a:r>
          </a:p>
        </p:txBody>
      </p:sp>
      <p:pic>
        <p:nvPicPr>
          <p:cNvPr id="111620" name="Picture 3" descr="worm-sec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5600" y="1863725"/>
            <a:ext cx="3109913" cy="2513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1621" name="Text Box 4"/>
          <p:cNvSpPr txBox="1">
            <a:spLocks noChangeArrowheads="1"/>
          </p:cNvSpPr>
          <p:nvPr/>
        </p:nvSpPr>
        <p:spPr bwMode="auto">
          <a:xfrm>
            <a:off x="5435600" y="1604963"/>
            <a:ext cx="2395207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3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worm</a:t>
            </a:r>
            <a:endParaRPr lang="ko-KR" altLang="en-US" sz="13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1622" name="Text Box 5"/>
          <p:cNvSpPr txBox="1">
            <a:spLocks noChangeArrowheads="1"/>
          </p:cNvSpPr>
          <p:nvPr/>
        </p:nvSpPr>
        <p:spPr bwMode="auto">
          <a:xfrm>
            <a:off x="747713" y="3802063"/>
            <a:ext cx="105670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1623" name="Text Box 6"/>
          <p:cNvSpPr txBox="1">
            <a:spLocks noChangeArrowheads="1"/>
          </p:cNvSpPr>
          <p:nvPr/>
        </p:nvSpPr>
        <p:spPr bwMode="auto">
          <a:xfrm>
            <a:off x="968375" y="4025900"/>
            <a:ext cx="4540250" cy="21605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wat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1/10~1/60,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2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đạt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tốc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1/100~1/1200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vô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đạt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tỉ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gulim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1624" name="Rectangle 7"/>
          <p:cNvSpPr>
            <a:spLocks noGrp="1" noChangeArrowheads="1"/>
          </p:cNvSpPr>
          <p:nvPr>
            <p:ph type="title" idx="4294967295"/>
          </p:nvPr>
        </p:nvSpPr>
        <p:spPr>
          <a:xfrm>
            <a:off x="6921500" y="68263"/>
            <a:ext cx="2114550" cy="336550"/>
          </a:xfrm>
        </p:spPr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1625" name="Rectangle 8"/>
          <p:cNvSpPr>
            <a:spLocks noChangeArrowheads="1"/>
          </p:cNvSpPr>
          <p:nvPr/>
        </p:nvSpPr>
        <p:spPr bwMode="auto">
          <a:xfrm>
            <a:off x="536575" y="517525"/>
            <a:ext cx="284565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2-3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worm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1626" name="Rectangle 9"/>
          <p:cNvSpPr>
            <a:spLocks noChangeArrowheads="1"/>
          </p:cNvSpPr>
          <p:nvPr/>
        </p:nvSpPr>
        <p:spPr bwMode="auto">
          <a:xfrm>
            <a:off x="852488" y="823913"/>
            <a:ext cx="801687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worm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hẳn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bởi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compact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chi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1627" name="Rectangle 10"/>
          <p:cNvSpPr>
            <a:spLocks noChangeArrowheads="1"/>
          </p:cNvSpPr>
          <p:nvPr/>
        </p:nvSpPr>
        <p:spPr bwMode="auto">
          <a:xfrm>
            <a:off x="730250" y="1347788"/>
            <a:ext cx="1023037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1628" name="Text Box 11"/>
          <p:cNvSpPr txBox="1">
            <a:spLocks noChangeArrowheads="1"/>
          </p:cNvSpPr>
          <p:nvPr/>
        </p:nvSpPr>
        <p:spPr bwMode="auto">
          <a:xfrm>
            <a:off x="971550" y="1520554"/>
            <a:ext cx="4362092" cy="23267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giản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rung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ko-KR" altLang="en-US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ㆍ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Self Locking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dừng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1629" name="Rectangle 13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303064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5E0E4D82-826E-4AF5-9BCA-596C6D9AD99B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90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12643" name="Picture 3" descr="planetary_gear_sys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82975" y="3730625"/>
            <a:ext cx="1881188" cy="2362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2644" name="Text Box 4"/>
          <p:cNvSpPr txBox="1">
            <a:spLocks noChangeArrowheads="1"/>
          </p:cNvSpPr>
          <p:nvPr/>
        </p:nvSpPr>
        <p:spPr bwMode="auto">
          <a:xfrm>
            <a:off x="5832475" y="6113463"/>
            <a:ext cx="257634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12645" name="Picture 5" descr="pro01_img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738"/>
          <a:stretch>
            <a:fillRect/>
          </a:stretch>
        </p:blipFill>
        <p:spPr bwMode="auto">
          <a:xfrm>
            <a:off x="5484813" y="3644900"/>
            <a:ext cx="3190875" cy="2468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46" name="Rectangle 6"/>
          <p:cNvSpPr>
            <a:spLocks noGrp="1" noChangeArrowheads="1"/>
          </p:cNvSpPr>
          <p:nvPr>
            <p:ph type="title" idx="4294967295"/>
          </p:nvPr>
        </p:nvSpPr>
        <p:spPr>
          <a:xfrm>
            <a:off x="6288088" y="120650"/>
            <a:ext cx="2297112" cy="336550"/>
          </a:xfrm>
        </p:spPr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2647" name="Rectangle 7"/>
          <p:cNvSpPr>
            <a:spLocks noChangeArrowheads="1"/>
          </p:cNvSpPr>
          <p:nvPr/>
        </p:nvSpPr>
        <p:spPr bwMode="auto">
          <a:xfrm>
            <a:off x="960438" y="4157663"/>
            <a:ext cx="2243410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2648" name="Rectangle 8"/>
          <p:cNvSpPr>
            <a:spLocks noChangeArrowheads="1"/>
          </p:cNvSpPr>
          <p:nvPr/>
        </p:nvSpPr>
        <p:spPr bwMode="auto">
          <a:xfrm>
            <a:off x="698500" y="3875088"/>
            <a:ext cx="124745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(3)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Nhược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2649" name="Rectangle 9"/>
          <p:cNvSpPr>
            <a:spLocks noChangeArrowheads="1"/>
          </p:cNvSpPr>
          <p:nvPr/>
        </p:nvSpPr>
        <p:spPr bwMode="auto">
          <a:xfrm>
            <a:off x="960438" y="2312988"/>
            <a:ext cx="497971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(size)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.(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compact &amp; light in weight)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Chắc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.(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long life)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tơ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(concentric center) 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Energy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.(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high efficiency) 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2650" name="Rectangle 10"/>
          <p:cNvSpPr>
            <a:spLocks noChangeArrowheads="1"/>
          </p:cNvSpPr>
          <p:nvPr/>
        </p:nvSpPr>
        <p:spPr bwMode="auto">
          <a:xfrm>
            <a:off x="698500" y="2001838"/>
            <a:ext cx="1011815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2651" name="Rectangle 11"/>
          <p:cNvSpPr>
            <a:spLocks noChangeArrowheads="1"/>
          </p:cNvSpPr>
          <p:nvPr/>
        </p:nvSpPr>
        <p:spPr bwMode="auto">
          <a:xfrm>
            <a:off x="960438" y="1400175"/>
            <a:ext cx="7622600" cy="6093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(sun gear)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(internal gear)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2652" name="Rectangle 12"/>
          <p:cNvSpPr>
            <a:spLocks noChangeArrowheads="1"/>
          </p:cNvSpPr>
          <p:nvPr/>
        </p:nvSpPr>
        <p:spPr bwMode="auto">
          <a:xfrm>
            <a:off x="698500" y="1136650"/>
            <a:ext cx="1103187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(1)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2653" name="Rectangle 13"/>
          <p:cNvSpPr>
            <a:spLocks noChangeArrowheads="1"/>
          </p:cNvSpPr>
          <p:nvPr/>
        </p:nvSpPr>
        <p:spPr bwMode="auto">
          <a:xfrm>
            <a:off x="914400" y="755650"/>
            <a:ext cx="7808548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bởi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(internal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gear),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trời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(sun gear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2654" name="Rectangle 15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2655" name="Rectangle 16"/>
          <p:cNvSpPr>
            <a:spLocks noChangeArrowheads="1"/>
          </p:cNvSpPr>
          <p:nvPr/>
        </p:nvSpPr>
        <p:spPr bwMode="auto">
          <a:xfrm>
            <a:off x="536575" y="517525"/>
            <a:ext cx="313739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2-4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tinh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874545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0E9255DE-A940-4F79-BFBE-9B28E65EDBA9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91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3667" name="Text Box 2"/>
          <p:cNvSpPr txBox="1">
            <a:spLocks noChangeArrowheads="1"/>
          </p:cNvSpPr>
          <p:nvPr/>
        </p:nvSpPr>
        <p:spPr bwMode="auto">
          <a:xfrm>
            <a:off x="531813" y="603250"/>
            <a:ext cx="160492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2-5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Đĩa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Harmonic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3668" name="Text Box 3"/>
          <p:cNvSpPr txBox="1">
            <a:spLocks noChangeArrowheads="1"/>
          </p:cNvSpPr>
          <p:nvPr/>
        </p:nvSpPr>
        <p:spPr bwMode="auto">
          <a:xfrm>
            <a:off x="962025" y="917575"/>
            <a:ext cx="7164141" cy="4985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backlash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tĩnh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113669" name="Rectangle 4"/>
          <p:cNvSpPr>
            <a:spLocks noChangeArrowheads="1"/>
          </p:cNvSpPr>
          <p:nvPr/>
        </p:nvSpPr>
        <p:spPr bwMode="auto">
          <a:xfrm>
            <a:off x="696913" y="2001838"/>
            <a:ext cx="224292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đĩa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Harmonic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3670" name="Text Box 5"/>
          <p:cNvSpPr txBox="1">
            <a:spLocks noChangeArrowheads="1"/>
          </p:cNvSpPr>
          <p:nvPr/>
        </p:nvSpPr>
        <p:spPr bwMode="auto">
          <a:xfrm>
            <a:off x="962025" y="2189163"/>
            <a:ext cx="2550698" cy="27145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spcBef>
                <a:spcPct val="20000"/>
              </a:spcBef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Backlash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spcBef>
                <a:spcPct val="20000"/>
              </a:spcBef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quyết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spcBef>
                <a:spcPct val="20000"/>
              </a:spcBef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quay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tĩnh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13671" name="Picture 6" descr="8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97250" y="2674938"/>
            <a:ext cx="4941888" cy="2903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3672" name="Text Box 7"/>
          <p:cNvSpPr txBox="1">
            <a:spLocks noChangeArrowheads="1"/>
          </p:cNvSpPr>
          <p:nvPr/>
        </p:nvSpPr>
        <p:spPr bwMode="auto">
          <a:xfrm>
            <a:off x="3022600" y="5381625"/>
            <a:ext cx="19812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sóng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(wave generator)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▶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3673" name="Text Box 8"/>
          <p:cNvSpPr txBox="1">
            <a:spLocks noChangeArrowheads="1"/>
          </p:cNvSpPr>
          <p:nvPr/>
        </p:nvSpPr>
        <p:spPr bwMode="auto">
          <a:xfrm>
            <a:off x="4716016" y="2584450"/>
            <a:ext cx="164906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then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flexspline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▶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3674" name="Text Box 9"/>
          <p:cNvSpPr txBox="1">
            <a:spLocks noChangeArrowheads="1"/>
          </p:cNvSpPr>
          <p:nvPr/>
        </p:nvSpPr>
        <p:spPr bwMode="auto">
          <a:xfrm>
            <a:off x="6608763" y="2584450"/>
            <a:ext cx="177163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then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circularspline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▶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3675" name="Text Box 10"/>
          <p:cNvSpPr txBox="1">
            <a:spLocks noChangeArrowheads="1"/>
          </p:cNvSpPr>
          <p:nvPr/>
        </p:nvSpPr>
        <p:spPr bwMode="auto">
          <a:xfrm>
            <a:off x="5030788" y="5429250"/>
            <a:ext cx="265649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đĩaHarmonic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3676" name="Rectangle 11"/>
          <p:cNvSpPr>
            <a:spLocks noGrp="1" noChangeArrowheads="1"/>
          </p:cNvSpPr>
          <p:nvPr>
            <p:ph type="title" idx="4294967295"/>
          </p:nvPr>
        </p:nvSpPr>
        <p:spPr>
          <a:xfrm>
            <a:off x="6297613" y="120650"/>
            <a:ext cx="2287587" cy="336550"/>
          </a:xfrm>
        </p:spPr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3677" name="Rectangle 13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13678" name="Group 20"/>
          <p:cNvGrpSpPr>
            <a:grpSpLocks/>
          </p:cNvGrpSpPr>
          <p:nvPr/>
        </p:nvGrpSpPr>
        <p:grpSpPr bwMode="auto">
          <a:xfrm>
            <a:off x="107950" y="5949950"/>
            <a:ext cx="434975" cy="511175"/>
            <a:chOff x="68" y="3748"/>
            <a:chExt cx="274" cy="322"/>
          </a:xfrm>
        </p:grpSpPr>
        <p:pic>
          <p:nvPicPr>
            <p:cNvPr id="113679" name="Picture 18" descr="spur">
              <a:hlinkClick r:id="rId4"/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" y="3884"/>
              <a:ext cx="272" cy="1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3680" name="Rectangle 7"/>
            <p:cNvSpPr>
              <a:spLocks noChangeArrowheads="1"/>
            </p:cNvSpPr>
            <p:nvPr/>
          </p:nvSpPr>
          <p:spPr bwMode="auto">
            <a:xfrm>
              <a:off x="77" y="3748"/>
              <a:ext cx="265" cy="1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10000"/>
                </a:lnSpc>
              </a:pPr>
              <a:r>
                <a:rPr lang="ko-KR" altLang="en-US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구동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7219484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613DE212-2710-46BA-A0D7-6E59CDD044F1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92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4691" name="Text Box 2"/>
          <p:cNvSpPr txBox="1">
            <a:spLocks noChangeArrowheads="1"/>
          </p:cNvSpPr>
          <p:nvPr/>
        </p:nvSpPr>
        <p:spPr bwMode="auto">
          <a:xfrm>
            <a:off x="539750" y="549275"/>
            <a:ext cx="2895600" cy="3939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2-6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CYCLO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4692" name="Text Box 3"/>
          <p:cNvSpPr txBox="1">
            <a:spLocks noChangeArrowheads="1"/>
          </p:cNvSpPr>
          <p:nvPr/>
        </p:nvSpPr>
        <p:spPr bwMode="auto">
          <a:xfrm>
            <a:off x="693738" y="2784026"/>
            <a:ext cx="1141958" cy="2954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4693" name="Text Box 4"/>
          <p:cNvSpPr txBox="1">
            <a:spLocks noChangeArrowheads="1"/>
          </p:cNvSpPr>
          <p:nvPr/>
        </p:nvSpPr>
        <p:spPr bwMode="auto">
          <a:xfrm>
            <a:off x="971550" y="1361381"/>
            <a:ext cx="8172450" cy="15327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cam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ring.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ring,bằng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pitch)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con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4694" name="Rectangle 5"/>
          <p:cNvSpPr>
            <a:spLocks noChangeArrowheads="1"/>
          </p:cNvSpPr>
          <p:nvPr/>
        </p:nvSpPr>
        <p:spPr bwMode="auto">
          <a:xfrm>
            <a:off x="971550" y="952500"/>
            <a:ext cx="495520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cycloid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-&gt;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4695" name="Text Box 6"/>
          <p:cNvSpPr txBox="1">
            <a:spLocks noChangeArrowheads="1"/>
          </p:cNvSpPr>
          <p:nvPr/>
        </p:nvSpPr>
        <p:spPr bwMode="auto">
          <a:xfrm>
            <a:off x="5721350" y="6096000"/>
            <a:ext cx="1332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cyclo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0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14696" name="Picture 7" descr="products_image_66_small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"/>
          <a:stretch>
            <a:fillRect/>
          </a:stretch>
        </p:blipFill>
        <p:spPr bwMode="auto">
          <a:xfrm>
            <a:off x="4435475" y="3636963"/>
            <a:ext cx="4210050" cy="2459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4697" name="Rectangle 8"/>
          <p:cNvSpPr>
            <a:spLocks noGrp="1" noChangeArrowheads="1"/>
          </p:cNvSpPr>
          <p:nvPr>
            <p:ph type="title" idx="4294967295"/>
          </p:nvPr>
        </p:nvSpPr>
        <p:spPr>
          <a:xfrm>
            <a:off x="6429375" y="4763"/>
            <a:ext cx="2155825" cy="336550"/>
          </a:xfrm>
        </p:spPr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4698" name="Rectangle 9"/>
          <p:cNvSpPr>
            <a:spLocks noChangeArrowheads="1"/>
          </p:cNvSpPr>
          <p:nvPr/>
        </p:nvSpPr>
        <p:spPr bwMode="auto">
          <a:xfrm>
            <a:off x="693738" y="1166813"/>
            <a:ext cx="1213966" cy="3323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4699" name="Rectangle 10"/>
          <p:cNvSpPr>
            <a:spLocks noChangeArrowheads="1"/>
          </p:cNvSpPr>
          <p:nvPr/>
        </p:nvSpPr>
        <p:spPr bwMode="auto">
          <a:xfrm>
            <a:off x="971550" y="3005138"/>
            <a:ext cx="501967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cam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bearing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seal.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cong.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bi(Bearing)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4700" name="Rectangle 11"/>
          <p:cNvSpPr>
            <a:spLocks noChangeArrowheads="1"/>
          </p:cNvSpPr>
          <p:nvPr/>
        </p:nvSpPr>
        <p:spPr bwMode="auto">
          <a:xfrm>
            <a:off x="693738" y="3814763"/>
            <a:ext cx="114195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ko-KR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4701" name="Rectangle 12"/>
          <p:cNvSpPr>
            <a:spLocks noChangeArrowheads="1"/>
          </p:cNvSpPr>
          <p:nvPr/>
        </p:nvSpPr>
        <p:spPr bwMode="auto">
          <a:xfrm>
            <a:off x="971550" y="3883025"/>
            <a:ext cx="3214688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rung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worm,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helical (hay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ko-KR" altLang="en-US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ㆍ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4702" name="Rectangle 1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14703" name="Group 19"/>
          <p:cNvGrpSpPr>
            <a:grpSpLocks/>
          </p:cNvGrpSpPr>
          <p:nvPr/>
        </p:nvGrpSpPr>
        <p:grpSpPr bwMode="auto">
          <a:xfrm>
            <a:off x="107950" y="5949950"/>
            <a:ext cx="434975" cy="511175"/>
            <a:chOff x="68" y="3748"/>
            <a:chExt cx="274" cy="322"/>
          </a:xfrm>
        </p:grpSpPr>
        <p:pic>
          <p:nvPicPr>
            <p:cNvPr id="114704" name="Picture 17" descr="spur">
              <a:hlinkClick r:id="rId4"/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" y="3884"/>
              <a:ext cx="272" cy="1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4705" name="Rectangle 7"/>
            <p:cNvSpPr>
              <a:spLocks noChangeArrowheads="1"/>
            </p:cNvSpPr>
            <p:nvPr/>
          </p:nvSpPr>
          <p:spPr bwMode="auto">
            <a:xfrm>
              <a:off x="77" y="3748"/>
              <a:ext cx="265" cy="1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10000"/>
                </a:lnSpc>
              </a:pPr>
              <a:r>
                <a:rPr lang="ko-KR" altLang="en-US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구동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8164319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슬라이드 번호 개체 틀 1"/>
          <p:cNvSpPr txBox="1">
            <a:spLocks noGrp="1"/>
          </p:cNvSpPr>
          <p:nvPr/>
        </p:nvSpPr>
        <p:spPr bwMode="auto">
          <a:xfrm>
            <a:off x="3527425" y="6567488"/>
            <a:ext cx="21336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fld id="{517AD793-F976-4F4A-B48F-CE5938C62F7F}" type="slidenum">
              <a:rPr lang="en-US" altLang="ko-KR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latinLnBrk="1" hangingPunct="1">
                <a:lnSpc>
                  <a:spcPct val="100000"/>
                </a:lnSpc>
              </a:pPr>
              <a:t>93</a:t>
            </a:fld>
            <a:endParaRPr lang="en-US" altLang="ko-KR" sz="14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5715" name="Text Box 2"/>
          <p:cNvSpPr txBox="1">
            <a:spLocks noChangeArrowheads="1"/>
          </p:cNvSpPr>
          <p:nvPr/>
        </p:nvSpPr>
        <p:spPr bwMode="auto">
          <a:xfrm>
            <a:off x="539750" y="549275"/>
            <a:ext cx="2895600" cy="3939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2-7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RV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5716" name="Rectangle 5"/>
          <p:cNvSpPr>
            <a:spLocks noChangeArrowheads="1"/>
          </p:cNvSpPr>
          <p:nvPr/>
        </p:nvSpPr>
        <p:spPr bwMode="auto">
          <a:xfrm>
            <a:off x="900113" y="952500"/>
            <a:ext cx="646202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plano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centric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soát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5717" name="Rectangle 8"/>
          <p:cNvSpPr>
            <a:spLocks noGrp="1" noChangeArrowheads="1"/>
          </p:cNvSpPr>
          <p:nvPr>
            <p:ph type="title" idx="4294967295"/>
          </p:nvPr>
        </p:nvSpPr>
        <p:spPr>
          <a:xfrm>
            <a:off x="6429375" y="4763"/>
            <a:ext cx="2155825" cy="336550"/>
          </a:xfrm>
        </p:spPr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5718" name="Rectangle 1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5719" name="Text Box 6"/>
          <p:cNvSpPr txBox="1">
            <a:spLocks noChangeArrowheads="1"/>
          </p:cNvSpPr>
          <p:nvPr/>
        </p:nvSpPr>
        <p:spPr bwMode="auto">
          <a:xfrm>
            <a:off x="1979613" y="6092825"/>
            <a:ext cx="273023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RV]</a:t>
            </a:r>
            <a:endParaRPr lang="en-US" altLang="ko-KR" sz="10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15720" name="Group 27"/>
          <p:cNvGrpSpPr>
            <a:grpSpLocks/>
          </p:cNvGrpSpPr>
          <p:nvPr/>
        </p:nvGrpSpPr>
        <p:grpSpPr bwMode="auto">
          <a:xfrm>
            <a:off x="179388" y="3068638"/>
            <a:ext cx="5329237" cy="2881312"/>
            <a:chOff x="0" y="1858"/>
            <a:chExt cx="3424" cy="1841"/>
          </a:xfrm>
        </p:grpSpPr>
        <p:pic>
          <p:nvPicPr>
            <p:cNvPr id="115729" name="Picture 2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1" y="1858"/>
              <a:ext cx="3313" cy="18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5730" name="Picture 29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888"/>
              <a:ext cx="396" cy="3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</p:grpSp>
      <p:sp>
        <p:nvSpPr>
          <p:cNvPr id="115721" name="Text Box 6"/>
          <p:cNvSpPr txBox="1">
            <a:spLocks noChangeArrowheads="1"/>
          </p:cNvSpPr>
          <p:nvPr/>
        </p:nvSpPr>
        <p:spPr bwMode="auto">
          <a:xfrm>
            <a:off x="6713538" y="6092825"/>
            <a:ext cx="144142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RV]</a:t>
            </a:r>
            <a:endParaRPr lang="en-US" altLang="ko-KR" sz="10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15722" name="Picture 31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063" y="3141663"/>
            <a:ext cx="3171825" cy="2843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15723" name="Rectangle 11"/>
          <p:cNvSpPr>
            <a:spLocks noChangeArrowheads="1"/>
          </p:cNvSpPr>
          <p:nvPr/>
        </p:nvSpPr>
        <p:spPr bwMode="auto">
          <a:xfrm>
            <a:off x="900113" y="1295400"/>
            <a:ext cx="118586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ko-KR" altLang="en-US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5724" name="Rectangle 12"/>
          <p:cNvSpPr>
            <a:spLocks noChangeArrowheads="1"/>
          </p:cNvSpPr>
          <p:nvPr/>
        </p:nvSpPr>
        <p:spPr bwMode="auto">
          <a:xfrm>
            <a:off x="1177924" y="1557338"/>
            <a:ext cx="3754115" cy="1384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Backlash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rung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5725" name="AutoShape 35"/>
          <p:cNvSpPr>
            <a:spLocks noChangeArrowheads="1"/>
          </p:cNvSpPr>
          <p:nvPr/>
        </p:nvSpPr>
        <p:spPr bwMode="auto">
          <a:xfrm>
            <a:off x="5580063" y="2205038"/>
            <a:ext cx="3384550" cy="576262"/>
          </a:xfrm>
          <a:prstGeom prst="wedgeRoundRectCallout">
            <a:avLst>
              <a:gd name="adj1" fmla="val -20310"/>
              <a:gd name="adj2" fmla="val 259093"/>
              <a:gd name="adj3" fmla="val 16667"/>
            </a:avLst>
          </a:prstGeom>
          <a:solidFill>
            <a:schemeClr val="bg1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36000" tIns="10800" rIns="36000" bIns="10800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</a:t>
            </a:r>
            <a:r>
              <a:rPr lang="en-US" altLang="ko-KR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-"/>
            </a:pP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RV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chậm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buFontTx/>
              <a:buChar char="-"/>
            </a:pP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trực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tơ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(input gear)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</a:t>
            </a:r>
            <a:endParaRPr lang="en-US" altLang="ko-KR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15726" name="Group 43"/>
          <p:cNvGrpSpPr>
            <a:grpSpLocks/>
          </p:cNvGrpSpPr>
          <p:nvPr/>
        </p:nvGrpSpPr>
        <p:grpSpPr bwMode="auto">
          <a:xfrm>
            <a:off x="107950" y="5949950"/>
            <a:ext cx="441325" cy="511175"/>
            <a:chOff x="68" y="3748"/>
            <a:chExt cx="278" cy="322"/>
          </a:xfrm>
        </p:grpSpPr>
        <p:pic>
          <p:nvPicPr>
            <p:cNvPr id="115727" name="Picture 41" descr="spur">
              <a:hlinkClick r:id="rId6"/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" y="3884"/>
              <a:ext cx="272" cy="1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728" name="Rectangle 7"/>
            <p:cNvSpPr>
              <a:spLocks noChangeArrowheads="1"/>
            </p:cNvSpPr>
            <p:nvPr/>
          </p:nvSpPr>
          <p:spPr bwMode="auto">
            <a:xfrm>
              <a:off x="77" y="3748"/>
              <a:ext cx="269" cy="1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10000"/>
                </a:lnSpc>
              </a:pPr>
              <a:r>
                <a:rPr lang="en-US" altLang="ko-KR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Web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1214372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슬라이드 번호 개체 틀 1"/>
          <p:cNvSpPr txBox="1">
            <a:spLocks noGrp="1"/>
          </p:cNvSpPr>
          <p:nvPr/>
        </p:nvSpPr>
        <p:spPr bwMode="auto">
          <a:xfrm>
            <a:off x="3527425" y="6567488"/>
            <a:ext cx="21336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fld id="{9F8802CA-D01C-4B68-AE48-534ECE44E8C4}" type="slidenum">
              <a:rPr lang="en-US" altLang="ko-KR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latinLnBrk="1" hangingPunct="1">
                <a:lnSpc>
                  <a:spcPct val="100000"/>
                </a:lnSpc>
              </a:pPr>
              <a:t>94</a:t>
            </a:fld>
            <a:endParaRPr lang="en-US" altLang="ko-KR" sz="14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6739" name="Text Box 2"/>
          <p:cNvSpPr txBox="1">
            <a:spLocks noChangeArrowheads="1"/>
          </p:cNvSpPr>
          <p:nvPr/>
        </p:nvSpPr>
        <p:spPr bwMode="auto">
          <a:xfrm>
            <a:off x="539750" y="549275"/>
            <a:ext cx="2895600" cy="3584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2-7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RV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6740" name="Rectangle 8"/>
          <p:cNvSpPr>
            <a:spLocks noGrp="1" noChangeArrowheads="1"/>
          </p:cNvSpPr>
          <p:nvPr>
            <p:ph type="title" idx="4294967295"/>
          </p:nvPr>
        </p:nvSpPr>
        <p:spPr>
          <a:xfrm>
            <a:off x="6429375" y="4763"/>
            <a:ext cx="2155825" cy="336550"/>
          </a:xfrm>
        </p:spPr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6741" name="Rectangle 1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6742" name="Text Box 3"/>
          <p:cNvSpPr txBox="1">
            <a:spLocks noChangeArrowheads="1"/>
          </p:cNvSpPr>
          <p:nvPr/>
        </p:nvSpPr>
        <p:spPr bwMode="auto">
          <a:xfrm>
            <a:off x="693738" y="979488"/>
            <a:ext cx="1790030" cy="2954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6743" name="Rectangle 12"/>
          <p:cNvSpPr>
            <a:spLocks noChangeArrowheads="1"/>
          </p:cNvSpPr>
          <p:nvPr/>
        </p:nvSpPr>
        <p:spPr bwMode="auto">
          <a:xfrm>
            <a:off x="539751" y="1207729"/>
            <a:ext cx="8604250" cy="28854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50000"/>
              </a:lnSpc>
            </a:pPr>
            <a:r>
              <a:rPr lang="en-US" altLang="ko-KR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tơ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(input gear)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(spur gear),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vệ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input gear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spur gear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1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(Hình1</a:t>
            </a:r>
            <a:r>
              <a:rPr lang="en-US" altLang="ko-KR" sz="11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crank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trực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tần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 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RV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ổ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đũa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crank.</a:t>
            </a:r>
            <a:r>
              <a:rPr lang="en-US" altLang="ko-KR" sz="11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(Hình2</a:t>
            </a:r>
            <a:r>
              <a:rPr lang="en-US" altLang="ko-KR" sz="11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RV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backlash)</a:t>
            </a:r>
            <a:endParaRPr lang="en-US" altLang="ko-KR" sz="11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crank quay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RV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crank)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5)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vỏ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bọc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(case),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RV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sắp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xếp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.</a:t>
            </a:r>
            <a:r>
              <a:rPr lang="en-US" altLang="ko-KR" sz="11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(Hình3</a:t>
            </a:r>
            <a:r>
              <a:rPr lang="en-US" altLang="ko-KR" sz="11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6) 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crank quay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RV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crank).</a:t>
            </a:r>
            <a:endParaRPr lang="en-US" altLang="ko-KR" sz="11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Tóm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RV quay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ngược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crank.</a:t>
            </a:r>
            <a:endParaRPr lang="en-US" altLang="ko-KR" sz="11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7)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qua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crank,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shalf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crank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.</a:t>
            </a:r>
            <a:endParaRPr lang="en-US" altLang="ko-KR" sz="11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8)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cộng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16744" name="Group 41"/>
          <p:cNvGrpSpPr>
            <a:grpSpLocks/>
          </p:cNvGrpSpPr>
          <p:nvPr/>
        </p:nvGrpSpPr>
        <p:grpSpPr bwMode="auto">
          <a:xfrm>
            <a:off x="179387" y="4205287"/>
            <a:ext cx="8755063" cy="2373313"/>
            <a:chOff x="-25" y="2478"/>
            <a:chExt cx="5515" cy="1495"/>
          </a:xfrm>
        </p:grpSpPr>
        <p:pic>
          <p:nvPicPr>
            <p:cNvPr id="116745" name="Picture 30" descr="sec_rd-e_img0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30" y="2478"/>
              <a:ext cx="3260" cy="12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746" name="Picture 31" descr="sec_rd-e_img01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" y="2478"/>
              <a:ext cx="1273" cy="1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747" name="Picture 32" descr="sec_rd-e_img02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8504"/>
            <a:stretch>
              <a:fillRect/>
            </a:stretch>
          </p:blipFill>
          <p:spPr bwMode="auto">
            <a:xfrm>
              <a:off x="1174" y="2478"/>
              <a:ext cx="1162" cy="10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6748" name="Rectangle 12"/>
            <p:cNvSpPr>
              <a:spLocks noChangeArrowheads="1"/>
            </p:cNvSpPr>
            <p:nvPr/>
          </p:nvSpPr>
          <p:spPr bwMode="auto">
            <a:xfrm>
              <a:off x="-25" y="3805"/>
              <a:ext cx="1661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1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[Hình1]</a:t>
              </a:r>
              <a:r>
                <a:rPr lang="en-US" altLang="ko-KR" sz="11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</a:t>
              </a:r>
              <a:r>
                <a:rPr lang="en-US" altLang="ko-KR" sz="1100" b="1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ầ</a:t>
              </a:r>
              <a:r>
                <a:rPr lang="en-US" altLang="ko-KR" sz="11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</a:t>
              </a:r>
              <a:r>
                <a:rPr lang="en-US" altLang="ko-KR" sz="11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giảm</a:t>
              </a:r>
              <a:r>
                <a:rPr lang="en-US" altLang="ko-KR" sz="11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tốc</a:t>
              </a:r>
              <a:r>
                <a:rPr lang="en-US" altLang="ko-KR" sz="11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thứ</a:t>
              </a:r>
              <a:r>
                <a:rPr lang="en-US" altLang="ko-KR" sz="11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nhất</a:t>
              </a:r>
              <a:endParaRPr lang="ko-KR" altLang="en-US" sz="11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749" name="Rectangle 12"/>
            <p:cNvSpPr>
              <a:spLocks noChangeArrowheads="1"/>
            </p:cNvSpPr>
            <p:nvPr/>
          </p:nvSpPr>
          <p:spPr bwMode="auto">
            <a:xfrm>
              <a:off x="1304" y="3802"/>
              <a:ext cx="1055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1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[Hình2</a:t>
              </a:r>
              <a:r>
                <a:rPr lang="en-US" altLang="ko-KR" sz="11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] </a:t>
              </a:r>
              <a:r>
                <a:rPr lang="en-US" altLang="ko-KR" sz="11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Phần</a:t>
              </a:r>
              <a:r>
                <a:rPr lang="en-US" altLang="ko-KR" sz="11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trục</a:t>
              </a:r>
              <a:r>
                <a:rPr lang="en-US" altLang="ko-KR" sz="11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crank</a:t>
              </a:r>
              <a:endParaRPr lang="ko-KR" altLang="en-US" sz="11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750" name="Rectangle 12"/>
            <p:cNvSpPr>
              <a:spLocks noChangeArrowheads="1"/>
            </p:cNvSpPr>
            <p:nvPr/>
          </p:nvSpPr>
          <p:spPr bwMode="auto">
            <a:xfrm>
              <a:off x="3424" y="3808"/>
              <a:ext cx="1270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1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[Hình3</a:t>
              </a:r>
              <a:r>
                <a:rPr lang="en-US" altLang="ko-KR" sz="11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] </a:t>
              </a:r>
              <a:r>
                <a:rPr lang="en-US" altLang="ko-KR" sz="11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Phần</a:t>
              </a:r>
              <a:r>
                <a:rPr lang="en-US" altLang="ko-KR" sz="11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giảm</a:t>
              </a:r>
              <a:r>
                <a:rPr lang="en-US" altLang="ko-KR" sz="11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tốc</a:t>
              </a:r>
              <a:r>
                <a:rPr lang="en-US" altLang="ko-KR" sz="11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thứ</a:t>
              </a:r>
              <a:r>
                <a:rPr lang="en-US" altLang="ko-KR" sz="11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hai</a:t>
              </a:r>
              <a:endParaRPr lang="ko-KR" altLang="en-US" sz="11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751" name="Rectangle 37"/>
            <p:cNvSpPr>
              <a:spLocks noChangeArrowheads="1"/>
            </p:cNvSpPr>
            <p:nvPr/>
          </p:nvSpPr>
          <p:spPr bwMode="auto">
            <a:xfrm>
              <a:off x="68" y="2568"/>
              <a:ext cx="1134" cy="1270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752" name="Rectangle 38"/>
            <p:cNvSpPr>
              <a:spLocks noChangeArrowheads="1"/>
            </p:cNvSpPr>
            <p:nvPr/>
          </p:nvSpPr>
          <p:spPr bwMode="auto">
            <a:xfrm>
              <a:off x="1202" y="2568"/>
              <a:ext cx="1134" cy="1270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753" name="Rectangle 39"/>
            <p:cNvSpPr>
              <a:spLocks noChangeArrowheads="1"/>
            </p:cNvSpPr>
            <p:nvPr/>
          </p:nvSpPr>
          <p:spPr bwMode="auto">
            <a:xfrm>
              <a:off x="2336" y="2568"/>
              <a:ext cx="3129" cy="1270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116754" name="Picture 40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" y="2478"/>
              <a:ext cx="5354" cy="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52806812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94374F51-6E48-4FC3-9E42-1E9683D17B55}" type="slidenum">
              <a:rPr lang="en-US" altLang="ko-KR" sz="140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95</a:t>
            </a:fld>
            <a:endParaRPr lang="en-US" altLang="ko-KR" sz="140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7763" name="Text Box 2"/>
          <p:cNvSpPr txBox="1">
            <a:spLocks noChangeArrowheads="1"/>
          </p:cNvSpPr>
          <p:nvPr/>
        </p:nvSpPr>
        <p:spPr bwMode="auto">
          <a:xfrm>
            <a:off x="530225" y="620713"/>
            <a:ext cx="276710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2-7 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xử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7764" name="Rectangle 3"/>
          <p:cNvSpPr>
            <a:spLocks noChangeArrowheads="1"/>
          </p:cNvSpPr>
          <p:nvPr/>
        </p:nvSpPr>
        <p:spPr bwMode="auto">
          <a:xfrm>
            <a:off x="981075" y="1076325"/>
            <a:ext cx="5463133" cy="40811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8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(pulley)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vênh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đập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xảy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nứt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Oil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oxy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chóng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sét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ẩm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ga.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axit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7765" name="Rectangle 4"/>
          <p:cNvSpPr>
            <a:spLocks noGrp="1" noChangeArrowheads="1"/>
          </p:cNvSpPr>
          <p:nvPr>
            <p:ph type="title" idx="4294967295"/>
          </p:nvPr>
        </p:nvSpPr>
        <p:spPr>
          <a:xfrm>
            <a:off x="6188075" y="68263"/>
            <a:ext cx="2847975" cy="336550"/>
          </a:xfrm>
        </p:spPr>
        <p:txBody>
          <a:bodyPr/>
          <a:lstStyle/>
          <a:p>
            <a:pPr ea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endParaRPr lang="ko-KR" altLang="en-US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7766" name="Rectangle 6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7211513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6D1B54BF-7DED-4745-BFFD-B3928805B367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96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8787" name="Text Box 2"/>
          <p:cNvSpPr txBox="1">
            <a:spLocks noChangeArrowheads="1"/>
          </p:cNvSpPr>
          <p:nvPr/>
        </p:nvSpPr>
        <p:spPr bwMode="auto">
          <a:xfrm>
            <a:off x="936625" y="1012825"/>
            <a:ext cx="7739063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cuộn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(Wrapping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Transmission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Gear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18788" name="Picture 3" descr="4-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03350" y="2636838"/>
            <a:ext cx="5976938" cy="3109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8789" name="Text Box 4"/>
          <p:cNvSpPr txBox="1">
            <a:spLocks noChangeArrowheads="1"/>
          </p:cNvSpPr>
          <p:nvPr/>
        </p:nvSpPr>
        <p:spPr bwMode="auto">
          <a:xfrm>
            <a:off x="3348038" y="5949950"/>
            <a:ext cx="262924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8790" name="Text Box 5"/>
          <p:cNvSpPr txBox="1">
            <a:spLocks noChangeArrowheads="1"/>
          </p:cNvSpPr>
          <p:nvPr/>
        </p:nvSpPr>
        <p:spPr bwMode="auto">
          <a:xfrm>
            <a:off x="1795463" y="5141913"/>
            <a:ext cx="206178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8791" name="Text Box 6"/>
          <p:cNvSpPr txBox="1">
            <a:spLocks noChangeArrowheads="1"/>
          </p:cNvSpPr>
          <p:nvPr/>
        </p:nvSpPr>
        <p:spPr bwMode="auto">
          <a:xfrm>
            <a:off x="4335463" y="3917950"/>
            <a:ext cx="86113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a)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8792" name="Text Box 7"/>
          <p:cNvSpPr txBox="1">
            <a:spLocks noChangeArrowheads="1"/>
          </p:cNvSpPr>
          <p:nvPr/>
        </p:nvSpPr>
        <p:spPr bwMode="auto">
          <a:xfrm>
            <a:off x="5940425" y="3917950"/>
            <a:ext cx="86914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b)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8793" name="Text Box 8"/>
          <p:cNvSpPr txBox="1">
            <a:spLocks noChangeArrowheads="1"/>
          </p:cNvSpPr>
          <p:nvPr/>
        </p:nvSpPr>
        <p:spPr bwMode="auto">
          <a:xfrm>
            <a:off x="4140200" y="5502275"/>
            <a:ext cx="97334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c)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giờ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8794" name="Text Box 9"/>
          <p:cNvSpPr txBox="1">
            <a:spLocks noChangeArrowheads="1"/>
          </p:cNvSpPr>
          <p:nvPr/>
        </p:nvSpPr>
        <p:spPr bwMode="auto">
          <a:xfrm>
            <a:off x="6178550" y="5595438"/>
            <a:ext cx="80342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d)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18795" name="Picture 10" descr="체인17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98699" y="4568326"/>
            <a:ext cx="1752600" cy="1027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8796" name="Rectangle 11"/>
          <p:cNvSpPr>
            <a:spLocks noGrp="1" noChangeArrowheads="1"/>
          </p:cNvSpPr>
          <p:nvPr>
            <p:ph type="title" idx="4294967295"/>
          </p:nvPr>
        </p:nvSpPr>
        <p:spPr>
          <a:xfrm>
            <a:off x="6973888" y="68263"/>
            <a:ext cx="2062162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Belt</a:t>
            </a:r>
          </a:p>
        </p:txBody>
      </p:sp>
      <p:sp>
        <p:nvSpPr>
          <p:cNvPr id="118797" name="Rectangle 13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8798" name="Rectangle 14"/>
          <p:cNvSpPr>
            <a:spLocks noChangeArrowheads="1"/>
          </p:cNvSpPr>
          <p:nvPr/>
        </p:nvSpPr>
        <p:spPr bwMode="auto">
          <a:xfrm>
            <a:off x="396874" y="757336"/>
            <a:ext cx="3311029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3-1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Sơ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8799" name="Rectangle 15"/>
          <p:cNvSpPr>
            <a:spLocks noChangeArrowheads="1"/>
          </p:cNvSpPr>
          <p:nvPr/>
        </p:nvSpPr>
        <p:spPr bwMode="auto">
          <a:xfrm>
            <a:off x="395288" y="476250"/>
            <a:ext cx="20621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</a:t>
            </a:r>
            <a:endParaRPr lang="en-US" altLang="ko-KR" sz="16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994029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D8F3F03C-E7F8-47C4-ABD9-6DA0116CC1DF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97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9811" name="Text Box 2"/>
          <p:cNvSpPr txBox="1">
            <a:spLocks noChangeArrowheads="1"/>
          </p:cNvSpPr>
          <p:nvPr/>
        </p:nvSpPr>
        <p:spPr bwMode="auto">
          <a:xfrm>
            <a:off x="931863" y="981075"/>
            <a:ext cx="760095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da,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mắc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nay,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phổ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ta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9812" name="Text Box 3"/>
          <p:cNvSpPr txBox="1">
            <a:spLocks noChangeArrowheads="1"/>
          </p:cNvSpPr>
          <p:nvPr/>
        </p:nvSpPr>
        <p:spPr bwMode="auto">
          <a:xfrm>
            <a:off x="3600450" y="5276850"/>
            <a:ext cx="232307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19813" name="Picture 4" descr="4-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13" y="3213100"/>
            <a:ext cx="7056437" cy="177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9814" name="Text Box 5"/>
          <p:cNvSpPr txBox="1">
            <a:spLocks noChangeArrowheads="1"/>
          </p:cNvSpPr>
          <p:nvPr/>
        </p:nvSpPr>
        <p:spPr bwMode="auto">
          <a:xfrm>
            <a:off x="1043608" y="4899025"/>
            <a:ext cx="208823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a)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vĩnh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viễn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9815" name="Text Box 6"/>
          <p:cNvSpPr txBox="1">
            <a:spLocks noChangeArrowheads="1"/>
          </p:cNvSpPr>
          <p:nvPr/>
        </p:nvSpPr>
        <p:spPr bwMode="auto">
          <a:xfrm>
            <a:off x="3568700" y="4879975"/>
            <a:ext cx="96372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b)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da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9816" name="Text Box 7"/>
          <p:cNvSpPr txBox="1">
            <a:spLocks noChangeArrowheads="1"/>
          </p:cNvSpPr>
          <p:nvPr/>
        </p:nvSpPr>
        <p:spPr bwMode="auto">
          <a:xfrm>
            <a:off x="5153025" y="4879975"/>
            <a:ext cx="98135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c)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alligator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9817" name="Text Box 8"/>
          <p:cNvSpPr txBox="1">
            <a:spLocks noChangeArrowheads="1"/>
          </p:cNvSpPr>
          <p:nvPr/>
        </p:nvSpPr>
        <p:spPr bwMode="auto">
          <a:xfrm>
            <a:off x="6804248" y="4879975"/>
            <a:ext cx="151989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d)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thắt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(belt lacing)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9818" name="Text Box 9"/>
          <p:cNvSpPr txBox="1">
            <a:spLocks noChangeArrowheads="1"/>
          </p:cNvSpPr>
          <p:nvPr/>
        </p:nvSpPr>
        <p:spPr bwMode="auto">
          <a:xfrm>
            <a:off x="1487488" y="3729038"/>
            <a:ext cx="413896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45°</a:t>
            </a:r>
          </a:p>
        </p:txBody>
      </p:sp>
      <p:sp>
        <p:nvSpPr>
          <p:cNvPr id="119819" name="Text Box 10"/>
          <p:cNvSpPr txBox="1">
            <a:spLocks noChangeArrowheads="1"/>
          </p:cNvSpPr>
          <p:nvPr/>
        </p:nvSpPr>
        <p:spPr bwMode="auto">
          <a:xfrm rot="2305964">
            <a:off x="2281761" y="3278837"/>
            <a:ext cx="35137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25</a:t>
            </a:r>
          </a:p>
        </p:txBody>
      </p:sp>
      <p:sp>
        <p:nvSpPr>
          <p:cNvPr id="119820" name="Rectangle 11"/>
          <p:cNvSpPr>
            <a:spLocks noGrp="1" noChangeArrowheads="1"/>
          </p:cNvSpPr>
          <p:nvPr>
            <p:ph type="title" idx="4294967295"/>
          </p:nvPr>
        </p:nvSpPr>
        <p:spPr>
          <a:xfrm>
            <a:off x="6554788" y="44450"/>
            <a:ext cx="2481262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Belt</a:t>
            </a:r>
          </a:p>
        </p:txBody>
      </p:sp>
      <p:sp>
        <p:nvSpPr>
          <p:cNvPr id="119821" name="Rectangle 13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9822" name="Rectangle 14"/>
          <p:cNvSpPr>
            <a:spLocks noChangeArrowheads="1"/>
          </p:cNvSpPr>
          <p:nvPr/>
        </p:nvSpPr>
        <p:spPr bwMode="auto">
          <a:xfrm>
            <a:off x="755650" y="735013"/>
            <a:ext cx="2143125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Tóm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Belt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05588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F07A17BF-F76A-4B83-9156-81DF768A11CF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98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0835" name="Text Box 2"/>
          <p:cNvSpPr txBox="1">
            <a:spLocks noChangeArrowheads="1"/>
          </p:cNvSpPr>
          <p:nvPr/>
        </p:nvSpPr>
        <p:spPr bwMode="auto">
          <a:xfrm>
            <a:off x="949325" y="900113"/>
            <a:ext cx="7510463" cy="15327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chêm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V.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0836" name="Text Box 3"/>
          <p:cNvSpPr txBox="1">
            <a:spLocks noChangeArrowheads="1"/>
          </p:cNvSpPr>
          <p:nvPr/>
        </p:nvSpPr>
        <p:spPr bwMode="auto">
          <a:xfrm>
            <a:off x="900113" y="2565400"/>
            <a:ext cx="92204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0837" name="Text Box 4"/>
          <p:cNvSpPr txBox="1">
            <a:spLocks noChangeArrowheads="1"/>
          </p:cNvSpPr>
          <p:nvPr/>
        </p:nvSpPr>
        <p:spPr bwMode="auto">
          <a:xfrm>
            <a:off x="963613" y="2781300"/>
            <a:ext cx="4865434" cy="16435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mềm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dẻo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tĩnh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96~99%,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0838" name="Text Box 5"/>
          <p:cNvSpPr txBox="1">
            <a:spLocks noChangeArrowheads="1"/>
          </p:cNvSpPr>
          <p:nvPr/>
        </p:nvSpPr>
        <p:spPr bwMode="auto">
          <a:xfrm>
            <a:off x="900113" y="4637088"/>
            <a:ext cx="115768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Nhược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0839" name="Text Box 6"/>
          <p:cNvSpPr txBox="1">
            <a:spLocks noChangeArrowheads="1"/>
          </p:cNvSpPr>
          <p:nvPr/>
        </p:nvSpPr>
        <p:spPr bwMode="auto">
          <a:xfrm>
            <a:off x="971550" y="5013325"/>
            <a:ext cx="5784404" cy="6093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căng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120840" name="Rectangle 7"/>
          <p:cNvSpPr>
            <a:spLocks noChangeArrowheads="1"/>
          </p:cNvSpPr>
          <p:nvPr/>
        </p:nvSpPr>
        <p:spPr bwMode="auto">
          <a:xfrm>
            <a:off x="665163" y="5867400"/>
            <a:ext cx="8154987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★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dẻo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dai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tính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phản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ứng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với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kích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thích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từ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bên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ngoài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tùy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theo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nguồn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tác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động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(</a:t>
            </a:r>
            <a:r>
              <a:rPr lang="ko-KR" altLang="en-US" dirty="0" err="1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刺戟源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)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hướng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tác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tác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đồng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hướng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định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hướng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ngược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hướng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(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指向性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),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chuyển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cong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(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屈曲運動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).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Hướng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cong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hướng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kích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thích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tính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hướng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kích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thích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song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song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 (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正常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ea typeface="true_0"/>
                <a:cs typeface="Times New Roman" panose="02020603050405020304" pitchFamily="18" charset="0"/>
              </a:rPr>
              <a:t>).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ea typeface="true_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★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căng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nén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ấn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hấp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tức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xuống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căng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sợi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thừng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swing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bóng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chày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vắt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khăn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ea typeface="true_0"/>
              <a:cs typeface="Times New Roman" panose="02020603050405020304" pitchFamily="18" charset="0"/>
            </a:endParaRPr>
          </a:p>
        </p:txBody>
      </p:sp>
      <p:pic>
        <p:nvPicPr>
          <p:cNvPr id="120841" name="Picture 8" descr="4-2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2075" y="2454275"/>
            <a:ext cx="1781175" cy="168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0842" name="Group 22"/>
          <p:cNvGrpSpPr>
            <a:grpSpLocks/>
          </p:cNvGrpSpPr>
          <p:nvPr/>
        </p:nvGrpSpPr>
        <p:grpSpPr bwMode="auto">
          <a:xfrm>
            <a:off x="6305552" y="4005263"/>
            <a:ext cx="2033588" cy="1800225"/>
            <a:chOff x="3972" y="2523"/>
            <a:chExt cx="1281" cy="1134"/>
          </a:xfrm>
        </p:grpSpPr>
        <p:pic>
          <p:nvPicPr>
            <p:cNvPr id="120846" name="Picture 10" descr="4-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39" y="2594"/>
              <a:ext cx="914" cy="1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0847" name="Text Box 11"/>
            <p:cNvSpPr txBox="1">
              <a:spLocks noChangeArrowheads="1"/>
            </p:cNvSpPr>
            <p:nvPr/>
          </p:nvSpPr>
          <p:spPr bwMode="auto">
            <a:xfrm>
              <a:off x="4724" y="2523"/>
              <a:ext cx="160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20848" name="Text Box 12"/>
            <p:cNvSpPr txBox="1">
              <a:spLocks noChangeArrowheads="1"/>
            </p:cNvSpPr>
            <p:nvPr/>
          </p:nvSpPr>
          <p:spPr bwMode="auto">
            <a:xfrm rot="16200000">
              <a:off x="5017" y="2864"/>
              <a:ext cx="16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</a:t>
              </a:r>
            </a:p>
          </p:txBody>
        </p:sp>
        <p:sp>
          <p:nvSpPr>
            <p:cNvPr id="120849" name="Text Box 13"/>
            <p:cNvSpPr txBox="1">
              <a:spLocks noChangeArrowheads="1"/>
            </p:cNvSpPr>
            <p:nvPr/>
          </p:nvSpPr>
          <p:spPr bwMode="auto">
            <a:xfrm>
              <a:off x="3972" y="2719"/>
              <a:ext cx="568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Sợi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gia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cường</a:t>
              </a:r>
              <a:endPara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850" name="Text Box 14"/>
            <p:cNvSpPr txBox="1">
              <a:spLocks noChangeArrowheads="1"/>
            </p:cNvSpPr>
            <p:nvPr/>
          </p:nvSpPr>
          <p:spPr bwMode="auto">
            <a:xfrm>
              <a:off x="4280" y="2829"/>
              <a:ext cx="228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Lõi</a:t>
              </a:r>
              <a:endPara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851" name="Text Box 15"/>
            <p:cNvSpPr txBox="1">
              <a:spLocks noChangeArrowheads="1"/>
            </p:cNvSpPr>
            <p:nvPr/>
          </p:nvSpPr>
          <p:spPr bwMode="auto">
            <a:xfrm>
              <a:off x="4284" y="2957"/>
              <a:ext cx="363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Sợi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nén</a:t>
              </a:r>
              <a:endPara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852" name="Text Box 16"/>
            <p:cNvSpPr txBox="1">
              <a:spLocks noChangeArrowheads="1"/>
            </p:cNvSpPr>
            <p:nvPr/>
          </p:nvSpPr>
          <p:spPr bwMode="auto">
            <a:xfrm>
              <a:off x="4341" y="3127"/>
              <a:ext cx="37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Da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đệm</a:t>
              </a:r>
              <a:endPara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853" name="Text Box 17"/>
            <p:cNvSpPr txBox="1">
              <a:spLocks noChangeArrowheads="1"/>
            </p:cNvSpPr>
            <p:nvPr/>
          </p:nvSpPr>
          <p:spPr bwMode="auto">
            <a:xfrm>
              <a:off x="4694" y="3212"/>
              <a:ext cx="250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40°</a:t>
              </a:r>
            </a:p>
          </p:txBody>
        </p:sp>
      </p:grpSp>
      <p:sp>
        <p:nvSpPr>
          <p:cNvPr id="120843" name="Rectangle 18"/>
          <p:cNvSpPr>
            <a:spLocks noGrp="1" noChangeArrowheads="1"/>
          </p:cNvSpPr>
          <p:nvPr>
            <p:ph type="title" idx="4294967295"/>
          </p:nvPr>
        </p:nvSpPr>
        <p:spPr>
          <a:xfrm>
            <a:off x="6892925" y="44450"/>
            <a:ext cx="2143125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Belt</a:t>
            </a:r>
          </a:p>
        </p:txBody>
      </p:sp>
      <p:sp>
        <p:nvSpPr>
          <p:cNvPr id="120844" name="Rectangle 20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0845" name="Rectangle 21"/>
          <p:cNvSpPr>
            <a:spLocks noChangeArrowheads="1"/>
          </p:cNvSpPr>
          <p:nvPr/>
        </p:nvSpPr>
        <p:spPr bwMode="auto">
          <a:xfrm>
            <a:off x="773113" y="690970"/>
            <a:ext cx="250274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Sơ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73153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A704F430-7204-4A98-B18F-83CEE30F20FA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99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1859" name="Text Box 2"/>
          <p:cNvSpPr txBox="1">
            <a:spLocks noChangeArrowheads="1"/>
          </p:cNvSpPr>
          <p:nvPr/>
        </p:nvSpPr>
        <p:spPr bwMode="auto">
          <a:xfrm>
            <a:off x="1009650" y="1196975"/>
            <a:ext cx="7883525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6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Timing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thêm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vv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cam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crank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</p:txBody>
      </p:sp>
      <p:sp>
        <p:nvSpPr>
          <p:cNvPr id="121860" name="Text Box 3"/>
          <p:cNvSpPr txBox="1">
            <a:spLocks noChangeArrowheads="1"/>
          </p:cNvSpPr>
          <p:nvPr/>
        </p:nvSpPr>
        <p:spPr bwMode="auto">
          <a:xfrm>
            <a:off x="1009650" y="2620251"/>
            <a:ext cx="6983002" cy="18651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6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chain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6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êm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6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dẻo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21861" name="Picture 4" descr="4-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2725" y="3041650"/>
            <a:ext cx="2952750" cy="276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1862" name="Text Box 5"/>
          <p:cNvSpPr txBox="1">
            <a:spLocks noChangeArrowheads="1"/>
          </p:cNvSpPr>
          <p:nvPr/>
        </p:nvSpPr>
        <p:spPr bwMode="auto">
          <a:xfrm>
            <a:off x="6159500" y="5675313"/>
            <a:ext cx="100803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[Timing belt]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1863" name="Text Box 6"/>
          <p:cNvSpPr txBox="1">
            <a:spLocks noChangeArrowheads="1"/>
          </p:cNvSpPr>
          <p:nvPr/>
        </p:nvSpPr>
        <p:spPr bwMode="auto">
          <a:xfrm>
            <a:off x="1009650" y="4348964"/>
            <a:ext cx="2839239" cy="13480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6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timing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  <a:buFontTx/>
              <a:buChar char="•"/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6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MXL, XL, L, HL, XH,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XXH.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2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timing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PX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5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P2M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P3M, P5M, P8M,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P14M.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1864" name="Rectangle 7"/>
          <p:cNvSpPr>
            <a:spLocks noGrp="1" noChangeArrowheads="1"/>
          </p:cNvSpPr>
          <p:nvPr>
            <p:ph type="title" idx="4294967295"/>
          </p:nvPr>
        </p:nvSpPr>
        <p:spPr>
          <a:xfrm>
            <a:off x="6554788" y="44450"/>
            <a:ext cx="2481262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Belt</a:t>
            </a:r>
          </a:p>
        </p:txBody>
      </p:sp>
      <p:sp>
        <p:nvSpPr>
          <p:cNvPr id="121865" name="Rectangle 9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1866" name="Rectangle 11"/>
          <p:cNvSpPr>
            <a:spLocks noChangeArrowheads="1"/>
          </p:cNvSpPr>
          <p:nvPr/>
        </p:nvSpPr>
        <p:spPr bwMode="auto">
          <a:xfrm>
            <a:off x="396875" y="747713"/>
            <a:ext cx="33829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3-2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Sơ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timing Belt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185862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216497A6-8CAF-4EAA-B2C6-15DFDCF8C3A3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100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2883" name="Rectangle 2"/>
          <p:cNvSpPr>
            <a:spLocks noChangeArrowheads="1"/>
          </p:cNvSpPr>
          <p:nvPr/>
        </p:nvSpPr>
        <p:spPr bwMode="auto">
          <a:xfrm>
            <a:off x="873125" y="981075"/>
            <a:ext cx="8091488" cy="1677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Timing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 chi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Glass Fiber Cord, Steel, SUS, Kevlar.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齒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uretan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Nylon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Pulley.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4)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(cover):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22884" name="Picture 3" descr="e3-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7763" y="2713038"/>
            <a:ext cx="2316162" cy="1050925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2885" name="Picture 4" descr="tim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5325" y="4305300"/>
            <a:ext cx="2003425" cy="196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886" name="Picture 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686050"/>
            <a:ext cx="5472113" cy="1376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887" name="Picture 6" descr="타이밍벨트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1400" y="4305300"/>
            <a:ext cx="2330450" cy="1855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888" name="Picture 7" descr="타밍벨트원리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6813" y="3890963"/>
            <a:ext cx="2357437" cy="2359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889" name="Text Box 8"/>
          <p:cNvSpPr txBox="1">
            <a:spLocks noChangeArrowheads="1"/>
          </p:cNvSpPr>
          <p:nvPr/>
        </p:nvSpPr>
        <p:spPr bwMode="auto">
          <a:xfrm>
            <a:off x="3276600" y="6183313"/>
            <a:ext cx="241912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Timing Belt]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2890" name="Rectangle 9"/>
          <p:cNvSpPr>
            <a:spLocks noGrp="1" noChangeArrowheads="1"/>
          </p:cNvSpPr>
          <p:nvPr>
            <p:ph type="title" idx="4294967295"/>
          </p:nvPr>
        </p:nvSpPr>
        <p:spPr>
          <a:xfrm>
            <a:off x="6443663" y="44450"/>
            <a:ext cx="2592387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Belt</a:t>
            </a:r>
          </a:p>
        </p:txBody>
      </p:sp>
      <p:sp>
        <p:nvSpPr>
          <p:cNvPr id="122891" name="Rectangle 10"/>
          <p:cNvSpPr>
            <a:spLocks noChangeArrowheads="1"/>
          </p:cNvSpPr>
          <p:nvPr/>
        </p:nvSpPr>
        <p:spPr bwMode="auto">
          <a:xfrm>
            <a:off x="590550" y="692150"/>
            <a:ext cx="2253258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endParaRPr lang="ko-KR" altLang="en-US" sz="12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2892" name="Rectangle 12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모서리가 둥근 직사각형 1"/>
          <p:cNvSpPr/>
          <p:nvPr/>
        </p:nvSpPr>
        <p:spPr bwMode="auto">
          <a:xfrm>
            <a:off x="3131840" y="2713038"/>
            <a:ext cx="648072" cy="211906"/>
          </a:xfrm>
          <a:prstGeom prst="round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5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Cao </a:t>
            </a:r>
            <a:r>
              <a:rPr kumimoji="1" lang="en-US" altLang="ko-KR" sz="5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r>
              <a:rPr kumimoji="1" lang="en-US" altLang="ko-KR" sz="5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5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bọc</a:t>
            </a:r>
            <a:r>
              <a:rPr kumimoji="1" lang="en-US" altLang="ko-KR" sz="5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5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kumimoji="1" lang="ko-KR" altLang="en-US" sz="5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모서리가 둥근 직사각형 13"/>
          <p:cNvSpPr/>
          <p:nvPr/>
        </p:nvSpPr>
        <p:spPr bwMode="auto">
          <a:xfrm>
            <a:off x="3059832" y="3429000"/>
            <a:ext cx="648072" cy="216024"/>
          </a:xfrm>
          <a:prstGeom prst="round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5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Sợi</a:t>
            </a:r>
            <a:r>
              <a:rPr kumimoji="1" lang="en-US" altLang="ko-KR" sz="5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5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kumimoji="1" lang="en-US" altLang="ko-KR" sz="5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5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cường</a:t>
            </a:r>
            <a:endParaRPr kumimoji="1" lang="ko-KR" altLang="en-US" sz="5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모서리가 둥근 직사각형 14"/>
          <p:cNvSpPr/>
          <p:nvPr/>
        </p:nvSpPr>
        <p:spPr bwMode="auto">
          <a:xfrm>
            <a:off x="3075742" y="3597328"/>
            <a:ext cx="648072" cy="216024"/>
          </a:xfrm>
          <a:prstGeom prst="round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5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Vải</a:t>
            </a:r>
            <a:r>
              <a:rPr lang="en-US" altLang="ko-KR" sz="5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bạt</a:t>
            </a:r>
            <a:r>
              <a:rPr lang="en-US" altLang="ko-KR" sz="5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endParaRPr kumimoji="1" lang="ko-KR" altLang="en-US" sz="5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모서리가 둥근 직사각형 15"/>
          <p:cNvSpPr/>
          <p:nvPr/>
        </p:nvSpPr>
        <p:spPr bwMode="auto">
          <a:xfrm>
            <a:off x="3097820" y="3764818"/>
            <a:ext cx="648072" cy="216024"/>
          </a:xfrm>
          <a:prstGeom prst="round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5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Răn</a:t>
            </a:r>
            <a:r>
              <a:rPr lang="en-US" altLang="ko-KR" sz="5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</a:t>
            </a:r>
            <a:r>
              <a:rPr lang="en-US" altLang="ko-KR" sz="5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5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endParaRPr kumimoji="1" lang="ko-KR" altLang="en-US" sz="5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052176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48F19BA9-EE19-4CAF-8E9D-E281CFF4636E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101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3907" name="Text Box 2"/>
          <p:cNvSpPr txBox="1">
            <a:spLocks noChangeArrowheads="1"/>
          </p:cNvSpPr>
          <p:nvPr/>
        </p:nvSpPr>
        <p:spPr bwMode="auto">
          <a:xfrm>
            <a:off x="874713" y="1181100"/>
            <a:ext cx="7973658" cy="4339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(slip)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belt(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齒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(slip)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tỷ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back-lash,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chain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gear.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Timing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khởi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nở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khởi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Do timing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phạm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vi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Timing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râu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KW, hay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Mỗi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3908" name="Rectangle 3"/>
          <p:cNvSpPr>
            <a:spLocks noGrp="1" noChangeArrowheads="1"/>
          </p:cNvSpPr>
          <p:nvPr>
            <p:ph type="title" idx="4294967295"/>
          </p:nvPr>
        </p:nvSpPr>
        <p:spPr>
          <a:xfrm>
            <a:off x="6423025" y="44450"/>
            <a:ext cx="2613025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Belt</a:t>
            </a:r>
          </a:p>
        </p:txBody>
      </p:sp>
      <p:sp>
        <p:nvSpPr>
          <p:cNvPr id="123909" name="Rectangle 5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3910" name="Rectangle 6"/>
          <p:cNvSpPr>
            <a:spLocks noChangeArrowheads="1"/>
          </p:cNvSpPr>
          <p:nvPr/>
        </p:nvSpPr>
        <p:spPr bwMode="auto">
          <a:xfrm>
            <a:off x="590550" y="777875"/>
            <a:ext cx="26130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Timing Belt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543294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CBCA76D8-AE4D-4D53-89DC-E281193A2505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102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24931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487"/>
          <a:stretch>
            <a:fillRect/>
          </a:stretch>
        </p:blipFill>
        <p:spPr bwMode="auto">
          <a:xfrm>
            <a:off x="6429375" y="984250"/>
            <a:ext cx="1958975" cy="1074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932" name="Rectangle 3"/>
          <p:cNvSpPr>
            <a:spLocks noChangeArrowheads="1"/>
          </p:cNvSpPr>
          <p:nvPr/>
        </p:nvSpPr>
        <p:spPr bwMode="auto">
          <a:xfrm>
            <a:off x="2422525" y="2316163"/>
            <a:ext cx="4300538" cy="239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4933" name="Rectangle 4"/>
          <p:cNvSpPr>
            <a:spLocks noChangeArrowheads="1"/>
          </p:cNvSpPr>
          <p:nvPr/>
        </p:nvSpPr>
        <p:spPr bwMode="auto">
          <a:xfrm>
            <a:off x="971550" y="3092450"/>
            <a:ext cx="5545138" cy="8125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timing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124934" name="Rectangle 5"/>
          <p:cNvSpPr>
            <a:spLocks noChangeArrowheads="1"/>
          </p:cNvSpPr>
          <p:nvPr/>
        </p:nvSpPr>
        <p:spPr bwMode="auto">
          <a:xfrm>
            <a:off x="971550" y="4811713"/>
            <a:ext cx="5472113" cy="10525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backlash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cậy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pic>
        <p:nvPicPr>
          <p:cNvPr id="124935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9211"/>
          <a:stretch>
            <a:fillRect/>
          </a:stretch>
        </p:blipFill>
        <p:spPr bwMode="auto">
          <a:xfrm>
            <a:off x="6477000" y="2157413"/>
            <a:ext cx="1862138" cy="1830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4936" name="Picture 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7313" y="4337050"/>
            <a:ext cx="1944687" cy="191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937" name="Text Box 8"/>
          <p:cNvSpPr txBox="1">
            <a:spLocks noChangeArrowheads="1"/>
          </p:cNvSpPr>
          <p:nvPr/>
        </p:nvSpPr>
        <p:spPr bwMode="auto">
          <a:xfrm>
            <a:off x="7248525" y="1911350"/>
            <a:ext cx="35618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</a:t>
            </a:r>
          </a:p>
        </p:txBody>
      </p:sp>
      <p:sp>
        <p:nvSpPr>
          <p:cNvPr id="124938" name="Text Box 9"/>
          <p:cNvSpPr txBox="1">
            <a:spLocks noChangeArrowheads="1"/>
          </p:cNvSpPr>
          <p:nvPr/>
        </p:nvSpPr>
        <p:spPr bwMode="auto">
          <a:xfrm>
            <a:off x="7245350" y="3941763"/>
            <a:ext cx="36420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(b)</a:t>
            </a:r>
          </a:p>
        </p:txBody>
      </p:sp>
      <p:sp>
        <p:nvSpPr>
          <p:cNvPr id="124939" name="Text Box 10"/>
          <p:cNvSpPr txBox="1">
            <a:spLocks noChangeArrowheads="1"/>
          </p:cNvSpPr>
          <p:nvPr/>
        </p:nvSpPr>
        <p:spPr bwMode="auto">
          <a:xfrm>
            <a:off x="7246938" y="6183313"/>
            <a:ext cx="35618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(c)</a:t>
            </a:r>
          </a:p>
        </p:txBody>
      </p:sp>
      <p:sp>
        <p:nvSpPr>
          <p:cNvPr id="124940" name="Text Box 11"/>
          <p:cNvSpPr txBox="1">
            <a:spLocks noChangeArrowheads="1"/>
          </p:cNvSpPr>
          <p:nvPr/>
        </p:nvSpPr>
        <p:spPr bwMode="auto">
          <a:xfrm>
            <a:off x="1042988" y="2349500"/>
            <a:ext cx="204722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(CTB : Classical Timing Belt)</a:t>
            </a:r>
          </a:p>
        </p:txBody>
      </p:sp>
      <p:sp>
        <p:nvSpPr>
          <p:cNvPr id="124941" name="Text Box 12"/>
          <p:cNvSpPr txBox="1">
            <a:spLocks noChangeArrowheads="1"/>
          </p:cNvSpPr>
          <p:nvPr/>
        </p:nvSpPr>
        <p:spPr bwMode="auto">
          <a:xfrm>
            <a:off x="1116013" y="3933825"/>
            <a:ext cx="189115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(HTD : High Torque Drive)</a:t>
            </a:r>
          </a:p>
        </p:txBody>
      </p:sp>
      <p:sp>
        <p:nvSpPr>
          <p:cNvPr id="124942" name="Text Box 13"/>
          <p:cNvSpPr txBox="1">
            <a:spLocks noChangeArrowheads="1"/>
          </p:cNvSpPr>
          <p:nvPr/>
        </p:nvSpPr>
        <p:spPr bwMode="auto">
          <a:xfrm>
            <a:off x="6291723" y="573426"/>
            <a:ext cx="270298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Timing Belt]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4943" name="Rectangle 14"/>
          <p:cNvSpPr>
            <a:spLocks noGrp="1" noChangeArrowheads="1"/>
          </p:cNvSpPr>
          <p:nvPr>
            <p:ph type="title" idx="4294967295"/>
          </p:nvPr>
        </p:nvSpPr>
        <p:spPr>
          <a:xfrm>
            <a:off x="5973763" y="44450"/>
            <a:ext cx="3062287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Belt</a:t>
            </a:r>
          </a:p>
        </p:txBody>
      </p:sp>
      <p:sp>
        <p:nvSpPr>
          <p:cNvPr id="124944" name="Rectangle 15"/>
          <p:cNvSpPr>
            <a:spLocks noChangeArrowheads="1"/>
          </p:cNvSpPr>
          <p:nvPr/>
        </p:nvSpPr>
        <p:spPr bwMode="auto">
          <a:xfrm>
            <a:off x="833438" y="1027113"/>
            <a:ext cx="4389087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ban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timing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Belt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Power Grip Timing Belt)</a:t>
            </a:r>
          </a:p>
        </p:txBody>
      </p:sp>
      <p:sp>
        <p:nvSpPr>
          <p:cNvPr id="124945" name="Text Box 16"/>
          <p:cNvSpPr txBox="1">
            <a:spLocks noChangeArrowheads="1"/>
          </p:cNvSpPr>
          <p:nvPr/>
        </p:nvSpPr>
        <p:spPr bwMode="auto">
          <a:xfrm>
            <a:off x="971550" y="1484313"/>
            <a:ext cx="5293437" cy="904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elt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4946" name="Rectangle 17"/>
          <p:cNvSpPr>
            <a:spLocks noChangeArrowheads="1"/>
          </p:cNvSpPr>
          <p:nvPr/>
        </p:nvSpPr>
        <p:spPr bwMode="auto">
          <a:xfrm>
            <a:off x="833438" y="2817813"/>
            <a:ext cx="2573590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(Power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Grip HTD Belt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124947" name="Rectangle 18"/>
          <p:cNvSpPr>
            <a:spLocks noChangeArrowheads="1"/>
          </p:cNvSpPr>
          <p:nvPr/>
        </p:nvSpPr>
        <p:spPr bwMode="auto">
          <a:xfrm>
            <a:off x="833438" y="4522788"/>
            <a:ext cx="366728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(Power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Grip GT Belt)</a:t>
            </a:r>
          </a:p>
        </p:txBody>
      </p:sp>
      <p:sp>
        <p:nvSpPr>
          <p:cNvPr id="124948" name="Rectangle 20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4949" name="Rectangle 21"/>
          <p:cNvSpPr>
            <a:spLocks noChangeArrowheads="1"/>
          </p:cNvSpPr>
          <p:nvPr/>
        </p:nvSpPr>
        <p:spPr bwMode="auto">
          <a:xfrm>
            <a:off x="573088" y="705257"/>
            <a:ext cx="306228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Timing Belt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901942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E51820B3-5FB1-4C05-A3A5-D4722C8ADA1B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103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5955" name="Rectangle 2"/>
          <p:cNvSpPr>
            <a:spLocks noChangeArrowheads="1"/>
          </p:cNvSpPr>
          <p:nvPr/>
        </p:nvSpPr>
        <p:spPr bwMode="auto">
          <a:xfrm>
            <a:off x="2422525" y="2316163"/>
            <a:ext cx="4300538" cy="239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5956" name="Rectangle 3"/>
          <p:cNvSpPr>
            <a:spLocks noChangeArrowheads="1"/>
          </p:cNvSpPr>
          <p:nvPr/>
        </p:nvSpPr>
        <p:spPr bwMode="auto">
          <a:xfrm>
            <a:off x="981075" y="533400"/>
            <a:ext cx="7983538" cy="52260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4) Power grip GT2(MR2)</a:t>
            </a: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HTD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Power grip GT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tưởng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22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5) Poly chain GT2</a:t>
            </a: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kevlar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oly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uretan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rezin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power grip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GT2 hay HTD timing belt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33%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60%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5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chain,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5% 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timing </a:t>
            </a: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25957" name="Picture 5" descr="Poly%20Chain%20GT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3231" y="3356992"/>
            <a:ext cx="2438400" cy="182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5958" name="Picture 7" descr="belt_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6263" y="1052736"/>
            <a:ext cx="2133600" cy="1611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5959" name="Rectangle 1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3. Belt</a:t>
            </a:r>
          </a:p>
        </p:txBody>
      </p:sp>
      <p:sp>
        <p:nvSpPr>
          <p:cNvPr id="125960" name="Rectangle 14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59767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8A610E57-DA30-4329-94DD-1F8E06B08E92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104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11697" name="Group 8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3053849"/>
              </p:ext>
            </p:extLst>
          </p:nvPr>
        </p:nvGraphicFramePr>
        <p:xfrm>
          <a:off x="450850" y="1247775"/>
          <a:ext cx="8442325" cy="5349240"/>
        </p:xfrm>
        <a:graphic>
          <a:graphicData uri="http://schemas.openxmlformats.org/drawingml/2006/table">
            <a:tbl>
              <a:tblPr/>
              <a:tblGrid>
                <a:gridCol w="1177925"/>
                <a:gridCol w="1287463"/>
                <a:gridCol w="3311525"/>
                <a:gridCol w="2665412"/>
              </a:tblGrid>
              <a:tr h="125413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số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TYPE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Khác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152400">
                <a:tc rowSpan="1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su</a:t>
                      </a:r>
                      <a:endParaRPr kumimoji="1" lang="ko-KR" altLang="en-US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Timing Belt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MXL(2.032), XL(5.08), L(9.525)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Phát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minh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năm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1945,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mẫu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timing belt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đầu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tiên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460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H(12.7), XH(22.225) , XXH(31.75)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555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Siêu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mô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men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xoắn</a:t>
                      </a:r>
                      <a:endParaRPr kumimoji="1" lang="en-US" altLang="ko-KR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S1.5M, S2M, S3M/DS3M, S4.5M,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　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476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S5M/DS5M, S8M/DS8M, S14M/DS14M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90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Mô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men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xoắn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megar</a:t>
                      </a:r>
                      <a:endParaRPr kumimoji="1" lang="en-US" altLang="ko-KR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MTS8M, MTS14M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　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841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Đai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belt HTD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3M, 5M, 8M, 14M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Cải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năm1970,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truyền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高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mô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men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xoắn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, 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thực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hóa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thu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hẹp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gian</a:t>
                      </a:r>
                      <a:endParaRPr kumimoji="1" lang="ko-KR" altLang="en-US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095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Đai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belt GT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1GT, 1.5GT, 2GT,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Đầu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năm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1993 HTD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tính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năng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, 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thích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hợp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hóa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,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460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3GT, 5GT, 8YU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Pitch mm</a:t>
                      </a:r>
                      <a:endParaRPr kumimoji="1" lang="ko-KR" altLang="en-US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095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EV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series</a:t>
                      </a:r>
                      <a:endParaRPr kumimoji="1" lang="ko-KR" altLang="en-US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EV8YU, EV14M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Tăng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lượng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sản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mới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, 8YU,14M</a:t>
                      </a:r>
                      <a:endParaRPr kumimoji="1" lang="ko-KR" altLang="en-US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460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Bằng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Belt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su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,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dung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lượng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</a:t>
                      </a:r>
                      <a:endParaRPr kumimoji="1" lang="ko-KR" altLang="en-US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841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Xích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ròng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rọc</a:t>
                      </a:r>
                      <a:endParaRPr kumimoji="1" lang="en-US" altLang="ko-KR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8MGT2, 14MGT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Dung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lượng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làm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tăng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con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lăn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xích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dùng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siêu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mô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men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xoắn</a:t>
                      </a:r>
                      <a:endParaRPr kumimoji="1" lang="ko-KR" altLang="en-US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920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GT2Belt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Từ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năm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00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đổi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thành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GT2</a:t>
                      </a:r>
                      <a:endParaRPr kumimoji="1" lang="ko-KR" altLang="en-US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476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Belt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hai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endParaRPr kumimoji="1" lang="en-US" altLang="ko-KR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DMXL, DXL, DL, DHDSTPD, DHTD, DGT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　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52400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Uretan</a:t>
                      </a:r>
                      <a:endParaRPr kumimoji="1" lang="ko-KR" altLang="en-US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Timing Belt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T80, XL, LT5/DT5, T10/DT10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　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524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OpenTimingBelt</a:t>
                      </a:r>
                      <a:endParaRPr kumimoji="1" lang="en-US" altLang="ko-KR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XL, L, H, XH, HTD, STPD,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　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460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RPPT5/AT5, T10/AT10, T20/AT20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90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Super Torque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S2M, S3M, S8M, S14M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　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27051" name="Rectangle 75"/>
          <p:cNvSpPr>
            <a:spLocks noGrp="1" noChangeArrowheads="1"/>
          </p:cNvSpPr>
          <p:nvPr>
            <p:ph type="ctrTitle"/>
          </p:nvPr>
        </p:nvSpPr>
        <p:spPr>
          <a:xfrm>
            <a:off x="5284788" y="68263"/>
            <a:ext cx="3751262" cy="336550"/>
          </a:xfrm>
          <a:noFill/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Belt</a:t>
            </a:r>
          </a:p>
        </p:txBody>
      </p:sp>
      <p:sp>
        <p:nvSpPr>
          <p:cNvPr id="127052" name="Rectangle 76"/>
          <p:cNvSpPr>
            <a:spLocks noChangeArrowheads="1"/>
          </p:cNvSpPr>
          <p:nvPr/>
        </p:nvSpPr>
        <p:spPr bwMode="auto">
          <a:xfrm>
            <a:off x="587374" y="889000"/>
            <a:ext cx="2472457" cy="317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endParaRPr lang="ko-KR" altLang="en-US" sz="12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7053" name="Rectangle 7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7054" name="Rectangle 79"/>
          <p:cNvSpPr>
            <a:spLocks noChangeArrowheads="1"/>
          </p:cNvSpPr>
          <p:nvPr/>
        </p:nvSpPr>
        <p:spPr bwMode="auto">
          <a:xfrm>
            <a:off x="388938" y="549275"/>
            <a:ext cx="37512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3-3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iming Belt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849975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60D1D4C2-220E-49E7-AA1C-8C466EB68D31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105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8003" name="Rectangle 2"/>
          <p:cNvSpPr>
            <a:spLocks noGrp="1" noChangeArrowheads="1"/>
          </p:cNvSpPr>
          <p:nvPr>
            <p:ph type="ctrTitle"/>
          </p:nvPr>
        </p:nvSpPr>
        <p:spPr>
          <a:xfrm>
            <a:off x="5561013" y="44450"/>
            <a:ext cx="3475037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Belt</a:t>
            </a:r>
          </a:p>
        </p:txBody>
      </p:sp>
      <p:sp>
        <p:nvSpPr>
          <p:cNvPr id="128004" name="Rectangle 3"/>
          <p:cNvSpPr>
            <a:spLocks noChangeArrowheads="1"/>
          </p:cNvSpPr>
          <p:nvPr/>
        </p:nvSpPr>
        <p:spPr bwMode="auto">
          <a:xfrm>
            <a:off x="665163" y="663575"/>
            <a:ext cx="3475037" cy="317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Timing Belt</a:t>
            </a:r>
            <a:endParaRPr lang="ko-KR" altLang="en-US" sz="12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8005" name="Rectangle 4"/>
          <p:cNvSpPr>
            <a:spLocks noChangeArrowheads="1"/>
          </p:cNvSpPr>
          <p:nvPr/>
        </p:nvSpPr>
        <p:spPr bwMode="auto">
          <a:xfrm>
            <a:off x="971550" y="1150938"/>
            <a:ext cx="112883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8006" name="Rectangle 5"/>
          <p:cNvSpPr>
            <a:spLocks noChangeArrowheads="1"/>
          </p:cNvSpPr>
          <p:nvPr/>
        </p:nvSpPr>
        <p:spPr bwMode="auto">
          <a:xfrm>
            <a:off x="971550" y="2417763"/>
            <a:ext cx="251062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đĩa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(HTD)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8007" name="Rectangle 6"/>
          <p:cNvSpPr>
            <a:spLocks noChangeArrowheads="1"/>
          </p:cNvSpPr>
          <p:nvPr/>
        </p:nvSpPr>
        <p:spPr bwMode="auto">
          <a:xfrm>
            <a:off x="971550" y="3857625"/>
            <a:ext cx="238078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ổ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siêu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(STD)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8008" name="Rectangle 7"/>
          <p:cNvSpPr>
            <a:spLocks noChangeArrowheads="1"/>
          </p:cNvSpPr>
          <p:nvPr/>
        </p:nvSpPr>
        <p:spPr bwMode="auto">
          <a:xfrm>
            <a:off x="971550" y="5229225"/>
            <a:ext cx="152548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AT</a:t>
            </a:r>
            <a:endParaRPr lang="en-US" altLang="ko-KR" sz="1200" dirty="0">
              <a:solidFill>
                <a:srgbClr val="333333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8009" name="Rectangle 8"/>
          <p:cNvSpPr>
            <a:spLocks noChangeArrowheads="1"/>
          </p:cNvSpPr>
          <p:nvPr/>
        </p:nvSpPr>
        <p:spPr bwMode="auto">
          <a:xfrm>
            <a:off x="1131888" y="1443038"/>
            <a:ext cx="384432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rãi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MXL, XL, L, H, XH, XXH</a:t>
            </a:r>
            <a:b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inch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8010" name="Rectangle 9"/>
          <p:cNvSpPr>
            <a:spLocks noChangeArrowheads="1"/>
          </p:cNvSpPr>
          <p:nvPr/>
        </p:nvSpPr>
        <p:spPr bwMode="auto">
          <a:xfrm>
            <a:off x="1131888" y="2755900"/>
            <a:ext cx="3728906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High Torque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tĩnh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3M, 5M, 8M, 14M, 20M</a:t>
            </a:r>
            <a:b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mét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8011" name="Rectangle 10"/>
          <p:cNvSpPr>
            <a:spLocks noChangeArrowheads="1"/>
          </p:cNvSpPr>
          <p:nvPr/>
        </p:nvSpPr>
        <p:spPr bwMode="auto">
          <a:xfrm>
            <a:off x="1131888" y="4157663"/>
            <a:ext cx="4339650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S2M, S3M, S5M, S8M, S14 </a:t>
            </a:r>
            <a:b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HTD,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mét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8012" name="Rectangle 11"/>
          <p:cNvSpPr>
            <a:spLocks noChangeArrowheads="1"/>
          </p:cNvSpPr>
          <p:nvPr/>
        </p:nvSpPr>
        <p:spPr bwMode="auto">
          <a:xfrm>
            <a:off x="1131888" y="5521325"/>
            <a:ext cx="457208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uretan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T2, T2.5, T5, T10, T20, / AT5, AT10, AT20 </a:t>
            </a:r>
            <a:b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pitch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mét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8013" name="Rectangle 13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92130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98DCF323-D392-4CA8-9F6C-2B83D787A435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106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9027" name="Rectangle 2"/>
          <p:cNvSpPr>
            <a:spLocks noGrp="1" noChangeArrowheads="1"/>
          </p:cNvSpPr>
          <p:nvPr>
            <p:ph type="ctrTitle"/>
          </p:nvPr>
        </p:nvSpPr>
        <p:spPr>
          <a:xfrm>
            <a:off x="5827713" y="68263"/>
            <a:ext cx="3208337" cy="336550"/>
          </a:xfrm>
          <a:noFill/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Belt</a:t>
            </a:r>
          </a:p>
        </p:txBody>
      </p:sp>
      <p:pic>
        <p:nvPicPr>
          <p:cNvPr id="129028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5925" y="2349500"/>
            <a:ext cx="1622425" cy="1079500"/>
          </a:xfrm>
          <a:prstGeom prst="rect">
            <a:avLst/>
          </a:prstGeom>
          <a:noFill/>
          <a:ln w="9525">
            <a:solidFill>
              <a:srgbClr val="777777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9029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88150" y="1089025"/>
            <a:ext cx="1576388" cy="1079500"/>
          </a:xfrm>
          <a:prstGeom prst="rect">
            <a:avLst/>
          </a:prstGeom>
          <a:noFill/>
          <a:ln w="9525">
            <a:solidFill>
              <a:srgbClr val="777777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9030" name="Picture 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7675" y="3644900"/>
            <a:ext cx="1558925" cy="1079500"/>
          </a:xfrm>
          <a:prstGeom prst="rect">
            <a:avLst/>
          </a:prstGeom>
          <a:noFill/>
          <a:ln w="9525">
            <a:solidFill>
              <a:srgbClr val="777777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9031" name="Picture 6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88150" y="4941888"/>
            <a:ext cx="1576388" cy="1079500"/>
          </a:xfrm>
          <a:prstGeom prst="rect">
            <a:avLst/>
          </a:prstGeom>
          <a:noFill/>
          <a:ln w="9525">
            <a:solidFill>
              <a:srgbClr val="777777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9032" name="AutoShape 7"/>
          <p:cNvSpPr>
            <a:spLocks noChangeArrowheads="1"/>
          </p:cNvSpPr>
          <p:nvPr/>
        </p:nvSpPr>
        <p:spPr bwMode="auto">
          <a:xfrm>
            <a:off x="5443538" y="1341438"/>
            <a:ext cx="674687" cy="376237"/>
          </a:xfrm>
          <a:prstGeom prst="rightArrow">
            <a:avLst>
              <a:gd name="adj1" fmla="val 50000"/>
              <a:gd name="adj2" fmla="val 44831"/>
            </a:avLst>
          </a:prstGeom>
          <a:solidFill>
            <a:srgbClr val="DDDDDD"/>
          </a:solidFill>
          <a:ln w="9525">
            <a:solidFill>
              <a:srgbClr val="77777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9033" name="AutoShape 8"/>
          <p:cNvSpPr>
            <a:spLocks noChangeArrowheads="1"/>
          </p:cNvSpPr>
          <p:nvPr/>
        </p:nvSpPr>
        <p:spPr bwMode="auto">
          <a:xfrm>
            <a:off x="5443538" y="5229225"/>
            <a:ext cx="674687" cy="376238"/>
          </a:xfrm>
          <a:prstGeom prst="rightArrow">
            <a:avLst>
              <a:gd name="adj1" fmla="val 50000"/>
              <a:gd name="adj2" fmla="val 44831"/>
            </a:avLst>
          </a:prstGeom>
          <a:solidFill>
            <a:srgbClr val="DDDDDD"/>
          </a:solidFill>
          <a:ln w="9525">
            <a:solidFill>
              <a:srgbClr val="77777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9034" name="AutoShape 9"/>
          <p:cNvSpPr>
            <a:spLocks noChangeArrowheads="1"/>
          </p:cNvSpPr>
          <p:nvPr/>
        </p:nvSpPr>
        <p:spPr bwMode="auto">
          <a:xfrm>
            <a:off x="5443538" y="3916363"/>
            <a:ext cx="674687" cy="376237"/>
          </a:xfrm>
          <a:prstGeom prst="rightArrow">
            <a:avLst>
              <a:gd name="adj1" fmla="val 50000"/>
              <a:gd name="adj2" fmla="val 44831"/>
            </a:avLst>
          </a:prstGeom>
          <a:solidFill>
            <a:srgbClr val="DDDDDD"/>
          </a:solidFill>
          <a:ln w="9525">
            <a:solidFill>
              <a:srgbClr val="77777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9035" name="AutoShape 10"/>
          <p:cNvSpPr>
            <a:spLocks noChangeArrowheads="1"/>
          </p:cNvSpPr>
          <p:nvPr/>
        </p:nvSpPr>
        <p:spPr bwMode="auto">
          <a:xfrm>
            <a:off x="5443538" y="2708275"/>
            <a:ext cx="674687" cy="376238"/>
          </a:xfrm>
          <a:prstGeom prst="rightArrow">
            <a:avLst>
              <a:gd name="adj1" fmla="val 50000"/>
              <a:gd name="adj2" fmla="val 44831"/>
            </a:avLst>
          </a:prstGeom>
          <a:solidFill>
            <a:srgbClr val="DDDDDD"/>
          </a:solidFill>
          <a:ln w="9525">
            <a:solidFill>
              <a:srgbClr val="77777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9036" name="Rectangle 11"/>
          <p:cNvSpPr>
            <a:spLocks noChangeArrowheads="1"/>
          </p:cNvSpPr>
          <p:nvPr/>
        </p:nvSpPr>
        <p:spPr bwMode="auto">
          <a:xfrm>
            <a:off x="650875" y="549275"/>
            <a:ext cx="4857750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timing Belt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9037" name="Rectangle 12"/>
          <p:cNvSpPr>
            <a:spLocks noChangeArrowheads="1"/>
          </p:cNvSpPr>
          <p:nvPr/>
        </p:nvSpPr>
        <p:spPr bwMode="auto">
          <a:xfrm>
            <a:off x="1001713" y="930275"/>
            <a:ext cx="1433277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Hole Timing Belt</a:t>
            </a:r>
          </a:p>
        </p:txBody>
      </p:sp>
      <p:sp>
        <p:nvSpPr>
          <p:cNvPr id="129038" name="Rectangle 13"/>
          <p:cNvSpPr>
            <a:spLocks noChangeArrowheads="1"/>
          </p:cNvSpPr>
          <p:nvPr/>
        </p:nvSpPr>
        <p:spPr bwMode="auto">
          <a:xfrm>
            <a:off x="1001713" y="2236788"/>
            <a:ext cx="1868588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Rough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Top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Timing Belt</a:t>
            </a:r>
          </a:p>
        </p:txBody>
      </p:sp>
      <p:sp>
        <p:nvSpPr>
          <p:cNvPr id="129039" name="Rectangle 14"/>
          <p:cNvSpPr>
            <a:spLocks noChangeArrowheads="1"/>
          </p:cNvSpPr>
          <p:nvPr/>
        </p:nvSpPr>
        <p:spPr bwMode="auto">
          <a:xfrm>
            <a:off x="1001713" y="3549650"/>
            <a:ext cx="1699504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9040" name="Rectangle 15"/>
          <p:cNvSpPr>
            <a:spLocks noChangeArrowheads="1"/>
          </p:cNvSpPr>
          <p:nvPr/>
        </p:nvSpPr>
        <p:spPr bwMode="auto">
          <a:xfrm>
            <a:off x="1001713" y="4849813"/>
            <a:ext cx="1753878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4) Open End Timing Belt</a:t>
            </a:r>
          </a:p>
        </p:txBody>
      </p:sp>
      <p:sp>
        <p:nvSpPr>
          <p:cNvPr id="129041" name="Rectangle 16"/>
          <p:cNvSpPr>
            <a:spLocks noChangeArrowheads="1"/>
          </p:cNvSpPr>
          <p:nvPr/>
        </p:nvSpPr>
        <p:spPr bwMode="auto">
          <a:xfrm>
            <a:off x="1116013" y="1247775"/>
            <a:ext cx="456406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hút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129042" name="Rectangle 17"/>
          <p:cNvSpPr>
            <a:spLocks noChangeArrowheads="1"/>
          </p:cNvSpPr>
          <p:nvPr/>
        </p:nvSpPr>
        <p:spPr bwMode="auto">
          <a:xfrm>
            <a:off x="1116013" y="2552700"/>
            <a:ext cx="456406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nhám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gồ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ghề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đêm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(cushion)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9043" name="Rectangle 18"/>
          <p:cNvSpPr>
            <a:spLocks noChangeArrowheads="1"/>
          </p:cNvSpPr>
          <p:nvPr/>
        </p:nvSpPr>
        <p:spPr bwMode="auto">
          <a:xfrm>
            <a:off x="1116013" y="3908425"/>
            <a:ext cx="456406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pipe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vv..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9044" name="Rectangle 19"/>
          <p:cNvSpPr>
            <a:spLocks noChangeArrowheads="1"/>
          </p:cNvSpPr>
          <p:nvPr/>
        </p:nvSpPr>
        <p:spPr bwMode="auto">
          <a:xfrm>
            <a:off x="1116013" y="5189538"/>
            <a:ext cx="456406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timing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Endless Belt.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Long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Stroke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đuôi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vv..</a:t>
            </a:r>
          </a:p>
        </p:txBody>
      </p:sp>
      <p:sp>
        <p:nvSpPr>
          <p:cNvPr id="129045" name="Rectangle 21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188574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3F41E5C5-65E4-463C-AF94-8537E008AEA5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107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0051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134100" y="68263"/>
            <a:ext cx="2901950" cy="336550"/>
          </a:xfrm>
          <a:noFill/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Belt</a:t>
            </a:r>
          </a:p>
        </p:txBody>
      </p:sp>
      <p:graphicFrame>
        <p:nvGraphicFramePr>
          <p:cNvPr id="2694279" name="Group 1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2229167"/>
              </p:ext>
            </p:extLst>
          </p:nvPr>
        </p:nvGraphicFramePr>
        <p:xfrm>
          <a:off x="539750" y="1125538"/>
          <a:ext cx="8112125" cy="5180649"/>
        </p:xfrm>
        <a:graphic>
          <a:graphicData uri="http://schemas.openxmlformats.org/drawingml/2006/table">
            <a:tbl>
              <a:tblPr/>
              <a:tblGrid>
                <a:gridCol w="1631950"/>
                <a:gridCol w="1223963"/>
                <a:gridCol w="2678112"/>
                <a:gridCol w="2578100"/>
              </a:tblGrid>
              <a:tr h="482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ngữ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Ký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hiệu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Định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nghĩa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Hình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6445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Pitch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Pa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khoảng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giữa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hai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liên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tiếp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trên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trục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tại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đai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tạo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bởi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lực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quy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định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477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Pitch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chiều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cố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định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đồng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nhất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belt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uốn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cong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xuống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hay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vuông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góc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461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Khoảng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pitch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belt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Lp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Chiều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pitch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belt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445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Chiều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rộng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bs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Chỉ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số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ngang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lưng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belt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461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Chiều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Hs/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Hd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Tổng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chiều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hay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hai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belt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826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belt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yếu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tố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đẩy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vào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theo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chiều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ngang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từ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belt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dạng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phù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hợp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ăn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khớp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rãnh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Belt Pulley.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461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đỉnh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nối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đỉnh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belt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pic>
        <p:nvPicPr>
          <p:cNvPr id="130099" name="Picture 5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1400" y="1700213"/>
            <a:ext cx="2459038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0100" name="Picture 5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6013" y="2420938"/>
            <a:ext cx="2312987" cy="43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0101" name="Picture 5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07125" y="4292600"/>
            <a:ext cx="2228850" cy="474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0102" name="Group 53"/>
          <p:cNvGrpSpPr>
            <a:grpSpLocks/>
          </p:cNvGrpSpPr>
          <p:nvPr/>
        </p:nvGrpSpPr>
        <p:grpSpPr bwMode="auto">
          <a:xfrm>
            <a:off x="6210300" y="3589338"/>
            <a:ext cx="2154238" cy="560387"/>
            <a:chOff x="4376" y="1968"/>
            <a:chExt cx="1157" cy="425"/>
          </a:xfrm>
        </p:grpSpPr>
        <p:pic>
          <p:nvPicPr>
            <p:cNvPr id="130107" name="Picture 54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6" y="1968"/>
              <a:ext cx="1157" cy="4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108" name="Rectangle 55"/>
            <p:cNvSpPr>
              <a:spLocks noChangeArrowheads="1"/>
            </p:cNvSpPr>
            <p:nvPr/>
          </p:nvSpPr>
          <p:spPr bwMode="auto">
            <a:xfrm>
              <a:off x="4796" y="1968"/>
              <a:ext cx="737" cy="12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109" name="Rectangle 56"/>
            <p:cNvSpPr>
              <a:spLocks noChangeArrowheads="1"/>
            </p:cNvSpPr>
            <p:nvPr/>
          </p:nvSpPr>
          <p:spPr bwMode="auto">
            <a:xfrm>
              <a:off x="4888" y="2116"/>
              <a:ext cx="136" cy="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110" name="AutoShape 57"/>
            <p:cNvSpPr>
              <a:spLocks noChangeArrowheads="1"/>
            </p:cNvSpPr>
            <p:nvPr/>
          </p:nvSpPr>
          <p:spPr bwMode="auto">
            <a:xfrm rot="10800000">
              <a:off x="4774" y="2321"/>
              <a:ext cx="166" cy="72"/>
            </a:xfrm>
            <a:prstGeom prst="flowChartManualOperation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111" name="AutoShape 58"/>
            <p:cNvSpPr>
              <a:spLocks noChangeArrowheads="1"/>
            </p:cNvSpPr>
            <p:nvPr/>
          </p:nvSpPr>
          <p:spPr bwMode="auto">
            <a:xfrm rot="-1551602">
              <a:off x="4669" y="2274"/>
              <a:ext cx="234" cy="47"/>
            </a:xfrm>
            <a:prstGeom prst="flowChartProcess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130103" name="Picture 59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61100" y="4941888"/>
            <a:ext cx="2103438" cy="546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0104" name="Picture 60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32513" y="5589588"/>
            <a:ext cx="2509837" cy="495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0105" name="Rectangle 63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0106" name="Rectangle 65"/>
          <p:cNvSpPr>
            <a:spLocks noChangeArrowheads="1"/>
          </p:cNvSpPr>
          <p:nvPr/>
        </p:nvSpPr>
        <p:spPr bwMode="auto">
          <a:xfrm>
            <a:off x="388938" y="547786"/>
            <a:ext cx="375126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3-4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ngữ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timing Belt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37687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C14A2E13-6117-4FA9-AA08-257E3E31B34A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108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075" name="Rectangle 2"/>
          <p:cNvSpPr>
            <a:spLocks noGrp="1" noChangeArrowheads="1"/>
          </p:cNvSpPr>
          <p:nvPr>
            <p:ph type="ctrTitle"/>
          </p:nvPr>
        </p:nvSpPr>
        <p:spPr>
          <a:xfrm>
            <a:off x="5394325" y="58738"/>
            <a:ext cx="3641725" cy="336550"/>
          </a:xfrm>
          <a:noFill/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Belt</a:t>
            </a:r>
          </a:p>
        </p:txBody>
      </p:sp>
      <p:graphicFrame>
        <p:nvGraphicFramePr>
          <p:cNvPr id="2695301" name="Group 13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2225175"/>
              </p:ext>
            </p:extLst>
          </p:nvPr>
        </p:nvGraphicFramePr>
        <p:xfrm>
          <a:off x="539750" y="923925"/>
          <a:ext cx="8101013" cy="5313363"/>
        </p:xfrm>
        <a:graphic>
          <a:graphicData uri="http://schemas.openxmlformats.org/drawingml/2006/table">
            <a:tbl>
              <a:tblPr/>
              <a:tblGrid>
                <a:gridCol w="1657350"/>
                <a:gridCol w="1338263"/>
                <a:gridCol w="2420937"/>
                <a:gridCol w="2684463"/>
              </a:tblGrid>
              <a:tr h="4460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ngữ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Ký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hiệu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Định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nghĩa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Hình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6953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nối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các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belt.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953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Chiều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ht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Khoảng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đỉnh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953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Sườn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hạn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định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khoảng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giữa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chiều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rộng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belt,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kính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đỉnh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kính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953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tác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belt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tiếp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xúc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rãnh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pulley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truyền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lực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pulley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953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đối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diện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tác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953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kính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cuối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ra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kính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cong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nối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đỉnh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953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kính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rr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kính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cong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nối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pic>
        <p:nvPicPr>
          <p:cNvPr id="131123" name="Picture 5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56338" y="1384300"/>
            <a:ext cx="2000250" cy="619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1124" name="Picture 5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3338" y="2189163"/>
            <a:ext cx="1978025" cy="452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1125" name="Picture 5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9200" y="2819400"/>
            <a:ext cx="1679575" cy="536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1126" name="Picture 5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3175" y="3500438"/>
            <a:ext cx="1752600" cy="627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1127" name="Picture 54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3338" y="4151313"/>
            <a:ext cx="1595437" cy="652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1128" name="Group 55"/>
          <p:cNvGrpSpPr>
            <a:grpSpLocks/>
          </p:cNvGrpSpPr>
          <p:nvPr/>
        </p:nvGrpSpPr>
        <p:grpSpPr bwMode="auto">
          <a:xfrm>
            <a:off x="6256338" y="5614988"/>
            <a:ext cx="1960562" cy="550862"/>
            <a:chOff x="4269" y="3645"/>
            <a:chExt cx="1338" cy="347"/>
          </a:xfrm>
        </p:grpSpPr>
        <p:pic>
          <p:nvPicPr>
            <p:cNvPr id="131135" name="Picture 56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69" y="3645"/>
              <a:ext cx="1338" cy="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136" name="Rectangle 57"/>
            <p:cNvSpPr>
              <a:spLocks noChangeArrowheads="1"/>
            </p:cNvSpPr>
            <p:nvPr/>
          </p:nvSpPr>
          <p:spPr bwMode="auto">
            <a:xfrm>
              <a:off x="4620" y="3665"/>
              <a:ext cx="540" cy="1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137" name="Rectangle 58"/>
            <p:cNvSpPr>
              <a:spLocks noChangeArrowheads="1"/>
            </p:cNvSpPr>
            <p:nvPr/>
          </p:nvSpPr>
          <p:spPr bwMode="auto">
            <a:xfrm>
              <a:off x="4299" y="3906"/>
              <a:ext cx="351" cy="8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31129" name="Group 59"/>
          <p:cNvGrpSpPr>
            <a:grpSpLocks/>
          </p:cNvGrpSpPr>
          <p:nvPr/>
        </p:nvGrpSpPr>
        <p:grpSpPr bwMode="auto">
          <a:xfrm>
            <a:off x="6256338" y="4883150"/>
            <a:ext cx="1960562" cy="561975"/>
            <a:chOff x="4269" y="3158"/>
            <a:chExt cx="1338" cy="354"/>
          </a:xfrm>
        </p:grpSpPr>
        <p:pic>
          <p:nvPicPr>
            <p:cNvPr id="131131" name="Picture 60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69" y="3158"/>
              <a:ext cx="1338" cy="3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132" name="Rectangle 61"/>
            <p:cNvSpPr>
              <a:spLocks noChangeArrowheads="1"/>
            </p:cNvSpPr>
            <p:nvPr/>
          </p:nvSpPr>
          <p:spPr bwMode="auto">
            <a:xfrm>
              <a:off x="5292" y="3332"/>
              <a:ext cx="153" cy="1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133" name="Rectangle 62"/>
            <p:cNvSpPr>
              <a:spLocks noChangeArrowheads="1"/>
            </p:cNvSpPr>
            <p:nvPr/>
          </p:nvSpPr>
          <p:spPr bwMode="auto">
            <a:xfrm rot="-3815869">
              <a:off x="5187" y="3424"/>
              <a:ext cx="94" cy="8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134" name="Rectangle 63"/>
            <p:cNvSpPr>
              <a:spLocks noChangeArrowheads="1"/>
            </p:cNvSpPr>
            <p:nvPr/>
          </p:nvSpPr>
          <p:spPr bwMode="auto">
            <a:xfrm>
              <a:off x="5160" y="3228"/>
              <a:ext cx="316" cy="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31130" name="Rectangle 65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79078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8D87A533-CF09-4BF4-A1D8-568135070E6B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109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2099" name="Rectangle 2"/>
          <p:cNvSpPr>
            <a:spLocks noGrp="1" noChangeArrowheads="1"/>
          </p:cNvSpPr>
          <p:nvPr>
            <p:ph type="ctrTitle"/>
          </p:nvPr>
        </p:nvSpPr>
        <p:spPr>
          <a:xfrm>
            <a:off x="5721350" y="68263"/>
            <a:ext cx="3314700" cy="336550"/>
          </a:xfrm>
          <a:noFill/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Belt</a:t>
            </a:r>
          </a:p>
        </p:txBody>
      </p:sp>
      <p:graphicFrame>
        <p:nvGraphicFramePr>
          <p:cNvPr id="2696246" name="Group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6352812"/>
              </p:ext>
            </p:extLst>
          </p:nvPr>
        </p:nvGraphicFramePr>
        <p:xfrm>
          <a:off x="501650" y="982663"/>
          <a:ext cx="8174038" cy="2092960"/>
        </p:xfrm>
        <a:graphic>
          <a:graphicData uri="http://schemas.openxmlformats.org/drawingml/2006/table">
            <a:tbl>
              <a:tblPr/>
              <a:tblGrid>
                <a:gridCol w="1814513"/>
                <a:gridCol w="1281112"/>
                <a:gridCol w="2370138"/>
                <a:gridCol w="2708275"/>
              </a:tblGrid>
              <a:tr h="5746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ngữ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Ký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hiệu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Định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nghĩa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Hình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6953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Chiều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rộng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khoảng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giữa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theo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lý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thuyết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điểm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giao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nhau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belt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thẳng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953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Góc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β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Số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góc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belt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pic>
        <p:nvPicPr>
          <p:cNvPr id="132122" name="Picture 2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2075" y="1603375"/>
            <a:ext cx="1639888" cy="601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2123" name="Picture 2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2075" y="2276475"/>
            <a:ext cx="1495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2124" name="Rectangle 2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687165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C68E08EE-2AAC-437F-836D-8674023A3E4B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110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23" name="Rectangle 4"/>
          <p:cNvSpPr>
            <a:spLocks noChangeArrowheads="1"/>
          </p:cNvSpPr>
          <p:nvPr/>
        </p:nvSpPr>
        <p:spPr bwMode="auto">
          <a:xfrm>
            <a:off x="1014413" y="1431925"/>
            <a:ext cx="2428875" cy="4306888"/>
          </a:xfrm>
          <a:prstGeom prst="rect">
            <a:avLst/>
          </a:prstGeom>
          <a:solidFill>
            <a:srgbClr val="CCFF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24" name="Rectangle 5"/>
          <p:cNvSpPr>
            <a:spLocks noChangeArrowheads="1"/>
          </p:cNvSpPr>
          <p:nvPr/>
        </p:nvSpPr>
        <p:spPr bwMode="auto">
          <a:xfrm>
            <a:off x="5878513" y="5224463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◎</a:t>
            </a:r>
          </a:p>
        </p:txBody>
      </p:sp>
      <p:sp>
        <p:nvSpPr>
          <p:cNvPr id="133125" name="Rectangle 6"/>
          <p:cNvSpPr>
            <a:spLocks noChangeArrowheads="1"/>
          </p:cNvSpPr>
          <p:nvPr/>
        </p:nvSpPr>
        <p:spPr bwMode="auto">
          <a:xfrm>
            <a:off x="5878513" y="4691063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</a:p>
        </p:txBody>
      </p:sp>
      <p:sp>
        <p:nvSpPr>
          <p:cNvPr id="133126" name="Rectangle 7"/>
          <p:cNvSpPr>
            <a:spLocks noChangeArrowheads="1"/>
          </p:cNvSpPr>
          <p:nvPr/>
        </p:nvSpPr>
        <p:spPr bwMode="auto">
          <a:xfrm>
            <a:off x="5878513" y="4157663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◎</a:t>
            </a:r>
          </a:p>
        </p:txBody>
      </p:sp>
      <p:sp>
        <p:nvSpPr>
          <p:cNvPr id="133127" name="Rectangle 8"/>
          <p:cNvSpPr>
            <a:spLocks noChangeArrowheads="1"/>
          </p:cNvSpPr>
          <p:nvPr/>
        </p:nvSpPr>
        <p:spPr bwMode="auto">
          <a:xfrm>
            <a:off x="5878513" y="3625850"/>
            <a:ext cx="1219200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</a:p>
        </p:txBody>
      </p:sp>
      <p:sp>
        <p:nvSpPr>
          <p:cNvPr id="133128" name="Rectangle 9"/>
          <p:cNvSpPr>
            <a:spLocks noChangeArrowheads="1"/>
          </p:cNvSpPr>
          <p:nvPr/>
        </p:nvSpPr>
        <p:spPr bwMode="auto">
          <a:xfrm>
            <a:off x="5878513" y="3092450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△</a:t>
            </a:r>
          </a:p>
        </p:txBody>
      </p:sp>
      <p:sp>
        <p:nvSpPr>
          <p:cNvPr id="133129" name="Rectangle 10"/>
          <p:cNvSpPr>
            <a:spLocks noChangeArrowheads="1"/>
          </p:cNvSpPr>
          <p:nvPr/>
        </p:nvSpPr>
        <p:spPr bwMode="auto">
          <a:xfrm>
            <a:off x="5878513" y="2559050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◎</a:t>
            </a:r>
          </a:p>
        </p:txBody>
      </p:sp>
      <p:sp>
        <p:nvSpPr>
          <p:cNvPr id="133130" name="Rectangle 11"/>
          <p:cNvSpPr>
            <a:spLocks noChangeArrowheads="1"/>
          </p:cNvSpPr>
          <p:nvPr/>
        </p:nvSpPr>
        <p:spPr bwMode="auto">
          <a:xfrm>
            <a:off x="5878513" y="2025650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◎</a:t>
            </a:r>
          </a:p>
        </p:txBody>
      </p:sp>
      <p:sp>
        <p:nvSpPr>
          <p:cNvPr id="133131" name="Rectangle 12"/>
          <p:cNvSpPr>
            <a:spLocks noChangeArrowheads="1"/>
          </p:cNvSpPr>
          <p:nvPr/>
        </p:nvSpPr>
        <p:spPr bwMode="auto">
          <a:xfrm>
            <a:off x="5878513" y="1446213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cuộn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32" name="Rectangle 13"/>
          <p:cNvSpPr>
            <a:spLocks noChangeArrowheads="1"/>
          </p:cNvSpPr>
          <p:nvPr/>
        </p:nvSpPr>
        <p:spPr bwMode="auto">
          <a:xfrm>
            <a:off x="7097713" y="5224463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◎</a:t>
            </a:r>
          </a:p>
        </p:txBody>
      </p:sp>
      <p:sp>
        <p:nvSpPr>
          <p:cNvPr id="133133" name="Rectangle 14"/>
          <p:cNvSpPr>
            <a:spLocks noChangeArrowheads="1"/>
          </p:cNvSpPr>
          <p:nvPr/>
        </p:nvSpPr>
        <p:spPr bwMode="auto">
          <a:xfrm>
            <a:off x="3429000" y="5224463"/>
            <a:ext cx="1219200" cy="533400"/>
          </a:xfrm>
          <a:prstGeom prst="rect">
            <a:avLst/>
          </a:prstGeom>
          <a:noFill/>
          <a:ln w="31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○</a:t>
            </a:r>
          </a:p>
        </p:txBody>
      </p:sp>
      <p:sp>
        <p:nvSpPr>
          <p:cNvPr id="133134" name="Rectangle 15"/>
          <p:cNvSpPr>
            <a:spLocks noChangeArrowheads="1"/>
          </p:cNvSpPr>
          <p:nvPr/>
        </p:nvSpPr>
        <p:spPr bwMode="auto">
          <a:xfrm>
            <a:off x="4648200" y="5224463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</a:p>
        </p:txBody>
      </p:sp>
      <p:sp>
        <p:nvSpPr>
          <p:cNvPr id="133135" name="Rectangle 16"/>
          <p:cNvSpPr>
            <a:spLocks noChangeArrowheads="1"/>
          </p:cNvSpPr>
          <p:nvPr/>
        </p:nvSpPr>
        <p:spPr bwMode="auto">
          <a:xfrm>
            <a:off x="1001713" y="5224463"/>
            <a:ext cx="24384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36" name="Rectangle 17"/>
          <p:cNvSpPr>
            <a:spLocks noChangeArrowheads="1"/>
          </p:cNvSpPr>
          <p:nvPr/>
        </p:nvSpPr>
        <p:spPr bwMode="auto">
          <a:xfrm>
            <a:off x="7097713" y="4691063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</a:p>
        </p:txBody>
      </p:sp>
      <p:sp>
        <p:nvSpPr>
          <p:cNvPr id="133137" name="Rectangle 18"/>
          <p:cNvSpPr>
            <a:spLocks noChangeArrowheads="1"/>
          </p:cNvSpPr>
          <p:nvPr/>
        </p:nvSpPr>
        <p:spPr bwMode="auto">
          <a:xfrm>
            <a:off x="3429000" y="4691063"/>
            <a:ext cx="1219200" cy="533400"/>
          </a:xfrm>
          <a:prstGeom prst="rect">
            <a:avLst/>
          </a:prstGeom>
          <a:noFill/>
          <a:ln w="31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◎</a:t>
            </a:r>
          </a:p>
        </p:txBody>
      </p:sp>
      <p:sp>
        <p:nvSpPr>
          <p:cNvPr id="133138" name="Rectangle 19"/>
          <p:cNvSpPr>
            <a:spLocks noChangeArrowheads="1"/>
          </p:cNvSpPr>
          <p:nvPr/>
        </p:nvSpPr>
        <p:spPr bwMode="auto">
          <a:xfrm>
            <a:off x="4648200" y="4691063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◎</a:t>
            </a:r>
          </a:p>
        </p:txBody>
      </p:sp>
      <p:sp>
        <p:nvSpPr>
          <p:cNvPr id="133139" name="Rectangle 20"/>
          <p:cNvSpPr>
            <a:spLocks noChangeArrowheads="1"/>
          </p:cNvSpPr>
          <p:nvPr/>
        </p:nvSpPr>
        <p:spPr bwMode="auto">
          <a:xfrm>
            <a:off x="1001713" y="4691063"/>
            <a:ext cx="24384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40" name="Rectangle 21"/>
          <p:cNvSpPr>
            <a:spLocks noChangeArrowheads="1"/>
          </p:cNvSpPr>
          <p:nvPr/>
        </p:nvSpPr>
        <p:spPr bwMode="auto">
          <a:xfrm>
            <a:off x="7097713" y="4157663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○</a:t>
            </a:r>
          </a:p>
        </p:txBody>
      </p:sp>
      <p:sp>
        <p:nvSpPr>
          <p:cNvPr id="133141" name="Rectangle 22"/>
          <p:cNvSpPr>
            <a:spLocks noChangeArrowheads="1"/>
          </p:cNvSpPr>
          <p:nvPr/>
        </p:nvSpPr>
        <p:spPr bwMode="auto">
          <a:xfrm>
            <a:off x="3429000" y="4157663"/>
            <a:ext cx="1219200" cy="533400"/>
          </a:xfrm>
          <a:prstGeom prst="rect">
            <a:avLst/>
          </a:prstGeom>
          <a:noFill/>
          <a:ln w="31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△</a:t>
            </a:r>
          </a:p>
        </p:txBody>
      </p:sp>
      <p:sp>
        <p:nvSpPr>
          <p:cNvPr id="133142" name="Rectangle 23"/>
          <p:cNvSpPr>
            <a:spLocks noChangeArrowheads="1"/>
          </p:cNvSpPr>
          <p:nvPr/>
        </p:nvSpPr>
        <p:spPr bwMode="auto">
          <a:xfrm>
            <a:off x="4648200" y="4157663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</a:p>
        </p:txBody>
      </p:sp>
      <p:sp>
        <p:nvSpPr>
          <p:cNvPr id="133143" name="Rectangle 24"/>
          <p:cNvSpPr>
            <a:spLocks noChangeArrowheads="1"/>
          </p:cNvSpPr>
          <p:nvPr/>
        </p:nvSpPr>
        <p:spPr bwMode="auto">
          <a:xfrm>
            <a:off x="2220913" y="4157663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</a:p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44" name="Rectangle 25"/>
          <p:cNvSpPr>
            <a:spLocks noChangeArrowheads="1"/>
          </p:cNvSpPr>
          <p:nvPr/>
        </p:nvSpPr>
        <p:spPr bwMode="auto">
          <a:xfrm>
            <a:off x="7097713" y="3625850"/>
            <a:ext cx="1219200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△</a:t>
            </a:r>
          </a:p>
        </p:txBody>
      </p:sp>
      <p:sp>
        <p:nvSpPr>
          <p:cNvPr id="133145" name="Rectangle 26"/>
          <p:cNvSpPr>
            <a:spLocks noChangeArrowheads="1"/>
          </p:cNvSpPr>
          <p:nvPr/>
        </p:nvSpPr>
        <p:spPr bwMode="auto">
          <a:xfrm>
            <a:off x="3429000" y="3625850"/>
            <a:ext cx="1219200" cy="531813"/>
          </a:xfrm>
          <a:prstGeom prst="rect">
            <a:avLst/>
          </a:prstGeom>
          <a:noFill/>
          <a:ln w="31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◎</a:t>
            </a:r>
          </a:p>
        </p:txBody>
      </p:sp>
      <p:sp>
        <p:nvSpPr>
          <p:cNvPr id="133146" name="Rectangle 27"/>
          <p:cNvSpPr>
            <a:spLocks noChangeArrowheads="1"/>
          </p:cNvSpPr>
          <p:nvPr/>
        </p:nvSpPr>
        <p:spPr bwMode="auto">
          <a:xfrm>
            <a:off x="4648200" y="3625850"/>
            <a:ext cx="1219200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○</a:t>
            </a:r>
          </a:p>
        </p:txBody>
      </p:sp>
      <p:sp>
        <p:nvSpPr>
          <p:cNvPr id="133147" name="Rectangle 28"/>
          <p:cNvSpPr>
            <a:spLocks noChangeArrowheads="1"/>
          </p:cNvSpPr>
          <p:nvPr/>
        </p:nvSpPr>
        <p:spPr bwMode="auto">
          <a:xfrm>
            <a:off x="2220913" y="3625850"/>
            <a:ext cx="1219200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48" name="Rectangle 29"/>
          <p:cNvSpPr>
            <a:spLocks noChangeArrowheads="1"/>
          </p:cNvSpPr>
          <p:nvPr/>
        </p:nvSpPr>
        <p:spPr bwMode="auto">
          <a:xfrm>
            <a:off x="1001713" y="3625850"/>
            <a:ext cx="1219200" cy="1065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49" name="Rectangle 30"/>
          <p:cNvSpPr>
            <a:spLocks noChangeArrowheads="1"/>
          </p:cNvSpPr>
          <p:nvPr/>
        </p:nvSpPr>
        <p:spPr bwMode="auto">
          <a:xfrm>
            <a:off x="7097713" y="3092450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</a:p>
        </p:txBody>
      </p:sp>
      <p:sp>
        <p:nvSpPr>
          <p:cNvPr id="133150" name="Rectangle 31"/>
          <p:cNvSpPr>
            <a:spLocks noChangeArrowheads="1"/>
          </p:cNvSpPr>
          <p:nvPr/>
        </p:nvSpPr>
        <p:spPr bwMode="auto">
          <a:xfrm>
            <a:off x="3429000" y="3092450"/>
            <a:ext cx="1219200" cy="533400"/>
          </a:xfrm>
          <a:prstGeom prst="rect">
            <a:avLst/>
          </a:prstGeom>
          <a:noFill/>
          <a:ln w="31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○</a:t>
            </a:r>
          </a:p>
        </p:txBody>
      </p:sp>
      <p:sp>
        <p:nvSpPr>
          <p:cNvPr id="133151" name="Rectangle 32"/>
          <p:cNvSpPr>
            <a:spLocks noChangeArrowheads="1"/>
          </p:cNvSpPr>
          <p:nvPr/>
        </p:nvSpPr>
        <p:spPr bwMode="auto">
          <a:xfrm>
            <a:off x="4648200" y="3092450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◎</a:t>
            </a:r>
          </a:p>
        </p:txBody>
      </p:sp>
      <p:sp>
        <p:nvSpPr>
          <p:cNvPr id="133152" name="Rectangle 33"/>
          <p:cNvSpPr>
            <a:spLocks noChangeArrowheads="1"/>
          </p:cNvSpPr>
          <p:nvPr/>
        </p:nvSpPr>
        <p:spPr bwMode="auto">
          <a:xfrm>
            <a:off x="1001713" y="3092450"/>
            <a:ext cx="24384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đập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rung,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53" name="Rectangle 34"/>
          <p:cNvSpPr>
            <a:spLocks noChangeArrowheads="1"/>
          </p:cNvSpPr>
          <p:nvPr/>
        </p:nvSpPr>
        <p:spPr bwMode="auto">
          <a:xfrm>
            <a:off x="7097713" y="2559050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◎</a:t>
            </a:r>
          </a:p>
        </p:txBody>
      </p:sp>
      <p:sp>
        <p:nvSpPr>
          <p:cNvPr id="133154" name="Rectangle 35"/>
          <p:cNvSpPr>
            <a:spLocks noChangeArrowheads="1"/>
          </p:cNvSpPr>
          <p:nvPr/>
        </p:nvSpPr>
        <p:spPr bwMode="auto">
          <a:xfrm>
            <a:off x="3429000" y="2559050"/>
            <a:ext cx="1219200" cy="533400"/>
          </a:xfrm>
          <a:prstGeom prst="rect">
            <a:avLst/>
          </a:prstGeom>
          <a:noFill/>
          <a:ln w="31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◎</a:t>
            </a:r>
          </a:p>
        </p:txBody>
      </p:sp>
      <p:sp>
        <p:nvSpPr>
          <p:cNvPr id="133155" name="Rectangle 36"/>
          <p:cNvSpPr>
            <a:spLocks noChangeArrowheads="1"/>
          </p:cNvSpPr>
          <p:nvPr/>
        </p:nvSpPr>
        <p:spPr bwMode="auto">
          <a:xfrm>
            <a:off x="4648200" y="2559050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△</a:t>
            </a:r>
          </a:p>
        </p:txBody>
      </p:sp>
      <p:sp>
        <p:nvSpPr>
          <p:cNvPr id="133156" name="Rectangle 37"/>
          <p:cNvSpPr>
            <a:spLocks noChangeArrowheads="1"/>
          </p:cNvSpPr>
          <p:nvPr/>
        </p:nvSpPr>
        <p:spPr bwMode="auto">
          <a:xfrm>
            <a:off x="1001713" y="2559050"/>
            <a:ext cx="24384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57" name="Rectangle 38"/>
          <p:cNvSpPr>
            <a:spLocks noChangeArrowheads="1"/>
          </p:cNvSpPr>
          <p:nvPr/>
        </p:nvSpPr>
        <p:spPr bwMode="auto">
          <a:xfrm>
            <a:off x="7097713" y="2025650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◎</a:t>
            </a:r>
          </a:p>
        </p:txBody>
      </p:sp>
      <p:sp>
        <p:nvSpPr>
          <p:cNvPr id="133158" name="Rectangle 39"/>
          <p:cNvSpPr>
            <a:spLocks noChangeArrowheads="1"/>
          </p:cNvSpPr>
          <p:nvPr/>
        </p:nvSpPr>
        <p:spPr bwMode="auto">
          <a:xfrm>
            <a:off x="3429000" y="2025650"/>
            <a:ext cx="1219200" cy="533400"/>
          </a:xfrm>
          <a:prstGeom prst="rect">
            <a:avLst/>
          </a:prstGeom>
          <a:noFill/>
          <a:ln w="31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◎</a:t>
            </a:r>
          </a:p>
        </p:txBody>
      </p:sp>
      <p:sp>
        <p:nvSpPr>
          <p:cNvPr id="133159" name="Rectangle 40"/>
          <p:cNvSpPr>
            <a:spLocks noChangeArrowheads="1"/>
          </p:cNvSpPr>
          <p:nvPr/>
        </p:nvSpPr>
        <p:spPr bwMode="auto">
          <a:xfrm>
            <a:off x="4648200" y="2025650"/>
            <a:ext cx="12192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</a:p>
        </p:txBody>
      </p:sp>
      <p:sp>
        <p:nvSpPr>
          <p:cNvPr id="133160" name="Rectangle 41"/>
          <p:cNvSpPr>
            <a:spLocks noChangeArrowheads="1"/>
          </p:cNvSpPr>
          <p:nvPr/>
        </p:nvSpPr>
        <p:spPr bwMode="auto">
          <a:xfrm>
            <a:off x="1001713" y="2025650"/>
            <a:ext cx="24384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61" name="Rectangle 42"/>
          <p:cNvSpPr>
            <a:spLocks noChangeArrowheads="1"/>
          </p:cNvSpPr>
          <p:nvPr/>
        </p:nvSpPr>
        <p:spPr bwMode="auto">
          <a:xfrm>
            <a:off x="7097713" y="1446213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62" name="Rectangle 43"/>
          <p:cNvSpPr>
            <a:spLocks noChangeArrowheads="1"/>
          </p:cNvSpPr>
          <p:nvPr/>
        </p:nvSpPr>
        <p:spPr bwMode="auto">
          <a:xfrm>
            <a:off x="3429000" y="1446213"/>
            <a:ext cx="1219200" cy="579437"/>
          </a:xfrm>
          <a:prstGeom prst="rect">
            <a:avLst/>
          </a:prstGeom>
          <a:noFill/>
          <a:ln w="31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Timing belt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63" name="Rectangle 44"/>
          <p:cNvSpPr>
            <a:spLocks noChangeArrowheads="1"/>
          </p:cNvSpPr>
          <p:nvPr/>
        </p:nvSpPr>
        <p:spPr bwMode="auto">
          <a:xfrm>
            <a:off x="4648200" y="1446213"/>
            <a:ext cx="1219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Belt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64" name="Rectangle 45"/>
          <p:cNvSpPr>
            <a:spLocks noChangeArrowheads="1"/>
          </p:cNvSpPr>
          <p:nvPr/>
        </p:nvSpPr>
        <p:spPr bwMode="auto">
          <a:xfrm>
            <a:off x="1001713" y="1446213"/>
            <a:ext cx="2438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65" name="Line 46"/>
          <p:cNvSpPr>
            <a:spLocks noChangeShapeType="1"/>
          </p:cNvSpPr>
          <p:nvPr/>
        </p:nvSpPr>
        <p:spPr bwMode="auto">
          <a:xfrm>
            <a:off x="1001713" y="1446213"/>
            <a:ext cx="7315200" cy="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66" name="Line 47"/>
          <p:cNvSpPr>
            <a:spLocks noChangeShapeType="1"/>
          </p:cNvSpPr>
          <p:nvPr/>
        </p:nvSpPr>
        <p:spPr bwMode="auto">
          <a:xfrm>
            <a:off x="1001713" y="2025650"/>
            <a:ext cx="7315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67" name="Line 48"/>
          <p:cNvSpPr>
            <a:spLocks noChangeShapeType="1"/>
          </p:cNvSpPr>
          <p:nvPr/>
        </p:nvSpPr>
        <p:spPr bwMode="auto">
          <a:xfrm>
            <a:off x="1001713" y="2559050"/>
            <a:ext cx="7315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68" name="Line 49"/>
          <p:cNvSpPr>
            <a:spLocks noChangeShapeType="1"/>
          </p:cNvSpPr>
          <p:nvPr/>
        </p:nvSpPr>
        <p:spPr bwMode="auto">
          <a:xfrm>
            <a:off x="1001713" y="3092450"/>
            <a:ext cx="7315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69" name="Line 50"/>
          <p:cNvSpPr>
            <a:spLocks noChangeShapeType="1"/>
          </p:cNvSpPr>
          <p:nvPr/>
        </p:nvSpPr>
        <p:spPr bwMode="auto">
          <a:xfrm>
            <a:off x="1001713" y="3625850"/>
            <a:ext cx="7315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70" name="Line 51"/>
          <p:cNvSpPr>
            <a:spLocks noChangeShapeType="1"/>
          </p:cNvSpPr>
          <p:nvPr/>
        </p:nvSpPr>
        <p:spPr bwMode="auto">
          <a:xfrm>
            <a:off x="1001713" y="4691063"/>
            <a:ext cx="7315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71" name="Line 52"/>
          <p:cNvSpPr>
            <a:spLocks noChangeShapeType="1"/>
          </p:cNvSpPr>
          <p:nvPr/>
        </p:nvSpPr>
        <p:spPr bwMode="auto">
          <a:xfrm>
            <a:off x="1001713" y="5224463"/>
            <a:ext cx="7315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72" name="Line 53"/>
          <p:cNvSpPr>
            <a:spLocks noChangeShapeType="1"/>
          </p:cNvSpPr>
          <p:nvPr/>
        </p:nvSpPr>
        <p:spPr bwMode="auto">
          <a:xfrm>
            <a:off x="1001713" y="5757863"/>
            <a:ext cx="7315200" cy="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73" name="Line 54"/>
          <p:cNvSpPr>
            <a:spLocks noChangeShapeType="1"/>
          </p:cNvSpPr>
          <p:nvPr/>
        </p:nvSpPr>
        <p:spPr bwMode="auto">
          <a:xfrm>
            <a:off x="990600" y="1446213"/>
            <a:ext cx="0" cy="431165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74" name="Line 55"/>
          <p:cNvSpPr>
            <a:spLocks noChangeShapeType="1"/>
          </p:cNvSpPr>
          <p:nvPr/>
        </p:nvSpPr>
        <p:spPr bwMode="auto">
          <a:xfrm>
            <a:off x="4648200" y="1446213"/>
            <a:ext cx="0" cy="43116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75" name="Line 56"/>
          <p:cNvSpPr>
            <a:spLocks noChangeShapeType="1"/>
          </p:cNvSpPr>
          <p:nvPr/>
        </p:nvSpPr>
        <p:spPr bwMode="auto">
          <a:xfrm>
            <a:off x="5867400" y="1446213"/>
            <a:ext cx="0" cy="43116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76" name="Line 57"/>
          <p:cNvSpPr>
            <a:spLocks noChangeShapeType="1"/>
          </p:cNvSpPr>
          <p:nvPr/>
        </p:nvSpPr>
        <p:spPr bwMode="auto">
          <a:xfrm>
            <a:off x="8316913" y="1446213"/>
            <a:ext cx="0" cy="431165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77" name="Line 58"/>
          <p:cNvSpPr>
            <a:spLocks noChangeShapeType="1"/>
          </p:cNvSpPr>
          <p:nvPr/>
        </p:nvSpPr>
        <p:spPr bwMode="auto">
          <a:xfrm>
            <a:off x="7097713" y="1446213"/>
            <a:ext cx="0" cy="43116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78" name="Line 59"/>
          <p:cNvSpPr>
            <a:spLocks noChangeShapeType="1"/>
          </p:cNvSpPr>
          <p:nvPr/>
        </p:nvSpPr>
        <p:spPr bwMode="auto">
          <a:xfrm>
            <a:off x="2220913" y="3625850"/>
            <a:ext cx="0" cy="10652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79" name="Line 60"/>
          <p:cNvSpPr>
            <a:spLocks noChangeShapeType="1"/>
          </p:cNvSpPr>
          <p:nvPr/>
        </p:nvSpPr>
        <p:spPr bwMode="auto">
          <a:xfrm>
            <a:off x="2220913" y="4157663"/>
            <a:ext cx="6096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80" name="Text Box 62"/>
          <p:cNvSpPr txBox="1">
            <a:spLocks noChangeArrowheads="1"/>
          </p:cNvSpPr>
          <p:nvPr/>
        </p:nvSpPr>
        <p:spPr bwMode="auto">
          <a:xfrm>
            <a:off x="1042988" y="5821363"/>
            <a:ext cx="393729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◎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○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△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xấu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81" name="Rectangle 67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Belt</a:t>
            </a:r>
          </a:p>
        </p:txBody>
      </p:sp>
      <p:sp>
        <p:nvSpPr>
          <p:cNvPr id="133182" name="Rectangle 68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183" name="Rectangle 69"/>
          <p:cNvSpPr>
            <a:spLocks noChangeArrowheads="1"/>
          </p:cNvSpPr>
          <p:nvPr/>
        </p:nvSpPr>
        <p:spPr bwMode="auto">
          <a:xfrm>
            <a:off x="468313" y="777875"/>
            <a:ext cx="375126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**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**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934548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3CE2B3E1-31F1-4F4F-BA5A-5ACCE6BDC3DD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111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4147" name="Text Box 2"/>
          <p:cNvSpPr txBox="1">
            <a:spLocks noChangeArrowheads="1"/>
          </p:cNvSpPr>
          <p:nvPr/>
        </p:nvSpPr>
        <p:spPr bwMode="auto">
          <a:xfrm>
            <a:off x="939800" y="1425575"/>
            <a:ext cx="7664450" cy="39703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belt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thủy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tinh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(Glass fiber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gập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nhọn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gập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nhọn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-10℃ ~ +40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℃,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ẩm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nắng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cuộn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nặng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che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cuộn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(switch)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ừng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hẳn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xảy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mở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hủy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4148" name="Text Box 3"/>
          <p:cNvSpPr txBox="1">
            <a:spLocks noChangeArrowheads="1"/>
          </p:cNvSpPr>
          <p:nvPr/>
        </p:nvSpPr>
        <p:spPr bwMode="auto">
          <a:xfrm>
            <a:off x="365125" y="3640138"/>
            <a:ext cx="184731" cy="6215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endParaRPr lang="en-US" altLang="ko-KR" sz="13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endParaRPr lang="en-US" altLang="ko-KR" sz="13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4149" name="Text Box 4"/>
          <p:cNvSpPr txBox="1">
            <a:spLocks noChangeArrowheads="1"/>
          </p:cNvSpPr>
          <p:nvPr/>
        </p:nvSpPr>
        <p:spPr bwMode="auto">
          <a:xfrm>
            <a:off x="5867400" y="3068638"/>
            <a:ext cx="253306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gập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34150" name="Picture 5" descr="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9550" y="765175"/>
            <a:ext cx="3243263" cy="2222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4151" name="Rectangle 6"/>
          <p:cNvSpPr>
            <a:spLocks noGrp="1" noChangeArrowheads="1"/>
          </p:cNvSpPr>
          <p:nvPr>
            <p:ph type="ctrTitle"/>
          </p:nvPr>
        </p:nvSpPr>
        <p:spPr>
          <a:xfrm>
            <a:off x="5559425" y="44450"/>
            <a:ext cx="3476625" cy="336550"/>
          </a:xfrm>
          <a:noFill/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Belt</a:t>
            </a:r>
          </a:p>
        </p:txBody>
      </p:sp>
      <p:sp>
        <p:nvSpPr>
          <p:cNvPr id="134152" name="Rectangle 9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4153" name="Rectangle 11"/>
          <p:cNvSpPr>
            <a:spLocks noChangeArrowheads="1"/>
          </p:cNvSpPr>
          <p:nvPr/>
        </p:nvSpPr>
        <p:spPr bwMode="auto">
          <a:xfrm>
            <a:off x="468313" y="547786"/>
            <a:ext cx="375126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3-5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xử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Timing Belt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098589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B4249FD2-3F87-4E5A-BFD7-24C5793BACE6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112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35171" name="Picture 2" descr="6-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3800" y="3357563"/>
            <a:ext cx="6553200" cy="296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5172" name="Text Box 3"/>
          <p:cNvSpPr txBox="1">
            <a:spLocks noChangeArrowheads="1"/>
          </p:cNvSpPr>
          <p:nvPr/>
        </p:nvSpPr>
        <p:spPr bwMode="auto">
          <a:xfrm>
            <a:off x="2212975" y="3471863"/>
            <a:ext cx="62869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Ring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73" name="Text Box 4"/>
          <p:cNvSpPr txBox="1">
            <a:spLocks noChangeArrowheads="1"/>
          </p:cNvSpPr>
          <p:nvPr/>
        </p:nvSpPr>
        <p:spPr bwMode="auto">
          <a:xfrm>
            <a:off x="1116013" y="4479925"/>
            <a:ext cx="68640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Ring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74" name="Text Box 5"/>
          <p:cNvSpPr txBox="1">
            <a:spLocks noChangeArrowheads="1"/>
          </p:cNvSpPr>
          <p:nvPr/>
        </p:nvSpPr>
        <p:spPr bwMode="auto">
          <a:xfrm>
            <a:off x="1611313" y="5105400"/>
            <a:ext cx="43313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75" name="Text Box 6"/>
          <p:cNvSpPr txBox="1">
            <a:spLocks noChangeArrowheads="1"/>
          </p:cNvSpPr>
          <p:nvPr/>
        </p:nvSpPr>
        <p:spPr bwMode="auto">
          <a:xfrm>
            <a:off x="2286000" y="5200650"/>
            <a:ext cx="41870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Busi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76" name="Text Box 7"/>
          <p:cNvSpPr txBox="1">
            <a:spLocks noChangeArrowheads="1"/>
          </p:cNvSpPr>
          <p:nvPr/>
        </p:nvSpPr>
        <p:spPr bwMode="auto">
          <a:xfrm>
            <a:off x="2659063" y="5345113"/>
            <a:ext cx="58702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77" name="Text Box 8"/>
          <p:cNvSpPr txBox="1">
            <a:spLocks noChangeArrowheads="1"/>
          </p:cNvSpPr>
          <p:nvPr/>
        </p:nvSpPr>
        <p:spPr bwMode="auto">
          <a:xfrm>
            <a:off x="4059238" y="4868863"/>
            <a:ext cx="106631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ring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78" name="Text Box 9"/>
          <p:cNvSpPr txBox="1">
            <a:spLocks noChangeArrowheads="1"/>
          </p:cNvSpPr>
          <p:nvPr/>
        </p:nvSpPr>
        <p:spPr bwMode="auto">
          <a:xfrm>
            <a:off x="3668713" y="4664075"/>
            <a:ext cx="82586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ring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79" name="Text Box 10"/>
          <p:cNvSpPr txBox="1">
            <a:spLocks noChangeArrowheads="1"/>
          </p:cNvSpPr>
          <p:nvPr/>
        </p:nvSpPr>
        <p:spPr bwMode="auto">
          <a:xfrm>
            <a:off x="4964113" y="4565650"/>
            <a:ext cx="62869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80" name="Text Box 11"/>
          <p:cNvSpPr txBox="1">
            <a:spLocks noChangeArrowheads="1"/>
          </p:cNvSpPr>
          <p:nvPr/>
        </p:nvSpPr>
        <p:spPr bwMode="auto">
          <a:xfrm>
            <a:off x="5035550" y="3644900"/>
            <a:ext cx="91242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ring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81" name="Text Box 12"/>
          <p:cNvSpPr txBox="1">
            <a:spLocks noChangeArrowheads="1"/>
          </p:cNvSpPr>
          <p:nvPr/>
        </p:nvSpPr>
        <p:spPr bwMode="auto">
          <a:xfrm rot="-2412010">
            <a:off x="2468621" y="3936127"/>
            <a:ext cx="44755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Pitch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82" name="Text Box 13"/>
          <p:cNvSpPr txBox="1">
            <a:spLocks noChangeArrowheads="1"/>
          </p:cNvSpPr>
          <p:nvPr/>
        </p:nvSpPr>
        <p:spPr bwMode="auto">
          <a:xfrm>
            <a:off x="3092450" y="5856288"/>
            <a:ext cx="145264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ring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83" name="Text Box 14"/>
          <p:cNvSpPr txBox="1">
            <a:spLocks noChangeArrowheads="1"/>
          </p:cNvSpPr>
          <p:nvPr/>
        </p:nvSpPr>
        <p:spPr bwMode="auto">
          <a:xfrm>
            <a:off x="6407150" y="5856288"/>
            <a:ext cx="92845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(b)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Offset ring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84" name="Text Box 15"/>
          <p:cNvSpPr txBox="1">
            <a:spLocks noChangeArrowheads="1"/>
          </p:cNvSpPr>
          <p:nvPr/>
        </p:nvSpPr>
        <p:spPr bwMode="auto">
          <a:xfrm>
            <a:off x="950913" y="1843088"/>
            <a:ext cx="5997575" cy="1384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khởi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dừng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chain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giãn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ẩm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                                     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95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%.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đập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hồi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85" name="Text Box 16"/>
          <p:cNvSpPr txBox="1">
            <a:spLocks noChangeArrowheads="1"/>
          </p:cNvSpPr>
          <p:nvPr/>
        </p:nvSpPr>
        <p:spPr bwMode="auto">
          <a:xfrm>
            <a:off x="682625" y="871538"/>
            <a:ext cx="2376488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</a:t>
            </a: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86" name="Text Box 17"/>
          <p:cNvSpPr txBox="1">
            <a:spLocks noChangeArrowheads="1"/>
          </p:cNvSpPr>
          <p:nvPr/>
        </p:nvSpPr>
        <p:spPr bwMode="auto">
          <a:xfrm>
            <a:off x="757238" y="1296988"/>
            <a:ext cx="656243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chain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belt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(sprocket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135187" name="Text Box 18"/>
          <p:cNvSpPr txBox="1">
            <a:spLocks noChangeArrowheads="1"/>
          </p:cNvSpPr>
          <p:nvPr/>
        </p:nvSpPr>
        <p:spPr bwMode="auto">
          <a:xfrm>
            <a:off x="3397250" y="6148388"/>
            <a:ext cx="202215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88" name="Rectangle 19"/>
          <p:cNvSpPr>
            <a:spLocks noGrp="1" noChangeArrowheads="1"/>
          </p:cNvSpPr>
          <p:nvPr>
            <p:ph type="title" idx="4294967295"/>
          </p:nvPr>
        </p:nvSpPr>
        <p:spPr>
          <a:xfrm>
            <a:off x="6804025" y="68263"/>
            <a:ext cx="2155825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 Chain</a:t>
            </a:r>
          </a:p>
        </p:txBody>
      </p:sp>
      <p:sp>
        <p:nvSpPr>
          <p:cNvPr id="135189" name="Rectangle 21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90" name="Rectangle 22"/>
          <p:cNvSpPr>
            <a:spLocks noChangeArrowheads="1"/>
          </p:cNvSpPr>
          <p:nvPr/>
        </p:nvSpPr>
        <p:spPr bwMode="auto">
          <a:xfrm>
            <a:off x="471488" y="547786"/>
            <a:ext cx="262096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4-1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chain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48106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58030E7C-E886-4210-BB0F-30A8C0CA0205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113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36195" name="Picture 2" descr="2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9363" y="908050"/>
            <a:ext cx="5365750" cy="2195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6196" name="Text Box 3"/>
          <p:cNvSpPr txBox="1">
            <a:spLocks noChangeArrowheads="1"/>
          </p:cNvSpPr>
          <p:nvPr/>
        </p:nvSpPr>
        <p:spPr bwMode="auto">
          <a:xfrm>
            <a:off x="755650" y="908050"/>
            <a:ext cx="173797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36197" name="Picture 4" descr="2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89200" y="3141663"/>
            <a:ext cx="5434013" cy="1427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6198" name="Text Box 5"/>
          <p:cNvSpPr txBox="1">
            <a:spLocks noChangeArrowheads="1"/>
          </p:cNvSpPr>
          <p:nvPr/>
        </p:nvSpPr>
        <p:spPr bwMode="auto">
          <a:xfrm>
            <a:off x="755650" y="3068638"/>
            <a:ext cx="229711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đính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6199" name="Rectangle 8"/>
          <p:cNvSpPr>
            <a:spLocks noGrp="1" noChangeArrowheads="1"/>
          </p:cNvSpPr>
          <p:nvPr>
            <p:ph type="title" idx="4294967295"/>
          </p:nvPr>
        </p:nvSpPr>
        <p:spPr>
          <a:xfrm>
            <a:off x="6948488" y="68263"/>
            <a:ext cx="2032000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 Chain</a:t>
            </a:r>
          </a:p>
        </p:txBody>
      </p:sp>
      <p:sp>
        <p:nvSpPr>
          <p:cNvPr id="136200" name="Rectangle 10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6201" name="Rectangle 12"/>
          <p:cNvSpPr>
            <a:spLocks noChangeArrowheads="1"/>
          </p:cNvSpPr>
          <p:nvPr/>
        </p:nvSpPr>
        <p:spPr bwMode="auto">
          <a:xfrm>
            <a:off x="471488" y="549275"/>
            <a:ext cx="21558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4-2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chain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6202" name="Text Box 13"/>
          <p:cNvSpPr txBox="1">
            <a:spLocks noChangeArrowheads="1"/>
          </p:cNvSpPr>
          <p:nvPr/>
        </p:nvSpPr>
        <p:spPr bwMode="auto">
          <a:xfrm>
            <a:off x="755650" y="4446588"/>
            <a:ext cx="1500732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endParaRPr lang="en-US" altLang="ko-KR" sz="1200" b="1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(side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roller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chain)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36203" name="Picture 14" descr="2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84438" y="4619625"/>
            <a:ext cx="5397500" cy="1833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533466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B2A5EE2A-2CD3-4230-8B2A-369A455FC0A1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114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37219" name="Text Box 4"/>
          <p:cNvSpPr txBox="1">
            <a:spLocks noChangeArrowheads="1"/>
          </p:cNvSpPr>
          <p:nvPr/>
        </p:nvSpPr>
        <p:spPr bwMode="auto">
          <a:xfrm>
            <a:off x="755650" y="836613"/>
            <a:ext cx="1560042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đỉnh</a:t>
            </a:r>
            <a:endParaRPr lang="en-US" altLang="ko-KR" sz="1200" b="1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(top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roller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chain)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37220" name="Picture 5" descr="2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0813" y="1052513"/>
            <a:ext cx="5602287" cy="1905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7221" name="Rectangle 8"/>
          <p:cNvSpPr>
            <a:spLocks noGrp="1" noChangeArrowheads="1"/>
          </p:cNvSpPr>
          <p:nvPr>
            <p:ph type="title" idx="4294967295"/>
          </p:nvPr>
        </p:nvSpPr>
        <p:spPr>
          <a:xfrm>
            <a:off x="6637338" y="68263"/>
            <a:ext cx="2327275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</a:rPr>
              <a:t>4 Chain</a:t>
            </a:r>
          </a:p>
        </p:txBody>
      </p:sp>
      <p:sp>
        <p:nvSpPr>
          <p:cNvPr id="137222" name="Rectangle 10"/>
          <p:cNvSpPr>
            <a:spLocks noChangeArrowheads="1"/>
          </p:cNvSpPr>
          <p:nvPr/>
        </p:nvSpPr>
        <p:spPr bwMode="auto">
          <a:xfrm>
            <a:off x="34925" y="44450"/>
            <a:ext cx="410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7223" name="Text Box 11"/>
          <p:cNvSpPr txBox="1">
            <a:spLocks noChangeArrowheads="1"/>
          </p:cNvSpPr>
          <p:nvPr/>
        </p:nvSpPr>
        <p:spPr bwMode="auto">
          <a:xfrm>
            <a:off x="755650" y="3154363"/>
            <a:ext cx="1585690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(5)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băng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(conveyor chain)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37224" name="Picture 12" descr="2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0338" y="3149600"/>
            <a:ext cx="3176587" cy="2366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15599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233E59A2-8CB9-4FE4-A06B-52E6EE8F86FB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115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pic>
        <p:nvPicPr>
          <p:cNvPr id="138243" name="Picture 2" descr="MCj04369170000[1]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003675"/>
            <a:ext cx="2484438" cy="2484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8244" name="Picture 3" descr="MCj04414580000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2420938"/>
            <a:ext cx="2743200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8245" name="Rectangle 4"/>
          <p:cNvSpPr>
            <a:spLocks noChangeArrowheads="1"/>
          </p:cNvSpPr>
          <p:nvPr/>
        </p:nvSpPr>
        <p:spPr bwMode="auto">
          <a:xfrm>
            <a:off x="2484438" y="1219200"/>
            <a:ext cx="4175125" cy="91440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2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8246" name="Text Box 5"/>
          <p:cNvSpPr txBox="1">
            <a:spLocks noChangeArrowheads="1"/>
          </p:cNvSpPr>
          <p:nvPr/>
        </p:nvSpPr>
        <p:spPr bwMode="auto">
          <a:xfrm>
            <a:off x="1835696" y="2781300"/>
            <a:ext cx="3098925" cy="2517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endParaRPr lang="ko-KR" altLang="en-US" sz="9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LM Guide</a:t>
            </a: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Guide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Guide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2-3.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Guide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Linear Bush</a:t>
            </a:r>
          </a:p>
          <a:p>
            <a:pPr algn="l" ea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3-1.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Linear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Bush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3-2.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Linear Bush</a:t>
            </a:r>
          </a:p>
          <a:p>
            <a:pPr algn="l" eaLnBrk="1" hangingPunct="1"/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3-3.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Linear Bush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8247" name="Text Box 6"/>
          <p:cNvSpPr txBox="1">
            <a:spLocks noChangeArrowheads="1"/>
          </p:cNvSpPr>
          <p:nvPr/>
        </p:nvSpPr>
        <p:spPr bwMode="auto">
          <a:xfrm>
            <a:off x="4697413" y="2781300"/>
            <a:ext cx="303159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Ball Spline</a:t>
            </a:r>
          </a:p>
          <a:p>
            <a:pPr algn="l" ea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4-1.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Spline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4-2.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Spline</a:t>
            </a:r>
          </a:p>
          <a:p>
            <a:pPr algn="l" eaLnBrk="1" hangingPunct="1"/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4-3.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Spline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Ball Screw</a:t>
            </a:r>
          </a:p>
          <a:p>
            <a:pPr algn="l" ea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5-1.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5-2.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5-3.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8248" name="Rectangle 17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bg1"/>
                </a:solidFill>
              </a:rPr>
              <a:t>▶▶4. </a:t>
            </a:r>
            <a:r>
              <a:rPr lang="ko-KR" altLang="en-US" smtClean="0">
                <a:solidFill>
                  <a:schemeClr val="bg1"/>
                </a:solidFill>
              </a:rPr>
              <a:t>직동요소</a:t>
            </a:r>
          </a:p>
        </p:txBody>
      </p:sp>
    </p:spTree>
    <p:extLst>
      <p:ext uri="{BB962C8B-B14F-4D97-AF65-F5344CB8AC3E}">
        <p14:creationId xmlns:p14="http://schemas.microsoft.com/office/powerpoint/2010/main" val="35606219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E7579B1D-29F5-42AC-BBE7-E5AC0CB600BF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116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39267" name="Picture 2" descr="7-18-8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9475" y="2438400"/>
            <a:ext cx="5111750" cy="1062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268" name="Rectangle 3"/>
          <p:cNvSpPr>
            <a:spLocks noChangeArrowheads="1"/>
          </p:cNvSpPr>
          <p:nvPr/>
        </p:nvSpPr>
        <p:spPr bwMode="auto">
          <a:xfrm>
            <a:off x="998538" y="1600200"/>
            <a:ext cx="5791200" cy="1447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>
            <a:lvl1pPr marL="342900" indent="-3429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spcBef>
                <a:spcPct val="20000"/>
              </a:spcBef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spcBef>
                <a:spcPct val="20000"/>
              </a:spcBef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0.15~0.3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indent="0" algn="l" eaLnBrk="1" latinLnBrk="1" hangingPunct="1">
              <a:lnSpc>
                <a:spcPct val="110000"/>
              </a:lnSpc>
              <a:spcBef>
                <a:spcPct val="20000"/>
              </a:spcBef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tĩnh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(Stick slip)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marL="0" indent="0" algn="l" eaLnBrk="1" latinLnBrk="1" hangingPunct="1">
              <a:lnSpc>
                <a:spcPct val="110000"/>
              </a:lnSpc>
              <a:spcBef>
                <a:spcPct val="20000"/>
              </a:spcBef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buộc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9269" name="Text Box 4"/>
          <p:cNvSpPr txBox="1">
            <a:spLocks noChangeArrowheads="1"/>
          </p:cNvSpPr>
          <p:nvPr/>
        </p:nvSpPr>
        <p:spPr bwMode="auto">
          <a:xfrm>
            <a:off x="395288" y="777875"/>
            <a:ext cx="3070120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1-1.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9270" name="Text Box 5"/>
          <p:cNvSpPr txBox="1">
            <a:spLocks noChangeArrowheads="1"/>
          </p:cNvSpPr>
          <p:nvPr/>
        </p:nvSpPr>
        <p:spPr bwMode="auto">
          <a:xfrm>
            <a:off x="766763" y="1279525"/>
            <a:ext cx="193193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9271" name="Rectangle 6"/>
          <p:cNvSpPr>
            <a:spLocks noChangeArrowheads="1"/>
          </p:cNvSpPr>
          <p:nvPr/>
        </p:nvSpPr>
        <p:spPr bwMode="auto">
          <a:xfrm>
            <a:off x="998538" y="4300538"/>
            <a:ext cx="6021734" cy="1343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>
            <a:lvl1pPr marL="342900" indent="-3429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 eaLnBrk="1" latinLnBrk="1" hangingPunct="1">
              <a:spcBef>
                <a:spcPct val="20000"/>
              </a:spcBef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Do 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marL="0" indent="0" algn="l" eaLnBrk="1" latinLnBrk="1" hangingPunct="1">
              <a:spcBef>
                <a:spcPct val="20000"/>
              </a:spcBef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Do 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indent="0" algn="l" eaLnBrk="1" latinLnBrk="1" hangingPunct="1">
              <a:spcBef>
                <a:spcPct val="20000"/>
              </a:spcBef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khe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spcBef>
                <a:spcPct val="20000"/>
              </a:spcBef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đập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9272" name="Text Box 7"/>
          <p:cNvSpPr txBox="1">
            <a:spLocks noChangeArrowheads="1"/>
          </p:cNvSpPr>
          <p:nvPr/>
        </p:nvSpPr>
        <p:spPr bwMode="auto">
          <a:xfrm>
            <a:off x="766763" y="3357563"/>
            <a:ext cx="306045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39273" name="Picture 10" descr="thkb116_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4208" y="5006975"/>
            <a:ext cx="2435225" cy="1350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274" name="Text Box 11"/>
          <p:cNvSpPr txBox="1">
            <a:spLocks noChangeArrowheads="1"/>
          </p:cNvSpPr>
          <p:nvPr/>
        </p:nvSpPr>
        <p:spPr bwMode="auto">
          <a:xfrm>
            <a:off x="827088" y="5832475"/>
            <a:ext cx="3581400" cy="621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70000"/>
              </a:lnSpc>
              <a:spcBef>
                <a:spcPct val="50000"/>
              </a:spcBef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*Ma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Ma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70000"/>
              </a:lnSpc>
              <a:spcBef>
                <a:spcPct val="50000"/>
              </a:spcBef>
            </a:pP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tĩnh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Ma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tĩnh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70000"/>
              </a:lnSpc>
              <a:spcBef>
                <a:spcPct val="50000"/>
              </a:spcBef>
            </a:pP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phỏng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endParaRPr lang="ko-KR" altLang="en-US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70000"/>
              </a:lnSpc>
              <a:spcBef>
                <a:spcPct val="50000"/>
              </a:spcBef>
            </a:pP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Khe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hở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Khe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hở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</a:t>
            </a:r>
            <a:endParaRPr lang="ko-KR" altLang="en-US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9275" name="Rectangle 12"/>
          <p:cNvSpPr>
            <a:spLocks noGrp="1" noChangeArrowheads="1"/>
          </p:cNvSpPr>
          <p:nvPr>
            <p:ph type="title" idx="4294967295"/>
          </p:nvPr>
        </p:nvSpPr>
        <p:spPr>
          <a:xfrm>
            <a:off x="250825" y="476250"/>
            <a:ext cx="3149600" cy="336550"/>
          </a:xfrm>
        </p:spPr>
        <p:txBody>
          <a:bodyPr/>
          <a:lstStyle/>
          <a:p>
            <a:pPr algn="l" eaLnBrk="1" hangingPunct="1"/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9276" name="Rectangle 13"/>
          <p:cNvSpPr>
            <a:spLocks noChangeArrowheads="1"/>
          </p:cNvSpPr>
          <p:nvPr/>
        </p:nvSpPr>
        <p:spPr bwMode="auto">
          <a:xfrm>
            <a:off x="44449" y="58738"/>
            <a:ext cx="3375025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9277" name="Rectangle 14"/>
          <p:cNvSpPr>
            <a:spLocks noChangeArrowheads="1"/>
          </p:cNvSpPr>
          <p:nvPr/>
        </p:nvSpPr>
        <p:spPr bwMode="auto">
          <a:xfrm>
            <a:off x="5815013" y="68263"/>
            <a:ext cx="31496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6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9278" name="직사각형 13"/>
          <p:cNvSpPr>
            <a:spLocks noChangeArrowheads="1"/>
          </p:cNvSpPr>
          <p:nvPr/>
        </p:nvSpPr>
        <p:spPr bwMode="auto">
          <a:xfrm>
            <a:off x="928688" y="4010025"/>
            <a:ext cx="253672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ko-KR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Ổ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tuyến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(Linear Bush)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9279" name="직사각형 14"/>
          <p:cNvSpPr>
            <a:spLocks noChangeArrowheads="1"/>
          </p:cNvSpPr>
          <p:nvPr/>
        </p:nvSpPr>
        <p:spPr bwMode="auto">
          <a:xfrm>
            <a:off x="939800" y="3657600"/>
            <a:ext cx="5945858" cy="2954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spcBef>
                <a:spcPct val="20000"/>
              </a:spcBef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8388424" y="5301208"/>
            <a:ext cx="648072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LM Shaft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8172400" y="5517232"/>
            <a:ext cx="648072" cy="18995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Retainer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7884368" y="5759325"/>
            <a:ext cx="648072" cy="18995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Vỏ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7596336" y="5949280"/>
            <a:ext cx="412001" cy="18995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7236296" y="6165304"/>
            <a:ext cx="412001" cy="18995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Seal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66635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E54896B0-EAEF-4A9C-8AB7-1999110D7EA9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117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0291" name="Rectangle 17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▶▶4. </a:t>
            </a:r>
            <a:r>
              <a:rPr lang="ko-KR" altLang="en-US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직동요소</a:t>
            </a:r>
          </a:p>
        </p:txBody>
      </p:sp>
      <p:pic>
        <p:nvPicPr>
          <p:cNvPr id="140292" name="Picture 1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0025" y="1214438"/>
            <a:ext cx="8658225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0293" name="Rectangle 13"/>
          <p:cNvSpPr>
            <a:spLocks noChangeArrowheads="1"/>
          </p:cNvSpPr>
          <p:nvPr/>
        </p:nvSpPr>
        <p:spPr bwMode="auto">
          <a:xfrm>
            <a:off x="44450" y="58738"/>
            <a:ext cx="35814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Rectangle 12"/>
          <p:cNvSpPr txBox="1">
            <a:spLocks noChangeArrowheads="1"/>
          </p:cNvSpPr>
          <p:nvPr/>
        </p:nvSpPr>
        <p:spPr bwMode="auto">
          <a:xfrm>
            <a:off x="250825" y="590550"/>
            <a:ext cx="6750050" cy="338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>
            <a:spAutoFit/>
          </a:bodyPr>
          <a:lstStyle/>
          <a:p>
            <a:pPr algn="l" latinLnBrk="1">
              <a:lnSpc>
                <a:spcPct val="100000"/>
              </a:lnSpc>
              <a:defRPr/>
            </a:pPr>
            <a:r>
              <a:rPr lang="en-US" altLang="ko-KR" sz="1600" b="1" kern="0" dirty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</a:t>
            </a:r>
            <a:r>
              <a:rPr lang="en-US" altLang="ko-KR" sz="1600" b="1" kern="0" dirty="0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(</a:t>
            </a:r>
            <a:r>
              <a:rPr lang="en-US" altLang="ko-KR" sz="1600" b="1" kern="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Tham</a:t>
            </a:r>
            <a:r>
              <a:rPr lang="en-US" altLang="ko-KR" sz="1600" b="1" kern="0" dirty="0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</a:t>
            </a:r>
            <a:r>
              <a:rPr lang="en-US" altLang="ko-KR" sz="1600" b="1" kern="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khảo</a:t>
            </a:r>
            <a:r>
              <a:rPr lang="en-US" altLang="ko-KR" sz="1600" b="1" kern="0" dirty="0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).</a:t>
            </a:r>
            <a:r>
              <a:rPr lang="ko-KR" altLang="en-US" sz="1600" b="1" kern="0" dirty="0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</a:t>
            </a:r>
            <a:r>
              <a:rPr lang="en-US" altLang="ko-KR" sz="1600" b="1" kern="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Sự</a:t>
            </a:r>
            <a:r>
              <a:rPr lang="en-US" altLang="ko-KR" sz="1600" b="1" kern="0" dirty="0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</a:t>
            </a:r>
            <a:r>
              <a:rPr lang="en-US" altLang="ko-KR" sz="1600" b="1" kern="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khác</a:t>
            </a:r>
            <a:r>
              <a:rPr lang="en-US" altLang="ko-KR" sz="1600" b="1" kern="0" dirty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</a:t>
            </a:r>
            <a:r>
              <a:rPr lang="en-US" altLang="ko-KR" sz="1600" b="1" kern="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nhau</a:t>
            </a:r>
            <a:r>
              <a:rPr lang="en-US" altLang="ko-KR" sz="1600" b="1" kern="0" dirty="0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</a:t>
            </a:r>
            <a:r>
              <a:rPr lang="en-US" altLang="ko-KR" sz="1600" b="1" kern="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giữa</a:t>
            </a:r>
            <a:r>
              <a:rPr lang="en-US" altLang="ko-KR" sz="1600" b="1" kern="0" dirty="0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</a:t>
            </a:r>
            <a:r>
              <a:rPr lang="en-US" altLang="ko-KR" sz="1600" b="1" kern="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chuyển</a:t>
            </a:r>
            <a:r>
              <a:rPr lang="en-US" altLang="ko-KR" sz="1600" b="1" kern="0" dirty="0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</a:t>
            </a:r>
            <a:r>
              <a:rPr lang="en-US" altLang="ko-KR" sz="1600" b="1" kern="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động</a:t>
            </a:r>
            <a:r>
              <a:rPr lang="en-US" altLang="ko-KR" sz="1600" b="1" kern="0" dirty="0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</a:t>
            </a:r>
            <a:r>
              <a:rPr lang="en-US" altLang="ko-KR" sz="1600" b="1" kern="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trượt</a:t>
            </a:r>
            <a:r>
              <a:rPr lang="en-US" altLang="ko-KR" sz="1600" b="1" kern="0" dirty="0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</a:t>
            </a:r>
            <a:r>
              <a:rPr lang="en-US" altLang="ko-KR" sz="1600" b="1" kern="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và</a:t>
            </a:r>
            <a:r>
              <a:rPr lang="en-US" altLang="ko-KR" sz="1600" b="1" kern="0" dirty="0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</a:t>
            </a:r>
            <a:r>
              <a:rPr lang="en-US" altLang="ko-KR" sz="1600" b="1" kern="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chuyển</a:t>
            </a:r>
            <a:r>
              <a:rPr lang="en-US" altLang="ko-KR" sz="1600" b="1" kern="0" dirty="0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</a:t>
            </a:r>
            <a:r>
              <a:rPr lang="en-US" altLang="ko-KR" sz="1600" b="1" kern="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động</a:t>
            </a:r>
            <a:r>
              <a:rPr lang="en-US" altLang="ko-KR" sz="1600" b="1" kern="0" dirty="0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</a:t>
            </a:r>
            <a:r>
              <a:rPr lang="en-US" altLang="ko-KR" sz="1600" b="1" kern="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lăn</a:t>
            </a:r>
            <a:endParaRPr lang="ko-KR" altLang="en-US" sz="1600" b="1" kern="0" dirty="0">
              <a:solidFill>
                <a:schemeClr val="tx1"/>
              </a:solidFill>
              <a:latin typeface="Times New Roman" panose="02020603050405020304" pitchFamily="18" charset="0"/>
              <a:ea typeface="+mj-ea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1115616" y="1384644"/>
            <a:ext cx="3312368" cy="36004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6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kumimoji="1" lang="en-US" altLang="ko-KR" sz="16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6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kumimoji="1" lang="en-US" altLang="ko-KR" sz="16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6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kumimoji="1" lang="en-US" altLang="ko-KR" sz="16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6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kumimoji="1" lang="en-US" altLang="ko-KR" sz="16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6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kumimoji="1" lang="en-US" altLang="ko-KR" sz="16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6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kumimoji="1" lang="en-US" altLang="ko-KR" sz="16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6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kumimoji="1" lang="ko-KR" altLang="en-US" sz="16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직사각형 2"/>
          <p:cNvSpPr/>
          <p:nvPr/>
        </p:nvSpPr>
        <p:spPr bwMode="auto">
          <a:xfrm>
            <a:off x="1115616" y="2492896"/>
            <a:ext cx="1800200" cy="36004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6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kumimoji="1" lang="en-US" altLang="ko-KR" sz="16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6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endParaRPr kumimoji="1" lang="ko-KR" altLang="en-US" sz="16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직사각형 8"/>
          <p:cNvSpPr/>
          <p:nvPr/>
        </p:nvSpPr>
        <p:spPr bwMode="auto">
          <a:xfrm>
            <a:off x="5076056" y="2492896"/>
            <a:ext cx="1728192" cy="432048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6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kumimoji="1" lang="en-US" altLang="ko-KR" sz="16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6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sz="16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6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endParaRPr kumimoji="1" lang="ko-KR" altLang="en-US" sz="16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직사각형 3"/>
          <p:cNvSpPr/>
          <p:nvPr/>
        </p:nvSpPr>
        <p:spPr bwMode="auto">
          <a:xfrm>
            <a:off x="1619672" y="3356992"/>
            <a:ext cx="792088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100" b="1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Cân</a:t>
            </a:r>
            <a:r>
              <a:rPr kumimoji="1" lang="en-US" altLang="ko-KR" sz="11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1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nặng</a:t>
            </a:r>
            <a:endParaRPr kumimoji="1" lang="ko-KR" altLang="en-US" sz="11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직사각형 11"/>
          <p:cNvSpPr/>
          <p:nvPr/>
        </p:nvSpPr>
        <p:spPr bwMode="auto">
          <a:xfrm>
            <a:off x="5580112" y="3140968"/>
            <a:ext cx="792088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100" b="1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Cân</a:t>
            </a:r>
            <a:r>
              <a:rPr kumimoji="1" lang="en-US" altLang="ko-KR" sz="11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1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nặng</a:t>
            </a:r>
            <a:endParaRPr kumimoji="1" lang="ko-KR" altLang="en-US" sz="11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직사각형 4"/>
          <p:cNvSpPr/>
          <p:nvPr/>
        </p:nvSpPr>
        <p:spPr bwMode="auto">
          <a:xfrm>
            <a:off x="2267744" y="4941168"/>
            <a:ext cx="2448272" cy="36004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600" b="1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kumimoji="1" lang="en-US" altLang="ko-KR" sz="16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6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kumimoji="1" lang="en-US" altLang="ko-KR" sz="16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= </a:t>
            </a:r>
            <a:r>
              <a:rPr kumimoji="1" lang="en-US" altLang="ko-KR" sz="16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Cân</a:t>
            </a:r>
            <a:r>
              <a:rPr kumimoji="1" lang="en-US" altLang="ko-KR" sz="16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6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nặng</a:t>
            </a:r>
            <a:endParaRPr kumimoji="1" lang="ko-KR" altLang="en-US" sz="16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직사각형 6"/>
          <p:cNvSpPr/>
          <p:nvPr/>
        </p:nvSpPr>
        <p:spPr bwMode="auto">
          <a:xfrm>
            <a:off x="5076056" y="4941168"/>
            <a:ext cx="2448272" cy="36004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6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6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6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6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kumimoji="1" lang="ko-KR" altLang="en-US" sz="16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직사각형 7"/>
          <p:cNvSpPr/>
          <p:nvPr/>
        </p:nvSpPr>
        <p:spPr bwMode="auto">
          <a:xfrm>
            <a:off x="5557196" y="4365104"/>
            <a:ext cx="720080" cy="28803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400" b="1" i="0" u="none" strike="noStrike" cap="none" normalizeH="0" baseline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Ma </a:t>
            </a:r>
            <a:r>
              <a:rPr kumimoji="1" lang="en-US" altLang="ko-KR" sz="1400" b="1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endParaRPr kumimoji="1" lang="ko-KR" altLang="en-US" sz="14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직사각형 9"/>
          <p:cNvSpPr/>
          <p:nvPr/>
        </p:nvSpPr>
        <p:spPr bwMode="auto">
          <a:xfrm>
            <a:off x="4427984" y="5733256"/>
            <a:ext cx="1440160" cy="36004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600" b="1" i="0" u="none" strike="noStrike" cap="none" normalizeH="0" baseline="0" dirty="0" err="1" smtClean="0">
                <a:ln>
                  <a:noFill/>
                </a:ln>
                <a:solidFill>
                  <a:srgbClr val="FF66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kumimoji="1" lang="en-US" altLang="ko-KR" sz="1600" b="1" i="0" u="none" strike="noStrike" cap="none" normalizeH="0" dirty="0" smtClean="0">
                <a:ln>
                  <a:noFill/>
                </a:ln>
                <a:solidFill>
                  <a:srgbClr val="FF66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600" b="1" i="0" u="none" strike="noStrike" cap="none" normalizeH="0" dirty="0" err="1" smtClean="0">
                <a:ln>
                  <a:noFill/>
                </a:ln>
                <a:solidFill>
                  <a:srgbClr val="FF66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kumimoji="1" lang="en-US" altLang="ko-KR" sz="1600" b="1" i="0" u="none" strike="noStrike" cap="none" normalizeH="0" dirty="0" smtClean="0">
                <a:ln>
                  <a:noFill/>
                </a:ln>
                <a:solidFill>
                  <a:srgbClr val="FF66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kumimoji="1" lang="en-US" altLang="ko-KR" sz="1600" b="1" i="0" u="none" strike="noStrike" cap="none" normalizeH="0" dirty="0" err="1" smtClean="0">
                <a:ln>
                  <a:noFill/>
                </a:ln>
                <a:solidFill>
                  <a:srgbClr val="FF66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endParaRPr kumimoji="1" lang="ko-KR" altLang="en-US" sz="1600" b="1" i="0" u="none" strike="noStrike" cap="none" normalizeH="0" baseline="0" dirty="0" smtClean="0">
              <a:ln>
                <a:noFill/>
              </a:ln>
              <a:solidFill>
                <a:srgbClr val="FF6600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268054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5955142"/>
              </p:ext>
            </p:extLst>
          </p:nvPr>
        </p:nvGraphicFramePr>
        <p:xfrm>
          <a:off x="468313" y="3068638"/>
          <a:ext cx="8135938" cy="35765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05298"/>
                <a:gridCol w="3365320"/>
                <a:gridCol w="3365320"/>
              </a:tblGrid>
              <a:tr h="3708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 err="1" smtClean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Chức</a:t>
                      </a:r>
                      <a:r>
                        <a:rPr lang="en-US" altLang="ko-KR" sz="1200" b="1" baseline="0" dirty="0" smtClean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1" baseline="0" dirty="0" err="1" smtClean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năng</a:t>
                      </a:r>
                      <a:endParaRPr lang="ko-KR" altLang="en-US" sz="1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 err="1" smtClean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Dẫn</a:t>
                      </a:r>
                      <a:r>
                        <a:rPr lang="en-US" altLang="ko-KR" sz="1200" b="1" baseline="0" dirty="0" smtClean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1" baseline="0" dirty="0" err="1" smtClean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lăn</a:t>
                      </a:r>
                      <a:endParaRPr lang="ko-KR" altLang="en-US" sz="1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 err="1" smtClean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Dẫn</a:t>
                      </a:r>
                      <a:r>
                        <a:rPr lang="en-US" altLang="ko-KR" sz="1200" b="1" baseline="0" dirty="0" smtClean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1" baseline="0" dirty="0" err="1" smtClean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trượt</a:t>
                      </a:r>
                      <a:endParaRPr lang="ko-KR" altLang="en-US" sz="1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4572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Lực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ma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sát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Hệ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số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ma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sát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dưới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0.01.</a:t>
                      </a:r>
                    </a:p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Chênh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lệch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giữa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ma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sát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động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và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tĩnh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nhỏ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·Ma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sát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lớn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Chênh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lệch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giữa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ma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sát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động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và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tĩnh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lớn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6401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Mức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độ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quyết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định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vị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trí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Việc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chạy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không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tải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(Lost motion)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nhỏ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Hiện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tượng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Stick slip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nhỏ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Sự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quyết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định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vị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trí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của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đơn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vị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cực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nhỏ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dễ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Việc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chạy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không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tải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(Lost motion)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lớn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Khi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chạy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tốc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độ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thấp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Stick slip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lớn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Quyết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định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vị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trí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của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đơn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vị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cực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nhỏ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khó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708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Tuổi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thọ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Có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thể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dự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đoán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tuổi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thọ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Khó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dự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đoán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tuổi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thọ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6401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Độ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bền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khi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dừng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Bình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thường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là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cao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Không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có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khe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hở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do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tải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trọng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ban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đầu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(Preload)</a:t>
                      </a:r>
                    </a:p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Dự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đoán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độ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bền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dễ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Độ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bền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chỉ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cao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đối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với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tải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trọng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theo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hướng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nhất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định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Có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khe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hở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Dự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đoán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độ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bền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khó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708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Tốc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độ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Có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thể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sử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dụng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rộng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rãi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từ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từ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tốc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độ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thấp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đến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cao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Tốc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độ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ban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đầu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thấp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không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sử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dụng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được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ở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tốc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độ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cao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708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Bảo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trì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bảo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dưỡng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,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độ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tin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cậy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Có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thể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sử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dụng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lâu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dài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bằng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việc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bảo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trì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bảo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dưỡng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đơn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giản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·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Hiện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tượng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giảm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mức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độ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do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nhiệt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của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mặt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dẫn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lớn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dk1"/>
                          </a:solidFill>
                          <a:latin typeface="Arial" panose="020B0604020202020204" pitchFamily="34" charset="0"/>
                          <a:ea typeface="돋움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돋움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91429" marR="91429" marT="45725" marB="45725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pic>
        <p:nvPicPr>
          <p:cNvPr id="14134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8175" y="895350"/>
            <a:ext cx="5387975" cy="1597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1349" name="TextBox 4"/>
          <p:cNvSpPr txBox="1">
            <a:spLocks noChangeArrowheads="1"/>
          </p:cNvSpPr>
          <p:nvPr/>
        </p:nvSpPr>
        <p:spPr bwMode="auto">
          <a:xfrm>
            <a:off x="3020938" y="2719388"/>
            <a:ext cx="3267240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200" b="1" dirty="0" smtClean="0">
                <a:latin typeface="Arial" pitchFamily="34" charset="0"/>
                <a:ea typeface="돋움" pitchFamily="50" charset="-127"/>
                <a:cs typeface="Arial" pitchFamily="34" charset="0"/>
              </a:rPr>
              <a:t>So </a:t>
            </a:r>
            <a:r>
              <a:rPr lang="en-US" altLang="ko-KR" sz="1200" b="1" dirty="0" err="1" smtClean="0">
                <a:latin typeface="Arial" pitchFamily="34" charset="0"/>
                <a:ea typeface="돋움" pitchFamily="50" charset="-127"/>
                <a:cs typeface="Arial" pitchFamily="34" charset="0"/>
              </a:rPr>
              <a:t>sánh</a:t>
            </a:r>
            <a:r>
              <a:rPr lang="en-US" altLang="ko-KR" sz="1200" b="1" dirty="0" smtClean="0">
                <a:latin typeface="Arial" pitchFamily="34" charset="0"/>
                <a:ea typeface="돋움" pitchFamily="50" charset="-127"/>
                <a:cs typeface="Arial" pitchFamily="34" charset="0"/>
              </a:rPr>
              <a:t> </a:t>
            </a:r>
            <a:r>
              <a:rPr lang="en-US" altLang="ko-KR" sz="1200" b="1" dirty="0" err="1" smtClean="0">
                <a:latin typeface="Arial" pitchFamily="34" charset="0"/>
                <a:ea typeface="돋움" pitchFamily="50" charset="-127"/>
                <a:cs typeface="Arial" pitchFamily="34" charset="0"/>
              </a:rPr>
              <a:t>đặc</a:t>
            </a:r>
            <a:r>
              <a:rPr lang="en-US" altLang="ko-KR" sz="1200" b="1" dirty="0" smtClean="0">
                <a:latin typeface="Arial" pitchFamily="34" charset="0"/>
                <a:ea typeface="돋움" pitchFamily="50" charset="-127"/>
                <a:cs typeface="Arial" pitchFamily="34" charset="0"/>
              </a:rPr>
              <a:t> </a:t>
            </a:r>
            <a:r>
              <a:rPr lang="en-US" altLang="ko-KR" sz="1200" b="1" dirty="0" err="1" smtClean="0">
                <a:latin typeface="Arial" pitchFamily="34" charset="0"/>
                <a:ea typeface="돋움" pitchFamily="50" charset="-127"/>
                <a:cs typeface="Arial" pitchFamily="34" charset="0"/>
              </a:rPr>
              <a:t>tính</a:t>
            </a:r>
            <a:r>
              <a:rPr lang="en-US" altLang="ko-KR" sz="1200" b="1" dirty="0" smtClean="0">
                <a:latin typeface="Arial" pitchFamily="34" charset="0"/>
                <a:ea typeface="돋움" pitchFamily="50" charset="-127"/>
                <a:cs typeface="Arial" pitchFamily="34" charset="0"/>
              </a:rPr>
              <a:t> </a:t>
            </a:r>
            <a:r>
              <a:rPr lang="en-US" altLang="ko-KR" sz="1200" b="1" dirty="0" err="1" smtClean="0">
                <a:latin typeface="Arial" pitchFamily="34" charset="0"/>
                <a:ea typeface="돋움" pitchFamily="50" charset="-127"/>
                <a:cs typeface="Arial" pitchFamily="34" charset="0"/>
              </a:rPr>
              <a:t>của</a:t>
            </a:r>
            <a:r>
              <a:rPr lang="en-US" altLang="ko-KR" sz="1200" b="1" dirty="0" smtClean="0">
                <a:latin typeface="Arial" pitchFamily="34" charset="0"/>
                <a:ea typeface="돋움" pitchFamily="50" charset="-127"/>
                <a:cs typeface="Arial" pitchFamily="34" charset="0"/>
              </a:rPr>
              <a:t> </a:t>
            </a:r>
            <a:r>
              <a:rPr lang="en-US" altLang="ko-KR" sz="1200" b="1" dirty="0" err="1" smtClean="0">
                <a:latin typeface="Arial" pitchFamily="34" charset="0"/>
                <a:ea typeface="돋움" pitchFamily="50" charset="-127"/>
                <a:cs typeface="Arial" pitchFamily="34" charset="0"/>
              </a:rPr>
              <a:t>dẫn</a:t>
            </a:r>
            <a:r>
              <a:rPr lang="en-US" altLang="ko-KR" sz="1200" b="1" dirty="0" smtClean="0">
                <a:latin typeface="Arial" pitchFamily="34" charset="0"/>
                <a:ea typeface="돋움" pitchFamily="50" charset="-127"/>
                <a:cs typeface="Arial" pitchFamily="34" charset="0"/>
              </a:rPr>
              <a:t> </a:t>
            </a:r>
            <a:r>
              <a:rPr lang="en-US" altLang="ko-KR" sz="1200" b="1" dirty="0" err="1" smtClean="0">
                <a:latin typeface="Arial" pitchFamily="34" charset="0"/>
                <a:ea typeface="돋움" pitchFamily="50" charset="-127"/>
                <a:cs typeface="Arial" pitchFamily="34" charset="0"/>
              </a:rPr>
              <a:t>lăn</a:t>
            </a:r>
            <a:r>
              <a:rPr lang="en-US" altLang="ko-KR" sz="1200" b="1" dirty="0" smtClean="0">
                <a:latin typeface="Arial" pitchFamily="34" charset="0"/>
                <a:ea typeface="돋움" pitchFamily="50" charset="-127"/>
                <a:cs typeface="Arial" pitchFamily="34" charset="0"/>
              </a:rPr>
              <a:t> </a:t>
            </a:r>
            <a:r>
              <a:rPr lang="en-US" altLang="ko-KR" sz="1200" b="1" dirty="0" err="1" smtClean="0">
                <a:latin typeface="Arial" pitchFamily="34" charset="0"/>
                <a:ea typeface="돋움" pitchFamily="50" charset="-127"/>
                <a:cs typeface="Arial" pitchFamily="34" charset="0"/>
              </a:rPr>
              <a:t>và</a:t>
            </a:r>
            <a:r>
              <a:rPr lang="en-US" altLang="ko-KR" sz="1200" b="1" dirty="0" smtClean="0">
                <a:latin typeface="Arial" pitchFamily="34" charset="0"/>
                <a:ea typeface="돋움" pitchFamily="50" charset="-127"/>
                <a:cs typeface="Arial" pitchFamily="34" charset="0"/>
              </a:rPr>
              <a:t> </a:t>
            </a:r>
            <a:r>
              <a:rPr lang="en-US" altLang="ko-KR" sz="1200" b="1" dirty="0" err="1" smtClean="0">
                <a:latin typeface="Arial" pitchFamily="34" charset="0"/>
                <a:ea typeface="돋움" pitchFamily="50" charset="-127"/>
                <a:cs typeface="Arial" pitchFamily="34" charset="0"/>
              </a:rPr>
              <a:t>dẫn</a:t>
            </a:r>
            <a:r>
              <a:rPr lang="en-US" altLang="ko-KR" sz="1200" b="1" dirty="0" smtClean="0">
                <a:latin typeface="Arial" pitchFamily="34" charset="0"/>
                <a:ea typeface="돋움" pitchFamily="50" charset="-127"/>
                <a:cs typeface="Arial" pitchFamily="34" charset="0"/>
              </a:rPr>
              <a:t> </a:t>
            </a:r>
            <a:r>
              <a:rPr lang="en-US" altLang="ko-KR" sz="1200" b="1" dirty="0" err="1" smtClean="0">
                <a:latin typeface="Arial" pitchFamily="34" charset="0"/>
                <a:ea typeface="돋움" pitchFamily="50" charset="-127"/>
                <a:cs typeface="Arial" pitchFamily="34" charset="0"/>
              </a:rPr>
              <a:t>trượt</a:t>
            </a:r>
            <a:endParaRPr lang="ko-KR" altLang="en-US" sz="1200" b="1" dirty="0">
              <a:latin typeface="Arial" pitchFamily="34" charset="0"/>
              <a:ea typeface="돋움" pitchFamily="50" charset="-127"/>
              <a:cs typeface="Arial" pitchFamily="34" charset="0"/>
            </a:endParaRPr>
          </a:p>
        </p:txBody>
      </p:sp>
      <p:sp>
        <p:nvSpPr>
          <p:cNvPr id="141350" name="TextBox 5"/>
          <p:cNvSpPr txBox="1">
            <a:spLocks noChangeArrowheads="1"/>
          </p:cNvSpPr>
          <p:nvPr/>
        </p:nvSpPr>
        <p:spPr bwMode="auto">
          <a:xfrm>
            <a:off x="1541309" y="404813"/>
            <a:ext cx="3775393" cy="387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ko-KR" altLang="en-US" sz="1600" b="1" dirty="0">
                <a:latin typeface="Arial" pitchFamily="34" charset="0"/>
                <a:ea typeface="돋움" pitchFamily="50" charset="-127"/>
                <a:cs typeface="Arial" pitchFamily="34" charset="0"/>
              </a:rPr>
              <a:t>■ </a:t>
            </a:r>
            <a:r>
              <a:rPr lang="en-US" altLang="ko-KR" sz="1600" b="1" dirty="0" smtClean="0">
                <a:latin typeface="Arial" pitchFamily="34" charset="0"/>
                <a:ea typeface="돋움" pitchFamily="50" charset="-127"/>
                <a:cs typeface="Arial" pitchFamily="34" charset="0"/>
              </a:rPr>
              <a:t>So </a:t>
            </a:r>
            <a:r>
              <a:rPr lang="en-US" altLang="ko-KR" sz="1600" b="1" dirty="0" err="1" smtClean="0">
                <a:latin typeface="Arial" pitchFamily="34" charset="0"/>
                <a:ea typeface="돋움" pitchFamily="50" charset="-127"/>
                <a:cs typeface="Arial" pitchFamily="34" charset="0"/>
              </a:rPr>
              <a:t>sánh</a:t>
            </a:r>
            <a:r>
              <a:rPr lang="en-US" altLang="ko-KR" sz="1600" b="1" dirty="0" smtClean="0">
                <a:latin typeface="Arial" pitchFamily="34" charset="0"/>
                <a:ea typeface="돋움" pitchFamily="50" charset="-127"/>
                <a:cs typeface="Arial" pitchFamily="34" charset="0"/>
              </a:rPr>
              <a:t> </a:t>
            </a:r>
            <a:r>
              <a:rPr lang="en-US" altLang="ko-KR" sz="1600" b="1" dirty="0" err="1" smtClean="0">
                <a:latin typeface="Arial" pitchFamily="34" charset="0"/>
                <a:ea typeface="돋움" pitchFamily="50" charset="-127"/>
                <a:cs typeface="Arial" pitchFamily="34" charset="0"/>
              </a:rPr>
              <a:t>giữa</a:t>
            </a:r>
            <a:r>
              <a:rPr lang="en-US" altLang="ko-KR" sz="1600" b="1" dirty="0" smtClean="0">
                <a:latin typeface="Arial" pitchFamily="34" charset="0"/>
                <a:ea typeface="돋움" pitchFamily="50" charset="-127"/>
                <a:cs typeface="Arial" pitchFamily="34" charset="0"/>
              </a:rPr>
              <a:t> </a:t>
            </a:r>
            <a:r>
              <a:rPr lang="en-US" altLang="ko-KR" sz="1600" b="1" dirty="0" err="1" smtClean="0">
                <a:latin typeface="Arial" pitchFamily="34" charset="0"/>
                <a:ea typeface="돋움" pitchFamily="50" charset="-127"/>
                <a:cs typeface="Arial" pitchFamily="34" charset="0"/>
              </a:rPr>
              <a:t>dẫn</a:t>
            </a:r>
            <a:r>
              <a:rPr lang="en-US" altLang="ko-KR" sz="1600" b="1" dirty="0" smtClean="0">
                <a:latin typeface="Arial" pitchFamily="34" charset="0"/>
                <a:ea typeface="돋움" pitchFamily="50" charset="-127"/>
                <a:cs typeface="Arial" pitchFamily="34" charset="0"/>
              </a:rPr>
              <a:t> </a:t>
            </a:r>
            <a:r>
              <a:rPr lang="en-US" altLang="ko-KR" sz="1600" b="1" dirty="0" err="1" smtClean="0">
                <a:latin typeface="Arial" pitchFamily="34" charset="0"/>
                <a:ea typeface="돋움" pitchFamily="50" charset="-127"/>
                <a:cs typeface="Arial" pitchFamily="34" charset="0"/>
              </a:rPr>
              <a:t>lăn</a:t>
            </a:r>
            <a:r>
              <a:rPr lang="en-US" altLang="ko-KR" sz="1600" b="1" dirty="0" smtClean="0">
                <a:latin typeface="Arial" pitchFamily="34" charset="0"/>
                <a:ea typeface="돋움" pitchFamily="50" charset="-127"/>
                <a:cs typeface="Arial" pitchFamily="34" charset="0"/>
              </a:rPr>
              <a:t> </a:t>
            </a:r>
            <a:r>
              <a:rPr lang="en-US" altLang="ko-KR" sz="1600" b="1" dirty="0" err="1" smtClean="0">
                <a:latin typeface="Arial" pitchFamily="34" charset="0"/>
                <a:ea typeface="돋움" pitchFamily="50" charset="-127"/>
                <a:cs typeface="Arial" pitchFamily="34" charset="0"/>
              </a:rPr>
              <a:t>và</a:t>
            </a:r>
            <a:r>
              <a:rPr lang="en-US" altLang="ko-KR" sz="1600" b="1" dirty="0" smtClean="0">
                <a:latin typeface="Arial" pitchFamily="34" charset="0"/>
                <a:ea typeface="돋움" pitchFamily="50" charset="-127"/>
                <a:cs typeface="Arial" pitchFamily="34" charset="0"/>
              </a:rPr>
              <a:t> </a:t>
            </a:r>
            <a:r>
              <a:rPr lang="en-US" altLang="ko-KR" sz="1600" b="1" dirty="0" err="1" smtClean="0">
                <a:latin typeface="Arial" pitchFamily="34" charset="0"/>
                <a:ea typeface="돋움" pitchFamily="50" charset="-127"/>
                <a:cs typeface="Arial" pitchFamily="34" charset="0"/>
              </a:rPr>
              <a:t>dẫn</a:t>
            </a:r>
            <a:r>
              <a:rPr lang="en-US" altLang="ko-KR" sz="1600" b="1" dirty="0" smtClean="0">
                <a:latin typeface="Arial" pitchFamily="34" charset="0"/>
                <a:ea typeface="돋움" pitchFamily="50" charset="-127"/>
                <a:cs typeface="Arial" pitchFamily="34" charset="0"/>
              </a:rPr>
              <a:t> </a:t>
            </a:r>
            <a:r>
              <a:rPr lang="en-US" altLang="ko-KR" sz="1600" b="1" dirty="0" err="1" smtClean="0">
                <a:latin typeface="Arial" pitchFamily="34" charset="0"/>
                <a:ea typeface="돋움" pitchFamily="50" charset="-127"/>
                <a:cs typeface="Arial" pitchFamily="34" charset="0"/>
              </a:rPr>
              <a:t>trượt</a:t>
            </a:r>
            <a:endParaRPr lang="ko-KR" altLang="en-US" sz="1600" b="1" dirty="0">
              <a:latin typeface="Arial" pitchFamily="34" charset="0"/>
              <a:ea typeface="돋움" pitchFamily="50" charset="-127"/>
              <a:cs typeface="Arial" pitchFamily="34" charset="0"/>
            </a:endParaRPr>
          </a:p>
        </p:txBody>
      </p:sp>
      <p:sp>
        <p:nvSpPr>
          <p:cNvPr id="141351" name="Rectangle 13"/>
          <p:cNvSpPr>
            <a:spLocks noChangeArrowheads="1"/>
          </p:cNvSpPr>
          <p:nvPr/>
        </p:nvSpPr>
        <p:spPr bwMode="auto">
          <a:xfrm>
            <a:off x="44450" y="58738"/>
            <a:ext cx="338455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323528" y="414338"/>
            <a:ext cx="1585690" cy="3877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ko-KR" sz="1600" b="1" kern="0" dirty="0">
                <a:solidFill>
                  <a:schemeClr val="tx1"/>
                </a:solidFill>
              </a:rPr>
              <a:t> </a:t>
            </a:r>
            <a:r>
              <a:rPr lang="en-US" altLang="ko-KR" sz="1600" b="1" kern="0" dirty="0" smtClean="0">
                <a:solidFill>
                  <a:schemeClr val="tx1"/>
                </a:solidFill>
              </a:rPr>
              <a:t>(</a:t>
            </a:r>
            <a:r>
              <a:rPr lang="en-US" altLang="ko-KR" sz="1600" b="1" kern="0" dirty="0" err="1" smtClean="0">
                <a:solidFill>
                  <a:schemeClr val="tx1"/>
                </a:solidFill>
              </a:rPr>
              <a:t>Tham</a:t>
            </a:r>
            <a:r>
              <a:rPr lang="en-US" altLang="ko-KR" sz="1600" b="1" kern="0" dirty="0" smtClean="0">
                <a:solidFill>
                  <a:schemeClr val="tx1"/>
                </a:solidFill>
              </a:rPr>
              <a:t> </a:t>
            </a:r>
            <a:r>
              <a:rPr lang="en-US" altLang="ko-KR" sz="1600" b="1" kern="0" dirty="0" err="1" smtClean="0">
                <a:solidFill>
                  <a:schemeClr val="tx1"/>
                </a:solidFill>
              </a:rPr>
              <a:t>khảo</a:t>
            </a:r>
            <a:r>
              <a:rPr lang="en-US" altLang="ko-KR" sz="1600" b="1" kern="0" dirty="0" smtClean="0">
                <a:solidFill>
                  <a:schemeClr val="tx1"/>
                </a:solidFill>
              </a:rPr>
              <a:t>).</a:t>
            </a:r>
            <a:r>
              <a:rPr lang="ko-KR" altLang="en-US" sz="1600" b="1" kern="0" dirty="0" smtClean="0">
                <a:solidFill>
                  <a:schemeClr val="tx1"/>
                </a:solidFill>
              </a:rPr>
              <a:t> </a:t>
            </a:r>
            <a:endParaRPr lang="ko-KR" altLang="en-US" sz="1600" dirty="0"/>
          </a:p>
        </p:txBody>
      </p:sp>
      <p:sp>
        <p:nvSpPr>
          <p:cNvPr id="3" name="직사각형 2"/>
          <p:cNvSpPr/>
          <p:nvPr/>
        </p:nvSpPr>
        <p:spPr bwMode="auto">
          <a:xfrm>
            <a:off x="2417949" y="2276872"/>
            <a:ext cx="1152128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1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kumimoji="1" lang="en-US" altLang="ko-KR" sz="10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kumimoji="1" lang="en-US" altLang="ko-KR" sz="10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kumimoji="1" lang="en-US" altLang="ko-KR" sz="10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kumimoji="1" lang="en-US" altLang="ko-KR" sz="10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endParaRPr kumimoji="1" lang="ko-KR" altLang="en-US" sz="10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직사각형 8"/>
          <p:cNvSpPr/>
          <p:nvPr/>
        </p:nvSpPr>
        <p:spPr bwMode="auto">
          <a:xfrm>
            <a:off x="5652120" y="2317674"/>
            <a:ext cx="1224136" cy="216024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1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kumimoji="1" lang="en-US" altLang="ko-KR" sz="10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kumimoji="1" lang="en-US" altLang="ko-KR" sz="10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kumimoji="1" lang="en-US" altLang="ko-KR" sz="10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kumimoji="1" lang="en-US" altLang="ko-KR" sz="10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endParaRPr kumimoji="1" lang="ko-KR" altLang="en-US" sz="10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직사각형 6"/>
          <p:cNvSpPr/>
          <p:nvPr/>
        </p:nvSpPr>
        <p:spPr bwMode="auto">
          <a:xfrm>
            <a:off x="2123728" y="1124744"/>
            <a:ext cx="576064" cy="14401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9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endParaRPr kumimoji="1" lang="ko-KR" altLang="en-US" sz="9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5323170" y="980728"/>
            <a:ext cx="576064" cy="14401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9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endParaRPr kumimoji="1" lang="ko-KR" altLang="en-US" sz="9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직사각형 7"/>
          <p:cNvSpPr/>
          <p:nvPr/>
        </p:nvSpPr>
        <p:spPr bwMode="auto">
          <a:xfrm>
            <a:off x="1908175" y="2060848"/>
            <a:ext cx="719609" cy="14401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900" b="1" i="0" u="none" strike="noStrike" cap="none" normalizeH="0" baseline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Ball screw</a:t>
            </a:r>
            <a:endParaRPr kumimoji="1" lang="ko-KR" altLang="en-US" sz="9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5292080" y="2060848"/>
            <a:ext cx="719609" cy="14401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900" b="1" i="0" u="none" strike="noStrike" cap="none" normalizeH="0" baseline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Ball screw</a:t>
            </a:r>
            <a:endParaRPr kumimoji="1" lang="ko-KR" altLang="en-US" sz="9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직사각형 9"/>
          <p:cNvSpPr/>
          <p:nvPr/>
        </p:nvSpPr>
        <p:spPr bwMode="auto">
          <a:xfrm>
            <a:off x="2123728" y="836712"/>
            <a:ext cx="1008112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Linear Guide</a:t>
            </a:r>
            <a:endParaRPr kumimoji="1" lang="ko-KR" altLang="en-US" sz="10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직사각형 10"/>
          <p:cNvSpPr/>
          <p:nvPr/>
        </p:nvSpPr>
        <p:spPr bwMode="auto">
          <a:xfrm>
            <a:off x="5940152" y="836712"/>
            <a:ext cx="1224136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1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Miếng</a:t>
            </a:r>
            <a:r>
              <a:rPr kumimoji="1" lang="en-US" altLang="ko-KR" sz="10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bịt</a:t>
            </a:r>
            <a:r>
              <a:rPr kumimoji="1" lang="en-US" altLang="ko-KR" sz="10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kumimoji="1" lang="en-US" altLang="ko-KR" sz="10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kumimoji="1" lang="en-US" altLang="ko-KR" sz="10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keo</a:t>
            </a:r>
            <a:r>
              <a:rPr kumimoji="1" lang="en-US" altLang="ko-KR" sz="10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kumimoji="1" lang="en-US" altLang="ko-KR" sz="10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kumimoji="1" lang="ko-KR" altLang="en-US" sz="10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04771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95099AB3-4584-458A-A93E-B642B309AEAA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119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2339" name="Text Box 2"/>
          <p:cNvSpPr txBox="1">
            <a:spLocks noChangeArrowheads="1"/>
          </p:cNvSpPr>
          <p:nvPr/>
        </p:nvSpPr>
        <p:spPr bwMode="auto">
          <a:xfrm>
            <a:off x="727075" y="771525"/>
            <a:ext cx="279114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guide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2340" name="Rectangle 3"/>
          <p:cNvSpPr>
            <a:spLocks noChangeArrowheads="1"/>
          </p:cNvSpPr>
          <p:nvPr/>
        </p:nvSpPr>
        <p:spPr bwMode="auto">
          <a:xfrm>
            <a:off x="633413" y="908050"/>
            <a:ext cx="7683500" cy="1657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>
            <a:lvl1pPr marL="342900" indent="-3429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spcBef>
                <a:spcPct val="20000"/>
              </a:spcBef>
            </a:pPr>
            <a:endParaRPr lang="ko-KR" altLang="ko-KR" sz="13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42341" name="Picture 4" descr="7-1-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5963" y="1169988"/>
            <a:ext cx="2673350" cy="1827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2342" name="Text Box 6"/>
          <p:cNvSpPr txBox="1">
            <a:spLocks noChangeArrowheads="1"/>
          </p:cNvSpPr>
          <p:nvPr/>
        </p:nvSpPr>
        <p:spPr bwMode="auto">
          <a:xfrm>
            <a:off x="755650" y="5870575"/>
            <a:ext cx="784860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đoạn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(Stick slip):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nhàng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dừng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–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–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dừng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–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Torque: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Mômen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mômen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x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(+),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quay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(-). 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2343" name="Text Box 7"/>
          <p:cNvSpPr txBox="1">
            <a:spLocks noChangeArrowheads="1"/>
          </p:cNvSpPr>
          <p:nvPr/>
        </p:nvSpPr>
        <p:spPr bwMode="auto">
          <a:xfrm>
            <a:off x="727075" y="3443288"/>
            <a:ext cx="286007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(5)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Spline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42344" name="Picture 8" descr="7-5-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5963" y="3481388"/>
            <a:ext cx="2662237" cy="196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2345" name="Rectangle 10"/>
          <p:cNvSpPr>
            <a:spLocks noGrp="1" noChangeArrowheads="1"/>
          </p:cNvSpPr>
          <p:nvPr>
            <p:ph type="title" idx="4294967295"/>
          </p:nvPr>
        </p:nvSpPr>
        <p:spPr>
          <a:xfrm>
            <a:off x="5795964" y="-55849"/>
            <a:ext cx="3168650" cy="584775"/>
          </a:xfrm>
        </p:spPr>
        <p:txBody>
          <a:bodyPr/>
          <a:lstStyle/>
          <a:p>
            <a:pPr eaLnBrk="1" hangingPunct="1"/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2346" name="Rectangle 11"/>
          <p:cNvSpPr>
            <a:spLocks noChangeArrowheads="1"/>
          </p:cNvSpPr>
          <p:nvPr/>
        </p:nvSpPr>
        <p:spPr bwMode="auto">
          <a:xfrm>
            <a:off x="1042988" y="1104900"/>
            <a:ext cx="4797425" cy="20128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0.002~0.005,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1/50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Guide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(Preload)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Stick slip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Lost motion.</a:t>
            </a: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sót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2347" name="Rectangle 12"/>
          <p:cNvSpPr>
            <a:spLocks noChangeArrowheads="1"/>
          </p:cNvSpPr>
          <p:nvPr/>
        </p:nvSpPr>
        <p:spPr bwMode="auto">
          <a:xfrm>
            <a:off x="1042988" y="3875088"/>
            <a:ext cx="4929187" cy="17727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chẵn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4, 6, 8, 10, 16, 20</a:t>
            </a: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Torque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(Preload).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Linear Bush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(overhang)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2348" name="Rectangle 15"/>
          <p:cNvSpPr>
            <a:spLocks noChangeArrowheads="1"/>
          </p:cNvSpPr>
          <p:nvPr/>
        </p:nvSpPr>
        <p:spPr bwMode="auto">
          <a:xfrm>
            <a:off x="44450" y="58738"/>
            <a:ext cx="339725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60382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0ED52579-55BD-4B51-8AF4-2DAD91756DC8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120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3363" name="Text Box 2"/>
          <p:cNvSpPr txBox="1">
            <a:spLocks noChangeArrowheads="1"/>
          </p:cNvSpPr>
          <p:nvPr/>
        </p:nvSpPr>
        <p:spPr bwMode="auto">
          <a:xfrm>
            <a:off x="727075" y="922338"/>
            <a:ext cx="288777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(7)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43364" name="Picture 3" descr="5-11-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063" y="1314450"/>
            <a:ext cx="2808287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65" name="Text Box 5"/>
          <p:cNvSpPr txBox="1">
            <a:spLocks noChangeArrowheads="1"/>
          </p:cNvSpPr>
          <p:nvPr/>
        </p:nvSpPr>
        <p:spPr bwMode="auto">
          <a:xfrm>
            <a:off x="792163" y="5876925"/>
            <a:ext cx="4572000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Khối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bi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endParaRPr lang="ko-KR" altLang="en-US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Backlash: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Khe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hở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khe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hở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tồn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Vì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diện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khe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hở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Backlash.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3366" name="Rectangle 6"/>
          <p:cNvSpPr>
            <a:spLocks noGrp="1" noChangeArrowheads="1"/>
          </p:cNvSpPr>
          <p:nvPr>
            <p:ph type="title" idx="4294967295"/>
          </p:nvPr>
        </p:nvSpPr>
        <p:spPr>
          <a:xfrm>
            <a:off x="6012160" y="-55849"/>
            <a:ext cx="2952453" cy="584775"/>
          </a:xfrm>
        </p:spPr>
        <p:txBody>
          <a:bodyPr/>
          <a:lstStyle/>
          <a:p>
            <a:pPr eaLnBrk="1" hangingPunct="1"/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3367" name="Rectangle 7"/>
          <p:cNvSpPr>
            <a:spLocks noChangeArrowheads="1"/>
          </p:cNvSpPr>
          <p:nvPr/>
        </p:nvSpPr>
        <p:spPr bwMode="auto">
          <a:xfrm>
            <a:off x="1017588" y="1387475"/>
            <a:ext cx="4562475" cy="203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5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Backlash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dịch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phạm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3368" name="Rectangle 10"/>
          <p:cNvSpPr>
            <a:spLocks noChangeArrowheads="1"/>
          </p:cNvSpPr>
          <p:nvPr/>
        </p:nvSpPr>
        <p:spPr bwMode="auto">
          <a:xfrm>
            <a:off x="44450" y="58738"/>
            <a:ext cx="3591446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534702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51B75329-E741-47AD-94A9-CB1C48E00CF3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121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grpSp>
        <p:nvGrpSpPr>
          <p:cNvPr id="144387" name="Group 61"/>
          <p:cNvGrpSpPr>
            <a:grpSpLocks/>
          </p:cNvGrpSpPr>
          <p:nvPr/>
        </p:nvGrpSpPr>
        <p:grpSpPr bwMode="auto">
          <a:xfrm>
            <a:off x="179512" y="1236664"/>
            <a:ext cx="8856984" cy="4856632"/>
            <a:chOff x="65" y="708"/>
            <a:chExt cx="5530" cy="2969"/>
          </a:xfrm>
        </p:grpSpPr>
        <p:pic>
          <p:nvPicPr>
            <p:cNvPr id="144391" name="Picture 2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25" y="2910"/>
              <a:ext cx="1102" cy="6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392" name="Rectangle 3"/>
            <p:cNvSpPr>
              <a:spLocks noChangeArrowheads="1"/>
            </p:cNvSpPr>
            <p:nvPr/>
          </p:nvSpPr>
          <p:spPr bwMode="auto">
            <a:xfrm>
              <a:off x="1088" y="708"/>
              <a:ext cx="4452" cy="187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393" name="Rectangle 4"/>
            <p:cNvSpPr>
              <a:spLocks noChangeArrowheads="1"/>
            </p:cNvSpPr>
            <p:nvPr/>
          </p:nvSpPr>
          <p:spPr bwMode="auto">
            <a:xfrm>
              <a:off x="65" y="709"/>
              <a:ext cx="5475" cy="2968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394" name="Line 5"/>
            <p:cNvSpPr>
              <a:spLocks noChangeShapeType="1"/>
            </p:cNvSpPr>
            <p:nvPr/>
          </p:nvSpPr>
          <p:spPr bwMode="auto">
            <a:xfrm>
              <a:off x="65" y="900"/>
              <a:ext cx="547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395" name="Text Box 6"/>
            <p:cNvSpPr txBox="1">
              <a:spLocks noChangeArrowheads="1"/>
            </p:cNvSpPr>
            <p:nvPr/>
          </p:nvSpPr>
          <p:spPr bwMode="auto">
            <a:xfrm>
              <a:off x="1344" y="716"/>
              <a:ext cx="510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LM guide</a:t>
              </a:r>
            </a:p>
          </p:txBody>
        </p:sp>
        <p:sp>
          <p:nvSpPr>
            <p:cNvPr id="144396" name="Text Box 7"/>
            <p:cNvSpPr txBox="1">
              <a:spLocks noChangeArrowheads="1"/>
            </p:cNvSpPr>
            <p:nvPr/>
          </p:nvSpPr>
          <p:spPr bwMode="auto">
            <a:xfrm>
              <a:off x="2572" y="717"/>
              <a:ext cx="554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all 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crew</a:t>
              </a:r>
              <a:endPara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397" name="Text Box 8"/>
            <p:cNvSpPr txBox="1">
              <a:spLocks noChangeArrowheads="1"/>
            </p:cNvSpPr>
            <p:nvPr/>
          </p:nvSpPr>
          <p:spPr bwMode="auto">
            <a:xfrm>
              <a:off x="3686" y="718"/>
              <a:ext cx="729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Linear Bushing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398" name="Text Box 9"/>
            <p:cNvSpPr txBox="1">
              <a:spLocks noChangeArrowheads="1"/>
            </p:cNvSpPr>
            <p:nvPr/>
          </p:nvSpPr>
          <p:spPr bwMode="auto">
            <a:xfrm>
              <a:off x="4729" y="725"/>
              <a:ext cx="560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Ball Spline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399" name="Line 10"/>
            <p:cNvSpPr>
              <a:spLocks noChangeShapeType="1"/>
            </p:cNvSpPr>
            <p:nvPr/>
          </p:nvSpPr>
          <p:spPr bwMode="auto">
            <a:xfrm flipH="1">
              <a:off x="1078" y="711"/>
              <a:ext cx="6" cy="29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00" name="Text Box 11"/>
            <p:cNvSpPr txBox="1">
              <a:spLocks noChangeArrowheads="1"/>
            </p:cNvSpPr>
            <p:nvPr/>
          </p:nvSpPr>
          <p:spPr bwMode="auto">
            <a:xfrm>
              <a:off x="158" y="925"/>
              <a:ext cx="844" cy="1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Chức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năng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chính</a:t>
              </a:r>
              <a:r>
                <a:rPr lang="ko-KR" altLang="en-US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01" name="Text Box 12"/>
            <p:cNvSpPr txBox="1">
              <a:spLocks noChangeArrowheads="1"/>
            </p:cNvSpPr>
            <p:nvPr/>
          </p:nvSpPr>
          <p:spPr bwMode="auto">
            <a:xfrm>
              <a:off x="1078" y="913"/>
              <a:ext cx="1244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Đường</a:t>
              </a: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thẳng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ko-KR" altLang="en-US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→ </a:t>
              </a:r>
              <a:r>
                <a:rPr lang="en-US" altLang="ko-KR" sz="11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Đường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thẳng</a:t>
              </a:r>
              <a:r>
                <a:rPr lang="ko-KR" altLang="en-US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44402" name="Text Box 13"/>
            <p:cNvSpPr txBox="1">
              <a:spLocks noChangeArrowheads="1"/>
            </p:cNvSpPr>
            <p:nvPr/>
          </p:nvSpPr>
          <p:spPr bwMode="auto">
            <a:xfrm>
              <a:off x="2252" y="920"/>
              <a:ext cx="1217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10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Đường </a:t>
              </a: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tròn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ko-KR" altLang="en-US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→ </a:t>
              </a:r>
              <a:r>
                <a:rPr lang="en-US" altLang="ko-KR" sz="11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Đường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thẳng</a:t>
              </a:r>
              <a:r>
                <a:rPr lang="ko-KR" altLang="en-US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44403" name="Text Box 14"/>
            <p:cNvSpPr txBox="1">
              <a:spLocks noChangeArrowheads="1"/>
            </p:cNvSpPr>
            <p:nvPr/>
          </p:nvSpPr>
          <p:spPr bwMode="auto">
            <a:xfrm>
              <a:off x="3388" y="913"/>
              <a:ext cx="1227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1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Đường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thẳng</a:t>
              </a:r>
              <a:r>
                <a:rPr lang="ko-KR" altLang="en-US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→ </a:t>
              </a:r>
              <a:r>
                <a:rPr lang="en-US" altLang="ko-KR" sz="11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Đường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thẳng</a:t>
              </a:r>
              <a:r>
                <a:rPr lang="ko-KR" altLang="en-US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44404" name="Text Box 15"/>
            <p:cNvSpPr txBox="1">
              <a:spLocks noChangeArrowheads="1"/>
            </p:cNvSpPr>
            <p:nvPr/>
          </p:nvSpPr>
          <p:spPr bwMode="auto">
            <a:xfrm>
              <a:off x="4512" y="915"/>
              <a:ext cx="1083" cy="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Đường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thẳng</a:t>
              </a:r>
              <a:r>
                <a:rPr lang="ko-KR" altLang="en-US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→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Đường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thẳng</a:t>
              </a:r>
              <a:r>
                <a:rPr lang="ko-KR" altLang="en-US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44405" name="Text Box 16"/>
            <p:cNvSpPr txBox="1">
              <a:spLocks noChangeArrowheads="1"/>
            </p:cNvSpPr>
            <p:nvPr/>
          </p:nvSpPr>
          <p:spPr bwMode="auto">
            <a:xfrm>
              <a:off x="396" y="1351"/>
              <a:ext cx="45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Đặc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tính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06" name="Text Box 17"/>
            <p:cNvSpPr txBox="1">
              <a:spLocks noChangeArrowheads="1"/>
            </p:cNvSpPr>
            <p:nvPr/>
          </p:nvSpPr>
          <p:spPr bwMode="auto">
            <a:xfrm>
              <a:off x="1104" y="1099"/>
              <a:ext cx="1104" cy="6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Được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áp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dụng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rộng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rãi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trên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hướng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song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song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,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hướng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chéo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,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hướng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nghiêng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mà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cần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sự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giảm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tối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đa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của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ma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sát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07" name="Text Box 18"/>
            <p:cNvSpPr txBox="1">
              <a:spLocks noChangeArrowheads="1"/>
            </p:cNvSpPr>
            <p:nvPr/>
          </p:nvSpPr>
          <p:spPr bwMode="auto">
            <a:xfrm>
              <a:off x="2304" y="1061"/>
              <a:ext cx="1104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Được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áp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dụng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rộng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ãi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trên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những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bộ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phận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vừa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chuyển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từ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chuyển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động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tròn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thành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chuyển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động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thẳng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nhờ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mô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tơ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vừa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giảm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tối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đa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ma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sát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08" name="Text Box 19"/>
            <p:cNvSpPr txBox="1">
              <a:spLocks noChangeArrowheads="1"/>
            </p:cNvSpPr>
            <p:nvPr/>
          </p:nvSpPr>
          <p:spPr bwMode="auto">
            <a:xfrm>
              <a:off x="3456" y="1147"/>
              <a:ext cx="1056" cy="6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Chủ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yếu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áp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dụng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trên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hướng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chéo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mà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cần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sự</a:t>
              </a:r>
              <a:endPara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giảm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tối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đa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của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ma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sát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,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khả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năng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giảm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sai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lệch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của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lực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xoắn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tốt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  <a:endPara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09" name="Text Box 20"/>
            <p:cNvSpPr txBox="1">
              <a:spLocks noChangeArrowheads="1"/>
            </p:cNvSpPr>
            <p:nvPr/>
          </p:nvSpPr>
          <p:spPr bwMode="auto">
            <a:xfrm>
              <a:off x="4531" y="1105"/>
              <a:ext cx="1054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Chủ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yếu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áp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dụng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trên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</a:p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hướng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chéo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mà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cần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sự</a:t>
              </a:r>
              <a:endPara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giảm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tối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đa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của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ma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sát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  <a:endPara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10" name="Line 21"/>
            <p:cNvSpPr>
              <a:spLocks noChangeShapeType="1"/>
            </p:cNvSpPr>
            <p:nvPr/>
          </p:nvSpPr>
          <p:spPr bwMode="auto">
            <a:xfrm>
              <a:off x="65" y="1095"/>
              <a:ext cx="547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11" name="Line 22"/>
            <p:cNvSpPr>
              <a:spLocks noChangeShapeType="1"/>
            </p:cNvSpPr>
            <p:nvPr/>
          </p:nvSpPr>
          <p:spPr bwMode="auto">
            <a:xfrm>
              <a:off x="65" y="1788"/>
              <a:ext cx="547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12" name="Text Box 23"/>
            <p:cNvSpPr txBox="1">
              <a:spLocks noChangeArrowheads="1"/>
            </p:cNvSpPr>
            <p:nvPr/>
          </p:nvSpPr>
          <p:spPr bwMode="auto">
            <a:xfrm>
              <a:off x="70" y="2306"/>
              <a:ext cx="318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/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Phụ</a:t>
              </a: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</a:p>
            <a:p>
              <a:pPr algn="l" eaLnBrk="1" latinLnBrk="1" hangingPunct="1"/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tùng</a:t>
              </a:r>
              <a:endPara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/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chính</a:t>
              </a:r>
              <a:endParaRPr lang="ko-KR" altLang="en-US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13" name="Line 24"/>
            <p:cNvSpPr>
              <a:spLocks noChangeShapeType="1"/>
            </p:cNvSpPr>
            <p:nvPr/>
          </p:nvSpPr>
          <p:spPr bwMode="auto">
            <a:xfrm>
              <a:off x="357" y="1788"/>
              <a:ext cx="0" cy="18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14" name="Text Box 25"/>
            <p:cNvSpPr txBox="1">
              <a:spLocks noChangeArrowheads="1"/>
            </p:cNvSpPr>
            <p:nvPr/>
          </p:nvSpPr>
          <p:spPr bwMode="auto">
            <a:xfrm>
              <a:off x="343" y="1814"/>
              <a:ext cx="758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Trục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tiêu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chuẩn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15" name="Line 26"/>
            <p:cNvSpPr>
              <a:spLocks noChangeShapeType="1"/>
            </p:cNvSpPr>
            <p:nvPr/>
          </p:nvSpPr>
          <p:spPr bwMode="auto">
            <a:xfrm>
              <a:off x="357" y="2008"/>
              <a:ext cx="518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16" name="Text Box 27"/>
            <p:cNvSpPr txBox="1">
              <a:spLocks noChangeArrowheads="1"/>
            </p:cNvSpPr>
            <p:nvPr/>
          </p:nvSpPr>
          <p:spPr bwMode="auto">
            <a:xfrm>
              <a:off x="1366" y="1801"/>
              <a:ext cx="469" cy="1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LM 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Rail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17" name="Text Box 28"/>
            <p:cNvSpPr txBox="1">
              <a:spLocks noChangeArrowheads="1"/>
            </p:cNvSpPr>
            <p:nvPr/>
          </p:nvSpPr>
          <p:spPr bwMode="auto">
            <a:xfrm>
              <a:off x="473" y="2019"/>
              <a:ext cx="512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Trục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chạy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18" name="Text Box 29"/>
            <p:cNvSpPr txBox="1">
              <a:spLocks noChangeArrowheads="1"/>
            </p:cNvSpPr>
            <p:nvPr/>
          </p:nvSpPr>
          <p:spPr bwMode="auto">
            <a:xfrm>
              <a:off x="1378" y="2030"/>
              <a:ext cx="510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LM 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block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19" name="Line 30"/>
            <p:cNvSpPr>
              <a:spLocks noChangeShapeType="1"/>
            </p:cNvSpPr>
            <p:nvPr/>
          </p:nvSpPr>
          <p:spPr bwMode="auto">
            <a:xfrm>
              <a:off x="364" y="2220"/>
              <a:ext cx="518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20" name="Text Box 31"/>
            <p:cNvSpPr txBox="1">
              <a:spLocks noChangeArrowheads="1"/>
            </p:cNvSpPr>
            <p:nvPr/>
          </p:nvSpPr>
          <p:spPr bwMode="auto">
            <a:xfrm>
              <a:off x="296" y="2316"/>
              <a:ext cx="861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10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Yếu </a:t>
              </a: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</a:t>
              </a: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truyền</a:t>
              </a:r>
              <a:r>
                <a:rPr lang="en-US" altLang="ko-KR" sz="110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động </a:t>
              </a:r>
              <a:endParaRPr lang="ko-KR" altLang="en-US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21" name="Text Box 32"/>
            <p:cNvSpPr txBox="1">
              <a:spLocks noChangeArrowheads="1"/>
            </p:cNvSpPr>
            <p:nvPr/>
          </p:nvSpPr>
          <p:spPr bwMode="auto">
            <a:xfrm>
              <a:off x="1222" y="2297"/>
              <a:ext cx="911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Ball 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tiếp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xúc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điểm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</a:p>
          </p:txBody>
        </p:sp>
        <p:sp>
          <p:nvSpPr>
            <p:cNvPr id="144422" name="Line 33"/>
            <p:cNvSpPr>
              <a:spLocks noChangeShapeType="1"/>
            </p:cNvSpPr>
            <p:nvPr/>
          </p:nvSpPr>
          <p:spPr bwMode="auto">
            <a:xfrm>
              <a:off x="357" y="2530"/>
              <a:ext cx="518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23" name="Text Box 34"/>
            <p:cNvSpPr txBox="1">
              <a:spLocks noChangeArrowheads="1"/>
            </p:cNvSpPr>
            <p:nvPr/>
          </p:nvSpPr>
          <p:spPr bwMode="auto">
            <a:xfrm>
              <a:off x="426" y="2542"/>
              <a:ext cx="627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Phụ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phẩm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ngăn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bụi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bẩn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24" name="Text Box 35"/>
            <p:cNvSpPr txBox="1">
              <a:spLocks noChangeArrowheads="1"/>
            </p:cNvSpPr>
            <p:nvPr/>
          </p:nvSpPr>
          <p:spPr bwMode="auto">
            <a:xfrm>
              <a:off x="1274" y="2528"/>
              <a:ext cx="76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Bịt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(Seal)</a:t>
              </a:r>
              <a:endPara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(end, </a:t>
              </a:r>
              <a:r>
                <a:rPr lang="en-US" altLang="ko-KR" sz="120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side</a:t>
              </a:r>
              <a:r>
                <a:rPr lang="en-US" altLang="ko-KR" sz="120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, inner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  <a:endPara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25" name="Text Box 36"/>
            <p:cNvSpPr txBox="1">
              <a:spLocks noChangeArrowheads="1"/>
            </p:cNvSpPr>
            <p:nvPr/>
          </p:nvSpPr>
          <p:spPr bwMode="auto">
            <a:xfrm>
              <a:off x="2537" y="1809"/>
              <a:ext cx="597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Screw Shaft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26" name="Text Box 37"/>
            <p:cNvSpPr txBox="1">
              <a:spLocks noChangeArrowheads="1"/>
            </p:cNvSpPr>
            <p:nvPr/>
          </p:nvSpPr>
          <p:spPr bwMode="auto">
            <a:xfrm>
              <a:off x="2533" y="2024"/>
              <a:ext cx="726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Ball Screw Nut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27" name="Text Box 38"/>
            <p:cNvSpPr txBox="1">
              <a:spLocks noChangeArrowheads="1"/>
            </p:cNvSpPr>
            <p:nvPr/>
          </p:nvSpPr>
          <p:spPr bwMode="auto">
            <a:xfrm>
              <a:off x="2510" y="2543"/>
              <a:ext cx="702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Bịt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khuất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khúc</a:t>
              </a:r>
              <a:endPara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(labyrinth seal)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28" name="Text Box 39"/>
            <p:cNvSpPr txBox="1">
              <a:spLocks noChangeArrowheads="1"/>
            </p:cNvSpPr>
            <p:nvPr/>
          </p:nvSpPr>
          <p:spPr bwMode="auto">
            <a:xfrm>
              <a:off x="2452" y="2292"/>
              <a:ext cx="911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all 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tiếp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xúc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điểm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</a:p>
          </p:txBody>
        </p:sp>
        <p:sp>
          <p:nvSpPr>
            <p:cNvPr id="144429" name="Text Box 40"/>
            <p:cNvSpPr txBox="1">
              <a:spLocks noChangeArrowheads="1"/>
            </p:cNvSpPr>
            <p:nvPr/>
          </p:nvSpPr>
          <p:spPr bwMode="auto">
            <a:xfrm>
              <a:off x="3556" y="2285"/>
              <a:ext cx="911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all 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tiếp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xúc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điểm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</a:p>
          </p:txBody>
        </p:sp>
        <p:sp>
          <p:nvSpPr>
            <p:cNvPr id="144430" name="Text Box 41"/>
            <p:cNvSpPr txBox="1">
              <a:spLocks noChangeArrowheads="1"/>
            </p:cNvSpPr>
            <p:nvPr/>
          </p:nvSpPr>
          <p:spPr bwMode="auto">
            <a:xfrm>
              <a:off x="4578" y="2290"/>
              <a:ext cx="911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all (</a:t>
              </a:r>
              <a:r>
                <a:rPr lang="en-US" altLang="ko-KR" sz="12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iếp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xúc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điểm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  <a:endPara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31" name="Text Box 42"/>
            <p:cNvSpPr txBox="1">
              <a:spLocks noChangeArrowheads="1"/>
            </p:cNvSpPr>
            <p:nvPr/>
          </p:nvSpPr>
          <p:spPr bwMode="auto">
            <a:xfrm>
              <a:off x="4672" y="1810"/>
              <a:ext cx="701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Spline 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Shaft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32" name="Text Box 43"/>
            <p:cNvSpPr txBox="1">
              <a:spLocks noChangeArrowheads="1"/>
            </p:cNvSpPr>
            <p:nvPr/>
          </p:nvSpPr>
          <p:spPr bwMode="auto">
            <a:xfrm>
              <a:off x="4808" y="2026"/>
              <a:ext cx="482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Vỏ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ngoài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33" name="Text Box 44"/>
            <p:cNvSpPr txBox="1">
              <a:spLocks noChangeArrowheads="1"/>
            </p:cNvSpPr>
            <p:nvPr/>
          </p:nvSpPr>
          <p:spPr bwMode="auto">
            <a:xfrm>
              <a:off x="4855" y="2576"/>
              <a:ext cx="47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Bịt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(Seal)</a:t>
              </a:r>
              <a:endPara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34" name="Text Box 45"/>
            <p:cNvSpPr txBox="1">
              <a:spLocks noChangeArrowheads="1"/>
            </p:cNvSpPr>
            <p:nvPr/>
          </p:nvSpPr>
          <p:spPr bwMode="auto">
            <a:xfrm>
              <a:off x="3749" y="1817"/>
              <a:ext cx="498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LM </a:t>
              </a:r>
              <a:r>
                <a:rPr lang="en-US" altLang="ko-KR" sz="120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Shaft</a:t>
              </a:r>
              <a:endPara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35" name="Text Box 46"/>
            <p:cNvSpPr txBox="1">
              <a:spLocks noChangeArrowheads="1"/>
            </p:cNvSpPr>
            <p:nvPr/>
          </p:nvSpPr>
          <p:spPr bwMode="auto">
            <a:xfrm>
              <a:off x="3773" y="2026"/>
              <a:ext cx="482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Vỏ</a:t>
              </a:r>
              <a:r>
                <a:rPr lang="en-US" altLang="ko-KR" sz="120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ngoài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36" name="Text Box 47"/>
            <p:cNvSpPr txBox="1">
              <a:spLocks noChangeArrowheads="1"/>
            </p:cNvSpPr>
            <p:nvPr/>
          </p:nvSpPr>
          <p:spPr bwMode="auto">
            <a:xfrm>
              <a:off x="3790" y="2583"/>
              <a:ext cx="458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Bịt(seal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  <a:endPara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37" name="Line 48"/>
            <p:cNvSpPr>
              <a:spLocks noChangeShapeType="1"/>
            </p:cNvSpPr>
            <p:nvPr/>
          </p:nvSpPr>
          <p:spPr bwMode="auto">
            <a:xfrm>
              <a:off x="65" y="716"/>
              <a:ext cx="1018" cy="1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38" name="Line 49"/>
            <p:cNvSpPr>
              <a:spLocks noChangeShapeType="1"/>
            </p:cNvSpPr>
            <p:nvPr/>
          </p:nvSpPr>
          <p:spPr bwMode="auto">
            <a:xfrm>
              <a:off x="357" y="2830"/>
              <a:ext cx="518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144439" name="Picture 50" descr="7-4-5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11" y="2919"/>
              <a:ext cx="1114" cy="6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4440" name="Picture 51" descr="7-3-6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1" y="2911"/>
              <a:ext cx="1109" cy="6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4441" name="Picture 52" descr="7-5-4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8" y="2921"/>
              <a:ext cx="953" cy="6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442" name="Line 53"/>
            <p:cNvSpPr>
              <a:spLocks noChangeShapeType="1"/>
            </p:cNvSpPr>
            <p:nvPr/>
          </p:nvSpPr>
          <p:spPr bwMode="auto">
            <a:xfrm flipH="1">
              <a:off x="2266" y="709"/>
              <a:ext cx="6" cy="29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43" name="Line 54"/>
            <p:cNvSpPr>
              <a:spLocks noChangeShapeType="1"/>
            </p:cNvSpPr>
            <p:nvPr/>
          </p:nvSpPr>
          <p:spPr bwMode="auto">
            <a:xfrm flipH="1">
              <a:off x="3424" y="709"/>
              <a:ext cx="6" cy="29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44" name="Line 55"/>
            <p:cNvSpPr>
              <a:spLocks noChangeShapeType="1"/>
            </p:cNvSpPr>
            <p:nvPr/>
          </p:nvSpPr>
          <p:spPr bwMode="auto">
            <a:xfrm flipH="1">
              <a:off x="4527" y="709"/>
              <a:ext cx="6" cy="29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445" name="Text Box 56"/>
            <p:cNvSpPr txBox="1">
              <a:spLocks noChangeArrowheads="1"/>
            </p:cNvSpPr>
            <p:nvPr/>
          </p:nvSpPr>
          <p:spPr bwMode="auto">
            <a:xfrm>
              <a:off x="572" y="3122"/>
              <a:ext cx="287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Ảnh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44388" name="Rectangle 57"/>
          <p:cNvSpPr>
            <a:spLocks noGrp="1" noChangeArrowheads="1"/>
          </p:cNvSpPr>
          <p:nvPr>
            <p:ph type="title" idx="4294967295"/>
          </p:nvPr>
        </p:nvSpPr>
        <p:spPr>
          <a:xfrm>
            <a:off x="5626117" y="-55849"/>
            <a:ext cx="3365483" cy="584775"/>
          </a:xfrm>
        </p:spPr>
        <p:txBody>
          <a:bodyPr/>
          <a:lstStyle/>
          <a:p>
            <a:pPr eaLnBrk="1" hangingPunct="1"/>
            <a:r>
              <a:rPr lang="en-US" altLang="ko-KR" dirty="0" smtClean="0">
                <a:solidFill>
                  <a:schemeClr val="tx1"/>
                </a:solidFill>
              </a:rPr>
              <a:t>1.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dirty="0" smtClean="0">
              <a:solidFill>
                <a:schemeClr val="tx1"/>
              </a:solidFill>
            </a:endParaRPr>
          </a:p>
        </p:txBody>
      </p:sp>
      <p:sp>
        <p:nvSpPr>
          <p:cNvPr id="144389" name="Rectangle 59"/>
          <p:cNvSpPr>
            <a:spLocks noChangeArrowheads="1"/>
          </p:cNvSpPr>
          <p:nvPr/>
        </p:nvSpPr>
        <p:spPr bwMode="auto">
          <a:xfrm>
            <a:off x="728663" y="765175"/>
            <a:ext cx="290671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(8)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endParaRPr lang="ko-KR" altLang="en-US" sz="12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4390" name="Rectangle 62"/>
          <p:cNvSpPr>
            <a:spLocks noChangeArrowheads="1"/>
          </p:cNvSpPr>
          <p:nvPr/>
        </p:nvSpPr>
        <p:spPr bwMode="auto">
          <a:xfrm>
            <a:off x="44449" y="58738"/>
            <a:ext cx="3329605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100760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슬라이드 번호 개체 틀 3"/>
          <p:cNvSpPr>
            <a:spLocks noGrp="1"/>
          </p:cNvSpPr>
          <p:nvPr>
            <p:ph type="sldNum" sz="quarter" idx="10"/>
          </p:nvPr>
        </p:nvSpPr>
        <p:spPr>
          <a:xfrm>
            <a:off x="3492500" y="6619875"/>
            <a:ext cx="2133600" cy="47625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BA528307-D415-4DF0-936F-5E486636C084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122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5411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588125" y="68263"/>
            <a:ext cx="2401888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LM Guide</a:t>
            </a:r>
          </a:p>
        </p:txBody>
      </p:sp>
      <p:sp>
        <p:nvSpPr>
          <p:cNvPr id="145412" name="Rectangle 3"/>
          <p:cNvSpPr>
            <a:spLocks noChangeArrowheads="1"/>
          </p:cNvSpPr>
          <p:nvPr/>
        </p:nvSpPr>
        <p:spPr bwMode="auto">
          <a:xfrm>
            <a:off x="757238" y="1700213"/>
            <a:ext cx="431958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</a:t>
            </a: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Guide 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ko-KR" altLang="en-US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HSR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45413" name="Picture 4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C9DBF1"/>
              </a:clrFrom>
              <a:clrTo>
                <a:srgbClr val="C9DBF1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58" b="-75"/>
          <a:stretch>
            <a:fillRect/>
          </a:stretch>
        </p:blipFill>
        <p:spPr bwMode="auto">
          <a:xfrm>
            <a:off x="1581150" y="2070665"/>
            <a:ext cx="4749800" cy="2162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5414" name="Rectangle 5"/>
          <p:cNvSpPr>
            <a:spLocks noChangeArrowheads="1"/>
          </p:cNvSpPr>
          <p:nvPr/>
        </p:nvSpPr>
        <p:spPr bwMode="auto">
          <a:xfrm>
            <a:off x="971550" y="4292600"/>
            <a:ext cx="6446838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LM Rail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LM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Block,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End Plate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Block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Block, do 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bởi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Base Plate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Block,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45°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(Preload)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Block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ổn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5415" name="Rectangle 6"/>
          <p:cNvSpPr>
            <a:spLocks noChangeArrowheads="1"/>
          </p:cNvSpPr>
          <p:nvPr/>
        </p:nvSpPr>
        <p:spPr bwMode="auto">
          <a:xfrm>
            <a:off x="962025" y="1125538"/>
            <a:ext cx="6778625" cy="6001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ở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Block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tuần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giới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.</a:t>
            </a:r>
            <a:endParaRPr lang="en-US" altLang="ko-KR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5416" name="Rectangle 7"/>
          <p:cNvSpPr>
            <a:spLocks noChangeArrowheads="1"/>
          </p:cNvSpPr>
          <p:nvPr/>
        </p:nvSpPr>
        <p:spPr bwMode="auto">
          <a:xfrm>
            <a:off x="684213" y="836613"/>
            <a:ext cx="431958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2-1.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Khái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quát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Guide</a:t>
            </a:r>
            <a:endParaRPr lang="ko-KR" altLang="en-US" sz="12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5417" name="Rectangle 10"/>
          <p:cNvSpPr>
            <a:spLocks noChangeArrowheads="1"/>
          </p:cNvSpPr>
          <p:nvPr/>
        </p:nvSpPr>
        <p:spPr bwMode="auto">
          <a:xfrm>
            <a:off x="400050" y="500063"/>
            <a:ext cx="240188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LM Guide</a:t>
            </a:r>
          </a:p>
        </p:txBody>
      </p:sp>
      <p:sp>
        <p:nvSpPr>
          <p:cNvPr id="145418" name="Rectangle 11"/>
          <p:cNvSpPr>
            <a:spLocks noChangeArrowheads="1"/>
          </p:cNvSpPr>
          <p:nvPr/>
        </p:nvSpPr>
        <p:spPr bwMode="auto">
          <a:xfrm>
            <a:off x="44450" y="58738"/>
            <a:ext cx="380747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5292080" y="4005064"/>
            <a:ext cx="576064" cy="215528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직사각형 2"/>
          <p:cNvSpPr/>
          <p:nvPr/>
        </p:nvSpPr>
        <p:spPr bwMode="auto">
          <a:xfrm>
            <a:off x="1907704" y="2276872"/>
            <a:ext cx="720080" cy="14401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LM Block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직사각형 3"/>
          <p:cNvSpPr/>
          <p:nvPr/>
        </p:nvSpPr>
        <p:spPr bwMode="auto">
          <a:xfrm>
            <a:off x="1354903" y="2907183"/>
            <a:ext cx="840833" cy="36004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endParaRPr kumimoji="1" lang="en-US" altLang="ko-KR" sz="800" b="1" i="0" u="none" strike="noStrike" cap="none" normalizeH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baseline="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(Grease nipple)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1700064" y="2708920"/>
            <a:ext cx="648072" cy="14401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End Seal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4499992" y="2852936"/>
            <a:ext cx="648072" cy="19900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LM Rail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1691680" y="2492896"/>
            <a:ext cx="648072" cy="14401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End Plate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3131840" y="3789040"/>
            <a:ext cx="1116124" cy="14401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Inner Seal (option)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3635896" y="3429000"/>
            <a:ext cx="360039" cy="14401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3059832" y="3956377"/>
            <a:ext cx="648072" cy="14401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Side Seal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1948185" y="1989138"/>
            <a:ext cx="823615" cy="21572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Base plate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3203848" y="3605335"/>
            <a:ext cx="792087" cy="143718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Base plate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606992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F4CA83E4-8DD6-437C-934E-2FD0DD40BCF4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123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6435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145213" y="68263"/>
            <a:ext cx="2819400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LM Guide</a:t>
            </a:r>
          </a:p>
        </p:txBody>
      </p:sp>
      <p:sp>
        <p:nvSpPr>
          <p:cNvPr id="146436" name="Rectangle 3"/>
          <p:cNvSpPr>
            <a:spLocks noChangeArrowheads="1"/>
          </p:cNvSpPr>
          <p:nvPr/>
        </p:nvSpPr>
        <p:spPr bwMode="auto">
          <a:xfrm>
            <a:off x="755650" y="587375"/>
            <a:ext cx="23685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sánh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</a:t>
            </a: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Guide </a:t>
            </a:r>
            <a:endParaRPr lang="ko-KR" altLang="en-US" sz="12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46437" name="Picture 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688" y="1522413"/>
            <a:ext cx="2338387" cy="1047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6438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5375" y="1504950"/>
            <a:ext cx="2457450" cy="1065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6439" name="Picture 6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2663" y="2862263"/>
            <a:ext cx="2444750" cy="3411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6440" name="Picture 7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5375" y="2862263"/>
            <a:ext cx="2809875" cy="3338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6441" name="Rectangle 8"/>
          <p:cNvSpPr>
            <a:spLocks noChangeArrowheads="1"/>
          </p:cNvSpPr>
          <p:nvPr/>
        </p:nvSpPr>
        <p:spPr bwMode="auto">
          <a:xfrm>
            <a:off x="5368925" y="1052513"/>
            <a:ext cx="1727200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226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Retainer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Type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6442" name="Rectangle 9"/>
          <p:cNvSpPr>
            <a:spLocks noChangeArrowheads="1"/>
          </p:cNvSpPr>
          <p:nvPr/>
        </p:nvSpPr>
        <p:spPr bwMode="auto">
          <a:xfrm>
            <a:off x="1381125" y="1052513"/>
            <a:ext cx="1728788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226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súng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6443" name="Rectangle 12"/>
          <p:cNvSpPr>
            <a:spLocks noChangeArrowheads="1"/>
          </p:cNvSpPr>
          <p:nvPr/>
        </p:nvSpPr>
        <p:spPr bwMode="auto">
          <a:xfrm>
            <a:off x="44450" y="58738"/>
            <a:ext cx="416751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1224136" y="2862263"/>
            <a:ext cx="1961804" cy="29210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chạm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bi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5134321" y="2848867"/>
            <a:ext cx="1961804" cy="29210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chạm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bi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직사각형 2"/>
          <p:cNvSpPr/>
          <p:nvPr/>
        </p:nvSpPr>
        <p:spPr bwMode="auto">
          <a:xfrm>
            <a:off x="982664" y="6021288"/>
            <a:ext cx="957262" cy="25251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9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Ma </a:t>
            </a:r>
            <a:r>
              <a:rPr kumimoji="1" lang="en-US" altLang="ko-KR" sz="9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lẫn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endParaRPr kumimoji="1" lang="ko-KR" altLang="en-US" sz="9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직사각형 3"/>
          <p:cNvSpPr/>
          <p:nvPr/>
        </p:nvSpPr>
        <p:spPr bwMode="auto">
          <a:xfrm>
            <a:off x="2699792" y="6021288"/>
            <a:ext cx="792088" cy="36004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9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chạm</a:t>
            </a:r>
            <a:endParaRPr kumimoji="1" lang="ko-KR" altLang="en-US" sz="9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직사각형 4"/>
          <p:cNvSpPr/>
          <p:nvPr/>
        </p:nvSpPr>
        <p:spPr bwMode="auto">
          <a:xfrm>
            <a:off x="5724128" y="5619294"/>
            <a:ext cx="1872208" cy="50405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9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khu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vực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tối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kumimoji="1" lang="en-US" altLang="ko-KR" sz="9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endParaRPr kumimoji="1" lang="ko-KR" altLang="en-US" sz="9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79620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0D7C8EF9-7952-430F-8EF4-6B7CAD179B46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124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7459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318250" y="68263"/>
            <a:ext cx="2646363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LM Guide</a:t>
            </a:r>
          </a:p>
        </p:txBody>
      </p:sp>
      <p:sp>
        <p:nvSpPr>
          <p:cNvPr id="147460" name="Rectangle 3"/>
          <p:cNvSpPr>
            <a:spLocks noChangeArrowheads="1"/>
          </p:cNvSpPr>
          <p:nvPr/>
        </p:nvSpPr>
        <p:spPr bwMode="auto">
          <a:xfrm>
            <a:off x="544513" y="1989138"/>
            <a:ext cx="1795462" cy="325437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Retainer Type</a:t>
            </a:r>
          </a:p>
        </p:txBody>
      </p:sp>
      <p:sp>
        <p:nvSpPr>
          <p:cNvPr id="147461" name="Rectangle 4"/>
          <p:cNvSpPr>
            <a:spLocks noChangeArrowheads="1"/>
          </p:cNvSpPr>
          <p:nvPr/>
        </p:nvSpPr>
        <p:spPr bwMode="auto">
          <a:xfrm>
            <a:off x="1770063" y="1339850"/>
            <a:ext cx="1793875" cy="29686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Guide</a:t>
            </a:r>
          </a:p>
        </p:txBody>
      </p:sp>
      <p:sp>
        <p:nvSpPr>
          <p:cNvPr id="147462" name="Rectangle 5"/>
          <p:cNvSpPr>
            <a:spLocks noChangeArrowheads="1"/>
          </p:cNvSpPr>
          <p:nvPr/>
        </p:nvSpPr>
        <p:spPr bwMode="auto">
          <a:xfrm>
            <a:off x="3840163" y="692150"/>
            <a:ext cx="1470025" cy="3238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LM Guide</a:t>
            </a:r>
          </a:p>
        </p:txBody>
      </p:sp>
      <p:cxnSp>
        <p:nvCxnSpPr>
          <p:cNvPr id="147463" name="AutoShape 6"/>
          <p:cNvCxnSpPr>
            <a:cxnSpLocks noChangeShapeType="1"/>
            <a:stCxn id="147462" idx="2"/>
            <a:endCxn id="147461" idx="0"/>
          </p:cNvCxnSpPr>
          <p:nvPr/>
        </p:nvCxnSpPr>
        <p:spPr bwMode="auto">
          <a:xfrm rot="5400000">
            <a:off x="3459163" y="223837"/>
            <a:ext cx="323850" cy="1908175"/>
          </a:xfrm>
          <a:prstGeom prst="bentConnector3">
            <a:avLst>
              <a:gd name="adj1" fmla="val 50000"/>
            </a:avLst>
          </a:prstGeom>
          <a:noFill/>
          <a:ln w="1270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7464" name="AutoShape 7"/>
          <p:cNvCxnSpPr>
            <a:cxnSpLocks noChangeShapeType="1"/>
            <a:stCxn id="147461" idx="2"/>
            <a:endCxn id="147460" idx="0"/>
          </p:cNvCxnSpPr>
          <p:nvPr/>
        </p:nvCxnSpPr>
        <p:spPr bwMode="auto">
          <a:xfrm rot="5400000">
            <a:off x="1878806" y="1200945"/>
            <a:ext cx="352425" cy="1223962"/>
          </a:xfrm>
          <a:prstGeom prst="bentConnector3">
            <a:avLst>
              <a:gd name="adj1" fmla="val 49551"/>
            </a:avLst>
          </a:prstGeom>
          <a:noFill/>
          <a:ln w="1270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7465" name="AutoShape 8"/>
          <p:cNvCxnSpPr>
            <a:cxnSpLocks noChangeShapeType="1"/>
            <a:stCxn id="147461" idx="2"/>
            <a:endCxn id="147466" idx="0"/>
          </p:cNvCxnSpPr>
          <p:nvPr/>
        </p:nvCxnSpPr>
        <p:spPr bwMode="auto">
          <a:xfrm rot="16200000" flipH="1">
            <a:off x="3476625" y="827088"/>
            <a:ext cx="352425" cy="1971675"/>
          </a:xfrm>
          <a:prstGeom prst="bentConnector3">
            <a:avLst>
              <a:gd name="adj1" fmla="val 49551"/>
            </a:avLst>
          </a:prstGeom>
          <a:noFill/>
          <a:ln w="1270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7466" name="Rectangle 9"/>
          <p:cNvSpPr>
            <a:spLocks noChangeArrowheads="1"/>
          </p:cNvSpPr>
          <p:nvPr/>
        </p:nvSpPr>
        <p:spPr bwMode="auto">
          <a:xfrm>
            <a:off x="2776538" y="1989138"/>
            <a:ext cx="3722687" cy="325437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súng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총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Type)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7467" name="Rectangle 10"/>
          <p:cNvSpPr>
            <a:spLocks noChangeArrowheads="1"/>
          </p:cNvSpPr>
          <p:nvPr/>
        </p:nvSpPr>
        <p:spPr bwMode="auto">
          <a:xfrm>
            <a:off x="6877050" y="1339850"/>
            <a:ext cx="1795463" cy="28892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Roller Guide</a:t>
            </a:r>
          </a:p>
        </p:txBody>
      </p:sp>
      <p:cxnSp>
        <p:nvCxnSpPr>
          <p:cNvPr id="147468" name="AutoShape 11"/>
          <p:cNvCxnSpPr>
            <a:cxnSpLocks noChangeShapeType="1"/>
            <a:stCxn id="147462" idx="2"/>
            <a:endCxn id="147467" idx="0"/>
          </p:cNvCxnSpPr>
          <p:nvPr/>
        </p:nvCxnSpPr>
        <p:spPr bwMode="auto">
          <a:xfrm rot="16200000" flipH="1">
            <a:off x="6013450" y="-422275"/>
            <a:ext cx="323850" cy="3200400"/>
          </a:xfrm>
          <a:prstGeom prst="bentConnector3">
            <a:avLst>
              <a:gd name="adj1" fmla="val 50000"/>
            </a:avLst>
          </a:prstGeom>
          <a:noFill/>
          <a:ln w="1270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7469" name="Rectangle 12"/>
          <p:cNvSpPr>
            <a:spLocks noChangeArrowheads="1"/>
          </p:cNvSpPr>
          <p:nvPr/>
        </p:nvSpPr>
        <p:spPr bwMode="auto">
          <a:xfrm>
            <a:off x="6877050" y="1989138"/>
            <a:ext cx="1795463" cy="325437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Roller Retainer Type</a:t>
            </a:r>
          </a:p>
        </p:txBody>
      </p:sp>
      <p:graphicFrame>
        <p:nvGraphicFramePr>
          <p:cNvPr id="137369" name="Group 1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2181476"/>
              </p:ext>
            </p:extLst>
          </p:nvPr>
        </p:nvGraphicFramePr>
        <p:xfrm>
          <a:off x="468313" y="2420938"/>
          <a:ext cx="1870075" cy="2436813"/>
        </p:xfrm>
        <a:graphic>
          <a:graphicData uri="http://schemas.openxmlformats.org/drawingml/2006/table">
            <a:tbl>
              <a:tblPr/>
              <a:tblGrid>
                <a:gridCol w="741362"/>
                <a:gridCol w="1128713"/>
              </a:tblGrid>
              <a:tr h="304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Type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Tên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gọi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</a:tr>
              <a:tr h="304800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Tiêu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chuẩn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SHS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SSR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SNR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SNS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Khổ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rộng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SHW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Miniature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SRS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Cross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SCR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2723879" name="Group 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5552009"/>
              </p:ext>
            </p:extLst>
          </p:nvPr>
        </p:nvGraphicFramePr>
        <p:xfrm>
          <a:off x="2700338" y="2420938"/>
          <a:ext cx="1793875" cy="3960813"/>
        </p:xfrm>
        <a:graphic>
          <a:graphicData uri="http://schemas.openxmlformats.org/drawingml/2006/table">
            <a:tbl>
              <a:tblPr/>
              <a:tblGrid>
                <a:gridCol w="665162"/>
                <a:gridCol w="1128713"/>
              </a:tblGrid>
              <a:tr h="304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Type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Tên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gọi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</a:tr>
              <a:tr h="304800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Tiêu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chuẩn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HSR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SR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NSR-TBC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NR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NRS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Khổ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rộng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HRW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Miniature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RSR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RSR-Z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RSH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RSH-Z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Cross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CSR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MX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2723915" name="Group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3266030"/>
              </p:ext>
            </p:extLst>
          </p:nvPr>
        </p:nvGraphicFramePr>
        <p:xfrm>
          <a:off x="6877050" y="2420938"/>
          <a:ext cx="1793875" cy="1219200"/>
        </p:xfrm>
        <a:graphic>
          <a:graphicData uri="http://schemas.openxmlformats.org/drawingml/2006/table">
            <a:tbl>
              <a:tblPr/>
              <a:tblGrid>
                <a:gridCol w="665163"/>
                <a:gridCol w="1128712"/>
              </a:tblGrid>
              <a:tr h="304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Type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Tên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gọi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</a:tr>
              <a:tr h="30480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Tiêu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chuẩn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SRG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SRN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Khổ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rộng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SRW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2723931" name="Group 9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6203587"/>
              </p:ext>
            </p:extLst>
          </p:nvPr>
        </p:nvGraphicFramePr>
        <p:xfrm>
          <a:off x="4705350" y="2420938"/>
          <a:ext cx="1793875" cy="3598800"/>
        </p:xfrm>
        <a:graphic>
          <a:graphicData uri="http://schemas.openxmlformats.org/drawingml/2006/table">
            <a:tbl>
              <a:tblPr/>
              <a:tblGrid>
                <a:gridCol w="663575"/>
                <a:gridCol w="1130300"/>
              </a:tblGrid>
              <a:tr h="304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Type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Tên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gọi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</a:tr>
              <a:tr h="304800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Môi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trường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đặc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biệt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HSR-M1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HSR-M2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SR-M1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RSR-M1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 Guide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HCR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cong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thẳng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HMG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Tách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rời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HR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GSR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CSR-R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JR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JR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pic>
        <p:nvPicPr>
          <p:cNvPr id="147581" name="Picture 12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39925" y="3030538"/>
            <a:ext cx="373063" cy="298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82" name="Picture 12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36750" y="3335338"/>
            <a:ext cx="382588" cy="298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83" name="Picture 12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0088" y="2719388"/>
            <a:ext cx="331787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84" name="Picture 12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38338" y="3649663"/>
            <a:ext cx="373062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85" name="Picture 129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8175" y="3956050"/>
            <a:ext cx="40798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86" name="Picture 130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68500" y="4283075"/>
            <a:ext cx="350838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87" name="Picture 131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57388" y="4656138"/>
            <a:ext cx="357187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88" name="Picture 133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4213" y="2738438"/>
            <a:ext cx="354012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89" name="Picture 134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91513" y="3032125"/>
            <a:ext cx="371475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90" name="Picture 135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56588" y="3341688"/>
            <a:ext cx="406400" cy="298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91" name="Picture 137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4575" y="5480050"/>
            <a:ext cx="365125" cy="295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92" name="Picture 138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9175" y="4859338"/>
            <a:ext cx="390525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93" name="Picture 139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89650" y="4564063"/>
            <a:ext cx="400050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94" name="Picture 140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6638" y="3944938"/>
            <a:ext cx="366712" cy="30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95" name="Picture 142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7825" y="3028950"/>
            <a:ext cx="373063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96" name="Picture 143"/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3063" y="3641725"/>
            <a:ext cx="3762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97" name="Picture 144"/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40200" y="3944938"/>
            <a:ext cx="390525" cy="30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98" name="Picture 145"/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00525" y="2722563"/>
            <a:ext cx="3476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599" name="Picture 146"/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40213" y="5775325"/>
            <a:ext cx="307975" cy="30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600" name="Picture 147"/>
          <p:cNvPicPr>
            <a:picLocks noChangeAspect="1" noChangeArrowheads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6713" y="4251325"/>
            <a:ext cx="3778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601" name="Picture 148"/>
          <p:cNvPicPr>
            <a:picLocks noChangeAspect="1"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8300" y="4554538"/>
            <a:ext cx="376238" cy="30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602" name="Picture 149"/>
          <p:cNvPicPr>
            <a:picLocks noChangeAspect="1"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49738" y="6097588"/>
            <a:ext cx="3111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603" name="Picture 150"/>
          <p:cNvPicPr>
            <a:picLocks noChangeAspect="1" noChangeArrowheads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08463" y="3340100"/>
            <a:ext cx="352425" cy="295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47604" name="AutoShape 151"/>
          <p:cNvCxnSpPr>
            <a:cxnSpLocks noChangeShapeType="1"/>
            <a:stCxn id="147467" idx="2"/>
            <a:endCxn id="147469" idx="0"/>
          </p:cNvCxnSpPr>
          <p:nvPr/>
        </p:nvCxnSpPr>
        <p:spPr bwMode="auto">
          <a:xfrm rot="5400000">
            <a:off x="7595393" y="1808957"/>
            <a:ext cx="360363" cy="0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7605" name="Rectangle 154"/>
          <p:cNvSpPr>
            <a:spLocks noChangeArrowheads="1"/>
          </p:cNvSpPr>
          <p:nvPr/>
        </p:nvSpPr>
        <p:spPr bwMode="auto">
          <a:xfrm>
            <a:off x="773113" y="549275"/>
            <a:ext cx="264636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Guide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7606" name="Rectangle 156"/>
          <p:cNvSpPr>
            <a:spLocks noChangeArrowheads="1"/>
          </p:cNvSpPr>
          <p:nvPr/>
        </p:nvSpPr>
        <p:spPr bwMode="auto">
          <a:xfrm>
            <a:off x="44449" y="58738"/>
            <a:ext cx="3795713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593835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슬라이드 번호 개체 틀 3"/>
          <p:cNvSpPr>
            <a:spLocks noGrp="1"/>
          </p:cNvSpPr>
          <p:nvPr>
            <p:ph type="sldNum" sz="quarter" idx="10"/>
          </p:nvPr>
        </p:nvSpPr>
        <p:spPr>
          <a:xfrm>
            <a:off x="3527425" y="6625158"/>
            <a:ext cx="2133600" cy="47625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1D474F3F-C69B-4BA5-9C25-4806C7F85B8D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125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8483" name="Rectangle 2"/>
          <p:cNvSpPr>
            <a:spLocks noGrp="1" noChangeArrowheads="1"/>
          </p:cNvSpPr>
          <p:nvPr>
            <p:ph type="ctrTitle"/>
          </p:nvPr>
        </p:nvSpPr>
        <p:spPr>
          <a:xfrm>
            <a:off x="5575300" y="125933"/>
            <a:ext cx="3389313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LM Guide</a:t>
            </a:r>
          </a:p>
        </p:txBody>
      </p:sp>
      <p:sp>
        <p:nvSpPr>
          <p:cNvPr id="148484" name="Rectangle 3"/>
          <p:cNvSpPr>
            <a:spLocks noChangeArrowheads="1"/>
          </p:cNvSpPr>
          <p:nvPr/>
        </p:nvSpPr>
        <p:spPr bwMode="auto">
          <a:xfrm>
            <a:off x="773113" y="1053033"/>
            <a:ext cx="2436812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Ball Retainer Type LM Guide</a:t>
            </a:r>
          </a:p>
        </p:txBody>
      </p:sp>
      <p:sp>
        <p:nvSpPr>
          <p:cNvPr id="148485" name="Rectangle 4"/>
          <p:cNvSpPr>
            <a:spLocks noChangeArrowheads="1"/>
          </p:cNvSpPr>
          <p:nvPr/>
        </p:nvSpPr>
        <p:spPr bwMode="auto">
          <a:xfrm>
            <a:off x="773113" y="3137420"/>
            <a:ext cx="194155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súng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Guide</a:t>
            </a:r>
          </a:p>
        </p:txBody>
      </p:sp>
      <p:grpSp>
        <p:nvGrpSpPr>
          <p:cNvPr id="148486" name="Group 5"/>
          <p:cNvGrpSpPr>
            <a:grpSpLocks/>
          </p:cNvGrpSpPr>
          <p:nvPr/>
        </p:nvGrpSpPr>
        <p:grpSpPr bwMode="auto">
          <a:xfrm>
            <a:off x="1071563" y="1616595"/>
            <a:ext cx="2924175" cy="1238250"/>
            <a:chOff x="580" y="720"/>
            <a:chExt cx="1995" cy="780"/>
          </a:xfrm>
        </p:grpSpPr>
        <p:pic>
          <p:nvPicPr>
            <p:cNvPr id="148494" name="Picture 6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6667" r="401" b="20370"/>
            <a:stretch>
              <a:fillRect/>
            </a:stretch>
          </p:blipFill>
          <p:spPr bwMode="auto">
            <a:xfrm>
              <a:off x="586" y="720"/>
              <a:ext cx="1987" cy="170"/>
            </a:xfrm>
            <a:prstGeom prst="rect">
              <a:avLst/>
            </a:prstGeom>
            <a:noFill/>
            <a:ln w="19050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8495" name="Picture 7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" y="887"/>
              <a:ext cx="1995" cy="613"/>
            </a:xfrm>
            <a:prstGeom prst="rect">
              <a:avLst/>
            </a:prstGeom>
            <a:noFill/>
            <a:ln w="317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8487" name="Rectangle 8"/>
          <p:cNvSpPr>
            <a:spLocks noChangeArrowheads="1"/>
          </p:cNvSpPr>
          <p:nvPr/>
        </p:nvSpPr>
        <p:spPr bwMode="auto">
          <a:xfrm>
            <a:off x="4341813" y="1576908"/>
            <a:ext cx="419100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miễn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lâu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ưu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mềm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sót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8488" name="Rectangle 9"/>
          <p:cNvSpPr>
            <a:spLocks noChangeArrowheads="1"/>
          </p:cNvSpPr>
          <p:nvPr/>
        </p:nvSpPr>
        <p:spPr bwMode="auto">
          <a:xfrm>
            <a:off x="4371975" y="4350270"/>
            <a:ext cx="4016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gàng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sót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M1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150℃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8489" name="Group 10"/>
          <p:cNvGrpSpPr>
            <a:grpSpLocks/>
          </p:cNvGrpSpPr>
          <p:nvPr/>
        </p:nvGrpSpPr>
        <p:grpSpPr bwMode="auto">
          <a:xfrm>
            <a:off x="1073150" y="3486670"/>
            <a:ext cx="2922588" cy="2874963"/>
            <a:chOff x="716" y="2069"/>
            <a:chExt cx="1994" cy="1811"/>
          </a:xfrm>
        </p:grpSpPr>
        <p:pic>
          <p:nvPicPr>
            <p:cNvPr id="148492" name="Picture 11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6" y="2245"/>
              <a:ext cx="1994" cy="1635"/>
            </a:xfrm>
            <a:prstGeom prst="rect">
              <a:avLst/>
            </a:prstGeom>
            <a:noFill/>
            <a:ln w="3175" algn="ctr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8493" name="Picture 12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6667" r="401" b="20370"/>
            <a:stretch>
              <a:fillRect/>
            </a:stretch>
          </p:blipFill>
          <p:spPr bwMode="auto">
            <a:xfrm>
              <a:off x="716" y="2069"/>
              <a:ext cx="1987" cy="170"/>
            </a:xfrm>
            <a:prstGeom prst="rect">
              <a:avLst/>
            </a:prstGeom>
            <a:noFill/>
            <a:ln w="19050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8490" name="Rectangle 15"/>
          <p:cNvSpPr>
            <a:spLocks noChangeArrowheads="1"/>
          </p:cNvSpPr>
          <p:nvPr/>
        </p:nvSpPr>
        <p:spPr bwMode="auto">
          <a:xfrm>
            <a:off x="436563" y="748331"/>
            <a:ext cx="393541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2-2.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Guide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8491" name="Rectangle 16"/>
          <p:cNvSpPr>
            <a:spLocks noChangeArrowheads="1"/>
          </p:cNvSpPr>
          <p:nvPr/>
        </p:nvSpPr>
        <p:spPr bwMode="auto">
          <a:xfrm>
            <a:off x="44450" y="116408"/>
            <a:ext cx="416751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1331640" y="1663924"/>
            <a:ext cx="720080" cy="18090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900" b="1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kumimoji="1" lang="en-US" altLang="ko-KR" sz="9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endParaRPr kumimoji="1" lang="ko-KR" altLang="en-US" sz="9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2771800" y="1663924"/>
            <a:ext cx="720080" cy="18090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9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9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endParaRPr kumimoji="1" lang="ko-KR" altLang="en-US" sz="9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1128847" y="2138003"/>
            <a:ext cx="1125666" cy="460548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Retainer </a:t>
            </a:r>
            <a:r>
              <a:rPr lang="en-US" altLang="ko-KR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Type LM Guide</a:t>
            </a:r>
            <a:endParaRPr kumimoji="1" lang="ko-KR" altLang="en-US" sz="9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1187624" y="3531157"/>
            <a:ext cx="720080" cy="18090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900" b="1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kumimoji="1" lang="en-US" altLang="ko-KR" sz="9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endParaRPr kumimoji="1" lang="ko-KR" altLang="en-US" sz="9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2849885" y="3531157"/>
            <a:ext cx="720080" cy="18090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9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9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endParaRPr kumimoji="1" lang="ko-KR" altLang="en-US" sz="9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1122842" y="4840660"/>
            <a:ext cx="1125666" cy="460548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9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súng</a:t>
            </a:r>
            <a:endParaRPr lang="en-US" altLang="ko-KR" sz="900" b="1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altLang="ko-KR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Guide</a:t>
            </a:r>
            <a:endParaRPr kumimoji="1" lang="ko-KR" altLang="en-US" sz="9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54972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F2963F96-1E78-4DAB-B89A-C48D480172B3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126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9507" name="Rectangle 2"/>
          <p:cNvSpPr>
            <a:spLocks noGrp="1" noChangeArrowheads="1"/>
          </p:cNvSpPr>
          <p:nvPr>
            <p:ph type="ctrTitle"/>
          </p:nvPr>
        </p:nvSpPr>
        <p:spPr>
          <a:xfrm>
            <a:off x="5819775" y="68263"/>
            <a:ext cx="3144838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LM Guide</a:t>
            </a:r>
          </a:p>
        </p:txBody>
      </p:sp>
      <p:sp>
        <p:nvSpPr>
          <p:cNvPr id="149508" name="Rectangle 3"/>
          <p:cNvSpPr>
            <a:spLocks noChangeArrowheads="1"/>
          </p:cNvSpPr>
          <p:nvPr/>
        </p:nvSpPr>
        <p:spPr bwMode="auto">
          <a:xfrm>
            <a:off x="750888" y="635000"/>
            <a:ext cx="44461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Ball Retainer Type LM Guide –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9509" name="Rectangle 4"/>
          <p:cNvSpPr>
            <a:spLocks noChangeArrowheads="1"/>
          </p:cNvSpPr>
          <p:nvPr/>
        </p:nvSpPr>
        <p:spPr bwMode="auto">
          <a:xfrm>
            <a:off x="750888" y="3871913"/>
            <a:ext cx="383951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súng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Guide –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9510" name="Rectangle 5"/>
          <p:cNvSpPr>
            <a:spLocks noChangeArrowheads="1"/>
          </p:cNvSpPr>
          <p:nvPr/>
        </p:nvSpPr>
        <p:spPr bwMode="auto">
          <a:xfrm>
            <a:off x="4371975" y="1587500"/>
            <a:ext cx="4572000" cy="1384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dưỡng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miễn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lâu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ồn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âm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ưu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mềm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HSR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sót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9511" name="Rectangle 6"/>
          <p:cNvSpPr>
            <a:spLocks noChangeArrowheads="1"/>
          </p:cNvSpPr>
          <p:nvPr/>
        </p:nvSpPr>
        <p:spPr bwMode="auto">
          <a:xfrm>
            <a:off x="4371975" y="4378325"/>
            <a:ext cx="45720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Block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sót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M1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ở150℃</a:t>
            </a:r>
          </a:p>
        </p:txBody>
      </p:sp>
      <p:grpSp>
        <p:nvGrpSpPr>
          <p:cNvPr id="149512" name="Group 7"/>
          <p:cNvGrpSpPr>
            <a:grpSpLocks/>
          </p:cNvGrpSpPr>
          <p:nvPr/>
        </p:nvGrpSpPr>
        <p:grpSpPr bwMode="auto">
          <a:xfrm>
            <a:off x="1087438" y="1082675"/>
            <a:ext cx="2925762" cy="2201863"/>
            <a:chOff x="580" y="720"/>
            <a:chExt cx="1996" cy="1387"/>
          </a:xfrm>
        </p:grpSpPr>
        <p:pic>
          <p:nvPicPr>
            <p:cNvPr id="149517" name="Picture 8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" y="880"/>
              <a:ext cx="1996" cy="1227"/>
            </a:xfrm>
            <a:prstGeom prst="rect">
              <a:avLst/>
            </a:prstGeom>
            <a:noFill/>
            <a:ln w="3175" algn="ctr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9518" name="Picture 9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6667" r="401" b="20370"/>
            <a:stretch>
              <a:fillRect/>
            </a:stretch>
          </p:blipFill>
          <p:spPr bwMode="auto">
            <a:xfrm>
              <a:off x="586" y="720"/>
              <a:ext cx="1987" cy="170"/>
            </a:xfrm>
            <a:prstGeom prst="rect">
              <a:avLst/>
            </a:prstGeom>
            <a:noFill/>
            <a:ln w="19050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49513" name="Group 10"/>
          <p:cNvGrpSpPr>
            <a:grpSpLocks/>
          </p:cNvGrpSpPr>
          <p:nvPr/>
        </p:nvGrpSpPr>
        <p:grpSpPr bwMode="auto">
          <a:xfrm>
            <a:off x="1087438" y="4311650"/>
            <a:ext cx="2925762" cy="1028700"/>
            <a:chOff x="580" y="2716"/>
            <a:chExt cx="1996" cy="648"/>
          </a:xfrm>
        </p:grpSpPr>
        <p:pic>
          <p:nvPicPr>
            <p:cNvPr id="149515" name="Picture 11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" y="2886"/>
              <a:ext cx="1996" cy="478"/>
            </a:xfrm>
            <a:prstGeom prst="rect">
              <a:avLst/>
            </a:prstGeom>
            <a:noFill/>
            <a:ln w="3175" algn="ctr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9516" name="Picture 1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6667" r="401" b="20370"/>
            <a:stretch>
              <a:fillRect/>
            </a:stretch>
          </p:blipFill>
          <p:spPr bwMode="auto">
            <a:xfrm>
              <a:off x="586" y="2716"/>
              <a:ext cx="1987" cy="170"/>
            </a:xfrm>
            <a:prstGeom prst="rect">
              <a:avLst/>
            </a:prstGeom>
            <a:noFill/>
            <a:ln w="19050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9514" name="Rectangle 15"/>
          <p:cNvSpPr>
            <a:spLocks noChangeArrowheads="1"/>
          </p:cNvSpPr>
          <p:nvPr/>
        </p:nvSpPr>
        <p:spPr bwMode="auto">
          <a:xfrm>
            <a:off x="44449" y="58738"/>
            <a:ext cx="4327525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1259632" y="1127162"/>
            <a:ext cx="720080" cy="18090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900" b="1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kumimoji="1" lang="en-US" altLang="ko-KR" sz="9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endParaRPr kumimoji="1" lang="ko-KR" altLang="en-US" sz="9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1331640" y="4356137"/>
            <a:ext cx="720080" cy="18090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900" b="1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kumimoji="1" lang="en-US" altLang="ko-KR" sz="900" b="1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900" b="1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endParaRPr kumimoji="1" lang="ko-KR" altLang="en-US" sz="9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2771800" y="1122999"/>
            <a:ext cx="720080" cy="18090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9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9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endParaRPr kumimoji="1" lang="ko-KR" altLang="en-US" sz="9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2771800" y="4351974"/>
            <a:ext cx="720080" cy="18090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9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9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endParaRPr kumimoji="1" lang="ko-KR" altLang="en-US" sz="9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1133811" y="1988841"/>
            <a:ext cx="1133933" cy="72008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Retainer </a:t>
            </a:r>
            <a:r>
              <a:rPr lang="en-US" altLang="ko-KR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Type LM Guide – </a:t>
            </a:r>
            <a:r>
              <a:rPr lang="en-US" altLang="ko-KR" sz="9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9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kumimoji="1" lang="ko-KR" altLang="en-US" sz="9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1115616" y="4653136"/>
            <a:ext cx="1125666" cy="60456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9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9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súng</a:t>
            </a:r>
            <a:endParaRPr lang="en-US" altLang="ko-KR" sz="900" b="1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altLang="ko-KR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Guide – </a:t>
            </a:r>
            <a:r>
              <a:rPr lang="en-US" altLang="ko-KR" sz="9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endParaRPr kumimoji="1" lang="ko-KR" altLang="en-US" sz="900" b="1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652039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5DFE7D01-576E-4D9E-AC64-227004835368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127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0531" name="Rectangle 2"/>
          <p:cNvSpPr>
            <a:spLocks noGrp="1" noChangeArrowheads="1"/>
          </p:cNvSpPr>
          <p:nvPr>
            <p:ph type="ctrTitle"/>
          </p:nvPr>
        </p:nvSpPr>
        <p:spPr>
          <a:xfrm>
            <a:off x="5708650" y="68263"/>
            <a:ext cx="3327400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LM Guide</a:t>
            </a:r>
            <a:endParaRPr lang="en-US" altLang="ko-KR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Wingdings" pitchFamily="2" charset="2"/>
            </a:endParaRPr>
          </a:p>
        </p:txBody>
      </p:sp>
      <p:sp>
        <p:nvSpPr>
          <p:cNvPr id="150532" name="Rectangle 3"/>
          <p:cNvSpPr>
            <a:spLocks noChangeArrowheads="1"/>
          </p:cNvSpPr>
          <p:nvPr/>
        </p:nvSpPr>
        <p:spPr bwMode="auto">
          <a:xfrm>
            <a:off x="755650" y="850900"/>
            <a:ext cx="142699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Khâu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0533" name="Rectangle 4"/>
          <p:cNvSpPr>
            <a:spLocks noChangeArrowheads="1"/>
          </p:cNvSpPr>
          <p:nvPr/>
        </p:nvSpPr>
        <p:spPr bwMode="auto">
          <a:xfrm>
            <a:off x="1060450" y="1125538"/>
            <a:ext cx="7759700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20kg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thương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Vì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nhân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xâm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Block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LM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Rail,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thân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rơi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Guide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bất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ngăn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xâm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bẩn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Vì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nhân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tuần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bi.</a:t>
            </a: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80℃ </a:t>
            </a:r>
            <a:endParaRPr lang="en-US" altLang="ko-KR" sz="10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bẩn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rửa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trắng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0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Guide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End Plate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nhân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(ball, roller)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Block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khỏi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Rail.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Vì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thêm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khu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vực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rung,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lắc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môi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thù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·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0534" name="Text Box 6"/>
          <p:cNvSpPr txBox="1">
            <a:spLocks noChangeArrowheads="1"/>
          </p:cNvSpPr>
          <p:nvPr/>
        </p:nvSpPr>
        <p:spPr bwMode="auto">
          <a:xfrm>
            <a:off x="755650" y="3981450"/>
            <a:ext cx="3311525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0535" name="Text Box 7"/>
          <p:cNvSpPr txBox="1">
            <a:spLocks noChangeArrowheads="1"/>
          </p:cNvSpPr>
          <p:nvPr/>
        </p:nvSpPr>
        <p:spPr bwMode="auto">
          <a:xfrm>
            <a:off x="1060450" y="4221163"/>
            <a:ext cx="7414209" cy="12988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bỏ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niêm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phong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lẫn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vực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thù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·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tích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kĩ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mới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quyết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0536" name="Text Box 8"/>
          <p:cNvSpPr txBox="1">
            <a:spLocks noChangeArrowheads="1"/>
          </p:cNvSpPr>
          <p:nvPr/>
        </p:nvSpPr>
        <p:spPr bwMode="auto">
          <a:xfrm>
            <a:off x="755650" y="5734050"/>
            <a:ext cx="3309938" cy="292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0537" name="Text Box 9"/>
          <p:cNvSpPr txBox="1">
            <a:spLocks noChangeArrowheads="1"/>
          </p:cNvSpPr>
          <p:nvPr/>
        </p:nvSpPr>
        <p:spPr bwMode="auto">
          <a:xfrm>
            <a:off x="1060450" y="5949950"/>
            <a:ext cx="7287572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mở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0538" name="Rectangle 11"/>
          <p:cNvSpPr>
            <a:spLocks noChangeArrowheads="1"/>
          </p:cNvSpPr>
          <p:nvPr/>
        </p:nvSpPr>
        <p:spPr bwMode="auto">
          <a:xfrm>
            <a:off x="396875" y="620713"/>
            <a:ext cx="33274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2-3.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Guide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Wingdings" pitchFamily="2" charset="2"/>
            </a:endParaRPr>
          </a:p>
        </p:txBody>
      </p:sp>
      <p:sp>
        <p:nvSpPr>
          <p:cNvPr id="150539" name="Rectangle 12"/>
          <p:cNvSpPr>
            <a:spLocks noChangeArrowheads="1"/>
          </p:cNvSpPr>
          <p:nvPr/>
        </p:nvSpPr>
        <p:spPr bwMode="auto">
          <a:xfrm>
            <a:off x="44450" y="58738"/>
            <a:ext cx="3519438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397397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698DA2E6-3331-48AC-B02E-88637657B00E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128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1555" name="Rectangle 2"/>
          <p:cNvSpPr>
            <a:spLocks noGrp="1" noChangeArrowheads="1"/>
          </p:cNvSpPr>
          <p:nvPr>
            <p:ph type="ctrTitle"/>
          </p:nvPr>
        </p:nvSpPr>
        <p:spPr>
          <a:xfrm>
            <a:off x="5708650" y="68263"/>
            <a:ext cx="3327400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LM Guide</a:t>
            </a:r>
            <a:endParaRPr lang="en-US" altLang="ko-KR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Wingdings" pitchFamily="2" charset="2"/>
            </a:endParaRPr>
          </a:p>
        </p:txBody>
      </p:sp>
      <p:sp>
        <p:nvSpPr>
          <p:cNvPr id="151556" name="Rectangle 3"/>
          <p:cNvSpPr>
            <a:spLocks noChangeArrowheads="1"/>
          </p:cNvSpPr>
          <p:nvPr/>
        </p:nvSpPr>
        <p:spPr bwMode="auto">
          <a:xfrm>
            <a:off x="741363" y="692150"/>
            <a:ext cx="169309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1557" name="Rectangle 4"/>
          <p:cNvSpPr>
            <a:spLocks noChangeArrowheads="1"/>
          </p:cNvSpPr>
          <p:nvPr/>
        </p:nvSpPr>
        <p:spPr bwMode="auto">
          <a:xfrm>
            <a:off x="1042988" y="981075"/>
            <a:ext cx="7312025" cy="17173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Guide,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Block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LM Rail</a:t>
            </a: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Plate Cover Type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Block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buộc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Block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khỏi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Block do ô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nhiễm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Block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sớm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Block.</a:t>
            </a: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Rail.</a:t>
            </a: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gồm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Guide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(THK).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51558" name="Picture 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4425" y="2743200"/>
            <a:ext cx="6913563" cy="349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1559" name="Rectangle 9"/>
          <p:cNvSpPr>
            <a:spLocks noChangeArrowheads="1"/>
          </p:cNvSpPr>
          <p:nvPr/>
        </p:nvSpPr>
        <p:spPr bwMode="auto">
          <a:xfrm>
            <a:off x="44450" y="58738"/>
            <a:ext cx="344743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직사각형 7"/>
          <p:cNvSpPr/>
          <p:nvPr/>
        </p:nvSpPr>
        <p:spPr bwMode="auto">
          <a:xfrm>
            <a:off x="3059832" y="2780928"/>
            <a:ext cx="648072" cy="19900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LM Rail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직사각형 8"/>
          <p:cNvSpPr/>
          <p:nvPr/>
        </p:nvSpPr>
        <p:spPr bwMode="auto">
          <a:xfrm>
            <a:off x="4860032" y="2636912"/>
            <a:ext cx="720080" cy="23889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LM Block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1598749" y="4653136"/>
            <a:ext cx="1368152" cy="50405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endParaRPr lang="en-US" altLang="ko-KR" sz="10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kumimoji="1" lang="en-US" altLang="ko-KR" sz="10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0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ABS Resin)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직사각형 10"/>
          <p:cNvSpPr/>
          <p:nvPr/>
        </p:nvSpPr>
        <p:spPr bwMode="auto">
          <a:xfrm>
            <a:off x="5220072" y="2880430"/>
            <a:ext cx="1152128" cy="260538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endParaRPr lang="en-US" altLang="ko-KR" sz="10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394520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E73AA170-66A8-4F62-ABDE-A7A0DE2F7DD2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129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2579" name="Rectangle 2"/>
          <p:cNvSpPr>
            <a:spLocks noGrp="1" noChangeArrowheads="1"/>
          </p:cNvSpPr>
          <p:nvPr>
            <p:ph type="ctrTitle"/>
          </p:nvPr>
        </p:nvSpPr>
        <p:spPr>
          <a:xfrm>
            <a:off x="5749925" y="68263"/>
            <a:ext cx="3286125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LM Guide</a:t>
            </a:r>
            <a:endParaRPr lang="en-US" altLang="ko-KR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Wingdings" pitchFamily="2" charset="2"/>
            </a:endParaRPr>
          </a:p>
        </p:txBody>
      </p:sp>
      <p:sp>
        <p:nvSpPr>
          <p:cNvPr id="152580" name="Rectangle 3"/>
          <p:cNvSpPr>
            <a:spLocks noChangeArrowheads="1"/>
          </p:cNvSpPr>
          <p:nvPr/>
        </p:nvSpPr>
        <p:spPr bwMode="auto">
          <a:xfrm>
            <a:off x="690563" y="765175"/>
            <a:ext cx="141096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(5)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 Cap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2581" name="Rectangle 4"/>
          <p:cNvSpPr>
            <a:spLocks noChangeArrowheads="1"/>
          </p:cNvSpPr>
          <p:nvPr/>
        </p:nvSpPr>
        <p:spPr bwMode="auto">
          <a:xfrm>
            <a:off x="1042988" y="1196975"/>
            <a:ext cx="7510462" cy="19205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Rail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Guide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bởi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Block.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Vấn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Rail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Cap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 Cap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Rail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bởi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(resin)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 Cap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M3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M22.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Cap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Cap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Rail</a:t>
            </a: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Cap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Rail,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Block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khỏi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Rail.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52582" name="Picture 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09663" y="3676650"/>
            <a:ext cx="6846887" cy="1770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2583" name="Rectangle 8"/>
          <p:cNvSpPr>
            <a:spLocks noChangeArrowheads="1"/>
          </p:cNvSpPr>
          <p:nvPr/>
        </p:nvSpPr>
        <p:spPr bwMode="auto">
          <a:xfrm>
            <a:off x="44450" y="58738"/>
            <a:ext cx="3159398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직사각형 7"/>
          <p:cNvSpPr/>
          <p:nvPr/>
        </p:nvSpPr>
        <p:spPr bwMode="auto">
          <a:xfrm>
            <a:off x="6660232" y="4293096"/>
            <a:ext cx="1368152" cy="432048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Plastic</a:t>
            </a:r>
            <a:r>
              <a:rPr kumimoji="1" lang="en-US" altLang="ko-KR" sz="10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Hammer</a:t>
            </a:r>
          </a:p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baseline="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baseline="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nhựa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직사각형 8"/>
          <p:cNvSpPr/>
          <p:nvPr/>
        </p:nvSpPr>
        <p:spPr bwMode="auto">
          <a:xfrm>
            <a:off x="6588224" y="4869160"/>
            <a:ext cx="1368152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74427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CCE87B13-491F-4277-93F8-1F8389D3CFD6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130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3603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278563" y="68263"/>
            <a:ext cx="2757487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Linear Bush</a:t>
            </a:r>
          </a:p>
        </p:txBody>
      </p:sp>
      <p:sp>
        <p:nvSpPr>
          <p:cNvPr id="153604" name="Rectangle 3"/>
          <p:cNvSpPr>
            <a:spLocks noChangeArrowheads="1"/>
          </p:cNvSpPr>
          <p:nvPr/>
        </p:nvSpPr>
        <p:spPr bwMode="auto">
          <a:xfrm>
            <a:off x="792163" y="981075"/>
            <a:ext cx="305911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Linear Bush</a:t>
            </a:r>
            <a:endParaRPr lang="ko-KR" altLang="en-US" sz="12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3605" name="Rectangle 4"/>
          <p:cNvSpPr>
            <a:spLocks noChangeArrowheads="1"/>
          </p:cNvSpPr>
          <p:nvPr/>
        </p:nvSpPr>
        <p:spPr bwMode="auto">
          <a:xfrm>
            <a:off x="5103813" y="981075"/>
            <a:ext cx="305911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Linear Bush</a:t>
            </a:r>
            <a:endParaRPr lang="ko-KR" altLang="en-US" sz="12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53606" name="Picture 5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C9DBF1"/>
              </a:clrFrom>
              <a:clrTo>
                <a:srgbClr val="C9DBF1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8725" y="1287463"/>
            <a:ext cx="3409950" cy="207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07" name="Rectangle 6"/>
          <p:cNvSpPr>
            <a:spLocks noChangeArrowheads="1"/>
          </p:cNvSpPr>
          <p:nvPr/>
        </p:nvSpPr>
        <p:spPr bwMode="auto">
          <a:xfrm>
            <a:off x="1068388" y="1337101"/>
            <a:ext cx="482375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Linear Bush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LM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Shaft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Shaft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3608" name="Rectangle 7"/>
          <p:cNvSpPr>
            <a:spLocks noChangeArrowheads="1"/>
          </p:cNvSpPr>
          <p:nvPr/>
        </p:nvSpPr>
        <p:spPr bwMode="auto">
          <a:xfrm>
            <a:off x="1079500" y="3573463"/>
            <a:ext cx="4572000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Shaft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Linear Bush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nhắc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Shaft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nhám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3609" name="Rectangle 8"/>
          <p:cNvSpPr>
            <a:spLocks noChangeArrowheads="1"/>
          </p:cNvSpPr>
          <p:nvPr/>
        </p:nvSpPr>
        <p:spPr bwMode="auto">
          <a:xfrm>
            <a:off x="792163" y="3122613"/>
            <a:ext cx="305911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LM Shaft</a:t>
            </a:r>
          </a:p>
        </p:txBody>
      </p:sp>
      <p:pic>
        <p:nvPicPr>
          <p:cNvPr id="153610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1975" y="4868863"/>
            <a:ext cx="4254500" cy="1112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3611" name="Picture 1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5963" y="4365625"/>
            <a:ext cx="2792412" cy="169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12" name="Text Box 11"/>
          <p:cNvSpPr txBox="1">
            <a:spLocks noChangeArrowheads="1"/>
          </p:cNvSpPr>
          <p:nvPr/>
        </p:nvSpPr>
        <p:spPr bwMode="auto">
          <a:xfrm>
            <a:off x="1495425" y="6180138"/>
            <a:ext cx="163698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LM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Shaft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</a:p>
        </p:txBody>
      </p:sp>
      <p:sp>
        <p:nvSpPr>
          <p:cNvPr id="153613" name="Text Box 12"/>
          <p:cNvSpPr txBox="1">
            <a:spLocks noChangeArrowheads="1"/>
          </p:cNvSpPr>
          <p:nvPr/>
        </p:nvSpPr>
        <p:spPr bwMode="auto">
          <a:xfrm>
            <a:off x="5688013" y="6180138"/>
            <a:ext cx="204895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LM Shaft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</a:p>
        </p:txBody>
      </p:sp>
      <p:sp>
        <p:nvSpPr>
          <p:cNvPr id="153614" name="Rectangle 15"/>
          <p:cNvSpPr>
            <a:spLocks noChangeArrowheads="1"/>
          </p:cNvSpPr>
          <p:nvPr/>
        </p:nvSpPr>
        <p:spPr bwMode="auto">
          <a:xfrm>
            <a:off x="539750" y="549275"/>
            <a:ext cx="27574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3-1.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Khái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quát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Linear Bush</a:t>
            </a:r>
            <a:endParaRPr lang="ko-KR" altLang="en-US" sz="1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3615" name="Rectangle 16"/>
          <p:cNvSpPr>
            <a:spLocks noChangeArrowheads="1"/>
          </p:cNvSpPr>
          <p:nvPr/>
        </p:nvSpPr>
        <p:spPr bwMode="auto">
          <a:xfrm>
            <a:off x="44449" y="58738"/>
            <a:ext cx="3321051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7956376" y="1844824"/>
            <a:ext cx="694326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LM Shaft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6588224" y="4869160"/>
            <a:ext cx="1368152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7550082" y="2132856"/>
            <a:ext cx="622318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Retainer</a:t>
            </a:r>
          </a:p>
        </p:txBody>
      </p:sp>
      <p:sp>
        <p:nvSpPr>
          <p:cNvPr id="19" name="직사각형 18"/>
          <p:cNvSpPr/>
          <p:nvPr/>
        </p:nvSpPr>
        <p:spPr bwMode="auto">
          <a:xfrm>
            <a:off x="7308304" y="2564904"/>
            <a:ext cx="746193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6847861" y="2780928"/>
            <a:ext cx="460443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6444208" y="3123506"/>
            <a:ext cx="460443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Seal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직사각형 22"/>
          <p:cNvSpPr/>
          <p:nvPr/>
        </p:nvSpPr>
        <p:spPr bwMode="auto">
          <a:xfrm>
            <a:off x="6499225" y="4559669"/>
            <a:ext cx="751855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Key home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8221017" y="4877544"/>
            <a:ext cx="751855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Key home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직사각형 24"/>
          <p:cNvSpPr/>
          <p:nvPr/>
        </p:nvSpPr>
        <p:spPr bwMode="auto">
          <a:xfrm>
            <a:off x="4059337" y="5661248"/>
            <a:ext cx="512663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crew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" name="직사각형 25"/>
          <p:cNvSpPr/>
          <p:nvPr/>
        </p:nvSpPr>
        <p:spPr bwMode="auto">
          <a:xfrm>
            <a:off x="5582965" y="5784620"/>
            <a:ext cx="1160735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Tap for supporting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" name="직사각형 26"/>
          <p:cNvSpPr/>
          <p:nvPr/>
        </p:nvSpPr>
        <p:spPr bwMode="auto">
          <a:xfrm>
            <a:off x="8162925" y="5764291"/>
            <a:ext cx="426457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Tap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" name="직사각형 27"/>
          <p:cNvSpPr/>
          <p:nvPr/>
        </p:nvSpPr>
        <p:spPr bwMode="auto">
          <a:xfrm>
            <a:off x="5292080" y="4725144"/>
            <a:ext cx="898457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bậc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261414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6C04FB3C-47DB-4B25-9AE7-D98C1F28E26A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131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4627" name="Rectangle 2"/>
          <p:cNvSpPr>
            <a:spLocks noGrp="1" noChangeArrowheads="1"/>
          </p:cNvSpPr>
          <p:nvPr>
            <p:ph type="ctrTitle"/>
          </p:nvPr>
        </p:nvSpPr>
        <p:spPr>
          <a:xfrm>
            <a:off x="5881688" y="68263"/>
            <a:ext cx="3154362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Linear Bush</a:t>
            </a:r>
          </a:p>
        </p:txBody>
      </p:sp>
      <p:sp>
        <p:nvSpPr>
          <p:cNvPr id="154628" name="Rectangle 3"/>
          <p:cNvSpPr>
            <a:spLocks noChangeArrowheads="1"/>
          </p:cNvSpPr>
          <p:nvPr/>
        </p:nvSpPr>
        <p:spPr bwMode="auto">
          <a:xfrm>
            <a:off x="722313" y="1008063"/>
            <a:ext cx="194200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Linear Bush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4629" name="Rectangle 4"/>
          <p:cNvSpPr>
            <a:spLocks noChangeArrowheads="1"/>
          </p:cNvSpPr>
          <p:nvPr/>
        </p:nvSpPr>
        <p:spPr bwMode="auto">
          <a:xfrm>
            <a:off x="752475" y="2941638"/>
            <a:ext cx="146751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Linear Bush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mở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54630" name="Picture 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5513" y="1258888"/>
            <a:ext cx="1319212" cy="1209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4631" name="Rectangle 6"/>
          <p:cNvSpPr>
            <a:spLocks noChangeArrowheads="1"/>
          </p:cNvSpPr>
          <p:nvPr/>
        </p:nvSpPr>
        <p:spPr bwMode="auto">
          <a:xfrm>
            <a:off x="2713038" y="1258888"/>
            <a:ext cx="5648325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Linear bush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Series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Linear bush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▶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LM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▶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LM-MG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Series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▶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LME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Âu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54632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5513" y="3317875"/>
            <a:ext cx="1222375" cy="1181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4633" name="Rectangle 8"/>
          <p:cNvSpPr>
            <a:spLocks noChangeArrowheads="1"/>
          </p:cNvSpPr>
          <p:nvPr/>
        </p:nvSpPr>
        <p:spPr bwMode="auto">
          <a:xfrm>
            <a:off x="752475" y="4741863"/>
            <a:ext cx="298716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Linear Bush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Clearance</a:t>
            </a:r>
          </a:p>
        </p:txBody>
      </p:sp>
      <p:sp>
        <p:nvSpPr>
          <p:cNvPr id="154634" name="Rectangle 9"/>
          <p:cNvSpPr>
            <a:spLocks noChangeArrowheads="1"/>
          </p:cNvSpPr>
          <p:nvPr/>
        </p:nvSpPr>
        <p:spPr bwMode="auto">
          <a:xfrm>
            <a:off x="2713038" y="3343275"/>
            <a:ext cx="564832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vỏ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(50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° ~80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°)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Shaft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Shaft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.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Clearance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dàng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▶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LM-OP/LME-OP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▶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LM-MG-OP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54635" name="Picture 1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5513" y="5291138"/>
            <a:ext cx="1249362" cy="1162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4636" name="Rectangle 11"/>
          <p:cNvSpPr>
            <a:spLocks noChangeArrowheads="1"/>
          </p:cNvSpPr>
          <p:nvPr/>
        </p:nvSpPr>
        <p:spPr bwMode="auto">
          <a:xfrm>
            <a:off x="2713038" y="5143500"/>
            <a:ext cx="584835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Shaft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Housing –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Clearance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 Shaft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Housing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▶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LM-AJ/LME-AJ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▶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LM-MG-AJ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4637" name="Rectangle 13"/>
          <p:cNvSpPr>
            <a:spLocks noChangeArrowheads="1"/>
          </p:cNvSpPr>
          <p:nvPr/>
        </p:nvSpPr>
        <p:spPr bwMode="auto">
          <a:xfrm>
            <a:off x="481012" y="530324"/>
            <a:ext cx="416299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3-2.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Linear Bush</a:t>
            </a:r>
            <a:endParaRPr lang="ko-KR" altLang="en-US" sz="1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4638" name="Rectangle 14"/>
          <p:cNvSpPr>
            <a:spLocks noChangeArrowheads="1"/>
          </p:cNvSpPr>
          <p:nvPr/>
        </p:nvSpPr>
        <p:spPr bwMode="auto">
          <a:xfrm>
            <a:off x="44450" y="58738"/>
            <a:ext cx="3519438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33049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7FA31F00-9C61-4A1A-BC8C-D1BC15CB4CA4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132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5651" name="Rectangle 2"/>
          <p:cNvSpPr>
            <a:spLocks noGrp="1" noChangeArrowheads="1"/>
          </p:cNvSpPr>
          <p:nvPr>
            <p:ph type="ctrTitle"/>
          </p:nvPr>
        </p:nvSpPr>
        <p:spPr>
          <a:xfrm>
            <a:off x="5780088" y="68263"/>
            <a:ext cx="3255962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Linear Bush</a:t>
            </a:r>
          </a:p>
        </p:txBody>
      </p:sp>
      <p:sp>
        <p:nvSpPr>
          <p:cNvPr id="155652" name="Rectangle 3"/>
          <p:cNvSpPr>
            <a:spLocks noChangeArrowheads="1"/>
          </p:cNvSpPr>
          <p:nvPr/>
        </p:nvSpPr>
        <p:spPr bwMode="auto">
          <a:xfrm>
            <a:off x="776288" y="635000"/>
            <a:ext cx="195348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Long Type Linear Bush</a:t>
            </a:r>
          </a:p>
        </p:txBody>
      </p:sp>
      <p:sp>
        <p:nvSpPr>
          <p:cNvPr id="155653" name="Rectangle 4"/>
          <p:cNvSpPr>
            <a:spLocks noChangeArrowheads="1"/>
          </p:cNvSpPr>
          <p:nvPr/>
        </p:nvSpPr>
        <p:spPr bwMode="auto">
          <a:xfrm>
            <a:off x="776288" y="2735263"/>
            <a:ext cx="285411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(5)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Linear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Bush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Flange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155654" name="Rectangle 5"/>
          <p:cNvSpPr>
            <a:spLocks noChangeArrowheads="1"/>
          </p:cNvSpPr>
          <p:nvPr/>
        </p:nvSpPr>
        <p:spPr bwMode="auto">
          <a:xfrm>
            <a:off x="776288" y="4535488"/>
            <a:ext cx="301120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(6) Linear Bush 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Flange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pic>
        <p:nvPicPr>
          <p:cNvPr id="155655" name="Picture 6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5963" y="981075"/>
            <a:ext cx="1828800" cy="1533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5656" name="Rectangle 7"/>
          <p:cNvSpPr>
            <a:spLocks noChangeArrowheads="1"/>
          </p:cNvSpPr>
          <p:nvPr/>
        </p:nvSpPr>
        <p:spPr bwMode="auto">
          <a:xfrm>
            <a:off x="2776538" y="1196975"/>
            <a:ext cx="531812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Retainer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Moment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▶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LM-L…………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55657" name="Picture 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2663" y="3141663"/>
            <a:ext cx="1408112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5658" name="Rectangle 9"/>
          <p:cNvSpPr>
            <a:spLocks noChangeArrowheads="1"/>
          </p:cNvSpPr>
          <p:nvPr/>
        </p:nvSpPr>
        <p:spPr bwMode="auto">
          <a:xfrm>
            <a:off x="2776538" y="3141663"/>
            <a:ext cx="531812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Flange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Linear bush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Housing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Bolt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▶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LMF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……………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▶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LMF-M…………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Stainless Type</a:t>
            </a:r>
          </a:p>
        </p:txBody>
      </p:sp>
      <p:pic>
        <p:nvPicPr>
          <p:cNvPr id="155659" name="Picture 1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2663" y="4941888"/>
            <a:ext cx="1398587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5660" name="Rectangle 11"/>
          <p:cNvSpPr>
            <a:spLocks noChangeArrowheads="1"/>
          </p:cNvSpPr>
          <p:nvPr/>
        </p:nvSpPr>
        <p:spPr bwMode="auto">
          <a:xfrm>
            <a:off x="2776538" y="4941888"/>
            <a:ext cx="551815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0163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Flange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LMF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ở 4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Flange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▶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LMK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……………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▶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LMK-M…………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Stainless Type</a:t>
            </a:r>
          </a:p>
        </p:txBody>
      </p:sp>
      <p:sp>
        <p:nvSpPr>
          <p:cNvPr id="155661" name="Rectangle 13"/>
          <p:cNvSpPr>
            <a:spLocks noChangeArrowheads="1"/>
          </p:cNvSpPr>
          <p:nvPr/>
        </p:nvSpPr>
        <p:spPr bwMode="auto">
          <a:xfrm>
            <a:off x="44450" y="58738"/>
            <a:ext cx="3591446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3272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7032FE47-C48A-4238-AB79-4B5F171205AA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133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6675" name="Rectangle 2"/>
          <p:cNvSpPr>
            <a:spLocks noGrp="1" noChangeArrowheads="1"/>
          </p:cNvSpPr>
          <p:nvPr>
            <p:ph type="ctrTitle"/>
          </p:nvPr>
        </p:nvSpPr>
        <p:spPr>
          <a:xfrm>
            <a:off x="5330825" y="68263"/>
            <a:ext cx="3705225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Linear Bush</a:t>
            </a:r>
          </a:p>
        </p:txBody>
      </p:sp>
      <p:sp>
        <p:nvSpPr>
          <p:cNvPr id="156676" name="Rectangle 4"/>
          <p:cNvSpPr>
            <a:spLocks noChangeArrowheads="1"/>
          </p:cNvSpPr>
          <p:nvPr/>
        </p:nvSpPr>
        <p:spPr bwMode="auto">
          <a:xfrm>
            <a:off x="755650" y="823913"/>
            <a:ext cx="1497012" cy="2954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Khâu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6677" name="Rectangle 5"/>
          <p:cNvSpPr>
            <a:spLocks noChangeArrowheads="1"/>
          </p:cNvSpPr>
          <p:nvPr/>
        </p:nvSpPr>
        <p:spPr bwMode="auto">
          <a:xfrm>
            <a:off x="755650" y="2197100"/>
            <a:ext cx="954107" cy="2954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6678" name="Rectangle 6"/>
          <p:cNvSpPr>
            <a:spLocks noChangeArrowheads="1"/>
          </p:cNvSpPr>
          <p:nvPr/>
        </p:nvSpPr>
        <p:spPr bwMode="auto">
          <a:xfrm>
            <a:off x="755650" y="3805238"/>
            <a:ext cx="161133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6679" name="Rectangle 7"/>
          <p:cNvSpPr>
            <a:spLocks noChangeArrowheads="1"/>
          </p:cNvSpPr>
          <p:nvPr/>
        </p:nvSpPr>
        <p:spPr bwMode="auto">
          <a:xfrm>
            <a:off x="755650" y="5440363"/>
            <a:ext cx="1029449" cy="2954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6680" name="Rectangle 8"/>
          <p:cNvSpPr>
            <a:spLocks noChangeArrowheads="1"/>
          </p:cNvSpPr>
          <p:nvPr/>
        </p:nvSpPr>
        <p:spPr bwMode="auto">
          <a:xfrm>
            <a:off x="1057275" y="1101725"/>
            <a:ext cx="688181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Linear bush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Bush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6681" name="Rectangle 9"/>
          <p:cNvSpPr>
            <a:spLocks noChangeArrowheads="1"/>
          </p:cNvSpPr>
          <p:nvPr/>
        </p:nvSpPr>
        <p:spPr bwMode="auto">
          <a:xfrm>
            <a:off x="1057275" y="2495550"/>
            <a:ext cx="6443663" cy="11633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bỏ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khu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vực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rung,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thù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·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đủ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6682" name="Rectangle 10"/>
          <p:cNvSpPr>
            <a:spLocks noChangeArrowheads="1"/>
          </p:cNvSpPr>
          <p:nvPr/>
        </p:nvSpPr>
        <p:spPr bwMode="auto">
          <a:xfrm>
            <a:off x="1057275" y="4113213"/>
            <a:ext cx="7186613" cy="14280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xâm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măng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Vì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ngăn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bẩn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xâm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80℃.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bẩn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rửa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trắng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niêm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phong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khu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vực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rung,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lắc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môi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thù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·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mới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ko-KR" altLang="en-US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6683" name="Rectangle 11"/>
          <p:cNvSpPr>
            <a:spLocks noChangeArrowheads="1"/>
          </p:cNvSpPr>
          <p:nvPr/>
        </p:nvSpPr>
        <p:spPr bwMode="auto">
          <a:xfrm>
            <a:off x="1057275" y="5776913"/>
            <a:ext cx="7404591" cy="2954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Linear bush,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niêm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6684" name="Rectangle 13"/>
          <p:cNvSpPr>
            <a:spLocks noChangeArrowheads="1"/>
          </p:cNvSpPr>
          <p:nvPr/>
        </p:nvSpPr>
        <p:spPr bwMode="auto">
          <a:xfrm>
            <a:off x="400050" y="476250"/>
            <a:ext cx="37052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3-3.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Linear Bush</a:t>
            </a:r>
            <a:endParaRPr lang="ko-KR" altLang="en-US" sz="1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Wingdings" pitchFamily="2" charset="2"/>
            </a:endParaRPr>
          </a:p>
        </p:txBody>
      </p:sp>
      <p:sp>
        <p:nvSpPr>
          <p:cNvPr id="156685" name="Rectangle 15"/>
          <p:cNvSpPr>
            <a:spLocks noChangeArrowheads="1"/>
          </p:cNvSpPr>
          <p:nvPr/>
        </p:nvSpPr>
        <p:spPr bwMode="auto">
          <a:xfrm>
            <a:off x="44450" y="58738"/>
            <a:ext cx="3159398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636108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10B4EA56-6E27-4869-B654-FEF8E33B8B43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134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7699" name="Text Box 2"/>
          <p:cNvSpPr txBox="1">
            <a:spLocks noChangeArrowheads="1"/>
          </p:cNvSpPr>
          <p:nvPr/>
        </p:nvSpPr>
        <p:spPr bwMode="auto">
          <a:xfrm>
            <a:off x="1041400" y="1450975"/>
            <a:ext cx="5101974" cy="1126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mềm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Torque.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Linear Bush</a:t>
            </a:r>
            <a:r>
              <a:rPr lang="ko-KR" altLang="en-US" sz="12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 </a:t>
            </a:r>
            <a:r>
              <a:rPr lang="en-US" altLang="ko-KR" sz="1200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nên</a:t>
            </a:r>
            <a:r>
              <a:rPr lang="en-US" altLang="ko-KR" sz="1200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 </a:t>
            </a:r>
            <a:r>
              <a:rPr lang="en-US" altLang="ko-KR" sz="1200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có</a:t>
            </a:r>
            <a:r>
              <a:rPr lang="en-US" altLang="ko-KR" sz="1200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 </a:t>
            </a:r>
            <a:r>
              <a:rPr lang="en-US" altLang="ko-KR" sz="1200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thể</a:t>
            </a:r>
            <a:r>
              <a:rPr lang="en-US" altLang="ko-KR" sz="1200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 </a:t>
            </a:r>
            <a:r>
              <a:rPr lang="en-US" altLang="ko-KR" sz="1200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thiết</a:t>
            </a:r>
            <a:r>
              <a:rPr lang="en-US" altLang="ko-KR" sz="1200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 </a:t>
            </a:r>
            <a:r>
              <a:rPr lang="en-US" altLang="ko-KR" sz="1200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kế</a:t>
            </a:r>
            <a:r>
              <a:rPr lang="en-US" altLang="ko-KR" sz="1200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 </a:t>
            </a:r>
            <a:r>
              <a:rPr lang="en-US" altLang="ko-KR" sz="1200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gọn</a:t>
            </a:r>
            <a:r>
              <a:rPr lang="en-US" altLang="ko-KR" sz="1200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 </a:t>
            </a: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(overhang),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7700" name="Text Box 3"/>
          <p:cNvSpPr txBox="1">
            <a:spLocks noChangeArrowheads="1"/>
          </p:cNvSpPr>
          <p:nvPr/>
        </p:nvSpPr>
        <p:spPr bwMode="auto">
          <a:xfrm>
            <a:off x="744538" y="1101725"/>
            <a:ext cx="2378075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</a:t>
            </a: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Spline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7701" name="Text Box 4"/>
          <p:cNvSpPr txBox="1">
            <a:spLocks noChangeArrowheads="1"/>
          </p:cNvSpPr>
          <p:nvPr/>
        </p:nvSpPr>
        <p:spPr bwMode="auto">
          <a:xfrm>
            <a:off x="755650" y="2757488"/>
            <a:ext cx="2376488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</a:t>
            </a: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57702" name="Picture 5" descr="thkb010_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2120" y="3103563"/>
            <a:ext cx="1758950" cy="241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7703" name="Picture 6" descr="thkb008_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6375" y="3319463"/>
            <a:ext cx="3403600" cy="2165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7704" name="Text Box 7"/>
          <p:cNvSpPr txBox="1">
            <a:spLocks noChangeArrowheads="1"/>
          </p:cNvSpPr>
          <p:nvPr/>
        </p:nvSpPr>
        <p:spPr bwMode="auto">
          <a:xfrm>
            <a:off x="3571875" y="5753100"/>
            <a:ext cx="239360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Spline]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7705" name="Rectangle 11"/>
          <p:cNvSpPr>
            <a:spLocks noChangeArrowheads="1"/>
          </p:cNvSpPr>
          <p:nvPr/>
        </p:nvSpPr>
        <p:spPr bwMode="auto">
          <a:xfrm>
            <a:off x="447675" y="476250"/>
            <a:ext cx="18208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Ball Spline</a:t>
            </a:r>
          </a:p>
        </p:txBody>
      </p:sp>
      <p:sp>
        <p:nvSpPr>
          <p:cNvPr id="157706" name="Rectangle 12"/>
          <p:cNvSpPr>
            <a:spLocks noChangeArrowheads="1"/>
          </p:cNvSpPr>
          <p:nvPr/>
        </p:nvSpPr>
        <p:spPr bwMode="auto">
          <a:xfrm>
            <a:off x="663575" y="747713"/>
            <a:ext cx="2540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4-1.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Khái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quát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Spline</a:t>
            </a:r>
            <a:endParaRPr lang="ko-KR" altLang="en-US" sz="1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7707" name="Rectangle 13"/>
          <p:cNvSpPr>
            <a:spLocks noGrp="1" noChangeArrowheads="1"/>
          </p:cNvSpPr>
          <p:nvPr>
            <p:ph type="title" idx="4294967295"/>
          </p:nvPr>
        </p:nvSpPr>
        <p:spPr>
          <a:xfrm>
            <a:off x="4862513" y="68263"/>
            <a:ext cx="4102100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Ball Spline</a:t>
            </a:r>
          </a:p>
        </p:txBody>
      </p:sp>
      <p:sp>
        <p:nvSpPr>
          <p:cNvPr id="157708" name="Rectangle 14"/>
          <p:cNvSpPr>
            <a:spLocks noChangeArrowheads="1"/>
          </p:cNvSpPr>
          <p:nvPr/>
        </p:nvSpPr>
        <p:spPr bwMode="auto">
          <a:xfrm>
            <a:off x="44450" y="58738"/>
            <a:ext cx="3087688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1588294" y="3861048"/>
            <a:ext cx="607442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5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Seal</a:t>
            </a:r>
            <a:endParaRPr kumimoji="1" lang="ko-KR" altLang="en-US" sz="105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3571875" y="4581128"/>
            <a:ext cx="424061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5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</a:t>
            </a:r>
            <a:endParaRPr kumimoji="1" lang="ko-KR" altLang="en-US" sz="105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3851920" y="4258122"/>
            <a:ext cx="720080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5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Vỏ</a:t>
            </a:r>
            <a:r>
              <a:rPr lang="en-US" altLang="ko-KR" sz="105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5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kumimoji="1" lang="ko-KR" altLang="en-US" sz="105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3096838" y="4869160"/>
            <a:ext cx="743074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Retainer</a:t>
            </a:r>
            <a:endParaRPr kumimoji="1" lang="ko-KR" altLang="en-US" sz="105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4229604" y="3892084"/>
            <a:ext cx="702436" cy="225959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Spline shaft</a:t>
            </a:r>
            <a:endParaRPr lang="ko-KR" altLang="en-US" dirty="0"/>
          </a:p>
        </p:txBody>
      </p:sp>
      <p:sp>
        <p:nvSpPr>
          <p:cNvPr id="4" name="직사각형 3"/>
          <p:cNvSpPr/>
          <p:nvPr/>
        </p:nvSpPr>
        <p:spPr>
          <a:xfrm>
            <a:off x="2850898" y="5075249"/>
            <a:ext cx="617477" cy="225959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Snap ring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7852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881B7FA4-9ED6-4991-82E0-EFB134B52E4D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135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8723" name="Text Box 2"/>
          <p:cNvSpPr txBox="1">
            <a:spLocks noChangeArrowheads="1"/>
          </p:cNvSpPr>
          <p:nvPr/>
        </p:nvSpPr>
        <p:spPr bwMode="auto">
          <a:xfrm>
            <a:off x="755650" y="620713"/>
            <a:ext cx="2376488" cy="2945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</a:t>
            </a: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Torque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8724" name="Text Box 3"/>
          <p:cNvSpPr txBox="1">
            <a:spLocks noChangeArrowheads="1"/>
          </p:cNvSpPr>
          <p:nvPr/>
        </p:nvSpPr>
        <p:spPr bwMode="auto">
          <a:xfrm>
            <a:off x="755650" y="3262313"/>
            <a:ext cx="2376488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</a:t>
            </a: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Rotary Ball Spline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58725" name="Picture 4" descr="thkb010_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90775" y="1074738"/>
            <a:ext cx="1149350" cy="1897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8726" name="Picture 5" descr="thkb012_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3525" y="1150938"/>
            <a:ext cx="1057275" cy="1657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8727" name="Text Box 6"/>
          <p:cNvSpPr txBox="1">
            <a:spLocks noChangeArrowheads="1"/>
          </p:cNvSpPr>
          <p:nvPr/>
        </p:nvSpPr>
        <p:spPr bwMode="auto">
          <a:xfrm>
            <a:off x="1908731" y="1268413"/>
            <a:ext cx="369332" cy="832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vert="eaVert"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High torque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8728" name="Text Box 7"/>
          <p:cNvSpPr txBox="1">
            <a:spLocks noChangeArrowheads="1"/>
          </p:cNvSpPr>
          <p:nvPr/>
        </p:nvSpPr>
        <p:spPr bwMode="auto">
          <a:xfrm>
            <a:off x="4932918" y="1268413"/>
            <a:ext cx="369332" cy="10477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vert="eaVert"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Medium torque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58729" name="Picture 8" descr="thkb104_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38713" y="4141788"/>
            <a:ext cx="2928937" cy="163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8730" name="Text Box 9"/>
          <p:cNvSpPr txBox="1">
            <a:spLocks noChangeArrowheads="1"/>
          </p:cNvSpPr>
          <p:nvPr/>
        </p:nvSpPr>
        <p:spPr bwMode="auto">
          <a:xfrm>
            <a:off x="3348038" y="3016250"/>
            <a:ext cx="133652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Torque]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8731" name="Text Box 10"/>
          <p:cNvSpPr txBox="1">
            <a:spLocks noChangeArrowheads="1"/>
          </p:cNvSpPr>
          <p:nvPr/>
        </p:nvSpPr>
        <p:spPr bwMode="auto">
          <a:xfrm>
            <a:off x="3419475" y="5891213"/>
            <a:ext cx="143661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[Rotary Ball Spline]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58732" name="Picture 11" descr="thkb104_1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7813" y="3616325"/>
            <a:ext cx="2684462" cy="226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8733" name="Rectangle 14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Ball Spline</a:t>
            </a:r>
          </a:p>
        </p:txBody>
      </p:sp>
      <p:sp>
        <p:nvSpPr>
          <p:cNvPr id="158734" name="Rectangle 15"/>
          <p:cNvSpPr>
            <a:spLocks noChangeArrowheads="1"/>
          </p:cNvSpPr>
          <p:nvPr/>
        </p:nvSpPr>
        <p:spPr bwMode="auto">
          <a:xfrm>
            <a:off x="44450" y="58738"/>
            <a:ext cx="3303588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3744910" y="4869160"/>
            <a:ext cx="683074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Retainer</a:t>
            </a:r>
            <a:endParaRPr kumimoji="1" lang="ko-KR" altLang="en-US" sz="105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2390775" y="5725830"/>
            <a:ext cx="884160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5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Spline Shaft</a:t>
            </a:r>
            <a:endParaRPr kumimoji="1" lang="ko-KR" altLang="en-US" sz="105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3162138" y="5517232"/>
            <a:ext cx="683074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Retainer</a:t>
            </a:r>
            <a:endParaRPr kumimoji="1" lang="ko-KR" altLang="en-US" sz="105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2506784" y="3468233"/>
            <a:ext cx="458666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5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Seal</a:t>
            </a:r>
            <a:endParaRPr kumimoji="1" lang="ko-KR" altLang="en-US" sz="105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2077349" y="3850800"/>
            <a:ext cx="458666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5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</a:t>
            </a:r>
            <a:endParaRPr kumimoji="1" lang="ko-KR" altLang="en-US" sz="105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1988364" y="3687317"/>
            <a:ext cx="844491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5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5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5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kumimoji="1" lang="ko-KR" altLang="en-US" sz="105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1597502" y="4221088"/>
            <a:ext cx="458666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5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Seal</a:t>
            </a:r>
            <a:endParaRPr kumimoji="1" lang="ko-KR" altLang="en-US" sz="105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3604438" y="5085184"/>
            <a:ext cx="1080120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5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Vỏ</a:t>
            </a:r>
            <a:r>
              <a:rPr lang="en-US" altLang="ko-KR" sz="105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5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05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Spline</a:t>
            </a:r>
            <a:endParaRPr kumimoji="1" lang="ko-KR" altLang="en-US" sz="105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직사각형 22"/>
          <p:cNvSpPr/>
          <p:nvPr/>
        </p:nvSpPr>
        <p:spPr bwMode="auto">
          <a:xfrm>
            <a:off x="735974" y="3958812"/>
            <a:ext cx="1387754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sz="105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Flanged outer ring</a:t>
            </a:r>
            <a:endParaRPr kumimoji="1" lang="ko-KR" altLang="en-US" sz="105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67299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8E4DB861-4F98-4157-87BC-8316B1C3D734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136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747" name="Text Box 2"/>
          <p:cNvSpPr txBox="1">
            <a:spLocks noChangeArrowheads="1"/>
          </p:cNvSpPr>
          <p:nvPr/>
        </p:nvSpPr>
        <p:spPr bwMode="auto">
          <a:xfrm>
            <a:off x="354013" y="692150"/>
            <a:ext cx="2817812" cy="31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(5)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59748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2000" y="762000"/>
            <a:ext cx="1651000" cy="167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9749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62800" y="2743200"/>
            <a:ext cx="1600200" cy="157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9750" name="Picture 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5200" y="4800600"/>
            <a:ext cx="12954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9751" name="Text Box 6"/>
          <p:cNvSpPr txBox="1">
            <a:spLocks noChangeArrowheads="1"/>
          </p:cNvSpPr>
          <p:nvPr/>
        </p:nvSpPr>
        <p:spPr bwMode="auto">
          <a:xfrm>
            <a:off x="7543800" y="2422525"/>
            <a:ext cx="9906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[Involute]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752" name="Text Box 7"/>
          <p:cNvSpPr txBox="1">
            <a:spLocks noChangeArrowheads="1"/>
          </p:cNvSpPr>
          <p:nvPr/>
        </p:nvSpPr>
        <p:spPr bwMode="auto">
          <a:xfrm>
            <a:off x="7315200" y="4419600"/>
            <a:ext cx="164941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[Straight-sided Spline]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753" name="Text Box 8"/>
          <p:cNvSpPr txBox="1">
            <a:spLocks noChangeArrowheads="1"/>
          </p:cNvSpPr>
          <p:nvPr/>
        </p:nvSpPr>
        <p:spPr bwMode="auto">
          <a:xfrm>
            <a:off x="7620000" y="6172200"/>
            <a:ext cx="9906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Serrasion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754" name="Rectangle 10"/>
          <p:cNvSpPr>
            <a:spLocks noChangeArrowheads="1"/>
          </p:cNvSpPr>
          <p:nvPr/>
        </p:nvSpPr>
        <p:spPr bwMode="auto">
          <a:xfrm>
            <a:off x="860425" y="1160463"/>
            <a:ext cx="132119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Involute spline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755" name="Rectangle 11"/>
          <p:cNvSpPr>
            <a:spLocks noChangeArrowheads="1"/>
          </p:cNvSpPr>
          <p:nvPr/>
        </p:nvSpPr>
        <p:spPr bwMode="auto">
          <a:xfrm>
            <a:off x="860425" y="2581275"/>
            <a:ext cx="170591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Straight-sided spline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756" name="Rectangle 12"/>
          <p:cNvSpPr>
            <a:spLocks noChangeArrowheads="1"/>
          </p:cNvSpPr>
          <p:nvPr/>
        </p:nvSpPr>
        <p:spPr bwMode="auto">
          <a:xfrm>
            <a:off x="860425" y="4311650"/>
            <a:ext cx="98456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Serrasion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757" name="Rectangle 13"/>
          <p:cNvSpPr>
            <a:spLocks noChangeArrowheads="1"/>
          </p:cNvSpPr>
          <p:nvPr/>
        </p:nvSpPr>
        <p:spPr bwMode="auto">
          <a:xfrm>
            <a:off x="1193800" y="1412875"/>
            <a:ext cx="5545138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Spline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rũa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758" name="Rectangle 14"/>
          <p:cNvSpPr>
            <a:spLocks noChangeArrowheads="1"/>
          </p:cNvSpPr>
          <p:nvPr/>
        </p:nvSpPr>
        <p:spPr bwMode="auto">
          <a:xfrm>
            <a:off x="1193800" y="2841625"/>
            <a:ext cx="55626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Spline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6, 8, 10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tứ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triển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Sliding key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759" name="Rectangle 15"/>
          <p:cNvSpPr>
            <a:spLocks noChangeArrowheads="1"/>
          </p:cNvSpPr>
          <p:nvPr/>
        </p:nvSpPr>
        <p:spPr bwMode="auto">
          <a:xfrm>
            <a:off x="1193800" y="4594225"/>
            <a:ext cx="5970588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Serrasion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tam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chóp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Boss.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Boss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Serrasion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Spline Shaft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nút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radio,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760" name="Rectangle 17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Ball Spline</a:t>
            </a:r>
          </a:p>
        </p:txBody>
      </p:sp>
      <p:sp>
        <p:nvSpPr>
          <p:cNvPr id="159761" name="Rectangle 18"/>
          <p:cNvSpPr>
            <a:spLocks noChangeArrowheads="1"/>
          </p:cNvSpPr>
          <p:nvPr/>
        </p:nvSpPr>
        <p:spPr bwMode="auto">
          <a:xfrm>
            <a:off x="44450" y="58738"/>
            <a:ext cx="3375422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778636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3773A5C3-7366-4B25-97A4-2F624D046C61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137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771" name="Text Box 2"/>
          <p:cNvSpPr txBox="1">
            <a:spLocks noChangeArrowheads="1"/>
          </p:cNvSpPr>
          <p:nvPr/>
        </p:nvSpPr>
        <p:spPr bwMode="auto">
          <a:xfrm>
            <a:off x="323850" y="620713"/>
            <a:ext cx="3744094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4-2.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Spline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749445" name="Group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5451225"/>
              </p:ext>
            </p:extLst>
          </p:nvPr>
        </p:nvGraphicFramePr>
        <p:xfrm>
          <a:off x="850900" y="1052513"/>
          <a:ext cx="7734300" cy="5159375"/>
        </p:xfrm>
        <a:graphic>
          <a:graphicData uri="http://schemas.openxmlformats.org/drawingml/2006/table">
            <a:tbl>
              <a:tblPr/>
              <a:tblGrid>
                <a:gridCol w="1711325"/>
                <a:gridCol w="2155825"/>
                <a:gridCol w="1622425"/>
                <a:gridCol w="2244725"/>
              </a:tblGrid>
              <a:tr h="17176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240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176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0794" name="Text Box 27"/>
          <p:cNvSpPr txBox="1">
            <a:spLocks noChangeArrowheads="1"/>
          </p:cNvSpPr>
          <p:nvPr/>
        </p:nvSpPr>
        <p:spPr bwMode="auto">
          <a:xfrm>
            <a:off x="2622550" y="1131888"/>
            <a:ext cx="1997663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1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LBS Ball Spline </a:t>
            </a:r>
            <a:r>
              <a:rPr lang="en-US" altLang="ko-KR" sz="11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1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endParaRPr lang="ko-KR" altLang="en-US" sz="11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795" name="Text Box 28"/>
          <p:cNvSpPr txBox="1">
            <a:spLocks noChangeArrowheads="1"/>
          </p:cNvSpPr>
          <p:nvPr/>
        </p:nvSpPr>
        <p:spPr bwMode="auto">
          <a:xfrm>
            <a:off x="2632076" y="1487488"/>
            <a:ext cx="2063750" cy="1209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Torque qua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796" name="Text Box 29"/>
          <p:cNvSpPr txBox="1">
            <a:spLocks noChangeArrowheads="1"/>
          </p:cNvSpPr>
          <p:nvPr/>
        </p:nvSpPr>
        <p:spPr bwMode="auto">
          <a:xfrm>
            <a:off x="6334125" y="1109663"/>
            <a:ext cx="2092239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1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LBST </a:t>
            </a:r>
            <a:r>
              <a:rPr lang="en-US" altLang="ko-KR" sz="11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Spline </a:t>
            </a:r>
            <a:r>
              <a:rPr lang="en-US" altLang="ko-KR" sz="11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1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endParaRPr lang="ko-KR" altLang="en-US" sz="11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797" name="Text Box 30"/>
          <p:cNvSpPr txBox="1">
            <a:spLocks noChangeArrowheads="1"/>
          </p:cNvSpPr>
          <p:nvPr/>
        </p:nvSpPr>
        <p:spPr bwMode="auto">
          <a:xfrm>
            <a:off x="6364289" y="1358900"/>
            <a:ext cx="2168152" cy="1209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nặng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LBS.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space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Torque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Overhung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ment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ko-KR" altLang="en-US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798" name="Text Box 31"/>
          <p:cNvSpPr txBox="1">
            <a:spLocks noChangeArrowheads="1"/>
          </p:cNvSpPr>
          <p:nvPr/>
        </p:nvSpPr>
        <p:spPr bwMode="auto">
          <a:xfrm>
            <a:off x="2633663" y="2841625"/>
            <a:ext cx="1899879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1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LBF Ball Spline Flange</a:t>
            </a:r>
            <a:endParaRPr lang="ko-KR" altLang="en-US" sz="11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799" name="Text Box 32"/>
          <p:cNvSpPr txBox="1">
            <a:spLocks noChangeArrowheads="1"/>
          </p:cNvSpPr>
          <p:nvPr/>
        </p:nvSpPr>
        <p:spPr bwMode="auto">
          <a:xfrm>
            <a:off x="2632075" y="3146425"/>
            <a:ext cx="2063750" cy="1209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ở Housing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Flange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ráp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Key Home ở Housing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hẹp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800" name="Text Box 33"/>
          <p:cNvSpPr txBox="1">
            <a:spLocks noChangeArrowheads="1"/>
          </p:cNvSpPr>
          <p:nvPr/>
        </p:nvSpPr>
        <p:spPr bwMode="auto">
          <a:xfrm>
            <a:off x="6326188" y="2811463"/>
            <a:ext cx="1915909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1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LBR </a:t>
            </a:r>
            <a:r>
              <a:rPr lang="en-US" altLang="ko-KR" sz="11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Spline Flange</a:t>
            </a:r>
            <a:endParaRPr lang="ko-KR" altLang="en-US" sz="11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801" name="Text Box 34"/>
          <p:cNvSpPr txBox="1">
            <a:spLocks noChangeArrowheads="1"/>
          </p:cNvSpPr>
          <p:nvPr/>
        </p:nvSpPr>
        <p:spPr bwMode="auto">
          <a:xfrm>
            <a:off x="6343650" y="3154363"/>
            <a:ext cx="2188791" cy="10233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men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rô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bốt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Flange ở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LBST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nặng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802" name="Text Box 35"/>
          <p:cNvSpPr txBox="1">
            <a:spLocks noChangeArrowheads="1"/>
          </p:cNvSpPr>
          <p:nvPr/>
        </p:nvSpPr>
        <p:spPr bwMode="auto">
          <a:xfrm>
            <a:off x="2688151" y="4562072"/>
            <a:ext cx="1883849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1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LBH Ball Spline </a:t>
            </a:r>
            <a:r>
              <a:rPr lang="en-US" altLang="ko-KR" sz="11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endParaRPr lang="ko-KR" altLang="en-US" sz="11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803" name="Text Box 36"/>
          <p:cNvSpPr txBox="1">
            <a:spLocks noChangeArrowheads="1"/>
          </p:cNvSpPr>
          <p:nvPr/>
        </p:nvSpPr>
        <p:spPr bwMode="auto">
          <a:xfrm>
            <a:off x="2632075" y="4964113"/>
            <a:ext cx="2063750" cy="10098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Housing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vẫn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60804" name="Picture 37" descr="7-41-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4875" y="1128713"/>
            <a:ext cx="1584325" cy="1527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0805" name="Picture 38" descr="7-41-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54563" y="1196975"/>
            <a:ext cx="1543050" cy="1493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0806" name="Picture 39" descr="7-41-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6463" y="2832100"/>
            <a:ext cx="1597025" cy="153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0807" name="Picture 40" descr="7-41-5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54563" y="2832100"/>
            <a:ext cx="1544637" cy="148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0808" name="Picture 41" descr="7-42-2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8050" y="4564063"/>
            <a:ext cx="1598613" cy="1520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0809" name="Rectangle 42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Ball Spline</a:t>
            </a:r>
          </a:p>
        </p:txBody>
      </p:sp>
      <p:sp>
        <p:nvSpPr>
          <p:cNvPr id="160810" name="Rectangle 43"/>
          <p:cNvSpPr>
            <a:spLocks noChangeArrowheads="1"/>
          </p:cNvSpPr>
          <p:nvPr/>
        </p:nvSpPr>
        <p:spPr bwMode="auto">
          <a:xfrm>
            <a:off x="44450" y="58738"/>
            <a:ext cx="3159398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913566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3319D086-5BDD-4728-A3B2-7D77BB4D26F0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138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1795" name="Text Box 2"/>
          <p:cNvSpPr txBox="1">
            <a:spLocks noChangeArrowheads="1"/>
          </p:cNvSpPr>
          <p:nvPr/>
        </p:nvSpPr>
        <p:spPr bwMode="auto">
          <a:xfrm>
            <a:off x="346074" y="588963"/>
            <a:ext cx="3775075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4-3.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Spline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1796" name="Text Box 5"/>
          <p:cNvSpPr txBox="1">
            <a:spLocks noChangeArrowheads="1"/>
          </p:cNvSpPr>
          <p:nvPr/>
        </p:nvSpPr>
        <p:spPr bwMode="auto">
          <a:xfrm>
            <a:off x="1058863" y="1125538"/>
            <a:ext cx="7257553" cy="2936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Vì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bẩn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xâm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Spline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Spline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thân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ý.</a:t>
            </a:r>
            <a:endParaRPr lang="en-US" altLang="ko-KR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Spline.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Vì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nữa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mắt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nhìn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thấy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xâm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Vì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tuần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endParaRPr lang="en-US" altLang="ko-KR" sz="11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80℃. </a:t>
            </a:r>
            <a:endParaRPr lang="en-US" altLang="ko-KR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rửa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trắng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niêm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phong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en-US" altLang="ko-KR" sz="11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khu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vực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rung,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lắc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môi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thù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·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1797" name="Text Box 6"/>
          <p:cNvSpPr txBox="1">
            <a:spLocks noChangeArrowheads="1"/>
          </p:cNvSpPr>
          <p:nvPr/>
        </p:nvSpPr>
        <p:spPr bwMode="auto">
          <a:xfrm>
            <a:off x="684213" y="879475"/>
            <a:ext cx="3309937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1798" name="Text Box 7"/>
          <p:cNvSpPr txBox="1">
            <a:spLocks noChangeArrowheads="1"/>
          </p:cNvSpPr>
          <p:nvPr/>
        </p:nvSpPr>
        <p:spPr bwMode="auto">
          <a:xfrm>
            <a:off x="777875" y="3868738"/>
            <a:ext cx="3309938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1799" name="Text Box 8"/>
          <p:cNvSpPr txBox="1">
            <a:spLocks noChangeArrowheads="1"/>
          </p:cNvSpPr>
          <p:nvPr/>
        </p:nvSpPr>
        <p:spPr bwMode="auto">
          <a:xfrm>
            <a:off x="1071563" y="4149725"/>
            <a:ext cx="7244853" cy="15358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lau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niêm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phong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lẫn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khu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vực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rung,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lắc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môi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thù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·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tích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kĩ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mới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quyết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1800" name="Text Box 9"/>
          <p:cNvSpPr txBox="1">
            <a:spLocks noChangeArrowheads="1"/>
          </p:cNvSpPr>
          <p:nvPr/>
        </p:nvSpPr>
        <p:spPr bwMode="auto">
          <a:xfrm>
            <a:off x="811213" y="5589588"/>
            <a:ext cx="3309937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1801" name="Text Box 10"/>
          <p:cNvSpPr txBox="1">
            <a:spLocks noChangeArrowheads="1"/>
          </p:cNvSpPr>
          <p:nvPr/>
        </p:nvSpPr>
        <p:spPr bwMode="auto">
          <a:xfrm>
            <a:off x="1123950" y="5905500"/>
            <a:ext cx="6991016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ướt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161802" name="Rectangle 11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Ball Spline</a:t>
            </a:r>
          </a:p>
        </p:txBody>
      </p:sp>
      <p:sp>
        <p:nvSpPr>
          <p:cNvPr id="161803" name="Rectangle 12"/>
          <p:cNvSpPr>
            <a:spLocks noChangeArrowheads="1"/>
          </p:cNvSpPr>
          <p:nvPr/>
        </p:nvSpPr>
        <p:spPr bwMode="auto">
          <a:xfrm>
            <a:off x="44450" y="58738"/>
            <a:ext cx="3375422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872013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33914155-817D-4B8B-AB65-C8203078217D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139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2819" name="Text Box 2"/>
          <p:cNvSpPr txBox="1">
            <a:spLocks noChangeArrowheads="1"/>
          </p:cNvSpPr>
          <p:nvPr/>
        </p:nvSpPr>
        <p:spPr bwMode="auto">
          <a:xfrm>
            <a:off x="755650" y="2852738"/>
            <a:ext cx="4464422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</a:t>
            </a: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Reteurn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Pipe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62820" name="Group 3"/>
          <p:cNvGrpSpPr>
            <a:grpSpLocks/>
          </p:cNvGrpSpPr>
          <p:nvPr/>
        </p:nvGrpSpPr>
        <p:grpSpPr bwMode="auto">
          <a:xfrm>
            <a:off x="1747838" y="3316288"/>
            <a:ext cx="5010150" cy="2730500"/>
            <a:chOff x="1171" y="1915"/>
            <a:chExt cx="3237" cy="1815"/>
          </a:xfrm>
        </p:grpSpPr>
        <p:pic>
          <p:nvPicPr>
            <p:cNvPr id="162828" name="Picture 4" descr="5-1-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52" y="1933"/>
              <a:ext cx="3056" cy="1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2829" name="Line 5"/>
            <p:cNvSpPr>
              <a:spLocks noChangeShapeType="1"/>
            </p:cNvSpPr>
            <p:nvPr/>
          </p:nvSpPr>
          <p:spPr bwMode="auto">
            <a:xfrm flipV="1">
              <a:off x="4014" y="2166"/>
              <a:ext cx="60" cy="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30" name="Line 6"/>
            <p:cNvSpPr>
              <a:spLocks noChangeShapeType="1"/>
            </p:cNvSpPr>
            <p:nvPr/>
          </p:nvSpPr>
          <p:spPr bwMode="auto">
            <a:xfrm>
              <a:off x="4071" y="2163"/>
              <a:ext cx="31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31" name="Line 7"/>
            <p:cNvSpPr>
              <a:spLocks noChangeShapeType="1"/>
            </p:cNvSpPr>
            <p:nvPr/>
          </p:nvSpPr>
          <p:spPr bwMode="auto">
            <a:xfrm flipV="1">
              <a:off x="3597" y="2051"/>
              <a:ext cx="156" cy="3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32" name="Line 8"/>
            <p:cNvSpPr>
              <a:spLocks noChangeShapeType="1"/>
            </p:cNvSpPr>
            <p:nvPr/>
          </p:nvSpPr>
          <p:spPr bwMode="auto">
            <a:xfrm>
              <a:off x="3744" y="2054"/>
              <a:ext cx="39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33" name="Line 9"/>
            <p:cNvSpPr>
              <a:spLocks noChangeShapeType="1"/>
            </p:cNvSpPr>
            <p:nvPr/>
          </p:nvSpPr>
          <p:spPr bwMode="auto">
            <a:xfrm flipH="1" flipV="1">
              <a:off x="2988" y="2133"/>
              <a:ext cx="318" cy="4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34" name="Line 10"/>
            <p:cNvSpPr>
              <a:spLocks noChangeShapeType="1"/>
            </p:cNvSpPr>
            <p:nvPr/>
          </p:nvSpPr>
          <p:spPr bwMode="auto">
            <a:xfrm>
              <a:off x="2317" y="2133"/>
              <a:ext cx="67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35" name="Line 11"/>
            <p:cNvSpPr>
              <a:spLocks noChangeShapeType="1"/>
            </p:cNvSpPr>
            <p:nvPr/>
          </p:nvSpPr>
          <p:spPr bwMode="auto">
            <a:xfrm flipH="1" flipV="1">
              <a:off x="2822" y="2377"/>
              <a:ext cx="294" cy="3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36" name="Line 12"/>
            <p:cNvSpPr>
              <a:spLocks noChangeShapeType="1"/>
            </p:cNvSpPr>
            <p:nvPr/>
          </p:nvSpPr>
          <p:spPr bwMode="auto">
            <a:xfrm>
              <a:off x="2145" y="2371"/>
              <a:ext cx="67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37" name="Line 13"/>
            <p:cNvSpPr>
              <a:spLocks noChangeShapeType="1"/>
            </p:cNvSpPr>
            <p:nvPr/>
          </p:nvSpPr>
          <p:spPr bwMode="auto">
            <a:xfrm flipH="1" flipV="1">
              <a:off x="1851" y="2611"/>
              <a:ext cx="192" cy="3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38" name="Line 14"/>
            <p:cNvSpPr>
              <a:spLocks noChangeShapeType="1"/>
            </p:cNvSpPr>
            <p:nvPr/>
          </p:nvSpPr>
          <p:spPr bwMode="auto">
            <a:xfrm>
              <a:off x="1456" y="2611"/>
              <a:ext cx="39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39" name="Line 15"/>
            <p:cNvSpPr>
              <a:spLocks noChangeShapeType="1"/>
            </p:cNvSpPr>
            <p:nvPr/>
          </p:nvSpPr>
          <p:spPr bwMode="auto">
            <a:xfrm flipH="1" flipV="1">
              <a:off x="1659" y="2932"/>
              <a:ext cx="215" cy="33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40" name="Line 16"/>
            <p:cNvSpPr>
              <a:spLocks noChangeShapeType="1"/>
            </p:cNvSpPr>
            <p:nvPr/>
          </p:nvSpPr>
          <p:spPr bwMode="auto">
            <a:xfrm>
              <a:off x="1233" y="2932"/>
              <a:ext cx="4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41" name="Line 17"/>
            <p:cNvSpPr>
              <a:spLocks noChangeShapeType="1"/>
            </p:cNvSpPr>
            <p:nvPr/>
          </p:nvSpPr>
          <p:spPr bwMode="auto">
            <a:xfrm flipH="1" flipV="1">
              <a:off x="3488" y="3131"/>
              <a:ext cx="150" cy="3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42" name="Line 18"/>
            <p:cNvSpPr>
              <a:spLocks noChangeShapeType="1"/>
            </p:cNvSpPr>
            <p:nvPr/>
          </p:nvSpPr>
          <p:spPr bwMode="auto">
            <a:xfrm>
              <a:off x="3639" y="3451"/>
              <a:ext cx="57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43" name="Line 19"/>
            <p:cNvSpPr>
              <a:spLocks noChangeShapeType="1"/>
            </p:cNvSpPr>
            <p:nvPr/>
          </p:nvSpPr>
          <p:spPr bwMode="auto">
            <a:xfrm flipH="1" flipV="1">
              <a:off x="3270" y="3059"/>
              <a:ext cx="144" cy="54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44" name="Line 20"/>
            <p:cNvSpPr>
              <a:spLocks noChangeShapeType="1"/>
            </p:cNvSpPr>
            <p:nvPr/>
          </p:nvSpPr>
          <p:spPr bwMode="auto">
            <a:xfrm>
              <a:off x="3409" y="3606"/>
              <a:ext cx="54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45" name="Line 21"/>
            <p:cNvSpPr>
              <a:spLocks noChangeShapeType="1"/>
            </p:cNvSpPr>
            <p:nvPr/>
          </p:nvSpPr>
          <p:spPr bwMode="auto">
            <a:xfrm flipH="1" flipV="1">
              <a:off x="3189" y="3097"/>
              <a:ext cx="132" cy="5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46" name="Line 22"/>
            <p:cNvSpPr>
              <a:spLocks noChangeShapeType="1"/>
            </p:cNvSpPr>
            <p:nvPr/>
          </p:nvSpPr>
          <p:spPr bwMode="auto">
            <a:xfrm>
              <a:off x="2932" y="3612"/>
              <a:ext cx="39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47" name="Text Box 23"/>
            <p:cNvSpPr txBox="1">
              <a:spLocks noChangeArrowheads="1"/>
            </p:cNvSpPr>
            <p:nvPr/>
          </p:nvSpPr>
          <p:spPr bwMode="auto">
            <a:xfrm>
              <a:off x="2269" y="1990"/>
              <a:ext cx="557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Tấm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nén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ống</a:t>
              </a:r>
              <a:endPara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48" name="Text Box 24"/>
            <p:cNvSpPr txBox="1">
              <a:spLocks noChangeArrowheads="1"/>
            </p:cNvSpPr>
            <p:nvPr/>
          </p:nvSpPr>
          <p:spPr bwMode="auto">
            <a:xfrm>
              <a:off x="2109" y="2229"/>
              <a:ext cx="513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Return Pipe</a:t>
              </a:r>
              <a:endPara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49" name="Text Box 25"/>
            <p:cNvSpPr txBox="1">
              <a:spLocks noChangeArrowheads="1"/>
            </p:cNvSpPr>
            <p:nvPr/>
          </p:nvSpPr>
          <p:spPr bwMode="auto">
            <a:xfrm>
              <a:off x="1395" y="2471"/>
              <a:ext cx="451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ko-KR" altLang="en-US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윤활장치</a:t>
              </a:r>
            </a:p>
          </p:txBody>
        </p:sp>
        <p:sp>
          <p:nvSpPr>
            <p:cNvPr id="162850" name="Text Box 26"/>
            <p:cNvSpPr txBox="1">
              <a:spLocks noChangeArrowheads="1"/>
            </p:cNvSpPr>
            <p:nvPr/>
          </p:nvSpPr>
          <p:spPr bwMode="auto">
            <a:xfrm>
              <a:off x="1171" y="2785"/>
              <a:ext cx="482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Wiper ring</a:t>
              </a:r>
              <a:endPara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851" name="Text Box 27"/>
            <p:cNvSpPr txBox="1">
              <a:spLocks noChangeArrowheads="1"/>
            </p:cNvSpPr>
            <p:nvPr/>
          </p:nvSpPr>
          <p:spPr bwMode="auto">
            <a:xfrm>
              <a:off x="3690" y="1915"/>
              <a:ext cx="451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ko-KR" altLang="en-US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윤활장치</a:t>
              </a:r>
            </a:p>
          </p:txBody>
        </p:sp>
        <p:sp>
          <p:nvSpPr>
            <p:cNvPr id="162852" name="Text Box 28"/>
            <p:cNvSpPr txBox="1">
              <a:spLocks noChangeArrowheads="1"/>
            </p:cNvSpPr>
            <p:nvPr/>
          </p:nvSpPr>
          <p:spPr bwMode="auto">
            <a:xfrm>
              <a:off x="4008" y="2033"/>
              <a:ext cx="368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ko-KR" altLang="en-US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나사축</a:t>
              </a:r>
            </a:p>
          </p:txBody>
        </p:sp>
        <p:sp>
          <p:nvSpPr>
            <p:cNvPr id="162853" name="Text Box 29"/>
            <p:cNvSpPr txBox="1">
              <a:spLocks noChangeArrowheads="1"/>
            </p:cNvSpPr>
            <p:nvPr/>
          </p:nvSpPr>
          <p:spPr bwMode="auto">
            <a:xfrm>
              <a:off x="3352" y="3469"/>
              <a:ext cx="534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ko-KR" altLang="en-US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볼리테이너</a:t>
              </a:r>
            </a:p>
          </p:txBody>
        </p:sp>
        <p:sp>
          <p:nvSpPr>
            <p:cNvPr id="162854" name="Text Box 30"/>
            <p:cNvSpPr txBox="1">
              <a:spLocks noChangeArrowheads="1"/>
            </p:cNvSpPr>
            <p:nvPr/>
          </p:nvSpPr>
          <p:spPr bwMode="auto">
            <a:xfrm>
              <a:off x="3588" y="3305"/>
              <a:ext cx="562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ko-KR" altLang="en-US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볼나사</a:t>
              </a:r>
              <a:r>
                <a:rPr lang="ko-KR" altLang="en-US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너트</a:t>
              </a:r>
            </a:p>
          </p:txBody>
        </p:sp>
        <p:sp>
          <p:nvSpPr>
            <p:cNvPr id="162855" name="Text Box 31"/>
            <p:cNvSpPr txBox="1">
              <a:spLocks noChangeArrowheads="1"/>
            </p:cNvSpPr>
            <p:nvPr/>
          </p:nvSpPr>
          <p:spPr bwMode="auto">
            <a:xfrm>
              <a:off x="2979" y="3475"/>
              <a:ext cx="202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ko-KR" altLang="en-US" sz="1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볼</a:t>
              </a:r>
            </a:p>
          </p:txBody>
        </p:sp>
      </p:grpSp>
      <p:sp>
        <p:nvSpPr>
          <p:cNvPr id="162821" name="Text Box 32"/>
          <p:cNvSpPr txBox="1">
            <a:spLocks noChangeArrowheads="1"/>
          </p:cNvSpPr>
          <p:nvPr/>
        </p:nvSpPr>
        <p:spPr bwMode="auto">
          <a:xfrm>
            <a:off x="2843213" y="6056313"/>
            <a:ext cx="486703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4-24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Reteurn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Pipe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2822" name="Rectangle 33"/>
          <p:cNvSpPr>
            <a:spLocks noGrp="1" noChangeArrowheads="1"/>
          </p:cNvSpPr>
          <p:nvPr>
            <p:ph type="title" idx="4294967295"/>
          </p:nvPr>
        </p:nvSpPr>
        <p:spPr>
          <a:xfrm>
            <a:off x="6605588" y="68263"/>
            <a:ext cx="2430462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Ball Screw</a:t>
            </a:r>
          </a:p>
        </p:txBody>
      </p:sp>
      <p:sp>
        <p:nvSpPr>
          <p:cNvPr id="162823" name="Rectangle 34"/>
          <p:cNvSpPr>
            <a:spLocks noChangeArrowheads="1"/>
          </p:cNvSpPr>
          <p:nvPr/>
        </p:nvSpPr>
        <p:spPr bwMode="auto">
          <a:xfrm>
            <a:off x="755650" y="1052513"/>
            <a:ext cx="2273300" cy="30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</a:t>
            </a:r>
            <a:endParaRPr lang="ko-KR" altLang="en-US" sz="12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2824" name="Rectangle 35"/>
          <p:cNvSpPr>
            <a:spLocks noChangeArrowheads="1"/>
          </p:cNvSpPr>
          <p:nvPr/>
        </p:nvSpPr>
        <p:spPr bwMode="auto">
          <a:xfrm>
            <a:off x="1042988" y="1330771"/>
            <a:ext cx="7288212" cy="1384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Screw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Nut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sang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bớt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Backlash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Nut,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2825" name="Rectangle 38"/>
          <p:cNvSpPr>
            <a:spLocks noChangeArrowheads="1"/>
          </p:cNvSpPr>
          <p:nvPr/>
        </p:nvSpPr>
        <p:spPr bwMode="auto">
          <a:xfrm>
            <a:off x="323850" y="476250"/>
            <a:ext cx="24304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Ball Screw</a:t>
            </a:r>
          </a:p>
        </p:txBody>
      </p:sp>
      <p:sp>
        <p:nvSpPr>
          <p:cNvPr id="162826" name="Rectangle 39"/>
          <p:cNvSpPr>
            <a:spLocks noChangeArrowheads="1"/>
          </p:cNvSpPr>
          <p:nvPr/>
        </p:nvSpPr>
        <p:spPr bwMode="auto">
          <a:xfrm>
            <a:off x="539750" y="765175"/>
            <a:ext cx="24304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5-1.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quát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2827" name="Rectangle 40"/>
          <p:cNvSpPr>
            <a:spLocks noChangeArrowheads="1"/>
          </p:cNvSpPr>
          <p:nvPr/>
        </p:nvSpPr>
        <p:spPr bwMode="auto">
          <a:xfrm>
            <a:off x="44450" y="58738"/>
            <a:ext cx="3210922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6228184" y="3484718"/>
            <a:ext cx="792088" cy="204663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1" name="직사각형 40"/>
          <p:cNvSpPr/>
          <p:nvPr/>
        </p:nvSpPr>
        <p:spPr bwMode="auto">
          <a:xfrm>
            <a:off x="4572000" y="5661248"/>
            <a:ext cx="423664" cy="204663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" name="직사각형 41"/>
          <p:cNvSpPr/>
          <p:nvPr/>
        </p:nvSpPr>
        <p:spPr bwMode="auto">
          <a:xfrm>
            <a:off x="5220072" y="5672609"/>
            <a:ext cx="899068" cy="204663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Reteainer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직사각형 42"/>
          <p:cNvSpPr/>
          <p:nvPr/>
        </p:nvSpPr>
        <p:spPr bwMode="auto">
          <a:xfrm>
            <a:off x="5580112" y="5373216"/>
            <a:ext cx="899068" cy="204663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Screw nut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" name="직사각형 43"/>
          <p:cNvSpPr/>
          <p:nvPr/>
        </p:nvSpPr>
        <p:spPr bwMode="auto">
          <a:xfrm>
            <a:off x="5568934" y="3316224"/>
            <a:ext cx="957249" cy="204663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5" name="직사각형 44"/>
          <p:cNvSpPr/>
          <p:nvPr/>
        </p:nvSpPr>
        <p:spPr bwMode="auto">
          <a:xfrm>
            <a:off x="2030575" y="4152739"/>
            <a:ext cx="957249" cy="204663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432907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B0700A4D-ADF9-4651-B38C-13660FDDCC68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140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3843" name="Rectangle 3"/>
          <p:cNvSpPr>
            <a:spLocks noChangeArrowheads="1"/>
          </p:cNvSpPr>
          <p:nvPr/>
        </p:nvSpPr>
        <p:spPr bwMode="auto">
          <a:xfrm>
            <a:off x="388938" y="2546350"/>
            <a:ext cx="1727200" cy="458788"/>
          </a:xfrm>
          <a:prstGeom prst="rect">
            <a:avLst/>
          </a:prstGeom>
          <a:solidFill>
            <a:srgbClr val="DDDDDD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circulating method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3844" name="Rectangle 4"/>
          <p:cNvSpPr>
            <a:spLocks noChangeArrowheads="1"/>
          </p:cNvSpPr>
          <p:nvPr/>
        </p:nvSpPr>
        <p:spPr bwMode="auto">
          <a:xfrm>
            <a:off x="3700463" y="1187450"/>
            <a:ext cx="1470025" cy="485775"/>
          </a:xfrm>
          <a:prstGeom prst="rect">
            <a:avLst/>
          </a:prstGeom>
          <a:solidFill>
            <a:srgbClr val="DDDDDD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Screw</a:t>
            </a:r>
          </a:p>
        </p:txBody>
      </p:sp>
      <p:sp>
        <p:nvSpPr>
          <p:cNvPr id="163845" name="Rectangle 5"/>
          <p:cNvSpPr>
            <a:spLocks noChangeArrowheads="1"/>
          </p:cNvSpPr>
          <p:nvPr/>
        </p:nvSpPr>
        <p:spPr bwMode="auto">
          <a:xfrm>
            <a:off x="2593975" y="2546350"/>
            <a:ext cx="1730375" cy="458788"/>
          </a:xfrm>
          <a:prstGeom prst="rect">
            <a:avLst/>
          </a:prstGeom>
          <a:solidFill>
            <a:srgbClr val="DDDDDD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Preload Type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163846" name="AutoShape 6"/>
          <p:cNvCxnSpPr>
            <a:cxnSpLocks noChangeShapeType="1"/>
            <a:stCxn id="163844" idx="2"/>
            <a:endCxn id="163843" idx="0"/>
          </p:cNvCxnSpPr>
          <p:nvPr/>
        </p:nvCxnSpPr>
        <p:spPr bwMode="auto">
          <a:xfrm rot="5400000">
            <a:off x="2407444" y="518319"/>
            <a:ext cx="873125" cy="3182937"/>
          </a:xfrm>
          <a:prstGeom prst="bentConnector3">
            <a:avLst>
              <a:gd name="adj1" fmla="val 50000"/>
            </a:avLst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847" name="AutoShape 7"/>
          <p:cNvCxnSpPr>
            <a:cxnSpLocks noChangeShapeType="1"/>
            <a:stCxn id="163844" idx="2"/>
            <a:endCxn id="163845" idx="0"/>
          </p:cNvCxnSpPr>
          <p:nvPr/>
        </p:nvCxnSpPr>
        <p:spPr bwMode="auto">
          <a:xfrm rot="5400000">
            <a:off x="3510756" y="1621632"/>
            <a:ext cx="873125" cy="976312"/>
          </a:xfrm>
          <a:prstGeom prst="bentConnector3">
            <a:avLst>
              <a:gd name="adj1" fmla="val 50000"/>
            </a:avLst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848" name="AutoShape 8"/>
          <p:cNvCxnSpPr>
            <a:cxnSpLocks noChangeShapeType="1"/>
            <a:stCxn id="163844" idx="2"/>
            <a:endCxn id="163850" idx="0"/>
          </p:cNvCxnSpPr>
          <p:nvPr/>
        </p:nvCxnSpPr>
        <p:spPr bwMode="auto">
          <a:xfrm rot="16200000" flipH="1">
            <a:off x="4620047" y="1488653"/>
            <a:ext cx="873125" cy="1242267"/>
          </a:xfrm>
          <a:prstGeom prst="bentConnector3">
            <a:avLst>
              <a:gd name="adj1" fmla="val 50000"/>
            </a:avLst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849" name="AutoShape 9"/>
          <p:cNvCxnSpPr>
            <a:cxnSpLocks noChangeShapeType="1"/>
            <a:stCxn id="163844" idx="2"/>
            <a:endCxn id="163851" idx="0"/>
          </p:cNvCxnSpPr>
          <p:nvPr/>
        </p:nvCxnSpPr>
        <p:spPr bwMode="auto">
          <a:xfrm rot="16200000" flipH="1">
            <a:off x="5699125" y="409575"/>
            <a:ext cx="873125" cy="3400425"/>
          </a:xfrm>
          <a:prstGeom prst="bentConnector3">
            <a:avLst>
              <a:gd name="adj1" fmla="val 50000"/>
            </a:avLst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3850" name="Rectangle 10"/>
          <p:cNvSpPr>
            <a:spLocks noChangeArrowheads="1"/>
          </p:cNvSpPr>
          <p:nvPr/>
        </p:nvSpPr>
        <p:spPr bwMode="auto">
          <a:xfrm>
            <a:off x="4767262" y="2546350"/>
            <a:ext cx="1820961" cy="458788"/>
          </a:xfrm>
          <a:prstGeom prst="rect">
            <a:avLst/>
          </a:prstGeom>
          <a:solidFill>
            <a:srgbClr val="DDDDDD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Lead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&amp;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3851" name="Rectangle 11"/>
          <p:cNvSpPr>
            <a:spLocks noChangeArrowheads="1"/>
          </p:cNvSpPr>
          <p:nvPr/>
        </p:nvSpPr>
        <p:spPr bwMode="auto">
          <a:xfrm>
            <a:off x="6970713" y="2546350"/>
            <a:ext cx="1730375" cy="458788"/>
          </a:xfrm>
          <a:prstGeom prst="rect">
            <a:avLst/>
          </a:prstGeom>
          <a:solidFill>
            <a:srgbClr val="DDDDDD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endParaRPr lang="ko-KR" altLang="en-US" sz="13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3852" name="Rectangle 12"/>
          <p:cNvSpPr>
            <a:spLocks noChangeArrowheads="1"/>
          </p:cNvSpPr>
          <p:nvPr/>
        </p:nvSpPr>
        <p:spPr bwMode="auto">
          <a:xfrm>
            <a:off x="388938" y="3314700"/>
            <a:ext cx="1727200" cy="55086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Return Pipe Type</a:t>
            </a:r>
          </a:p>
        </p:txBody>
      </p:sp>
      <p:sp>
        <p:nvSpPr>
          <p:cNvPr id="163853" name="Rectangle 13"/>
          <p:cNvSpPr>
            <a:spLocks noChangeArrowheads="1"/>
          </p:cNvSpPr>
          <p:nvPr/>
        </p:nvSpPr>
        <p:spPr bwMode="auto">
          <a:xfrm>
            <a:off x="388938" y="4195763"/>
            <a:ext cx="1727200" cy="550862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Deflectors Type</a:t>
            </a:r>
          </a:p>
        </p:txBody>
      </p:sp>
      <p:sp>
        <p:nvSpPr>
          <p:cNvPr id="163854" name="Rectangle 15"/>
          <p:cNvSpPr>
            <a:spLocks noChangeArrowheads="1"/>
          </p:cNvSpPr>
          <p:nvPr/>
        </p:nvSpPr>
        <p:spPr bwMode="auto">
          <a:xfrm>
            <a:off x="388938" y="5097463"/>
            <a:ext cx="1727200" cy="550862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End Cap Type</a:t>
            </a:r>
          </a:p>
        </p:txBody>
      </p:sp>
      <p:sp>
        <p:nvSpPr>
          <p:cNvPr id="163855" name="Rectangle 16"/>
          <p:cNvSpPr>
            <a:spLocks noChangeArrowheads="1"/>
          </p:cNvSpPr>
          <p:nvPr/>
        </p:nvSpPr>
        <p:spPr bwMode="auto">
          <a:xfrm>
            <a:off x="2595563" y="3314700"/>
            <a:ext cx="1727200" cy="55086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Double Nut Type</a:t>
            </a:r>
          </a:p>
        </p:txBody>
      </p:sp>
      <p:sp>
        <p:nvSpPr>
          <p:cNvPr id="163856" name="Rectangle 17"/>
          <p:cNvSpPr>
            <a:spLocks noChangeArrowheads="1"/>
          </p:cNvSpPr>
          <p:nvPr/>
        </p:nvSpPr>
        <p:spPr bwMode="auto">
          <a:xfrm>
            <a:off x="2595563" y="4195763"/>
            <a:ext cx="1727200" cy="550862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Offset Preload Type</a:t>
            </a:r>
          </a:p>
        </p:txBody>
      </p:sp>
      <p:sp>
        <p:nvSpPr>
          <p:cNvPr id="163857" name="Rectangle 18"/>
          <p:cNvSpPr>
            <a:spLocks noChangeArrowheads="1"/>
          </p:cNvSpPr>
          <p:nvPr/>
        </p:nvSpPr>
        <p:spPr bwMode="auto">
          <a:xfrm>
            <a:off x="2595563" y="5097463"/>
            <a:ext cx="1727200" cy="550862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Static Pressure Preload Type</a:t>
            </a:r>
          </a:p>
        </p:txBody>
      </p:sp>
      <p:sp>
        <p:nvSpPr>
          <p:cNvPr id="163858" name="Rectangle 19"/>
          <p:cNvSpPr>
            <a:spLocks noChangeArrowheads="1"/>
          </p:cNvSpPr>
          <p:nvPr/>
        </p:nvSpPr>
        <p:spPr bwMode="auto">
          <a:xfrm>
            <a:off x="4767263" y="3314700"/>
            <a:ext cx="1727200" cy="55086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Simple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Lead Type</a:t>
            </a:r>
          </a:p>
        </p:txBody>
      </p:sp>
      <p:sp>
        <p:nvSpPr>
          <p:cNvPr id="163859" name="Rectangle 20"/>
          <p:cNvSpPr>
            <a:spLocks noChangeArrowheads="1"/>
          </p:cNvSpPr>
          <p:nvPr/>
        </p:nvSpPr>
        <p:spPr bwMode="auto">
          <a:xfrm>
            <a:off x="4767263" y="4195763"/>
            <a:ext cx="1727200" cy="550862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High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Lead Type</a:t>
            </a:r>
          </a:p>
        </p:txBody>
      </p:sp>
      <p:sp>
        <p:nvSpPr>
          <p:cNvPr id="163860" name="Rectangle 21"/>
          <p:cNvSpPr>
            <a:spLocks noChangeArrowheads="1"/>
          </p:cNvSpPr>
          <p:nvPr/>
        </p:nvSpPr>
        <p:spPr bwMode="auto">
          <a:xfrm>
            <a:off x="4767263" y="5097463"/>
            <a:ext cx="1727200" cy="550862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Miniature Type</a:t>
            </a:r>
          </a:p>
        </p:txBody>
      </p:sp>
      <p:sp>
        <p:nvSpPr>
          <p:cNvPr id="163861" name="Rectangle 22"/>
          <p:cNvSpPr>
            <a:spLocks noChangeArrowheads="1"/>
          </p:cNvSpPr>
          <p:nvPr/>
        </p:nvSpPr>
        <p:spPr bwMode="auto">
          <a:xfrm>
            <a:off x="6972300" y="3314700"/>
            <a:ext cx="1727200" cy="550863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Rolling</a:t>
            </a:r>
            <a:r>
              <a:rPr lang="ko-KR" altLang="en-US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Screw</a:t>
            </a:r>
          </a:p>
        </p:txBody>
      </p:sp>
      <p:sp>
        <p:nvSpPr>
          <p:cNvPr id="163862" name="Rectangle 23"/>
          <p:cNvSpPr>
            <a:spLocks noChangeArrowheads="1"/>
          </p:cNvSpPr>
          <p:nvPr/>
        </p:nvSpPr>
        <p:spPr bwMode="auto">
          <a:xfrm>
            <a:off x="6972300" y="4195763"/>
            <a:ext cx="1727200" cy="550862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Grinding</a:t>
            </a:r>
            <a:r>
              <a:rPr lang="ko-KR" altLang="en-US" sz="13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Screw</a:t>
            </a:r>
          </a:p>
        </p:txBody>
      </p:sp>
      <p:cxnSp>
        <p:nvCxnSpPr>
          <p:cNvPr id="163863" name="AutoShape 24"/>
          <p:cNvCxnSpPr>
            <a:cxnSpLocks noChangeShapeType="1"/>
            <a:stCxn id="163843" idx="2"/>
            <a:endCxn id="163852" idx="0"/>
          </p:cNvCxnSpPr>
          <p:nvPr/>
        </p:nvCxnSpPr>
        <p:spPr bwMode="auto">
          <a:xfrm>
            <a:off x="1252538" y="3005138"/>
            <a:ext cx="0" cy="3095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864" name="AutoShape 25"/>
          <p:cNvCxnSpPr>
            <a:cxnSpLocks noChangeShapeType="1"/>
            <a:stCxn id="163852" idx="2"/>
            <a:endCxn id="163853" idx="0"/>
          </p:cNvCxnSpPr>
          <p:nvPr/>
        </p:nvCxnSpPr>
        <p:spPr bwMode="auto">
          <a:xfrm>
            <a:off x="1252538" y="3865563"/>
            <a:ext cx="0" cy="3302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865" name="AutoShape 26"/>
          <p:cNvCxnSpPr>
            <a:cxnSpLocks noChangeShapeType="1"/>
            <a:stCxn id="163853" idx="2"/>
            <a:endCxn id="163854" idx="0"/>
          </p:cNvCxnSpPr>
          <p:nvPr/>
        </p:nvCxnSpPr>
        <p:spPr bwMode="auto">
          <a:xfrm>
            <a:off x="1252538" y="4746625"/>
            <a:ext cx="0" cy="3508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866" name="AutoShape 28"/>
          <p:cNvCxnSpPr>
            <a:cxnSpLocks noChangeShapeType="1"/>
            <a:stCxn id="163845" idx="2"/>
            <a:endCxn id="163855" idx="0"/>
          </p:cNvCxnSpPr>
          <p:nvPr/>
        </p:nvCxnSpPr>
        <p:spPr bwMode="auto">
          <a:xfrm>
            <a:off x="3459163" y="3005138"/>
            <a:ext cx="0" cy="3095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867" name="AutoShape 29"/>
          <p:cNvCxnSpPr>
            <a:cxnSpLocks noChangeShapeType="1"/>
            <a:stCxn id="163855" idx="2"/>
            <a:endCxn id="163856" idx="0"/>
          </p:cNvCxnSpPr>
          <p:nvPr/>
        </p:nvCxnSpPr>
        <p:spPr bwMode="auto">
          <a:xfrm>
            <a:off x="3459163" y="3865563"/>
            <a:ext cx="0" cy="3302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868" name="AutoShape 30"/>
          <p:cNvCxnSpPr>
            <a:cxnSpLocks noChangeShapeType="1"/>
            <a:stCxn id="163856" idx="2"/>
            <a:endCxn id="163857" idx="0"/>
          </p:cNvCxnSpPr>
          <p:nvPr/>
        </p:nvCxnSpPr>
        <p:spPr bwMode="auto">
          <a:xfrm>
            <a:off x="3459163" y="4746625"/>
            <a:ext cx="0" cy="3508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869" name="AutoShape 31"/>
          <p:cNvCxnSpPr>
            <a:cxnSpLocks noChangeShapeType="1"/>
            <a:stCxn id="163850" idx="2"/>
            <a:endCxn id="163858" idx="0"/>
          </p:cNvCxnSpPr>
          <p:nvPr/>
        </p:nvCxnSpPr>
        <p:spPr bwMode="auto">
          <a:xfrm flipH="1">
            <a:off x="5630863" y="3005138"/>
            <a:ext cx="46880" cy="3095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870" name="AutoShape 32"/>
          <p:cNvCxnSpPr>
            <a:cxnSpLocks noChangeShapeType="1"/>
            <a:stCxn id="163858" idx="2"/>
            <a:endCxn id="163859" idx="0"/>
          </p:cNvCxnSpPr>
          <p:nvPr/>
        </p:nvCxnSpPr>
        <p:spPr bwMode="auto">
          <a:xfrm>
            <a:off x="5630863" y="3865563"/>
            <a:ext cx="0" cy="3302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871" name="AutoShape 33"/>
          <p:cNvCxnSpPr>
            <a:cxnSpLocks noChangeShapeType="1"/>
            <a:stCxn id="163860" idx="0"/>
            <a:endCxn id="163859" idx="2"/>
          </p:cNvCxnSpPr>
          <p:nvPr/>
        </p:nvCxnSpPr>
        <p:spPr bwMode="auto">
          <a:xfrm flipV="1">
            <a:off x="5630863" y="4746625"/>
            <a:ext cx="0" cy="3508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872" name="AutoShape 34"/>
          <p:cNvCxnSpPr>
            <a:cxnSpLocks noChangeShapeType="1"/>
            <a:stCxn id="163861" idx="0"/>
            <a:endCxn id="163851" idx="2"/>
          </p:cNvCxnSpPr>
          <p:nvPr/>
        </p:nvCxnSpPr>
        <p:spPr bwMode="auto">
          <a:xfrm flipV="1">
            <a:off x="7835900" y="3005138"/>
            <a:ext cx="0" cy="3095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873" name="AutoShape 35"/>
          <p:cNvCxnSpPr>
            <a:cxnSpLocks noChangeShapeType="1"/>
            <a:stCxn id="163862" idx="0"/>
            <a:endCxn id="163861" idx="2"/>
          </p:cNvCxnSpPr>
          <p:nvPr/>
        </p:nvCxnSpPr>
        <p:spPr bwMode="auto">
          <a:xfrm flipV="1">
            <a:off x="7835900" y="3865563"/>
            <a:ext cx="0" cy="3302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3874" name="Rectangle 37"/>
          <p:cNvSpPr>
            <a:spLocks noChangeArrowheads="1"/>
          </p:cNvSpPr>
          <p:nvPr/>
        </p:nvSpPr>
        <p:spPr bwMode="auto">
          <a:xfrm>
            <a:off x="514350" y="549275"/>
            <a:ext cx="26892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</a:t>
            </a:r>
            <a:endParaRPr lang="ko-KR" altLang="en-US" sz="12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3875" name="Rectangle 38"/>
          <p:cNvSpPr>
            <a:spLocks noGrp="1" noChangeArrowheads="1"/>
          </p:cNvSpPr>
          <p:nvPr>
            <p:ph type="title" idx="4294967295"/>
          </p:nvPr>
        </p:nvSpPr>
        <p:spPr>
          <a:xfrm>
            <a:off x="4933950" y="68263"/>
            <a:ext cx="4102100" cy="336550"/>
          </a:xfrm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Ball Screw</a:t>
            </a:r>
          </a:p>
        </p:txBody>
      </p:sp>
      <p:sp>
        <p:nvSpPr>
          <p:cNvPr id="163876" name="Rectangle 39"/>
          <p:cNvSpPr>
            <a:spLocks noChangeArrowheads="1"/>
          </p:cNvSpPr>
          <p:nvPr/>
        </p:nvSpPr>
        <p:spPr bwMode="auto">
          <a:xfrm>
            <a:off x="44449" y="58738"/>
            <a:ext cx="3159125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568854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012DD12F-08DF-457A-94BA-DE7D5200DAE4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141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64867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67" b="8867"/>
          <a:stretch>
            <a:fillRect/>
          </a:stretch>
        </p:blipFill>
        <p:spPr bwMode="auto">
          <a:xfrm>
            <a:off x="5003800" y="3989388"/>
            <a:ext cx="3303588" cy="2103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4868" name="Rectangle 4"/>
          <p:cNvSpPr>
            <a:spLocks noChangeArrowheads="1"/>
          </p:cNvSpPr>
          <p:nvPr/>
        </p:nvSpPr>
        <p:spPr bwMode="auto">
          <a:xfrm>
            <a:off x="936625" y="4060825"/>
            <a:ext cx="4572000" cy="306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Return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Pipe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Type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4869" name="Text Box 5"/>
          <p:cNvSpPr txBox="1">
            <a:spLocks noChangeArrowheads="1"/>
          </p:cNvSpPr>
          <p:nvPr/>
        </p:nvSpPr>
        <p:spPr bwMode="auto">
          <a:xfrm>
            <a:off x="1022350" y="1125538"/>
            <a:ext cx="7221538" cy="24929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circulating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Type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Return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Pipe Type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Deflectors Type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End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Cap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Type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Preload Type</a:t>
            </a: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One's regular position Preload Type 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 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①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Double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Nut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Type,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②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Offset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Preload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Type,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Static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Pressure Preload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Type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Lead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①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Simple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Lead,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②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High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Lead,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③ Miniature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①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Rolling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Screw, ②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Precison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Prinding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Ball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Screw </a:t>
            </a:r>
          </a:p>
        </p:txBody>
      </p:sp>
      <p:sp>
        <p:nvSpPr>
          <p:cNvPr id="164870" name="Text Box 6"/>
          <p:cNvSpPr txBox="1">
            <a:spLocks noChangeArrowheads="1"/>
          </p:cNvSpPr>
          <p:nvPr/>
        </p:nvSpPr>
        <p:spPr bwMode="auto">
          <a:xfrm>
            <a:off x="346074" y="542925"/>
            <a:ext cx="4153917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5-2.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4871" name="Rectangle 7"/>
          <p:cNvSpPr>
            <a:spLocks noChangeArrowheads="1"/>
          </p:cNvSpPr>
          <p:nvPr/>
        </p:nvSpPr>
        <p:spPr bwMode="auto">
          <a:xfrm>
            <a:off x="1187450" y="4421188"/>
            <a:ext cx="4032250" cy="1126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Nut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phổ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Return Pipe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Return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Pipe, 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tục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giới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4872" name="Rectangle 8"/>
          <p:cNvSpPr>
            <a:spLocks noChangeArrowheads="1"/>
          </p:cNvSpPr>
          <p:nvPr/>
        </p:nvSpPr>
        <p:spPr bwMode="auto">
          <a:xfrm>
            <a:off x="779463" y="3700463"/>
            <a:ext cx="2928937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circulating Type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4873" name="Rectangle 10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Ball Screw</a:t>
            </a:r>
          </a:p>
        </p:txBody>
      </p:sp>
      <p:sp>
        <p:nvSpPr>
          <p:cNvPr id="164874" name="Rectangle 11"/>
          <p:cNvSpPr>
            <a:spLocks noChangeArrowheads="1"/>
          </p:cNvSpPr>
          <p:nvPr/>
        </p:nvSpPr>
        <p:spPr bwMode="auto">
          <a:xfrm>
            <a:off x="779463" y="836613"/>
            <a:ext cx="2928937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4875" name="Rectangle 12"/>
          <p:cNvSpPr>
            <a:spLocks noChangeArrowheads="1"/>
          </p:cNvSpPr>
          <p:nvPr/>
        </p:nvSpPr>
        <p:spPr bwMode="auto">
          <a:xfrm>
            <a:off x="44450" y="58738"/>
            <a:ext cx="366395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직사각형 11"/>
          <p:cNvSpPr/>
          <p:nvPr/>
        </p:nvSpPr>
        <p:spPr bwMode="auto">
          <a:xfrm>
            <a:off x="6732240" y="3933056"/>
            <a:ext cx="792088" cy="192038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5148064" y="4744417"/>
            <a:ext cx="864096" cy="19675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Labyrinth Seal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5364088" y="4509120"/>
            <a:ext cx="864096" cy="19675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Return Pipe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7452320" y="5000912"/>
            <a:ext cx="999728" cy="228288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Screw nut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7236296" y="5240089"/>
            <a:ext cx="360040" cy="20513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Key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6999450" y="5428898"/>
            <a:ext cx="360040" cy="20513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6876256" y="5623293"/>
            <a:ext cx="999728" cy="228288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Screw nut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5868144" y="5924060"/>
            <a:ext cx="2012032" cy="24124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Return Pipe Nut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Text Box 23"/>
          <p:cNvSpPr txBox="1">
            <a:spLocks noChangeArrowheads="1"/>
          </p:cNvSpPr>
          <p:nvPr/>
        </p:nvSpPr>
        <p:spPr bwMode="auto">
          <a:xfrm>
            <a:off x="5868144" y="4005064"/>
            <a:ext cx="862111" cy="24672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nén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Text Box 23"/>
          <p:cNvSpPr txBox="1">
            <a:spLocks noChangeArrowheads="1"/>
          </p:cNvSpPr>
          <p:nvPr/>
        </p:nvSpPr>
        <p:spPr bwMode="auto">
          <a:xfrm>
            <a:off x="5604836" y="4293096"/>
            <a:ext cx="814647" cy="246221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Simple Rate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54812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DC18D3FD-B78E-46C5-BC7F-6AA63B94523C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142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5891" name="Rectangle 3"/>
          <p:cNvSpPr>
            <a:spLocks noChangeArrowheads="1"/>
          </p:cNvSpPr>
          <p:nvPr/>
        </p:nvSpPr>
        <p:spPr bwMode="auto">
          <a:xfrm>
            <a:off x="1095375" y="935038"/>
            <a:ext cx="4124325" cy="257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9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Deflectors Type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65892" name="Picture 4"/>
          <p:cNvPicPr preferRelativeResize="0"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13350" y="1062038"/>
            <a:ext cx="3098800" cy="2363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893" name="Rectangle 5"/>
          <p:cNvSpPr>
            <a:spLocks noChangeArrowheads="1"/>
          </p:cNvSpPr>
          <p:nvPr/>
        </p:nvSpPr>
        <p:spPr bwMode="auto">
          <a:xfrm>
            <a:off x="1377950" y="4149725"/>
            <a:ext cx="4206875" cy="12741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Nut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End Cap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Nut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High-lead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Nut.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65894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65788" y="3649663"/>
            <a:ext cx="3049587" cy="2381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895" name="Rectangle 7"/>
          <p:cNvSpPr>
            <a:spLocks noChangeArrowheads="1"/>
          </p:cNvSpPr>
          <p:nvPr/>
        </p:nvSpPr>
        <p:spPr bwMode="auto">
          <a:xfrm>
            <a:off x="5665788" y="1281113"/>
            <a:ext cx="846137" cy="2111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360000" tIns="360000" rIns="360000" bIns="360000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Diflector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5896" name="Rectangle 8"/>
          <p:cNvSpPr>
            <a:spLocks noChangeArrowheads="1"/>
          </p:cNvSpPr>
          <p:nvPr/>
        </p:nvSpPr>
        <p:spPr bwMode="auto">
          <a:xfrm>
            <a:off x="1377951" y="1281113"/>
            <a:ext cx="3914130" cy="12741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Nut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Deflectors,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tục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giới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5897" name="Rectangle 9"/>
          <p:cNvSpPr>
            <a:spLocks noChangeArrowheads="1"/>
          </p:cNvSpPr>
          <p:nvPr/>
        </p:nvSpPr>
        <p:spPr bwMode="auto">
          <a:xfrm>
            <a:off x="1098550" y="3875088"/>
            <a:ext cx="122911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End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Cap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Type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5898" name="Rectangle 11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Ball Screw</a:t>
            </a:r>
          </a:p>
        </p:txBody>
      </p:sp>
      <p:sp>
        <p:nvSpPr>
          <p:cNvPr id="165899" name="Rectangle 12"/>
          <p:cNvSpPr>
            <a:spLocks noChangeArrowheads="1"/>
          </p:cNvSpPr>
          <p:nvPr/>
        </p:nvSpPr>
        <p:spPr bwMode="auto">
          <a:xfrm>
            <a:off x="44450" y="58738"/>
            <a:ext cx="3365246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7236296" y="2852936"/>
            <a:ext cx="792088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직사각형 2"/>
          <p:cNvSpPr/>
          <p:nvPr/>
        </p:nvSpPr>
        <p:spPr bwMode="auto">
          <a:xfrm>
            <a:off x="6588224" y="1207641"/>
            <a:ext cx="792088" cy="277143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7452320" y="2143745"/>
            <a:ext cx="999728" cy="277143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Screw nut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7380312" y="2555308"/>
            <a:ext cx="449957" cy="21473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6046862" y="3068960"/>
            <a:ext cx="1431776" cy="41277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giản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Nut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5156448" y="1648073"/>
            <a:ext cx="927720" cy="19675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Labyrinth Seal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8028384" y="4749130"/>
            <a:ext cx="792088" cy="192038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7668344" y="5086477"/>
            <a:ext cx="449957" cy="21473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7452320" y="5445224"/>
            <a:ext cx="792088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6372200" y="3797563"/>
            <a:ext cx="639688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End Cap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5868144" y="4054212"/>
            <a:ext cx="936104" cy="16687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Screw nut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직사각형 22"/>
          <p:cNvSpPr/>
          <p:nvPr/>
        </p:nvSpPr>
        <p:spPr bwMode="auto">
          <a:xfrm>
            <a:off x="5868144" y="4221088"/>
            <a:ext cx="639688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End Cap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6372200" y="5752529"/>
            <a:ext cx="1431776" cy="41277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High-Lead Nut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257362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055E7B7C-A514-45A0-A98A-7B04D25989D4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143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6915" name="Rectangle 3"/>
          <p:cNvSpPr>
            <a:spLocks noChangeArrowheads="1"/>
          </p:cNvSpPr>
          <p:nvPr/>
        </p:nvSpPr>
        <p:spPr bwMode="auto">
          <a:xfrm>
            <a:off x="1008063" y="836613"/>
            <a:ext cx="4572000" cy="2945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ne's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regular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position Preload Type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66916" name="Picture 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3291" y="2212975"/>
            <a:ext cx="6862763" cy="3525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6917" name="Rectangle 5"/>
          <p:cNvSpPr>
            <a:spLocks noChangeArrowheads="1"/>
          </p:cNvSpPr>
          <p:nvPr/>
        </p:nvSpPr>
        <p:spPr bwMode="auto">
          <a:xfrm>
            <a:off x="703263" y="549275"/>
            <a:ext cx="2573337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Preload Type</a:t>
            </a:r>
            <a:endParaRPr lang="ko-KR" altLang="en-US" sz="12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6918" name="Rectangle 6"/>
          <p:cNvSpPr>
            <a:spLocks noChangeArrowheads="1"/>
          </p:cNvSpPr>
          <p:nvPr/>
        </p:nvSpPr>
        <p:spPr bwMode="auto">
          <a:xfrm>
            <a:off x="1879600" y="1628775"/>
            <a:ext cx="4398961" cy="349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Spacer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Nut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6919" name="Rectangle 7"/>
          <p:cNvSpPr>
            <a:spLocks noChangeArrowheads="1"/>
          </p:cNvSpPr>
          <p:nvPr/>
        </p:nvSpPr>
        <p:spPr bwMode="auto">
          <a:xfrm>
            <a:off x="1379538" y="1271588"/>
            <a:ext cx="1342932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Double Nut Type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6920" name="Rectangle 9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Ball Screw</a:t>
            </a:r>
          </a:p>
        </p:txBody>
      </p:sp>
      <p:sp>
        <p:nvSpPr>
          <p:cNvPr id="166921" name="Rectangle 10"/>
          <p:cNvSpPr>
            <a:spLocks noChangeArrowheads="1"/>
          </p:cNvSpPr>
          <p:nvPr/>
        </p:nvSpPr>
        <p:spPr bwMode="auto">
          <a:xfrm>
            <a:off x="44450" y="58738"/>
            <a:ext cx="3159398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직사각형 9"/>
          <p:cNvSpPr/>
          <p:nvPr/>
        </p:nvSpPr>
        <p:spPr bwMode="auto">
          <a:xfrm>
            <a:off x="3779912" y="2420888"/>
            <a:ext cx="1512168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(3.5 ~ 4.5)  Pitch +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Preload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직사각형 10"/>
          <p:cNvSpPr/>
          <p:nvPr/>
        </p:nvSpPr>
        <p:spPr bwMode="auto">
          <a:xfrm>
            <a:off x="4932040" y="2636912"/>
            <a:ext cx="5760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Spacer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324851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B361AD1A-9597-448E-B1B4-E3E0F4E35F52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144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67939" name="Picture 2" descr="dot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3100" y="46038"/>
            <a:ext cx="79375" cy="10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7940" name="Rectangle 3"/>
          <p:cNvSpPr>
            <a:spLocks noGrp="1" noChangeArrowheads="1"/>
          </p:cNvSpPr>
          <p:nvPr>
            <p:ph type="ctrTitle"/>
          </p:nvPr>
        </p:nvSpPr>
        <p:spPr>
          <a:xfrm>
            <a:off x="5151438" y="68263"/>
            <a:ext cx="3884612" cy="336550"/>
          </a:xfrm>
          <a:solidFill>
            <a:schemeClr val="bg1"/>
          </a:solidFill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Ball Screw</a:t>
            </a:r>
          </a:p>
        </p:txBody>
      </p:sp>
      <p:sp>
        <p:nvSpPr>
          <p:cNvPr id="167941" name="Rectangle 4"/>
          <p:cNvSpPr>
            <a:spLocks noChangeArrowheads="1"/>
          </p:cNvSpPr>
          <p:nvPr/>
        </p:nvSpPr>
        <p:spPr bwMode="auto">
          <a:xfrm>
            <a:off x="1243013" y="476250"/>
            <a:ext cx="1931987" cy="320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Offset Preload Type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67942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153"/>
          <a:stretch>
            <a:fillRect/>
          </a:stretch>
        </p:blipFill>
        <p:spPr bwMode="auto">
          <a:xfrm>
            <a:off x="1979613" y="1268413"/>
            <a:ext cx="5784850" cy="2574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7943" name="Rectangle 10"/>
          <p:cNvSpPr>
            <a:spLocks noChangeArrowheads="1"/>
          </p:cNvSpPr>
          <p:nvPr/>
        </p:nvSpPr>
        <p:spPr bwMode="auto">
          <a:xfrm>
            <a:off x="1520825" y="836613"/>
            <a:ext cx="456406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Double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Nut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Type,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Spacer,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Home Pitch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Nut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Preload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7944" name="Rectangle 16"/>
          <p:cNvSpPr>
            <a:spLocks noChangeArrowheads="1"/>
          </p:cNvSpPr>
          <p:nvPr/>
        </p:nvSpPr>
        <p:spPr bwMode="auto">
          <a:xfrm>
            <a:off x="1698625" y="4227513"/>
            <a:ext cx="4572000" cy="572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Spring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Nut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Home Pitch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Preload.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67945" name="Picture 18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39975" y="4783138"/>
            <a:ext cx="4608513" cy="1598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7946" name="Rectangle 20"/>
          <p:cNvSpPr>
            <a:spLocks noChangeArrowheads="1"/>
          </p:cNvSpPr>
          <p:nvPr/>
        </p:nvSpPr>
        <p:spPr bwMode="auto">
          <a:xfrm>
            <a:off x="1258888" y="3933825"/>
            <a:ext cx="211557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 Static Pressure Preload Type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7947" name="Rectangle 21"/>
          <p:cNvSpPr>
            <a:spLocks noChangeArrowheads="1"/>
          </p:cNvSpPr>
          <p:nvPr/>
        </p:nvSpPr>
        <p:spPr bwMode="auto">
          <a:xfrm>
            <a:off x="44450" y="58738"/>
            <a:ext cx="313055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2610540" y="3645024"/>
            <a:ext cx="647758" cy="19831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SBN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4499992" y="3600389"/>
            <a:ext cx="647758" cy="19831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BIF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6300730" y="3599110"/>
            <a:ext cx="647758" cy="19831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DIK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5652972" y="6093296"/>
            <a:ext cx="647758" cy="19831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JPF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직사각형 2"/>
          <p:cNvSpPr/>
          <p:nvPr/>
        </p:nvSpPr>
        <p:spPr bwMode="auto">
          <a:xfrm>
            <a:off x="4212183" y="1340768"/>
            <a:ext cx="1151905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0.5 Pitch +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Preload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2907173" y="4869160"/>
            <a:ext cx="1151905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kumimoji="1" lang="en-US" altLang="ko-K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Pitch +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Preload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3131841" y="6093296"/>
            <a:ext cx="792087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Spring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90090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1D83CBC4-2AD9-4725-AA34-7117E4C235D2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145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8963" name="Rectangle 2"/>
          <p:cNvSpPr>
            <a:spLocks noChangeArrowheads="1"/>
          </p:cNvSpPr>
          <p:nvPr/>
        </p:nvSpPr>
        <p:spPr bwMode="auto">
          <a:xfrm>
            <a:off x="1514475" y="569913"/>
            <a:ext cx="184150" cy="239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8964" name="Rectangle 3"/>
          <p:cNvSpPr>
            <a:spLocks noChangeArrowheads="1"/>
          </p:cNvSpPr>
          <p:nvPr/>
        </p:nvSpPr>
        <p:spPr bwMode="auto">
          <a:xfrm>
            <a:off x="1514475" y="569913"/>
            <a:ext cx="184150" cy="239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8965" name="Rectangle 4"/>
          <p:cNvSpPr>
            <a:spLocks noChangeArrowheads="1"/>
          </p:cNvSpPr>
          <p:nvPr/>
        </p:nvSpPr>
        <p:spPr bwMode="auto">
          <a:xfrm>
            <a:off x="1514475" y="569913"/>
            <a:ext cx="184150" cy="239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8966" name="Rectangle 5"/>
          <p:cNvSpPr>
            <a:spLocks noChangeArrowheads="1"/>
          </p:cNvSpPr>
          <p:nvPr/>
        </p:nvSpPr>
        <p:spPr bwMode="auto">
          <a:xfrm>
            <a:off x="1655763" y="3911600"/>
            <a:ext cx="4572000" cy="203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Ở Rolling Ball Screw,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Precison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Screw,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Screw di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 Nut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Clearance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Rolled Ball Screw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168967" name="Rectangle 6"/>
          <p:cNvSpPr>
            <a:spLocks noChangeArrowheads="1"/>
          </p:cNvSpPr>
          <p:nvPr/>
        </p:nvSpPr>
        <p:spPr bwMode="auto">
          <a:xfrm>
            <a:off x="1644650" y="1341438"/>
            <a:ext cx="4572000" cy="1444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Precison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Screw Shaft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 Nut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50000"/>
              </a:lnSpc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8968" name="Rectangle 7"/>
          <p:cNvSpPr>
            <a:spLocks noGrp="1" noChangeArrowheads="1"/>
          </p:cNvSpPr>
          <p:nvPr>
            <p:ph type="ctrTitle"/>
          </p:nvPr>
        </p:nvSpPr>
        <p:spPr>
          <a:xfrm>
            <a:off x="6300788" y="65088"/>
            <a:ext cx="2735262" cy="339725"/>
          </a:xfrm>
          <a:noFill/>
        </p:spPr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Ball Screw</a:t>
            </a:r>
          </a:p>
        </p:txBody>
      </p:sp>
      <p:sp>
        <p:nvSpPr>
          <p:cNvPr id="168969" name="Rectangle 8"/>
          <p:cNvSpPr>
            <a:spLocks noChangeArrowheads="1"/>
          </p:cNvSpPr>
          <p:nvPr/>
        </p:nvSpPr>
        <p:spPr bwMode="auto">
          <a:xfrm>
            <a:off x="1008063" y="3476625"/>
            <a:ext cx="4572000" cy="349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Ball Screw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(Rolling)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8970" name="Rectangle 9"/>
          <p:cNvSpPr>
            <a:spLocks noChangeArrowheads="1"/>
          </p:cNvSpPr>
          <p:nvPr/>
        </p:nvSpPr>
        <p:spPr bwMode="auto">
          <a:xfrm>
            <a:off x="1008063" y="946150"/>
            <a:ext cx="4572000" cy="387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Precison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(Grinding) Ball Screw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68971" name="Picture 10" descr="THKD051_7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3313" y="1319213"/>
            <a:ext cx="2143125" cy="182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8972" name="Picture 1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3313" y="4191000"/>
            <a:ext cx="2257425" cy="1857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8973" name="Rectangle 12"/>
          <p:cNvSpPr>
            <a:spLocks noChangeArrowheads="1"/>
          </p:cNvSpPr>
          <p:nvPr/>
        </p:nvSpPr>
        <p:spPr bwMode="auto">
          <a:xfrm>
            <a:off x="803275" y="6238875"/>
            <a:ext cx="181652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*Clearance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Dung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8974" name="Rectangle 13"/>
          <p:cNvSpPr>
            <a:spLocks noChangeArrowheads="1"/>
          </p:cNvSpPr>
          <p:nvPr/>
        </p:nvSpPr>
        <p:spPr bwMode="auto">
          <a:xfrm>
            <a:off x="746125" y="549275"/>
            <a:ext cx="2889771" cy="204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endParaRPr lang="ko-KR" altLang="en-US" sz="12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8975" name="Rectangle 16"/>
          <p:cNvSpPr>
            <a:spLocks noChangeArrowheads="1"/>
          </p:cNvSpPr>
          <p:nvPr/>
        </p:nvSpPr>
        <p:spPr bwMode="auto">
          <a:xfrm>
            <a:off x="44450" y="58738"/>
            <a:ext cx="308739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463208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슬라이드 번호 개체 틀 3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BC0D5D13-3CB9-4EE8-BFE3-C4A581E77FCA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146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9987" name="Rectangle 2"/>
          <p:cNvSpPr>
            <a:spLocks noChangeArrowheads="1"/>
          </p:cNvSpPr>
          <p:nvPr/>
        </p:nvSpPr>
        <p:spPr bwMode="auto">
          <a:xfrm>
            <a:off x="1514475" y="569913"/>
            <a:ext cx="184150" cy="239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9988" name="Rectangle 3"/>
          <p:cNvSpPr>
            <a:spLocks noChangeArrowheads="1"/>
          </p:cNvSpPr>
          <p:nvPr/>
        </p:nvSpPr>
        <p:spPr bwMode="auto">
          <a:xfrm>
            <a:off x="1514475" y="569913"/>
            <a:ext cx="184150" cy="239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9989" name="Rectangle 5"/>
          <p:cNvSpPr>
            <a:spLocks noGrp="1" noChangeArrowheads="1"/>
          </p:cNvSpPr>
          <p:nvPr>
            <p:ph type="ctrTitle"/>
          </p:nvPr>
        </p:nvSpPr>
        <p:spPr>
          <a:xfrm>
            <a:off x="5446713" y="44450"/>
            <a:ext cx="3589337" cy="304800"/>
          </a:xfrm>
          <a:noFill/>
        </p:spPr>
        <p:txBody>
          <a:bodyPr/>
          <a:lstStyle/>
          <a:p>
            <a:pPr eaLnBrk="1" hangingPunct="1"/>
            <a:r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Ball Screw</a:t>
            </a:r>
          </a:p>
        </p:txBody>
      </p:sp>
      <p:sp>
        <p:nvSpPr>
          <p:cNvPr id="169990" name="Text Box 6"/>
          <p:cNvSpPr txBox="1">
            <a:spLocks noChangeArrowheads="1"/>
          </p:cNvSpPr>
          <p:nvPr/>
        </p:nvSpPr>
        <p:spPr bwMode="auto">
          <a:xfrm>
            <a:off x="1109663" y="908050"/>
            <a:ext cx="7494785" cy="395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9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9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Nut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ý.</a:t>
            </a:r>
          </a:p>
          <a:p>
            <a:pPr algn="l" eaLnBrk="1" latinLnBrk="1" hangingPunct="1">
              <a:lnSpc>
                <a:spcPct val="190000"/>
              </a:lnSpc>
              <a:buFontTx/>
              <a:buChar char="•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9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nhìn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9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ướt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90000"/>
              </a:lnSpc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Ball, 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9991" name="Rectangle 8"/>
          <p:cNvSpPr>
            <a:spLocks noChangeArrowheads="1"/>
          </p:cNvSpPr>
          <p:nvPr/>
        </p:nvSpPr>
        <p:spPr bwMode="auto">
          <a:xfrm>
            <a:off x="468313" y="549275"/>
            <a:ext cx="35893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5-3.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Screw</a:t>
            </a:r>
            <a:endParaRPr lang="ko-KR" altLang="en-US" sz="1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9992" name="Rectangle 9"/>
          <p:cNvSpPr>
            <a:spLocks noChangeArrowheads="1"/>
          </p:cNvSpPr>
          <p:nvPr/>
        </p:nvSpPr>
        <p:spPr bwMode="auto">
          <a:xfrm>
            <a:off x="44450" y="58738"/>
            <a:ext cx="3231406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805228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696DCD76-105F-41C6-9409-BE974102A990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147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pic>
        <p:nvPicPr>
          <p:cNvPr id="171011" name="Picture 2" descr="MCj04369170000[1]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003675"/>
            <a:ext cx="2484438" cy="2484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1012" name="Picture 3" descr="MCj04414580000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2420938"/>
            <a:ext cx="2743200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1013" name="Rectangle 4"/>
          <p:cNvSpPr>
            <a:spLocks noChangeArrowheads="1"/>
          </p:cNvSpPr>
          <p:nvPr/>
        </p:nvSpPr>
        <p:spPr bwMode="auto">
          <a:xfrm>
            <a:off x="2484438" y="1219200"/>
            <a:ext cx="4175125" cy="91440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2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1014" name="Text Box 5"/>
          <p:cNvSpPr txBox="1">
            <a:spLocks noChangeArrowheads="1"/>
          </p:cNvSpPr>
          <p:nvPr/>
        </p:nvSpPr>
        <p:spPr bwMode="auto">
          <a:xfrm>
            <a:off x="2123728" y="2500313"/>
            <a:ext cx="4414991" cy="3219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1-1.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1-3.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endParaRPr lang="ko-KR" altLang="en-US" sz="9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;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2-3.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ty</a:t>
            </a:r>
          </a:p>
          <a:p>
            <a:pPr algn="l" eaLnBrk="1" latinLnBrk="1" hangingPunct="1"/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ty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1015" name="Rectangle 17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bg1"/>
                </a:solidFill>
              </a:rPr>
              <a:t>▶▶5. </a:t>
            </a:r>
            <a:r>
              <a:rPr lang="ko-KR" altLang="en-US" smtClean="0">
                <a:solidFill>
                  <a:schemeClr val="bg1"/>
                </a:solidFill>
              </a:rPr>
              <a:t>윤활</a:t>
            </a:r>
          </a:p>
        </p:txBody>
      </p:sp>
    </p:spTree>
    <p:extLst>
      <p:ext uri="{BB962C8B-B14F-4D97-AF65-F5344CB8AC3E}">
        <p14:creationId xmlns:p14="http://schemas.microsoft.com/office/powerpoint/2010/main" val="47098898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B9AD9A9B-29AB-4224-8C63-81E6168E4E2A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148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72035" name="Rectangle 2"/>
          <p:cNvSpPr>
            <a:spLocks noChangeArrowheads="1"/>
          </p:cNvSpPr>
          <p:nvPr/>
        </p:nvSpPr>
        <p:spPr bwMode="auto">
          <a:xfrm>
            <a:off x="571500" y="1708845"/>
            <a:ext cx="8429625" cy="46166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–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90%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  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  ①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đủ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  ②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  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xi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(1) 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Paraffin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Naphthene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       </a:t>
            </a: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béo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béo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nguội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(3)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(Compounded Lubricating Oil)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Thêm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béo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nguội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(Spindle oil).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(4)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(Synthetic milk)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nhờn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74129" name="Group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3311906"/>
              </p:ext>
            </p:extLst>
          </p:nvPr>
        </p:nvGraphicFramePr>
        <p:xfrm>
          <a:off x="1714500" y="3357563"/>
          <a:ext cx="4214813" cy="1673248"/>
        </p:xfrm>
        <a:graphic>
          <a:graphicData uri="http://schemas.openxmlformats.org/drawingml/2006/table">
            <a:tbl>
              <a:tblPr/>
              <a:tblGrid>
                <a:gridCol w="1403350"/>
                <a:gridCol w="1408113"/>
                <a:gridCol w="1403350"/>
              </a:tblGrid>
              <a:tr h="2091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Naphthene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Paraffin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2091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Điểm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chảy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Thấp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091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Chỉ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số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về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dính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Thấp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091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Tỷ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trọng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Lớn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Nhỏ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091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Điểm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bốc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cháy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Thấp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091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Cặn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lắng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các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bon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Ít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Nhiều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091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Điểm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Aniline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Thấp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091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Tính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bền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ô xi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hóa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Thấp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000" marR="36000" marT="35998" marB="35998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72074" name="Rectangle 41"/>
          <p:cNvSpPr>
            <a:spLocks noChangeArrowheads="1"/>
          </p:cNvSpPr>
          <p:nvPr/>
        </p:nvSpPr>
        <p:spPr bwMode="auto">
          <a:xfrm>
            <a:off x="500063" y="838200"/>
            <a:ext cx="194636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1-1. 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2075" name="Rectangle 42"/>
          <p:cNvSpPr>
            <a:spLocks noGrp="1" noChangeArrowheads="1"/>
          </p:cNvSpPr>
          <p:nvPr>
            <p:ph type="title" idx="4294967295"/>
          </p:nvPr>
        </p:nvSpPr>
        <p:spPr>
          <a:xfrm>
            <a:off x="4283968" y="-55849"/>
            <a:ext cx="4752082" cy="584775"/>
          </a:xfrm>
        </p:spPr>
        <p:txBody>
          <a:bodyPr/>
          <a:lstStyle/>
          <a:p>
            <a:pPr eaLnBrk="1" hangingPunct="1"/>
            <a:r>
              <a:rPr lang="en-US" altLang="ko-KR" dirty="0" smtClean="0"/>
              <a:t>1.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2076" name="Rectangle 43"/>
          <p:cNvSpPr>
            <a:spLocks noChangeArrowheads="1"/>
          </p:cNvSpPr>
          <p:nvPr/>
        </p:nvSpPr>
        <p:spPr bwMode="auto">
          <a:xfrm>
            <a:off x="1008063" y="1114425"/>
            <a:ext cx="619283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2077" name="Rectangle 46"/>
          <p:cNvSpPr>
            <a:spLocks noChangeArrowheads="1"/>
          </p:cNvSpPr>
          <p:nvPr/>
        </p:nvSpPr>
        <p:spPr bwMode="auto">
          <a:xfrm>
            <a:off x="323850" y="475248"/>
            <a:ext cx="489622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6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2078" name="Rectangle 47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9474720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47567110-13E5-4F60-A5ED-7B37ACB7FC36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149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73059" name="Rectangle 42"/>
          <p:cNvSpPr>
            <a:spLocks noGrp="1" noChangeArrowheads="1"/>
          </p:cNvSpPr>
          <p:nvPr>
            <p:ph type="title" idx="4294967295"/>
          </p:nvPr>
        </p:nvSpPr>
        <p:spPr>
          <a:xfrm>
            <a:off x="4427985" y="-178960"/>
            <a:ext cx="4608066" cy="830997"/>
          </a:xfrm>
        </p:spPr>
        <p:txBody>
          <a:bodyPr/>
          <a:lstStyle/>
          <a:p>
            <a:pPr eaLnBrk="1" hangingPunct="1"/>
            <a:r>
              <a:rPr lang="en-US" altLang="ko-KR" dirty="0" smtClean="0"/>
              <a:t>1.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ko-KR" alt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ko-KR" alt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endParaRPr lang="ko-KR" altLang="en-US" dirty="0" smtClean="0"/>
          </a:p>
        </p:txBody>
      </p:sp>
      <p:sp>
        <p:nvSpPr>
          <p:cNvPr id="173060" name="Rectangle 47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73061" name="Picture 4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413" y="1268413"/>
            <a:ext cx="8358188" cy="494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3062" name="Rectangle 46"/>
          <p:cNvSpPr>
            <a:spLocks noChangeArrowheads="1"/>
          </p:cNvSpPr>
          <p:nvPr/>
        </p:nvSpPr>
        <p:spPr bwMode="auto">
          <a:xfrm>
            <a:off x="323850" y="591136"/>
            <a:ext cx="468222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Tham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khảo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</a:t>
            </a:r>
            <a:endParaRPr lang="ko-KR" altLang="en-US" sz="16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2051720" y="5301208"/>
            <a:ext cx="1224136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2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Tháp</a:t>
            </a:r>
            <a:r>
              <a:rPr kumimoji="1" lang="en-US" altLang="ko-KR" sz="12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2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chưng</a:t>
            </a:r>
            <a:r>
              <a:rPr kumimoji="1" lang="en-US" altLang="ko-KR" sz="12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2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cất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직사각형 8"/>
          <p:cNvSpPr/>
          <p:nvPr/>
        </p:nvSpPr>
        <p:spPr bwMode="auto">
          <a:xfrm>
            <a:off x="1268016" y="5301208"/>
            <a:ext cx="711696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2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kumimoji="1" lang="en-US" altLang="ko-KR" sz="12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2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thô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직사각형 9"/>
          <p:cNvSpPr/>
          <p:nvPr/>
        </p:nvSpPr>
        <p:spPr bwMode="auto">
          <a:xfrm>
            <a:off x="3140224" y="2564904"/>
            <a:ext cx="711696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2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kumimoji="1" lang="en-US" altLang="ko-KR" sz="12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2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hỏa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직사각형 10"/>
          <p:cNvSpPr/>
          <p:nvPr/>
        </p:nvSpPr>
        <p:spPr bwMode="auto">
          <a:xfrm>
            <a:off x="7092280" y="4365104"/>
            <a:ext cx="1296144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nhờn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직사각형 11"/>
          <p:cNvSpPr/>
          <p:nvPr/>
        </p:nvSpPr>
        <p:spPr bwMode="auto">
          <a:xfrm>
            <a:off x="5796136" y="4365104"/>
            <a:ext cx="775320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4660776" y="5428111"/>
            <a:ext cx="1063352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4427984" y="2276872"/>
            <a:ext cx="1032671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5724128" y="1966428"/>
            <a:ext cx="775320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7020272" y="1988840"/>
            <a:ext cx="1440160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nhờn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4582413" y="1556792"/>
            <a:ext cx="847328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3841507" y="1916832"/>
            <a:ext cx="730493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êtilen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3851920" y="2276872"/>
            <a:ext cx="629600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đốt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3151344" y="4941168"/>
            <a:ext cx="866125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Nhựa</a:t>
            </a:r>
            <a:r>
              <a:rPr lang="en-US" altLang="ko-KR" sz="1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endParaRPr kumimoji="1" lang="ko-KR" altLang="en-US" sz="10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3160223" y="3140968"/>
            <a:ext cx="2269517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Diezel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Diezel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3140223" y="3789040"/>
            <a:ext cx="2320431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Diezel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nặng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nặng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직사각형 22"/>
          <p:cNvSpPr/>
          <p:nvPr/>
        </p:nvSpPr>
        <p:spPr bwMode="auto">
          <a:xfrm>
            <a:off x="3140224" y="4365104"/>
            <a:ext cx="1287760" cy="36004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khoáng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1103668" y="1678396"/>
            <a:ext cx="1956164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đoạn</a:t>
            </a:r>
            <a:r>
              <a:rPr lang="en-US" altLang="ko-KR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644780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987FE065-C9F5-44B1-A495-F600CD48C194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150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74083" name="Rectangle 2"/>
          <p:cNvSpPr>
            <a:spLocks noChangeArrowheads="1"/>
          </p:cNvSpPr>
          <p:nvPr/>
        </p:nvSpPr>
        <p:spPr bwMode="auto">
          <a:xfrm>
            <a:off x="1098382" y="1314033"/>
            <a:ext cx="7489825" cy="9787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Nhằm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nâng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174084" name="Text Box 3"/>
          <p:cNvSpPr txBox="1">
            <a:spLocks noChangeArrowheads="1"/>
          </p:cNvSpPr>
          <p:nvPr/>
        </p:nvSpPr>
        <p:spPr bwMode="auto">
          <a:xfrm>
            <a:off x="1096963" y="2384425"/>
            <a:ext cx="7578725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lỏng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   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4085" name="Text Box 4"/>
          <p:cNvSpPr txBox="1">
            <a:spLocks noChangeArrowheads="1"/>
          </p:cNvSpPr>
          <p:nvPr/>
        </p:nvSpPr>
        <p:spPr bwMode="auto">
          <a:xfrm>
            <a:off x="755650" y="973138"/>
            <a:ext cx="1544012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4086" name="Text Box 5"/>
          <p:cNvSpPr txBox="1">
            <a:spLocks noChangeArrowheads="1"/>
          </p:cNvSpPr>
          <p:nvPr/>
        </p:nvSpPr>
        <p:spPr bwMode="auto">
          <a:xfrm>
            <a:off x="768350" y="2178964"/>
            <a:ext cx="1653017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4087" name="Text Box 6"/>
          <p:cNvSpPr txBox="1">
            <a:spLocks noChangeArrowheads="1"/>
          </p:cNvSpPr>
          <p:nvPr/>
        </p:nvSpPr>
        <p:spPr bwMode="auto">
          <a:xfrm>
            <a:off x="768350" y="3460750"/>
            <a:ext cx="1531638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4088" name="Text Box 7"/>
          <p:cNvSpPr txBox="1">
            <a:spLocks noChangeArrowheads="1"/>
          </p:cNvSpPr>
          <p:nvPr/>
        </p:nvSpPr>
        <p:spPr bwMode="auto">
          <a:xfrm>
            <a:off x="1259632" y="4262689"/>
            <a:ext cx="7206505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just" eaLnBrk="1" latinLnBrk="1" hangingPunct="1"/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hao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74089" name="Picture 8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1640" y="5281612"/>
            <a:ext cx="6442075" cy="433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090" name="Rectangle 9"/>
          <p:cNvSpPr>
            <a:spLocks noChangeArrowheads="1"/>
          </p:cNvSpPr>
          <p:nvPr/>
        </p:nvSpPr>
        <p:spPr bwMode="auto">
          <a:xfrm>
            <a:off x="1323029" y="5011738"/>
            <a:ext cx="288893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&lt;So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&gt;</a:t>
            </a:r>
          </a:p>
        </p:txBody>
      </p:sp>
      <p:sp>
        <p:nvSpPr>
          <p:cNvPr id="174091" name="Rectangle 10"/>
          <p:cNvSpPr>
            <a:spLocks noChangeArrowheads="1"/>
          </p:cNvSpPr>
          <p:nvPr/>
        </p:nvSpPr>
        <p:spPr bwMode="auto">
          <a:xfrm>
            <a:off x="750888" y="6021388"/>
            <a:ext cx="756602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※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thủy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dày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※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ngoại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biên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ôi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chắn</a:t>
            </a:r>
            <a:r>
              <a:rPr lang="ko-KR" altLang="en-US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hay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ko-KR" altLang="en-US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chậm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đủ</a:t>
            </a:r>
            <a:r>
              <a:rPr lang="ko-KR" altLang="en-US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dày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lọc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tử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4092" name="Rectangle 11"/>
          <p:cNvSpPr>
            <a:spLocks noGrp="1" noChangeArrowheads="1"/>
          </p:cNvSpPr>
          <p:nvPr>
            <p:ph type="title" idx="4294967295"/>
          </p:nvPr>
        </p:nvSpPr>
        <p:spPr>
          <a:xfrm>
            <a:off x="4067944" y="43448"/>
            <a:ext cx="4968106" cy="338554"/>
          </a:xfrm>
        </p:spPr>
        <p:txBody>
          <a:bodyPr/>
          <a:lstStyle/>
          <a:p>
            <a:pPr eaLnBrk="1" hangingPunct="1"/>
            <a:r>
              <a:rPr lang="en-US" altLang="ko-KR" dirty="0" smtClean="0"/>
              <a:t>1.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dirty="0" smtClean="0"/>
          </a:p>
        </p:txBody>
      </p:sp>
      <p:sp>
        <p:nvSpPr>
          <p:cNvPr id="174093" name="Rectangle 12"/>
          <p:cNvSpPr>
            <a:spLocks noChangeArrowheads="1"/>
          </p:cNvSpPr>
          <p:nvPr/>
        </p:nvSpPr>
        <p:spPr bwMode="auto">
          <a:xfrm>
            <a:off x="914400" y="3930650"/>
            <a:ext cx="2036583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4094" name="Rectangle 14"/>
          <p:cNvSpPr>
            <a:spLocks noChangeArrowheads="1"/>
          </p:cNvSpPr>
          <p:nvPr/>
        </p:nvSpPr>
        <p:spPr bwMode="auto">
          <a:xfrm>
            <a:off x="400050" y="549275"/>
            <a:ext cx="24098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1-2.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4095" name="Rectangle 15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1835696" y="5301208"/>
            <a:ext cx="739403" cy="189472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kumimoji="1" lang="en-US" altLang="ko-KR" sz="800" b="1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endParaRPr kumimoji="1" lang="ko-KR" altLang="en-US" sz="800" b="1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3284240" y="5308833"/>
            <a:ext cx="927720" cy="189472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kumimoji="1" lang="ko-KR" altLang="en-US" sz="800" b="1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1695096" y="5514796"/>
            <a:ext cx="1020601" cy="1894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So </a:t>
            </a: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sánh</a:t>
            </a:r>
            <a:r>
              <a:rPr lang="en-US" altLang="ko-KR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ma </a:t>
            </a: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endParaRPr kumimoji="1" lang="ko-KR" altLang="en-US" sz="800" b="1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3491880" y="5517232"/>
            <a:ext cx="452492" cy="16048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10 </a:t>
            </a: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endParaRPr kumimoji="1" lang="ko-KR" altLang="en-US" sz="800" b="1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5148064" y="5517232"/>
            <a:ext cx="567680" cy="16048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&gt; 10 </a:t>
            </a: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endParaRPr kumimoji="1" lang="ko-KR" altLang="en-US" sz="800" b="1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6588224" y="5509148"/>
            <a:ext cx="711696" cy="16048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endParaRPr kumimoji="1" lang="ko-KR" altLang="en-US" sz="800" b="1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4788024" y="5303539"/>
            <a:ext cx="1063352" cy="189472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ngoại</a:t>
            </a:r>
            <a:r>
              <a:rPr lang="en-US" altLang="ko-KR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biên</a:t>
            </a:r>
            <a:endParaRPr kumimoji="1" lang="ko-KR" altLang="en-US" sz="800" b="1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직사각형 22"/>
          <p:cNvSpPr/>
          <p:nvPr/>
        </p:nvSpPr>
        <p:spPr bwMode="auto">
          <a:xfrm>
            <a:off x="6336196" y="5303712"/>
            <a:ext cx="1215752" cy="189472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thủy</a:t>
            </a:r>
            <a:r>
              <a:rPr lang="en-US" altLang="ko-KR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kumimoji="1" lang="ko-KR" altLang="en-US" sz="800" b="1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114762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45C22252-DF11-4621-BC02-25B5EF3A3A34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151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75107" name="Text Box 2"/>
          <p:cNvSpPr txBox="1">
            <a:spLocks noChangeArrowheads="1"/>
          </p:cNvSpPr>
          <p:nvPr/>
        </p:nvSpPr>
        <p:spPr bwMode="auto">
          <a:xfrm>
            <a:off x="571500" y="954088"/>
            <a:ext cx="7875588" cy="5078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lạnh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ko-KR" altLang="en-US" sz="1200" dirty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ko-KR" altLang="en-US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ấp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thụ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hiệt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ma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xả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vô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đốt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gọt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đè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niêm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phong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rò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xi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hút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(5)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ô xi,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(6)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ko-KR" altLang="en-US" sz="1200" dirty="0" smtClean="0">
                <a:solidFill>
                  <a:srgbClr val="0033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rgbClr val="00336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bua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khỏi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5108" name="Rectangle 5"/>
          <p:cNvSpPr>
            <a:spLocks noGrp="1" noChangeArrowheads="1"/>
          </p:cNvSpPr>
          <p:nvPr>
            <p:ph type="title" idx="4294967295"/>
          </p:nvPr>
        </p:nvSpPr>
        <p:spPr>
          <a:xfrm>
            <a:off x="4211960" y="43448"/>
            <a:ext cx="4824090" cy="338554"/>
          </a:xfrm>
        </p:spPr>
        <p:txBody>
          <a:bodyPr/>
          <a:lstStyle/>
          <a:p>
            <a:pPr eaLnBrk="1" hangingPunct="1"/>
            <a:r>
              <a:rPr lang="en-US" altLang="ko-KR" dirty="0" smtClean="0"/>
              <a:t>1.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dirty="0" smtClean="0"/>
          </a:p>
        </p:txBody>
      </p:sp>
      <p:sp>
        <p:nvSpPr>
          <p:cNvPr id="175109" name="Rectangle 6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0563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C3222195-2BED-44DE-A3BA-905DDE7CD4F7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152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76131" name="Text Box 3"/>
          <p:cNvSpPr txBox="1">
            <a:spLocks noChangeArrowheads="1"/>
          </p:cNvSpPr>
          <p:nvPr/>
        </p:nvSpPr>
        <p:spPr bwMode="auto">
          <a:xfrm>
            <a:off x="765175" y="765175"/>
            <a:ext cx="5264583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76132" name="Group 102"/>
          <p:cNvGrpSpPr>
            <a:grpSpLocks/>
          </p:cNvGrpSpPr>
          <p:nvPr/>
        </p:nvGrpSpPr>
        <p:grpSpPr bwMode="auto">
          <a:xfrm>
            <a:off x="701675" y="1635126"/>
            <a:ext cx="7902618" cy="4511675"/>
            <a:chOff x="306" y="1030"/>
            <a:chExt cx="5250" cy="2842"/>
          </a:xfrm>
        </p:grpSpPr>
        <p:sp>
          <p:nvSpPr>
            <p:cNvPr id="176137" name="Rectangle 2"/>
            <p:cNvSpPr>
              <a:spLocks noChangeArrowheads="1"/>
            </p:cNvSpPr>
            <p:nvPr/>
          </p:nvSpPr>
          <p:spPr bwMode="auto">
            <a:xfrm>
              <a:off x="330" y="1067"/>
              <a:ext cx="5124" cy="204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38" name="Rectangle 4"/>
            <p:cNvSpPr>
              <a:spLocks noChangeArrowheads="1"/>
            </p:cNvSpPr>
            <p:nvPr/>
          </p:nvSpPr>
          <p:spPr bwMode="auto">
            <a:xfrm>
              <a:off x="4048" y="3425"/>
              <a:ext cx="1412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39" name="Rectangle 5"/>
            <p:cNvSpPr>
              <a:spLocks noChangeArrowheads="1"/>
            </p:cNvSpPr>
            <p:nvPr/>
          </p:nvSpPr>
          <p:spPr bwMode="auto">
            <a:xfrm>
              <a:off x="1385" y="3425"/>
              <a:ext cx="2663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40" name="Rectangle 6"/>
            <p:cNvSpPr>
              <a:spLocks noChangeArrowheads="1"/>
            </p:cNvSpPr>
            <p:nvPr/>
          </p:nvSpPr>
          <p:spPr bwMode="auto">
            <a:xfrm>
              <a:off x="324" y="3425"/>
              <a:ext cx="1061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41" name="Rectangle 7"/>
            <p:cNvSpPr>
              <a:spLocks noChangeArrowheads="1"/>
            </p:cNvSpPr>
            <p:nvPr/>
          </p:nvSpPr>
          <p:spPr bwMode="auto">
            <a:xfrm>
              <a:off x="4048" y="3659"/>
              <a:ext cx="1412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42" name="Rectangle 8"/>
            <p:cNvSpPr>
              <a:spLocks noChangeArrowheads="1"/>
            </p:cNvSpPr>
            <p:nvPr/>
          </p:nvSpPr>
          <p:spPr bwMode="auto">
            <a:xfrm>
              <a:off x="1385" y="3659"/>
              <a:ext cx="2663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43" name="Rectangle 9"/>
            <p:cNvSpPr>
              <a:spLocks noChangeArrowheads="1"/>
            </p:cNvSpPr>
            <p:nvPr/>
          </p:nvSpPr>
          <p:spPr bwMode="auto">
            <a:xfrm>
              <a:off x="324" y="3659"/>
              <a:ext cx="106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44" name="Rectangle 10"/>
            <p:cNvSpPr>
              <a:spLocks noChangeArrowheads="1"/>
            </p:cNvSpPr>
            <p:nvPr/>
          </p:nvSpPr>
          <p:spPr bwMode="auto">
            <a:xfrm>
              <a:off x="4048" y="3211"/>
              <a:ext cx="1412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45" name="Rectangle 11"/>
            <p:cNvSpPr>
              <a:spLocks noChangeArrowheads="1"/>
            </p:cNvSpPr>
            <p:nvPr/>
          </p:nvSpPr>
          <p:spPr bwMode="auto">
            <a:xfrm>
              <a:off x="1385" y="3211"/>
              <a:ext cx="2663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46" name="Rectangle 12"/>
            <p:cNvSpPr>
              <a:spLocks noChangeArrowheads="1"/>
            </p:cNvSpPr>
            <p:nvPr/>
          </p:nvSpPr>
          <p:spPr bwMode="auto">
            <a:xfrm>
              <a:off x="324" y="3211"/>
              <a:ext cx="1061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47" name="Rectangle 13"/>
            <p:cNvSpPr>
              <a:spLocks noChangeArrowheads="1"/>
            </p:cNvSpPr>
            <p:nvPr/>
          </p:nvSpPr>
          <p:spPr bwMode="auto">
            <a:xfrm>
              <a:off x="4048" y="2998"/>
              <a:ext cx="1412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48" name="Rectangle 14"/>
            <p:cNvSpPr>
              <a:spLocks noChangeArrowheads="1"/>
            </p:cNvSpPr>
            <p:nvPr/>
          </p:nvSpPr>
          <p:spPr bwMode="auto">
            <a:xfrm>
              <a:off x="1385" y="2998"/>
              <a:ext cx="2663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49" name="Rectangle 15"/>
            <p:cNvSpPr>
              <a:spLocks noChangeArrowheads="1"/>
            </p:cNvSpPr>
            <p:nvPr/>
          </p:nvSpPr>
          <p:spPr bwMode="auto">
            <a:xfrm>
              <a:off x="324" y="2998"/>
              <a:ext cx="106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50" name="Rectangle 16"/>
            <p:cNvSpPr>
              <a:spLocks noChangeArrowheads="1"/>
            </p:cNvSpPr>
            <p:nvPr/>
          </p:nvSpPr>
          <p:spPr bwMode="auto">
            <a:xfrm>
              <a:off x="4048" y="2785"/>
              <a:ext cx="1412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51" name="Rectangle 17"/>
            <p:cNvSpPr>
              <a:spLocks noChangeArrowheads="1"/>
            </p:cNvSpPr>
            <p:nvPr/>
          </p:nvSpPr>
          <p:spPr bwMode="auto">
            <a:xfrm>
              <a:off x="1385" y="2785"/>
              <a:ext cx="2663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52" name="Rectangle 18"/>
            <p:cNvSpPr>
              <a:spLocks noChangeArrowheads="1"/>
            </p:cNvSpPr>
            <p:nvPr/>
          </p:nvSpPr>
          <p:spPr bwMode="auto">
            <a:xfrm>
              <a:off x="324" y="2785"/>
              <a:ext cx="106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53" name="Rectangle 19"/>
            <p:cNvSpPr>
              <a:spLocks noChangeArrowheads="1"/>
            </p:cNvSpPr>
            <p:nvPr/>
          </p:nvSpPr>
          <p:spPr bwMode="auto">
            <a:xfrm>
              <a:off x="4048" y="2571"/>
              <a:ext cx="1412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54" name="Rectangle 20"/>
            <p:cNvSpPr>
              <a:spLocks noChangeArrowheads="1"/>
            </p:cNvSpPr>
            <p:nvPr/>
          </p:nvSpPr>
          <p:spPr bwMode="auto">
            <a:xfrm>
              <a:off x="1385" y="2571"/>
              <a:ext cx="2663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55" name="Rectangle 21"/>
            <p:cNvSpPr>
              <a:spLocks noChangeArrowheads="1"/>
            </p:cNvSpPr>
            <p:nvPr/>
          </p:nvSpPr>
          <p:spPr bwMode="auto">
            <a:xfrm>
              <a:off x="324" y="2571"/>
              <a:ext cx="1061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56" name="Rectangle 22"/>
            <p:cNvSpPr>
              <a:spLocks noChangeArrowheads="1"/>
            </p:cNvSpPr>
            <p:nvPr/>
          </p:nvSpPr>
          <p:spPr bwMode="auto">
            <a:xfrm>
              <a:off x="4026" y="2681"/>
              <a:ext cx="1412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57" name="Rectangle 23"/>
            <p:cNvSpPr>
              <a:spLocks noChangeArrowheads="1"/>
            </p:cNvSpPr>
            <p:nvPr/>
          </p:nvSpPr>
          <p:spPr bwMode="auto">
            <a:xfrm>
              <a:off x="1385" y="2358"/>
              <a:ext cx="2663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58" name="Rectangle 24"/>
            <p:cNvSpPr>
              <a:spLocks noChangeArrowheads="1"/>
            </p:cNvSpPr>
            <p:nvPr/>
          </p:nvSpPr>
          <p:spPr bwMode="auto">
            <a:xfrm>
              <a:off x="324" y="2358"/>
              <a:ext cx="106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59" name="Rectangle 25"/>
            <p:cNvSpPr>
              <a:spLocks noChangeArrowheads="1"/>
            </p:cNvSpPr>
            <p:nvPr/>
          </p:nvSpPr>
          <p:spPr bwMode="auto">
            <a:xfrm>
              <a:off x="4048" y="2145"/>
              <a:ext cx="1412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60" name="Rectangle 26"/>
            <p:cNvSpPr>
              <a:spLocks noChangeArrowheads="1"/>
            </p:cNvSpPr>
            <p:nvPr/>
          </p:nvSpPr>
          <p:spPr bwMode="auto">
            <a:xfrm>
              <a:off x="1385" y="2145"/>
              <a:ext cx="2663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61" name="Rectangle 27"/>
            <p:cNvSpPr>
              <a:spLocks noChangeArrowheads="1"/>
            </p:cNvSpPr>
            <p:nvPr/>
          </p:nvSpPr>
          <p:spPr bwMode="auto">
            <a:xfrm>
              <a:off x="324" y="2145"/>
              <a:ext cx="106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62" name="Rectangle 28"/>
            <p:cNvSpPr>
              <a:spLocks noChangeArrowheads="1"/>
            </p:cNvSpPr>
            <p:nvPr/>
          </p:nvSpPr>
          <p:spPr bwMode="auto">
            <a:xfrm>
              <a:off x="4048" y="1931"/>
              <a:ext cx="1412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63" name="Rectangle 29"/>
            <p:cNvSpPr>
              <a:spLocks noChangeArrowheads="1"/>
            </p:cNvSpPr>
            <p:nvPr/>
          </p:nvSpPr>
          <p:spPr bwMode="auto">
            <a:xfrm>
              <a:off x="1385" y="1931"/>
              <a:ext cx="2663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64" name="Rectangle 30"/>
            <p:cNvSpPr>
              <a:spLocks noChangeArrowheads="1"/>
            </p:cNvSpPr>
            <p:nvPr/>
          </p:nvSpPr>
          <p:spPr bwMode="auto">
            <a:xfrm>
              <a:off x="324" y="1931"/>
              <a:ext cx="1061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65" name="Rectangle 31"/>
            <p:cNvSpPr>
              <a:spLocks noChangeArrowheads="1"/>
            </p:cNvSpPr>
            <p:nvPr/>
          </p:nvSpPr>
          <p:spPr bwMode="auto">
            <a:xfrm>
              <a:off x="4048" y="1707"/>
              <a:ext cx="1412" cy="2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66" name="Rectangle 32"/>
            <p:cNvSpPr>
              <a:spLocks noChangeArrowheads="1"/>
            </p:cNvSpPr>
            <p:nvPr/>
          </p:nvSpPr>
          <p:spPr bwMode="auto">
            <a:xfrm>
              <a:off x="1385" y="1707"/>
              <a:ext cx="2663" cy="2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67" name="Rectangle 33"/>
            <p:cNvSpPr>
              <a:spLocks noChangeArrowheads="1"/>
            </p:cNvSpPr>
            <p:nvPr/>
          </p:nvSpPr>
          <p:spPr bwMode="auto">
            <a:xfrm>
              <a:off x="324" y="1707"/>
              <a:ext cx="1061" cy="2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68" name="Rectangle 34"/>
            <p:cNvSpPr>
              <a:spLocks noChangeArrowheads="1"/>
            </p:cNvSpPr>
            <p:nvPr/>
          </p:nvSpPr>
          <p:spPr bwMode="auto">
            <a:xfrm>
              <a:off x="4048" y="1494"/>
              <a:ext cx="1412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69" name="Rectangle 35"/>
            <p:cNvSpPr>
              <a:spLocks noChangeArrowheads="1"/>
            </p:cNvSpPr>
            <p:nvPr/>
          </p:nvSpPr>
          <p:spPr bwMode="auto">
            <a:xfrm>
              <a:off x="1385" y="1494"/>
              <a:ext cx="2663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70" name="Rectangle 36"/>
            <p:cNvSpPr>
              <a:spLocks noChangeArrowheads="1"/>
            </p:cNvSpPr>
            <p:nvPr/>
          </p:nvSpPr>
          <p:spPr bwMode="auto">
            <a:xfrm>
              <a:off x="324" y="1494"/>
              <a:ext cx="106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71" name="Rectangle 37"/>
            <p:cNvSpPr>
              <a:spLocks noChangeArrowheads="1"/>
            </p:cNvSpPr>
            <p:nvPr/>
          </p:nvSpPr>
          <p:spPr bwMode="auto">
            <a:xfrm>
              <a:off x="4048" y="1280"/>
              <a:ext cx="1412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72" name="Rectangle 38"/>
            <p:cNvSpPr>
              <a:spLocks noChangeArrowheads="1"/>
            </p:cNvSpPr>
            <p:nvPr/>
          </p:nvSpPr>
          <p:spPr bwMode="auto">
            <a:xfrm>
              <a:off x="1385" y="1280"/>
              <a:ext cx="2663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73" name="Rectangle 39"/>
            <p:cNvSpPr>
              <a:spLocks noChangeArrowheads="1"/>
            </p:cNvSpPr>
            <p:nvPr/>
          </p:nvSpPr>
          <p:spPr bwMode="auto">
            <a:xfrm>
              <a:off x="324" y="1280"/>
              <a:ext cx="1061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74" name="Rectangle 40"/>
            <p:cNvSpPr>
              <a:spLocks noChangeArrowheads="1"/>
            </p:cNvSpPr>
            <p:nvPr/>
          </p:nvSpPr>
          <p:spPr bwMode="auto">
            <a:xfrm>
              <a:off x="4048" y="1067"/>
              <a:ext cx="1412" cy="213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Tên</a:t>
              </a:r>
              <a:r>
                <a:rPr lang="en-US" altLang="ko-KR" sz="12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gọi</a:t>
              </a:r>
              <a:endPara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75" name="Rectangle 41"/>
            <p:cNvSpPr>
              <a:spLocks noChangeArrowheads="1"/>
            </p:cNvSpPr>
            <p:nvPr/>
          </p:nvSpPr>
          <p:spPr bwMode="auto">
            <a:xfrm>
              <a:off x="1392" y="1067"/>
              <a:ext cx="2656" cy="213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Ký</a:t>
              </a:r>
              <a:r>
                <a:rPr lang="en-US" altLang="ko-KR" sz="12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hiệu</a:t>
              </a:r>
              <a:r>
                <a:rPr lang="en-US" altLang="ko-KR" sz="12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quy</a:t>
              </a:r>
              <a:r>
                <a:rPr lang="en-US" altLang="ko-KR" sz="12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cách</a:t>
              </a:r>
              <a:endPara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76" name="Rectangle 42"/>
            <p:cNvSpPr>
              <a:spLocks noChangeArrowheads="1"/>
            </p:cNvSpPr>
            <p:nvPr/>
          </p:nvSpPr>
          <p:spPr bwMode="auto">
            <a:xfrm>
              <a:off x="306" y="1067"/>
              <a:ext cx="1280" cy="213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Tên</a:t>
              </a:r>
              <a:r>
                <a:rPr lang="en-US" altLang="ko-KR" sz="12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quốc</a:t>
              </a:r>
              <a:r>
                <a:rPr lang="en-US" altLang="ko-KR" sz="12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gia</a:t>
              </a:r>
              <a:r>
                <a:rPr lang="en-US" altLang="ko-KR" sz="12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và</a:t>
              </a:r>
              <a:r>
                <a:rPr lang="en-US" altLang="ko-KR" sz="12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cơ</a:t>
              </a:r>
              <a:r>
                <a:rPr lang="en-US" altLang="ko-KR" sz="12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quan</a:t>
              </a:r>
              <a:endPara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77" name="Line 43"/>
            <p:cNvSpPr>
              <a:spLocks noChangeShapeType="1"/>
            </p:cNvSpPr>
            <p:nvPr/>
          </p:nvSpPr>
          <p:spPr bwMode="auto">
            <a:xfrm>
              <a:off x="324" y="1067"/>
              <a:ext cx="513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78" name="Line 44"/>
            <p:cNvSpPr>
              <a:spLocks noChangeShapeType="1"/>
            </p:cNvSpPr>
            <p:nvPr/>
          </p:nvSpPr>
          <p:spPr bwMode="auto">
            <a:xfrm>
              <a:off x="324" y="1274"/>
              <a:ext cx="51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79" name="Line 45"/>
            <p:cNvSpPr>
              <a:spLocks noChangeShapeType="1"/>
            </p:cNvSpPr>
            <p:nvPr/>
          </p:nvSpPr>
          <p:spPr bwMode="auto">
            <a:xfrm>
              <a:off x="324" y="1494"/>
              <a:ext cx="51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80" name="Line 46"/>
            <p:cNvSpPr>
              <a:spLocks noChangeShapeType="1"/>
            </p:cNvSpPr>
            <p:nvPr/>
          </p:nvSpPr>
          <p:spPr bwMode="auto">
            <a:xfrm>
              <a:off x="324" y="1707"/>
              <a:ext cx="51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81" name="Line 47"/>
            <p:cNvSpPr>
              <a:spLocks noChangeShapeType="1"/>
            </p:cNvSpPr>
            <p:nvPr/>
          </p:nvSpPr>
          <p:spPr bwMode="auto">
            <a:xfrm>
              <a:off x="324" y="1931"/>
              <a:ext cx="51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82" name="Line 48"/>
            <p:cNvSpPr>
              <a:spLocks noChangeShapeType="1"/>
            </p:cNvSpPr>
            <p:nvPr/>
          </p:nvSpPr>
          <p:spPr bwMode="auto">
            <a:xfrm>
              <a:off x="324" y="2145"/>
              <a:ext cx="51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83" name="Line 49"/>
            <p:cNvSpPr>
              <a:spLocks noChangeShapeType="1"/>
            </p:cNvSpPr>
            <p:nvPr/>
          </p:nvSpPr>
          <p:spPr bwMode="auto">
            <a:xfrm>
              <a:off x="324" y="2358"/>
              <a:ext cx="51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84" name="Line 50"/>
            <p:cNvSpPr>
              <a:spLocks noChangeShapeType="1"/>
            </p:cNvSpPr>
            <p:nvPr/>
          </p:nvSpPr>
          <p:spPr bwMode="auto">
            <a:xfrm>
              <a:off x="324" y="2571"/>
              <a:ext cx="51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85" name="Line 51"/>
            <p:cNvSpPr>
              <a:spLocks noChangeShapeType="1"/>
            </p:cNvSpPr>
            <p:nvPr/>
          </p:nvSpPr>
          <p:spPr bwMode="auto">
            <a:xfrm>
              <a:off x="324" y="2785"/>
              <a:ext cx="51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86" name="Line 52"/>
            <p:cNvSpPr>
              <a:spLocks noChangeShapeType="1"/>
            </p:cNvSpPr>
            <p:nvPr/>
          </p:nvSpPr>
          <p:spPr bwMode="auto">
            <a:xfrm>
              <a:off x="324" y="2998"/>
              <a:ext cx="51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87" name="Line 53"/>
            <p:cNvSpPr>
              <a:spLocks noChangeShapeType="1"/>
            </p:cNvSpPr>
            <p:nvPr/>
          </p:nvSpPr>
          <p:spPr bwMode="auto">
            <a:xfrm>
              <a:off x="324" y="3211"/>
              <a:ext cx="51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88" name="Line 54"/>
            <p:cNvSpPr>
              <a:spLocks noChangeShapeType="1"/>
            </p:cNvSpPr>
            <p:nvPr/>
          </p:nvSpPr>
          <p:spPr bwMode="auto">
            <a:xfrm>
              <a:off x="324" y="3425"/>
              <a:ext cx="51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89" name="Line 55"/>
            <p:cNvSpPr>
              <a:spLocks noChangeShapeType="1"/>
            </p:cNvSpPr>
            <p:nvPr/>
          </p:nvSpPr>
          <p:spPr bwMode="auto">
            <a:xfrm>
              <a:off x="324" y="3872"/>
              <a:ext cx="513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90" name="Line 56"/>
            <p:cNvSpPr>
              <a:spLocks noChangeShapeType="1"/>
            </p:cNvSpPr>
            <p:nvPr/>
          </p:nvSpPr>
          <p:spPr bwMode="auto">
            <a:xfrm>
              <a:off x="324" y="1067"/>
              <a:ext cx="0" cy="2805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91" name="Line 57"/>
            <p:cNvSpPr>
              <a:spLocks noChangeShapeType="1"/>
            </p:cNvSpPr>
            <p:nvPr/>
          </p:nvSpPr>
          <p:spPr bwMode="auto">
            <a:xfrm>
              <a:off x="1586" y="1067"/>
              <a:ext cx="0" cy="280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92" name="Line 58"/>
            <p:cNvSpPr>
              <a:spLocks noChangeShapeType="1"/>
            </p:cNvSpPr>
            <p:nvPr/>
          </p:nvSpPr>
          <p:spPr bwMode="auto">
            <a:xfrm>
              <a:off x="3738" y="1030"/>
              <a:ext cx="0" cy="280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93" name="Line 59"/>
            <p:cNvSpPr>
              <a:spLocks noChangeShapeType="1"/>
            </p:cNvSpPr>
            <p:nvPr/>
          </p:nvSpPr>
          <p:spPr bwMode="auto">
            <a:xfrm>
              <a:off x="5460" y="1067"/>
              <a:ext cx="0" cy="2805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94" name="Line 60"/>
            <p:cNvSpPr>
              <a:spLocks noChangeShapeType="1"/>
            </p:cNvSpPr>
            <p:nvPr/>
          </p:nvSpPr>
          <p:spPr bwMode="auto">
            <a:xfrm>
              <a:off x="324" y="3659"/>
              <a:ext cx="51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95" name="Text Box 61"/>
            <p:cNvSpPr txBox="1">
              <a:spLocks noChangeArrowheads="1"/>
            </p:cNvSpPr>
            <p:nvPr/>
          </p:nvSpPr>
          <p:spPr bwMode="auto">
            <a:xfrm>
              <a:off x="3950" y="1283"/>
              <a:ext cx="1421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Cơ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quan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tiêu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chuẩn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hóa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quốc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tế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96" name="Text Box 62"/>
            <p:cNvSpPr txBox="1">
              <a:spLocks noChangeArrowheads="1"/>
            </p:cNvSpPr>
            <p:nvPr/>
          </p:nvSpPr>
          <p:spPr bwMode="auto">
            <a:xfrm>
              <a:off x="4087" y="1499"/>
              <a:ext cx="136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Hiệp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hội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mỡ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bôi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trơn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Mỹ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97" name="Text Box 63"/>
            <p:cNvSpPr txBox="1">
              <a:spLocks noChangeArrowheads="1"/>
            </p:cNvSpPr>
            <p:nvPr/>
          </p:nvSpPr>
          <p:spPr bwMode="auto">
            <a:xfrm>
              <a:off x="3738" y="1739"/>
              <a:ext cx="1818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Hiệp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hội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các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nhà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sản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xuất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bánh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răng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Mỹ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98" name="Text Box 64"/>
            <p:cNvSpPr txBox="1">
              <a:spLocks noChangeArrowheads="1"/>
            </p:cNvSpPr>
            <p:nvPr/>
          </p:nvSpPr>
          <p:spPr bwMode="auto">
            <a:xfrm>
              <a:off x="4087" y="1940"/>
              <a:ext cx="136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Hiệp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hội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kỹ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thuật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xe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ô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tô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Mỹ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99" name="Text Box 65"/>
            <p:cNvSpPr txBox="1">
              <a:spLocks noChangeArrowheads="1"/>
            </p:cNvSpPr>
            <p:nvPr/>
          </p:nvSpPr>
          <p:spPr bwMode="auto">
            <a:xfrm>
              <a:off x="4087" y="2159"/>
              <a:ext cx="136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Hiệp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hội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dầu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khí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Mỹ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00" name="Text Box 66"/>
            <p:cNvSpPr txBox="1">
              <a:spLocks noChangeArrowheads="1"/>
            </p:cNvSpPr>
            <p:nvPr/>
          </p:nvSpPr>
          <p:spPr bwMode="auto">
            <a:xfrm>
              <a:off x="3950" y="2363"/>
              <a:ext cx="1498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Hiệp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hội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thí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nghiệm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vật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liệu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Mỹ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01" name="Text Box 67"/>
            <p:cNvSpPr txBox="1">
              <a:spLocks noChangeArrowheads="1"/>
            </p:cNvSpPr>
            <p:nvPr/>
          </p:nvSpPr>
          <p:spPr bwMode="auto">
            <a:xfrm>
              <a:off x="3451" y="2594"/>
              <a:ext cx="198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	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Quy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cách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bộ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quốc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phòng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Mỹ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02" name="Text Box 68"/>
            <p:cNvSpPr txBox="1">
              <a:spLocks noChangeArrowheads="1"/>
            </p:cNvSpPr>
            <p:nvPr/>
          </p:nvSpPr>
          <p:spPr bwMode="auto">
            <a:xfrm>
              <a:off x="3846" y="2804"/>
              <a:ext cx="1602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Quy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cách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hàng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không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vũ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trụ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Mỹ</a:t>
              </a:r>
              <a:r>
                <a:rPr lang="ko-KR" altLang="en-US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03" name="Text Box 69"/>
            <p:cNvSpPr txBox="1">
              <a:spLocks noChangeArrowheads="1"/>
            </p:cNvSpPr>
            <p:nvPr/>
          </p:nvSpPr>
          <p:spPr bwMode="auto">
            <a:xfrm>
              <a:off x="3882" y="3011"/>
              <a:ext cx="1566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Quy</a:t>
              </a: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cách</a:t>
              </a: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công</a:t>
              </a: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nghiệp</a:t>
              </a: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Hàn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Quốc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04" name="Text Box 70"/>
            <p:cNvSpPr txBox="1">
              <a:spLocks noChangeArrowheads="1"/>
            </p:cNvSpPr>
            <p:nvPr/>
          </p:nvSpPr>
          <p:spPr bwMode="auto">
            <a:xfrm>
              <a:off x="4087" y="3218"/>
              <a:ext cx="1361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Quy</a:t>
              </a: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cách</a:t>
              </a: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công</a:t>
              </a: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nghiệp</a:t>
              </a: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Đức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05" name="Text Box 71"/>
            <p:cNvSpPr txBox="1">
              <a:spLocks noChangeArrowheads="1"/>
            </p:cNvSpPr>
            <p:nvPr/>
          </p:nvSpPr>
          <p:spPr bwMode="auto">
            <a:xfrm>
              <a:off x="3882" y="3440"/>
              <a:ext cx="1566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Quy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cách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công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nghiệp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Nhật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Bản</a:t>
              </a:r>
              <a:r>
                <a: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   </a:t>
              </a:r>
            </a:p>
          </p:txBody>
        </p:sp>
        <p:sp>
          <p:nvSpPr>
            <p:cNvPr id="176206" name="Text Box 72"/>
            <p:cNvSpPr txBox="1">
              <a:spLocks noChangeArrowheads="1"/>
            </p:cNvSpPr>
            <p:nvPr/>
          </p:nvSpPr>
          <p:spPr bwMode="auto">
            <a:xfrm>
              <a:off x="4087" y="3659"/>
              <a:ext cx="136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Hiệp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hội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quy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cách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Canada</a:t>
              </a:r>
              <a:r>
                <a:rPr lang="ko-KR" altLang="en-US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07" name="Text Box 73"/>
            <p:cNvSpPr txBox="1">
              <a:spLocks noChangeArrowheads="1"/>
            </p:cNvSpPr>
            <p:nvPr/>
          </p:nvSpPr>
          <p:spPr bwMode="auto">
            <a:xfrm>
              <a:off x="1422" y="1283"/>
              <a:ext cx="259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International Organization for Standardization</a:t>
              </a:r>
            </a:p>
          </p:txBody>
        </p:sp>
        <p:sp>
          <p:nvSpPr>
            <p:cNvPr id="176208" name="Text Box 74"/>
            <p:cNvSpPr txBox="1">
              <a:spLocks noChangeArrowheads="1"/>
            </p:cNvSpPr>
            <p:nvPr/>
          </p:nvSpPr>
          <p:spPr bwMode="auto">
            <a:xfrm>
              <a:off x="1404" y="1499"/>
              <a:ext cx="261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National Lubricating Grease Instituts</a:t>
              </a:r>
            </a:p>
          </p:txBody>
        </p:sp>
        <p:sp>
          <p:nvSpPr>
            <p:cNvPr id="176209" name="Text Box 75"/>
            <p:cNvSpPr txBox="1">
              <a:spLocks noChangeArrowheads="1"/>
            </p:cNvSpPr>
            <p:nvPr/>
          </p:nvSpPr>
          <p:spPr bwMode="auto">
            <a:xfrm>
              <a:off x="1434" y="1739"/>
              <a:ext cx="259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American Gear Manufacturers Association</a:t>
              </a:r>
            </a:p>
          </p:txBody>
        </p:sp>
        <p:sp>
          <p:nvSpPr>
            <p:cNvPr id="176210" name="Text Box 76"/>
            <p:cNvSpPr txBox="1">
              <a:spLocks noChangeArrowheads="1"/>
            </p:cNvSpPr>
            <p:nvPr/>
          </p:nvSpPr>
          <p:spPr bwMode="auto">
            <a:xfrm>
              <a:off x="1452" y="1940"/>
              <a:ext cx="249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Society Automotive Engineers</a:t>
              </a:r>
            </a:p>
          </p:txBody>
        </p:sp>
        <p:sp>
          <p:nvSpPr>
            <p:cNvPr id="176211" name="Text Box 77"/>
            <p:cNvSpPr txBox="1">
              <a:spLocks noChangeArrowheads="1"/>
            </p:cNvSpPr>
            <p:nvPr/>
          </p:nvSpPr>
          <p:spPr bwMode="auto">
            <a:xfrm>
              <a:off x="1404" y="2156"/>
              <a:ext cx="261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American Petroem Institute</a:t>
              </a:r>
            </a:p>
          </p:txBody>
        </p:sp>
        <p:sp>
          <p:nvSpPr>
            <p:cNvPr id="176212" name="Text Box 78"/>
            <p:cNvSpPr txBox="1">
              <a:spLocks noChangeArrowheads="1"/>
            </p:cNvSpPr>
            <p:nvPr/>
          </p:nvSpPr>
          <p:spPr bwMode="auto">
            <a:xfrm>
              <a:off x="1422" y="2372"/>
              <a:ext cx="259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American Society for TEsting and Materials  </a:t>
              </a:r>
            </a:p>
          </p:txBody>
        </p:sp>
        <p:sp>
          <p:nvSpPr>
            <p:cNvPr id="176213" name="Text Box 79"/>
            <p:cNvSpPr txBox="1">
              <a:spLocks noChangeArrowheads="1"/>
            </p:cNvSpPr>
            <p:nvPr/>
          </p:nvSpPr>
          <p:spPr bwMode="auto">
            <a:xfrm>
              <a:off x="1428" y="2582"/>
              <a:ext cx="259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Military Specificating and Standards </a:t>
              </a:r>
            </a:p>
          </p:txBody>
        </p:sp>
        <p:sp>
          <p:nvSpPr>
            <p:cNvPr id="176214" name="Text Box 80"/>
            <p:cNvSpPr txBox="1">
              <a:spLocks noChangeArrowheads="1"/>
            </p:cNvSpPr>
            <p:nvPr/>
          </p:nvSpPr>
          <p:spPr bwMode="auto">
            <a:xfrm>
              <a:off x="1404" y="2804"/>
              <a:ext cx="259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National Aero Space Standards</a:t>
              </a:r>
            </a:p>
          </p:txBody>
        </p:sp>
        <p:sp>
          <p:nvSpPr>
            <p:cNvPr id="176215" name="Text Box 81"/>
            <p:cNvSpPr txBox="1">
              <a:spLocks noChangeArrowheads="1"/>
            </p:cNvSpPr>
            <p:nvPr/>
          </p:nvSpPr>
          <p:spPr bwMode="auto">
            <a:xfrm>
              <a:off x="1404" y="3020"/>
              <a:ext cx="263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korean industrial standards</a:t>
              </a:r>
            </a:p>
          </p:txBody>
        </p:sp>
        <p:sp>
          <p:nvSpPr>
            <p:cNvPr id="176216" name="Text Box 82"/>
            <p:cNvSpPr txBox="1">
              <a:spLocks noChangeArrowheads="1"/>
            </p:cNvSpPr>
            <p:nvPr/>
          </p:nvSpPr>
          <p:spPr bwMode="auto">
            <a:xfrm>
              <a:off x="1422" y="3236"/>
              <a:ext cx="259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Deutsche industrial normen</a:t>
              </a:r>
            </a:p>
          </p:txBody>
        </p:sp>
        <p:sp>
          <p:nvSpPr>
            <p:cNvPr id="176217" name="Text Box 83"/>
            <p:cNvSpPr txBox="1">
              <a:spLocks noChangeArrowheads="1"/>
            </p:cNvSpPr>
            <p:nvPr/>
          </p:nvSpPr>
          <p:spPr bwMode="auto">
            <a:xfrm>
              <a:off x="1416" y="3446"/>
              <a:ext cx="259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japaness industrial standards</a:t>
              </a:r>
            </a:p>
          </p:txBody>
        </p:sp>
        <p:sp>
          <p:nvSpPr>
            <p:cNvPr id="176218" name="Text Box 84"/>
            <p:cNvSpPr txBox="1">
              <a:spLocks noChangeArrowheads="1"/>
            </p:cNvSpPr>
            <p:nvPr/>
          </p:nvSpPr>
          <p:spPr bwMode="auto">
            <a:xfrm>
              <a:off x="1422" y="3667"/>
              <a:ext cx="259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Canadian Standards Association</a:t>
              </a:r>
            </a:p>
          </p:txBody>
        </p:sp>
        <p:sp>
          <p:nvSpPr>
            <p:cNvPr id="176219" name="Text Box 85"/>
            <p:cNvSpPr txBox="1">
              <a:spLocks noChangeArrowheads="1"/>
            </p:cNvSpPr>
            <p:nvPr/>
          </p:nvSpPr>
          <p:spPr bwMode="auto">
            <a:xfrm>
              <a:off x="336" y="1292"/>
              <a:ext cx="104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ISO </a:t>
              </a:r>
            </a:p>
          </p:txBody>
        </p:sp>
        <p:sp>
          <p:nvSpPr>
            <p:cNvPr id="176220" name="Text Box 86"/>
            <p:cNvSpPr txBox="1">
              <a:spLocks noChangeArrowheads="1"/>
            </p:cNvSpPr>
            <p:nvPr/>
          </p:nvSpPr>
          <p:spPr bwMode="auto">
            <a:xfrm>
              <a:off x="336" y="1508"/>
              <a:ext cx="104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NLGI</a:t>
              </a:r>
            </a:p>
          </p:txBody>
        </p:sp>
        <p:sp>
          <p:nvSpPr>
            <p:cNvPr id="176221" name="Text Box 87"/>
            <p:cNvSpPr txBox="1">
              <a:spLocks noChangeArrowheads="1"/>
            </p:cNvSpPr>
            <p:nvPr/>
          </p:nvSpPr>
          <p:spPr bwMode="auto">
            <a:xfrm>
              <a:off x="336" y="1724"/>
              <a:ext cx="104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AGMA</a:t>
              </a:r>
            </a:p>
          </p:txBody>
        </p:sp>
        <p:sp>
          <p:nvSpPr>
            <p:cNvPr id="176222" name="Text Box 88"/>
            <p:cNvSpPr txBox="1">
              <a:spLocks noChangeArrowheads="1"/>
            </p:cNvSpPr>
            <p:nvPr/>
          </p:nvSpPr>
          <p:spPr bwMode="auto">
            <a:xfrm>
              <a:off x="348" y="1955"/>
              <a:ext cx="104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SAE  </a:t>
              </a:r>
            </a:p>
          </p:txBody>
        </p:sp>
        <p:sp>
          <p:nvSpPr>
            <p:cNvPr id="176223" name="Text Box 89"/>
            <p:cNvSpPr txBox="1">
              <a:spLocks noChangeArrowheads="1"/>
            </p:cNvSpPr>
            <p:nvPr/>
          </p:nvSpPr>
          <p:spPr bwMode="auto">
            <a:xfrm>
              <a:off x="306" y="2150"/>
              <a:ext cx="104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API</a:t>
              </a:r>
            </a:p>
          </p:txBody>
        </p:sp>
        <p:sp>
          <p:nvSpPr>
            <p:cNvPr id="176224" name="Text Box 90"/>
            <p:cNvSpPr txBox="1">
              <a:spLocks noChangeArrowheads="1"/>
            </p:cNvSpPr>
            <p:nvPr/>
          </p:nvSpPr>
          <p:spPr bwMode="auto">
            <a:xfrm>
              <a:off x="324" y="2378"/>
              <a:ext cx="104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ASTM </a:t>
              </a:r>
            </a:p>
          </p:txBody>
        </p:sp>
        <p:sp>
          <p:nvSpPr>
            <p:cNvPr id="176225" name="Text Box 91"/>
            <p:cNvSpPr txBox="1">
              <a:spLocks noChangeArrowheads="1"/>
            </p:cNvSpPr>
            <p:nvPr/>
          </p:nvSpPr>
          <p:spPr bwMode="auto">
            <a:xfrm>
              <a:off x="324" y="2585"/>
              <a:ext cx="104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MIL </a:t>
              </a:r>
            </a:p>
          </p:txBody>
        </p:sp>
        <p:sp>
          <p:nvSpPr>
            <p:cNvPr id="176226" name="Text Box 92"/>
            <p:cNvSpPr txBox="1">
              <a:spLocks noChangeArrowheads="1"/>
            </p:cNvSpPr>
            <p:nvPr/>
          </p:nvSpPr>
          <p:spPr bwMode="auto">
            <a:xfrm>
              <a:off x="324" y="2807"/>
              <a:ext cx="104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NAS </a:t>
              </a:r>
            </a:p>
          </p:txBody>
        </p:sp>
        <p:sp>
          <p:nvSpPr>
            <p:cNvPr id="176227" name="Text Box 93"/>
            <p:cNvSpPr txBox="1">
              <a:spLocks noChangeArrowheads="1"/>
            </p:cNvSpPr>
            <p:nvPr/>
          </p:nvSpPr>
          <p:spPr bwMode="auto">
            <a:xfrm>
              <a:off x="324" y="3005"/>
              <a:ext cx="104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KS</a:t>
              </a:r>
            </a:p>
          </p:txBody>
        </p:sp>
        <p:sp>
          <p:nvSpPr>
            <p:cNvPr id="176228" name="Text Box 94"/>
            <p:cNvSpPr txBox="1">
              <a:spLocks noChangeArrowheads="1"/>
            </p:cNvSpPr>
            <p:nvPr/>
          </p:nvSpPr>
          <p:spPr bwMode="auto">
            <a:xfrm>
              <a:off x="318" y="3233"/>
              <a:ext cx="104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DIN</a:t>
              </a:r>
            </a:p>
          </p:txBody>
        </p:sp>
        <p:sp>
          <p:nvSpPr>
            <p:cNvPr id="176229" name="Text Box 95"/>
            <p:cNvSpPr txBox="1">
              <a:spLocks noChangeArrowheads="1"/>
            </p:cNvSpPr>
            <p:nvPr/>
          </p:nvSpPr>
          <p:spPr bwMode="auto">
            <a:xfrm>
              <a:off x="318" y="3431"/>
              <a:ext cx="104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JIS</a:t>
              </a:r>
            </a:p>
          </p:txBody>
        </p:sp>
        <p:sp>
          <p:nvSpPr>
            <p:cNvPr id="176230" name="Text Box 96"/>
            <p:cNvSpPr txBox="1">
              <a:spLocks noChangeArrowheads="1"/>
            </p:cNvSpPr>
            <p:nvPr/>
          </p:nvSpPr>
          <p:spPr bwMode="auto">
            <a:xfrm>
              <a:off x="318" y="3662"/>
              <a:ext cx="104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CSA</a:t>
              </a:r>
            </a:p>
          </p:txBody>
        </p:sp>
      </p:grpSp>
      <p:sp>
        <p:nvSpPr>
          <p:cNvPr id="176133" name="Rectangle 97"/>
          <p:cNvSpPr>
            <a:spLocks noChangeArrowheads="1"/>
          </p:cNvSpPr>
          <p:nvPr/>
        </p:nvSpPr>
        <p:spPr bwMode="auto">
          <a:xfrm>
            <a:off x="710427" y="1340768"/>
            <a:ext cx="364554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&gt;</a:t>
            </a:r>
          </a:p>
        </p:txBody>
      </p:sp>
      <p:sp>
        <p:nvSpPr>
          <p:cNvPr id="176134" name="Rectangle 100"/>
          <p:cNvSpPr>
            <a:spLocks noChangeArrowheads="1"/>
          </p:cNvSpPr>
          <p:nvPr/>
        </p:nvSpPr>
        <p:spPr bwMode="auto">
          <a:xfrm>
            <a:off x="539750" y="474761"/>
            <a:ext cx="338417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1-3.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6135" name="Rectangle 101"/>
          <p:cNvSpPr>
            <a:spLocks noGrp="1" noChangeArrowheads="1"/>
          </p:cNvSpPr>
          <p:nvPr>
            <p:ph type="title" idx="4294967295"/>
          </p:nvPr>
        </p:nvSpPr>
        <p:spPr>
          <a:xfrm>
            <a:off x="4305268" y="43448"/>
            <a:ext cx="4730782" cy="338554"/>
          </a:xfrm>
        </p:spPr>
        <p:txBody>
          <a:bodyPr/>
          <a:lstStyle/>
          <a:p>
            <a:pPr eaLnBrk="1" hangingPunct="1"/>
            <a:r>
              <a:rPr lang="en-US" altLang="ko-KR" dirty="0" smtClean="0"/>
              <a:t>1.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dirty="0" smtClean="0"/>
          </a:p>
        </p:txBody>
      </p:sp>
      <p:sp>
        <p:nvSpPr>
          <p:cNvPr id="176136" name="Rectangle 103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074017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84194CC0-C0DC-434C-B4C4-C8A9BC8658EA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153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77155" name="Text Box 2"/>
          <p:cNvSpPr txBox="1">
            <a:spLocks noChangeArrowheads="1"/>
          </p:cNvSpPr>
          <p:nvPr/>
        </p:nvSpPr>
        <p:spPr bwMode="auto">
          <a:xfrm>
            <a:off x="993775" y="1509713"/>
            <a:ext cx="7323138" cy="241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1)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en-US" altLang="ko-KR" sz="1200" b="1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khỏe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(MSDS :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Material Safety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Data Sheets)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khỏe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 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bệnh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da.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tuân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rõ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7156" name="Text Box 4"/>
          <p:cNvSpPr txBox="1">
            <a:spLocks noChangeArrowheads="1"/>
          </p:cNvSpPr>
          <p:nvPr/>
        </p:nvSpPr>
        <p:spPr bwMode="auto">
          <a:xfrm>
            <a:off x="1090613" y="4160838"/>
            <a:ext cx="4849539" cy="16435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2)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sở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(5 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適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ko-KR" altLang="en-US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適油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適量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Quyết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liều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適期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適所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ma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適法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7157" name="Rectangle 7"/>
          <p:cNvSpPr>
            <a:spLocks noGrp="1" noChangeArrowheads="1"/>
          </p:cNvSpPr>
          <p:nvPr>
            <p:ph type="title" idx="4294967295"/>
          </p:nvPr>
        </p:nvSpPr>
        <p:spPr>
          <a:xfrm>
            <a:off x="4933950" y="43448"/>
            <a:ext cx="4102100" cy="338554"/>
          </a:xfrm>
        </p:spPr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7158" name="Rectangle 8"/>
          <p:cNvSpPr>
            <a:spLocks noChangeArrowheads="1"/>
          </p:cNvSpPr>
          <p:nvPr/>
        </p:nvSpPr>
        <p:spPr bwMode="auto">
          <a:xfrm>
            <a:off x="971550" y="6140450"/>
            <a:ext cx="7200900" cy="387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khoáng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khoáng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xăng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Sương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(MIST):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lỏng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tiểu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trôi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nổi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7159" name="Rectangle 9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7160" name="Rectangle 46"/>
          <p:cNvSpPr>
            <a:spLocks noChangeArrowheads="1"/>
          </p:cNvSpPr>
          <p:nvPr/>
        </p:nvSpPr>
        <p:spPr bwMode="auto">
          <a:xfrm>
            <a:off x="323850" y="476042"/>
            <a:ext cx="581977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;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endParaRPr lang="ko-KR" altLang="en-US" sz="16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7161" name="Rectangle 9"/>
          <p:cNvSpPr>
            <a:spLocks noChangeArrowheads="1"/>
          </p:cNvSpPr>
          <p:nvPr/>
        </p:nvSpPr>
        <p:spPr bwMode="auto">
          <a:xfrm>
            <a:off x="642938" y="1052513"/>
            <a:ext cx="22256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2-1.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967685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C96E556B-9E27-4CE5-A0F8-229066125FE9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154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78179" name="Text Box 2"/>
          <p:cNvSpPr txBox="1">
            <a:spLocks noChangeArrowheads="1"/>
          </p:cNvSpPr>
          <p:nvPr/>
        </p:nvSpPr>
        <p:spPr bwMode="auto">
          <a:xfrm>
            <a:off x="744538" y="3171825"/>
            <a:ext cx="3981450" cy="668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endParaRPr lang="en-US" altLang="ko-KR" sz="1400" b="1">
              <a:solidFill>
                <a:srgbClr val="000000"/>
              </a:solidFill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30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178180" name="Rectangle 4"/>
          <p:cNvSpPr>
            <a:spLocks noChangeArrowheads="1"/>
          </p:cNvSpPr>
          <p:nvPr/>
        </p:nvSpPr>
        <p:spPr bwMode="auto">
          <a:xfrm>
            <a:off x="1044575" y="1509713"/>
            <a:ext cx="2791149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8181" name="Rectangle 5"/>
          <p:cNvSpPr>
            <a:spLocks noChangeArrowheads="1"/>
          </p:cNvSpPr>
          <p:nvPr/>
        </p:nvSpPr>
        <p:spPr bwMode="auto">
          <a:xfrm>
            <a:off x="1103313" y="3368675"/>
            <a:ext cx="138281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8182" name="Rectangle 6"/>
          <p:cNvSpPr>
            <a:spLocks noChangeArrowheads="1"/>
          </p:cNvSpPr>
          <p:nvPr/>
        </p:nvSpPr>
        <p:spPr bwMode="auto">
          <a:xfrm>
            <a:off x="1189038" y="2043113"/>
            <a:ext cx="7704137" cy="13111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xi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lửa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mua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,...</a:t>
            </a: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8183" name="Rectangle 7"/>
          <p:cNvSpPr>
            <a:spLocks noChangeArrowheads="1"/>
          </p:cNvSpPr>
          <p:nvPr/>
        </p:nvSpPr>
        <p:spPr bwMode="auto">
          <a:xfrm>
            <a:off x="1258888" y="3629025"/>
            <a:ext cx="4562475" cy="2014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5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(viscosity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algn="l" eaLnBrk="1" latinLnBrk="1" hangingPunct="1">
              <a:lnSpc>
                <a:spcPct val="15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ổn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)(stability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</a:p>
          <a:p>
            <a:pPr algn="l" eaLnBrk="1" latinLnBrk="1" hangingPunct="1">
              <a:lnSpc>
                <a:spcPct val="15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(thermal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stability) </a:t>
            </a:r>
          </a:p>
          <a:p>
            <a:pPr algn="l" eaLnBrk="1" latinLnBrk="1" hangingPunct="1">
              <a:lnSpc>
                <a:spcPct val="15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xi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(oxidation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stability) </a:t>
            </a:r>
          </a:p>
          <a:p>
            <a:pPr algn="l" eaLnBrk="1" latinLnBrk="1" hangingPunct="1">
              <a:lnSpc>
                <a:spcPct val="15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)(compatibility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</a:p>
          <a:p>
            <a:pPr algn="l" eaLnBrk="1" latinLnBrk="1" hangingPunct="1">
              <a:lnSpc>
                <a:spcPct val="15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(corrosion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</a:p>
          <a:p>
            <a:pPr algn="l" eaLnBrk="1" latinLnBrk="1" hangingPunct="1">
              <a:lnSpc>
                <a:spcPct val="150000"/>
              </a:lnSpc>
              <a:buFontTx/>
              <a:buChar char="•"/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lửa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(flammability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178184" name="Rectangle 10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dirty="0" smtClean="0"/>
          </a:p>
        </p:txBody>
      </p:sp>
      <p:sp>
        <p:nvSpPr>
          <p:cNvPr id="178185" name="Rectangle 11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8186" name="Rectangle 9"/>
          <p:cNvSpPr>
            <a:spLocks noChangeArrowheads="1"/>
          </p:cNvSpPr>
          <p:nvPr/>
        </p:nvSpPr>
        <p:spPr bwMode="auto">
          <a:xfrm>
            <a:off x="642938" y="693836"/>
            <a:ext cx="256091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2-2.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507044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0072C11B-CE4F-47CD-BF05-247C1B264B41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155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79203" name="Text Box 2"/>
          <p:cNvSpPr txBox="1">
            <a:spLocks noChangeArrowheads="1"/>
          </p:cNvSpPr>
          <p:nvPr/>
        </p:nvSpPr>
        <p:spPr bwMode="auto">
          <a:xfrm>
            <a:off x="725488" y="1611313"/>
            <a:ext cx="7518400" cy="904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(seal, shield type)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Housing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bổ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sung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9204" name="Rectangle 3"/>
          <p:cNvSpPr>
            <a:spLocks noChangeArrowheads="1"/>
          </p:cNvSpPr>
          <p:nvPr/>
        </p:nvSpPr>
        <p:spPr bwMode="auto">
          <a:xfrm>
            <a:off x="762000" y="2862263"/>
            <a:ext cx="167430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9205" name="Text Box 4"/>
          <p:cNvSpPr txBox="1">
            <a:spLocks noChangeArrowheads="1"/>
          </p:cNvSpPr>
          <p:nvPr/>
        </p:nvSpPr>
        <p:spPr bwMode="auto">
          <a:xfrm>
            <a:off x="1066800" y="3140075"/>
            <a:ext cx="7681913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thêm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</a:p>
          <a:p>
            <a:pPr algn="l" eaLnBrk="1" latin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dữ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179206" name="Rectangle 5"/>
          <p:cNvSpPr>
            <a:spLocks noChangeArrowheads="1"/>
          </p:cNvSpPr>
          <p:nvPr/>
        </p:nvSpPr>
        <p:spPr bwMode="auto">
          <a:xfrm>
            <a:off x="762000" y="1225550"/>
            <a:ext cx="200407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9207" name="Text Box 6"/>
          <p:cNvSpPr txBox="1">
            <a:spLocks noChangeArrowheads="1"/>
          </p:cNvSpPr>
          <p:nvPr/>
        </p:nvSpPr>
        <p:spPr bwMode="auto">
          <a:xfrm>
            <a:off x="1012825" y="4487863"/>
            <a:ext cx="7446963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spcBef>
                <a:spcPct val="50000"/>
              </a:spcBef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D-ester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gồm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9208" name="Rectangle 9"/>
          <p:cNvSpPr>
            <a:spLocks noChangeArrowheads="1"/>
          </p:cNvSpPr>
          <p:nvPr/>
        </p:nvSpPr>
        <p:spPr bwMode="auto">
          <a:xfrm>
            <a:off x="546100" y="620713"/>
            <a:ext cx="309721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2-3.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endParaRPr lang="ko-KR" altLang="en-US" sz="1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9209" name="Rectangle 10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dirty="0" smtClean="0"/>
          </a:p>
        </p:txBody>
      </p:sp>
      <p:sp>
        <p:nvSpPr>
          <p:cNvPr id="179210" name="Rectangle 11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011298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B69FB67B-3A0B-43A6-8441-57D6F9335190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156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80227" name="Text Box 2"/>
          <p:cNvSpPr txBox="1">
            <a:spLocks noChangeArrowheads="1"/>
          </p:cNvSpPr>
          <p:nvPr/>
        </p:nvSpPr>
        <p:spPr bwMode="auto">
          <a:xfrm>
            <a:off x="1141413" y="639763"/>
            <a:ext cx="7418387" cy="13480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90000"/>
              </a:lnSpc>
              <a:spcBef>
                <a:spcPct val="50000"/>
              </a:spcBef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90000"/>
              </a:lnSpc>
              <a:spcBef>
                <a:spcPct val="50000"/>
              </a:spcBef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nhằm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Lithium,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Natrium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Calcium…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Silicagel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Bentonit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hữu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Urea(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 Flow Carbon,….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ổn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Natrium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Benton, Urea…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0228" name="Text Box 3"/>
          <p:cNvSpPr txBox="1">
            <a:spLocks noChangeArrowheads="1"/>
          </p:cNvSpPr>
          <p:nvPr/>
        </p:nvSpPr>
        <p:spPr bwMode="auto">
          <a:xfrm>
            <a:off x="1065213" y="2420938"/>
            <a:ext cx="7562850" cy="11249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60000"/>
              </a:lnSpc>
              <a:spcBef>
                <a:spcPct val="50000"/>
              </a:spcBef>
            </a:pP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(3)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endParaRPr lang="ko-KR" altLang="en-US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60000"/>
              </a:lnSpc>
              <a:spcBef>
                <a:spcPct val="50000"/>
              </a:spcBef>
            </a:pPr>
            <a:r>
              <a:rPr lang="ko-KR" altLang="en-US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tăng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gồm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xi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60000"/>
              </a:lnSpc>
              <a:spcBef>
                <a:spcPct val="50000"/>
              </a:spcBef>
            </a:pP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…. 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chạm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60000"/>
              </a:lnSpc>
              <a:spcBef>
                <a:spcPct val="50000"/>
              </a:spcBef>
            </a:pP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60000"/>
              </a:lnSpc>
              <a:spcBef>
                <a:spcPct val="50000"/>
              </a:spcBef>
            </a:pPr>
            <a:r>
              <a:rPr lang="en-US" altLang="ko-KR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nhiên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gian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60000"/>
              </a:lnSpc>
              <a:spcBef>
                <a:spcPct val="50000"/>
              </a:spcBef>
            </a:pP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xi </a:t>
            </a:r>
            <a:r>
              <a:rPr lang="en-US" altLang="ko-KR" sz="11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0229" name="Text Box 4"/>
          <p:cNvSpPr txBox="1">
            <a:spLocks noChangeArrowheads="1"/>
          </p:cNvSpPr>
          <p:nvPr/>
        </p:nvSpPr>
        <p:spPr bwMode="auto">
          <a:xfrm>
            <a:off x="1112838" y="3556000"/>
            <a:ext cx="7562850" cy="96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80000"/>
              </a:lnSpc>
              <a:spcBef>
                <a:spcPct val="50000"/>
              </a:spcBef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mềm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NLGI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1,2,3.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80230" name="Picture 5" descr="그리스주도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06675" y="4529994"/>
            <a:ext cx="3730625" cy="1755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0231" name="Text Box 6"/>
          <p:cNvSpPr txBox="1">
            <a:spLocks noChangeArrowheads="1"/>
          </p:cNvSpPr>
          <p:nvPr/>
        </p:nvSpPr>
        <p:spPr bwMode="auto">
          <a:xfrm>
            <a:off x="3031708" y="4552950"/>
            <a:ext cx="11592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&gt;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0232" name="Rectangle 9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dirty="0" smtClean="0"/>
          </a:p>
        </p:txBody>
      </p:sp>
      <p:sp>
        <p:nvSpPr>
          <p:cNvPr id="180233" name="Rectangle 10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2671668" y="4869160"/>
            <a:ext cx="720080" cy="360040"/>
          </a:xfrm>
          <a:prstGeom prst="rect">
            <a:avLst/>
          </a:prstGeom>
          <a:solidFill>
            <a:schemeClr val="accent5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NLGI</a:t>
            </a:r>
          </a:p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직사각형 10"/>
          <p:cNvSpPr/>
          <p:nvPr/>
        </p:nvSpPr>
        <p:spPr bwMode="auto">
          <a:xfrm>
            <a:off x="3419872" y="4836574"/>
            <a:ext cx="1099860" cy="360040"/>
          </a:xfrm>
          <a:prstGeom prst="rect">
            <a:avLst/>
          </a:prstGeom>
          <a:solidFill>
            <a:schemeClr val="accent5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JIS [ASTM]</a:t>
            </a:r>
            <a:endParaRPr kumimoji="1" lang="en-US" altLang="ko-KR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ộ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trộn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60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직사각형 11"/>
          <p:cNvSpPr/>
          <p:nvPr/>
        </p:nvSpPr>
        <p:spPr bwMode="auto">
          <a:xfrm>
            <a:off x="4909686" y="4880962"/>
            <a:ext cx="1099860" cy="276230"/>
          </a:xfrm>
          <a:prstGeom prst="rect">
            <a:avLst/>
          </a:prstGeom>
          <a:solidFill>
            <a:schemeClr val="accent5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4562048" y="6021288"/>
            <a:ext cx="1350784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4581788" y="5805264"/>
            <a:ext cx="1934428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4544457" y="5589240"/>
            <a:ext cx="2514282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niêm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phong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4562048" y="5183457"/>
            <a:ext cx="1257860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đổ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quét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4572000" y="5399481"/>
            <a:ext cx="1257860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đổ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kumimoji="1" lang="en-US" altLang="ko-KR" sz="800" b="1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1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quét</a:t>
            </a:r>
            <a:endParaRPr kumimoji="1" lang="ko-KR" altLang="en-US" sz="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97790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137B5BB2-B5CE-49C4-A6A5-840D14F250E6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157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81251" name="Text Box 3"/>
          <p:cNvSpPr txBox="1">
            <a:spLocks noChangeArrowheads="1"/>
          </p:cNvSpPr>
          <p:nvPr/>
        </p:nvSpPr>
        <p:spPr bwMode="auto">
          <a:xfrm>
            <a:off x="5410200" y="3143250"/>
            <a:ext cx="257955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 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dứa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Dung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hộp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1252" name="Rectangle 4"/>
          <p:cNvSpPr>
            <a:spLocks noChangeArrowheads="1"/>
          </p:cNvSpPr>
          <p:nvPr/>
        </p:nvSpPr>
        <p:spPr bwMode="auto">
          <a:xfrm>
            <a:off x="476250" y="3357563"/>
            <a:ext cx="7938" cy="1587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81253" name="Rectangle 8"/>
          <p:cNvSpPr>
            <a:spLocks noChangeArrowheads="1"/>
          </p:cNvSpPr>
          <p:nvPr/>
        </p:nvSpPr>
        <p:spPr bwMode="auto">
          <a:xfrm>
            <a:off x="6184900" y="3357563"/>
            <a:ext cx="9525" cy="1587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81254" name="Text Box 9"/>
          <p:cNvSpPr txBox="1">
            <a:spLocks noChangeArrowheads="1"/>
          </p:cNvSpPr>
          <p:nvPr/>
        </p:nvSpPr>
        <p:spPr bwMode="auto">
          <a:xfrm>
            <a:off x="1042988" y="5726113"/>
            <a:ext cx="374544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*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Bảng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tham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khảo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AFA,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AFE,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AFC,  LM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Oil.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ea typeface="돋움" pitchFamily="50" charset="-127"/>
              <a:cs typeface="Times New Roman" panose="02020603050405020304" pitchFamily="18" charset="0"/>
            </a:endParaRPr>
          </a:p>
        </p:txBody>
      </p:sp>
      <p:sp>
        <p:nvSpPr>
          <p:cNvPr id="181255" name="Text Box 10"/>
          <p:cNvSpPr txBox="1">
            <a:spLocks noChangeArrowheads="1"/>
          </p:cNvSpPr>
          <p:nvPr/>
        </p:nvSpPr>
        <p:spPr bwMode="auto">
          <a:xfrm>
            <a:off x="781050" y="1857375"/>
            <a:ext cx="2593980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81256" name="Group 11"/>
          <p:cNvGrpSpPr>
            <a:grpSpLocks/>
          </p:cNvGrpSpPr>
          <p:nvPr/>
        </p:nvGrpSpPr>
        <p:grpSpPr bwMode="auto">
          <a:xfrm>
            <a:off x="1138238" y="4405313"/>
            <a:ext cx="6818312" cy="1238250"/>
            <a:chOff x="535" y="2801"/>
            <a:chExt cx="4601" cy="774"/>
          </a:xfrm>
        </p:grpSpPr>
        <p:sp>
          <p:nvSpPr>
            <p:cNvPr id="181270" name="Rectangle 12"/>
            <p:cNvSpPr>
              <a:spLocks noChangeArrowheads="1"/>
            </p:cNvSpPr>
            <p:nvPr/>
          </p:nvSpPr>
          <p:spPr bwMode="auto">
            <a:xfrm>
              <a:off x="535" y="2801"/>
              <a:ext cx="4596" cy="263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71" name="Rectangle 13"/>
            <p:cNvSpPr>
              <a:spLocks noChangeArrowheads="1"/>
            </p:cNvSpPr>
            <p:nvPr/>
          </p:nvSpPr>
          <p:spPr bwMode="auto">
            <a:xfrm>
              <a:off x="535" y="3049"/>
              <a:ext cx="904" cy="512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72" name="Rectangle 14"/>
            <p:cNvSpPr>
              <a:spLocks noChangeArrowheads="1"/>
            </p:cNvSpPr>
            <p:nvPr/>
          </p:nvSpPr>
          <p:spPr bwMode="auto">
            <a:xfrm>
              <a:off x="1434" y="3049"/>
              <a:ext cx="3697" cy="51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73" name="Rectangle 15"/>
            <p:cNvSpPr>
              <a:spLocks noChangeArrowheads="1"/>
            </p:cNvSpPr>
            <p:nvPr/>
          </p:nvSpPr>
          <p:spPr bwMode="auto">
            <a:xfrm>
              <a:off x="620" y="2857"/>
              <a:ext cx="663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Dung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lượng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mỡ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endParaRPr>
            </a:p>
          </p:txBody>
        </p:sp>
        <p:sp>
          <p:nvSpPr>
            <p:cNvPr id="181274" name="Rectangle 16"/>
            <p:cNvSpPr>
              <a:spLocks noChangeArrowheads="1"/>
            </p:cNvSpPr>
            <p:nvPr/>
          </p:nvSpPr>
          <p:spPr bwMode="auto">
            <a:xfrm>
              <a:off x="1793" y="2857"/>
              <a:ext cx="381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Mỡ</a:t>
              </a:r>
              <a:r>
                <a:rPr lang="en-US" altLang="ko-KR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 AFA</a:t>
              </a:r>
              <a:endPara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endParaRPr>
            </a:p>
          </p:txBody>
        </p:sp>
        <p:sp>
          <p:nvSpPr>
            <p:cNvPr id="181275" name="Rectangle 17"/>
            <p:cNvSpPr>
              <a:spLocks noChangeArrowheads="1"/>
            </p:cNvSpPr>
            <p:nvPr/>
          </p:nvSpPr>
          <p:spPr bwMode="auto">
            <a:xfrm>
              <a:off x="2684" y="2857"/>
              <a:ext cx="384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Mỡ</a:t>
              </a:r>
              <a:r>
                <a:rPr lang="en-US" altLang="ko-KR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 AFB</a:t>
              </a:r>
              <a:endPara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endParaRPr>
            </a:p>
          </p:txBody>
        </p:sp>
        <p:sp>
          <p:nvSpPr>
            <p:cNvPr id="181276" name="Rectangle 18"/>
            <p:cNvSpPr>
              <a:spLocks noChangeArrowheads="1"/>
            </p:cNvSpPr>
            <p:nvPr/>
          </p:nvSpPr>
          <p:spPr bwMode="auto">
            <a:xfrm>
              <a:off x="3578" y="2857"/>
              <a:ext cx="389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Mỡ</a:t>
              </a:r>
              <a:r>
                <a:rPr lang="en-US" altLang="ko-KR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 AFC</a:t>
              </a:r>
              <a:endPara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endParaRPr>
            </a:p>
          </p:txBody>
        </p:sp>
        <p:sp>
          <p:nvSpPr>
            <p:cNvPr id="181277" name="Rectangle 19"/>
            <p:cNvSpPr>
              <a:spLocks noChangeArrowheads="1"/>
            </p:cNvSpPr>
            <p:nvPr/>
          </p:nvSpPr>
          <p:spPr bwMode="auto">
            <a:xfrm>
              <a:off x="4529" y="2857"/>
              <a:ext cx="384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Mỡ</a:t>
              </a:r>
              <a:r>
                <a:rPr lang="en-US" altLang="ko-KR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 AFE</a:t>
              </a:r>
              <a:endPara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endParaRPr>
            </a:p>
          </p:txBody>
        </p:sp>
        <p:sp>
          <p:nvSpPr>
            <p:cNvPr id="181278" name="Rectangle 20"/>
            <p:cNvSpPr>
              <a:spLocks noChangeArrowheads="1"/>
            </p:cNvSpPr>
            <p:nvPr/>
          </p:nvSpPr>
          <p:spPr bwMode="auto">
            <a:xfrm>
              <a:off x="915" y="3105"/>
              <a:ext cx="208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b="1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400g</a:t>
              </a:r>
              <a:endParaRPr lang="en-US" altLang="ko-KR" sz="1200" b="1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endParaRPr>
            </a:p>
          </p:txBody>
        </p:sp>
        <p:sp>
          <p:nvSpPr>
            <p:cNvPr id="181279" name="Rectangle 21"/>
            <p:cNvSpPr>
              <a:spLocks noChangeArrowheads="1"/>
            </p:cNvSpPr>
            <p:nvPr/>
          </p:nvSpPr>
          <p:spPr bwMode="auto">
            <a:xfrm>
              <a:off x="1895" y="3105"/>
              <a:ext cx="5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0</a:t>
              </a:r>
              <a:endPara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endParaRPr>
            </a:p>
          </p:txBody>
        </p:sp>
        <p:sp>
          <p:nvSpPr>
            <p:cNvPr id="181280" name="Rectangle 22"/>
            <p:cNvSpPr>
              <a:spLocks noChangeArrowheads="1"/>
            </p:cNvSpPr>
            <p:nvPr/>
          </p:nvSpPr>
          <p:spPr bwMode="auto">
            <a:xfrm>
              <a:off x="2794" y="3105"/>
              <a:ext cx="5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0</a:t>
              </a:r>
              <a:endPara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endParaRPr>
            </a:p>
          </p:txBody>
        </p:sp>
        <p:sp>
          <p:nvSpPr>
            <p:cNvPr id="181281" name="Rectangle 23"/>
            <p:cNvSpPr>
              <a:spLocks noChangeArrowheads="1"/>
            </p:cNvSpPr>
            <p:nvPr/>
          </p:nvSpPr>
          <p:spPr bwMode="auto">
            <a:xfrm>
              <a:off x="3694" y="3105"/>
              <a:ext cx="5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0</a:t>
              </a:r>
              <a:endPara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endParaRPr>
            </a:p>
          </p:txBody>
        </p:sp>
        <p:sp>
          <p:nvSpPr>
            <p:cNvPr id="181282" name="Rectangle 24"/>
            <p:cNvSpPr>
              <a:spLocks noChangeArrowheads="1"/>
            </p:cNvSpPr>
            <p:nvPr/>
          </p:nvSpPr>
          <p:spPr bwMode="auto">
            <a:xfrm>
              <a:off x="939" y="3354"/>
              <a:ext cx="156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b="1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70g</a:t>
              </a:r>
              <a:endParaRPr lang="en-US" altLang="ko-KR" sz="1200" b="1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endParaRPr>
            </a:p>
          </p:txBody>
        </p:sp>
        <p:sp>
          <p:nvSpPr>
            <p:cNvPr id="181283" name="Rectangle 25"/>
            <p:cNvSpPr>
              <a:spLocks noChangeArrowheads="1"/>
            </p:cNvSpPr>
            <p:nvPr/>
          </p:nvSpPr>
          <p:spPr bwMode="auto">
            <a:xfrm>
              <a:off x="1895" y="3354"/>
              <a:ext cx="5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0</a:t>
              </a:r>
              <a:endPara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endParaRPr>
            </a:p>
          </p:txBody>
        </p:sp>
        <p:sp>
          <p:nvSpPr>
            <p:cNvPr id="181284" name="Rectangle 26"/>
            <p:cNvSpPr>
              <a:spLocks noChangeArrowheads="1"/>
            </p:cNvSpPr>
            <p:nvPr/>
          </p:nvSpPr>
          <p:spPr bwMode="auto">
            <a:xfrm>
              <a:off x="2794" y="3354"/>
              <a:ext cx="5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0</a:t>
              </a:r>
              <a:endPara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endParaRPr>
            </a:p>
          </p:txBody>
        </p:sp>
        <p:sp>
          <p:nvSpPr>
            <p:cNvPr id="181285" name="Rectangle 27"/>
            <p:cNvSpPr>
              <a:spLocks noChangeArrowheads="1"/>
            </p:cNvSpPr>
            <p:nvPr/>
          </p:nvSpPr>
          <p:spPr bwMode="auto">
            <a:xfrm>
              <a:off x="3694" y="3354"/>
              <a:ext cx="5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0</a:t>
              </a:r>
              <a:endPara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endParaRPr>
            </a:p>
          </p:txBody>
        </p:sp>
        <p:sp>
          <p:nvSpPr>
            <p:cNvPr id="181286" name="Rectangle 28"/>
            <p:cNvSpPr>
              <a:spLocks noChangeArrowheads="1"/>
            </p:cNvSpPr>
            <p:nvPr/>
          </p:nvSpPr>
          <p:spPr bwMode="auto">
            <a:xfrm>
              <a:off x="4641" y="3354"/>
              <a:ext cx="5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0</a:t>
              </a:r>
              <a:endPara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endParaRPr>
            </a:p>
          </p:txBody>
        </p:sp>
        <p:sp>
          <p:nvSpPr>
            <p:cNvPr id="181287" name="Line 29"/>
            <p:cNvSpPr>
              <a:spLocks noChangeShapeType="1"/>
            </p:cNvSpPr>
            <p:nvPr/>
          </p:nvSpPr>
          <p:spPr bwMode="auto">
            <a:xfrm>
              <a:off x="540" y="2801"/>
              <a:ext cx="4591" cy="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88" name="Rectangle 30"/>
            <p:cNvSpPr>
              <a:spLocks noChangeArrowheads="1"/>
            </p:cNvSpPr>
            <p:nvPr/>
          </p:nvSpPr>
          <p:spPr bwMode="auto">
            <a:xfrm>
              <a:off x="540" y="2801"/>
              <a:ext cx="4591" cy="1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89" name="Line 31"/>
            <p:cNvSpPr>
              <a:spLocks noChangeShapeType="1"/>
            </p:cNvSpPr>
            <p:nvPr/>
          </p:nvSpPr>
          <p:spPr bwMode="auto">
            <a:xfrm>
              <a:off x="540" y="3049"/>
              <a:ext cx="4591" cy="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90" name="Rectangle 32"/>
            <p:cNvSpPr>
              <a:spLocks noChangeArrowheads="1"/>
            </p:cNvSpPr>
            <p:nvPr/>
          </p:nvSpPr>
          <p:spPr bwMode="auto">
            <a:xfrm>
              <a:off x="540" y="3049"/>
              <a:ext cx="4591" cy="1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91" name="Line 33"/>
            <p:cNvSpPr>
              <a:spLocks noChangeShapeType="1"/>
            </p:cNvSpPr>
            <p:nvPr/>
          </p:nvSpPr>
          <p:spPr bwMode="auto">
            <a:xfrm>
              <a:off x="540" y="3298"/>
              <a:ext cx="459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92" name="Rectangle 34"/>
            <p:cNvSpPr>
              <a:spLocks noChangeArrowheads="1"/>
            </p:cNvSpPr>
            <p:nvPr/>
          </p:nvSpPr>
          <p:spPr bwMode="auto">
            <a:xfrm>
              <a:off x="540" y="3298"/>
              <a:ext cx="4591" cy="1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93" name="Line 35"/>
            <p:cNvSpPr>
              <a:spLocks noChangeShapeType="1"/>
            </p:cNvSpPr>
            <p:nvPr/>
          </p:nvSpPr>
          <p:spPr bwMode="auto">
            <a:xfrm>
              <a:off x="535" y="2801"/>
              <a:ext cx="1" cy="76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94" name="Rectangle 36"/>
            <p:cNvSpPr>
              <a:spLocks noChangeArrowheads="1"/>
            </p:cNvSpPr>
            <p:nvPr/>
          </p:nvSpPr>
          <p:spPr bwMode="auto">
            <a:xfrm>
              <a:off x="535" y="2801"/>
              <a:ext cx="5" cy="76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95" name="Line 37"/>
            <p:cNvSpPr>
              <a:spLocks noChangeShapeType="1"/>
            </p:cNvSpPr>
            <p:nvPr/>
          </p:nvSpPr>
          <p:spPr bwMode="auto">
            <a:xfrm>
              <a:off x="1434" y="2815"/>
              <a:ext cx="1" cy="74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96" name="Rectangle 38"/>
            <p:cNvSpPr>
              <a:spLocks noChangeArrowheads="1"/>
            </p:cNvSpPr>
            <p:nvPr/>
          </p:nvSpPr>
          <p:spPr bwMode="auto">
            <a:xfrm>
              <a:off x="1434" y="2815"/>
              <a:ext cx="5" cy="74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97" name="Line 39"/>
            <p:cNvSpPr>
              <a:spLocks noChangeShapeType="1"/>
            </p:cNvSpPr>
            <p:nvPr/>
          </p:nvSpPr>
          <p:spPr bwMode="auto">
            <a:xfrm>
              <a:off x="2333" y="2815"/>
              <a:ext cx="1" cy="74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98" name="Rectangle 40"/>
            <p:cNvSpPr>
              <a:spLocks noChangeArrowheads="1"/>
            </p:cNvSpPr>
            <p:nvPr/>
          </p:nvSpPr>
          <p:spPr bwMode="auto">
            <a:xfrm>
              <a:off x="2333" y="2815"/>
              <a:ext cx="6" cy="74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99" name="Rectangle 41"/>
            <p:cNvSpPr>
              <a:spLocks noChangeArrowheads="1"/>
            </p:cNvSpPr>
            <p:nvPr/>
          </p:nvSpPr>
          <p:spPr bwMode="auto">
            <a:xfrm>
              <a:off x="3232" y="2815"/>
              <a:ext cx="6" cy="74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00" name="Rectangle 42"/>
            <p:cNvSpPr>
              <a:spLocks noChangeArrowheads="1"/>
            </p:cNvSpPr>
            <p:nvPr/>
          </p:nvSpPr>
          <p:spPr bwMode="auto">
            <a:xfrm>
              <a:off x="4131" y="2815"/>
              <a:ext cx="6" cy="74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01" name="Line 43"/>
            <p:cNvSpPr>
              <a:spLocks noChangeShapeType="1"/>
            </p:cNvSpPr>
            <p:nvPr/>
          </p:nvSpPr>
          <p:spPr bwMode="auto">
            <a:xfrm>
              <a:off x="540" y="3546"/>
              <a:ext cx="4591" cy="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02" name="Rectangle 44"/>
            <p:cNvSpPr>
              <a:spLocks noChangeArrowheads="1"/>
            </p:cNvSpPr>
            <p:nvPr/>
          </p:nvSpPr>
          <p:spPr bwMode="auto">
            <a:xfrm>
              <a:off x="540" y="3546"/>
              <a:ext cx="4591" cy="1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03" name="Line 45"/>
            <p:cNvSpPr>
              <a:spLocks noChangeShapeType="1"/>
            </p:cNvSpPr>
            <p:nvPr/>
          </p:nvSpPr>
          <p:spPr bwMode="auto">
            <a:xfrm>
              <a:off x="5126" y="2815"/>
              <a:ext cx="1" cy="74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04" name="Rectangle 46"/>
            <p:cNvSpPr>
              <a:spLocks noChangeArrowheads="1"/>
            </p:cNvSpPr>
            <p:nvPr/>
          </p:nvSpPr>
          <p:spPr bwMode="auto">
            <a:xfrm>
              <a:off x="535" y="3561"/>
              <a:ext cx="5" cy="14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05" name="Rectangle 47"/>
            <p:cNvSpPr>
              <a:spLocks noChangeArrowheads="1"/>
            </p:cNvSpPr>
            <p:nvPr/>
          </p:nvSpPr>
          <p:spPr bwMode="auto">
            <a:xfrm>
              <a:off x="4899" y="2872"/>
              <a:ext cx="5" cy="14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06" name="Rectangle 48"/>
            <p:cNvSpPr>
              <a:spLocks noChangeArrowheads="1"/>
            </p:cNvSpPr>
            <p:nvPr/>
          </p:nvSpPr>
          <p:spPr bwMode="auto">
            <a:xfrm>
              <a:off x="5131" y="3546"/>
              <a:ext cx="5" cy="15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07" name="Rectangle 49"/>
            <p:cNvSpPr>
              <a:spLocks noChangeArrowheads="1"/>
            </p:cNvSpPr>
            <p:nvPr/>
          </p:nvSpPr>
          <p:spPr bwMode="auto">
            <a:xfrm>
              <a:off x="4641" y="3113"/>
              <a:ext cx="5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>
                  <a:solidFill>
                    <a:srgbClr val="000000"/>
                  </a:solidFill>
                  <a:latin typeface="Times New Roman" panose="02020603050405020304" pitchFamily="18" charset="0"/>
                  <a:ea typeface="돋움" pitchFamily="50" charset="-127"/>
                  <a:cs typeface="Times New Roman" panose="02020603050405020304" pitchFamily="18" charset="0"/>
                </a:rPr>
                <a:t>0</a:t>
              </a:r>
              <a:endPara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endParaRPr>
            </a:p>
          </p:txBody>
        </p:sp>
      </p:grpSp>
      <p:sp>
        <p:nvSpPr>
          <p:cNvPr id="181257" name="Text Box 55"/>
          <p:cNvSpPr txBox="1">
            <a:spLocks noChangeArrowheads="1"/>
          </p:cNvSpPr>
          <p:nvPr/>
        </p:nvSpPr>
        <p:spPr bwMode="auto">
          <a:xfrm>
            <a:off x="755650" y="715963"/>
            <a:ext cx="763270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70000"/>
              </a:lnSpc>
              <a:spcBef>
                <a:spcPct val="50000"/>
              </a:spcBef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70000"/>
              </a:lnSpc>
              <a:spcBef>
                <a:spcPct val="50000"/>
              </a:spcBef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mềm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70000"/>
              </a:lnSpc>
              <a:spcBef>
                <a:spcPct val="50000"/>
              </a:spcBef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70000"/>
              </a:lnSpc>
              <a:spcBef>
                <a:spcPct val="50000"/>
              </a:spcBef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70000"/>
              </a:lnSpc>
              <a:spcBef>
                <a:spcPct val="50000"/>
              </a:spcBef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1258" name="Text Box 57"/>
          <p:cNvSpPr txBox="1">
            <a:spLocks noChangeArrowheads="1"/>
          </p:cNvSpPr>
          <p:nvPr/>
        </p:nvSpPr>
        <p:spPr bwMode="auto">
          <a:xfrm>
            <a:off x="1066604" y="4138591"/>
            <a:ext cx="268535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&lt;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Bảng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5-4 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Lựa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chọn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dung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lượng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mỡ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&gt;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ea typeface="돋움" pitchFamily="50" charset="-127"/>
              <a:cs typeface="Times New Roman" panose="02020603050405020304" pitchFamily="18" charset="0"/>
            </a:endParaRPr>
          </a:p>
        </p:txBody>
      </p:sp>
      <p:sp>
        <p:nvSpPr>
          <p:cNvPr id="181259" name="Text Box 58"/>
          <p:cNvSpPr txBox="1">
            <a:spLocks noChangeArrowheads="1"/>
          </p:cNvSpPr>
          <p:nvPr/>
        </p:nvSpPr>
        <p:spPr bwMode="auto">
          <a:xfrm>
            <a:off x="796925" y="6065838"/>
            <a:ext cx="364555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trừ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Bearing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Housing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1/2~2/3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50%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1/3~1/2 (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</a:p>
        </p:txBody>
      </p:sp>
      <p:sp>
        <p:nvSpPr>
          <p:cNvPr id="181260" name="Rectangle 61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dirty="0" smtClean="0"/>
          </a:p>
        </p:txBody>
      </p:sp>
      <p:sp>
        <p:nvSpPr>
          <p:cNvPr id="181261" name="Rectangle 62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1262" name="Rectangle 5"/>
          <p:cNvSpPr>
            <a:spLocks noChangeArrowheads="1"/>
          </p:cNvSpPr>
          <p:nvPr/>
        </p:nvSpPr>
        <p:spPr bwMode="auto">
          <a:xfrm>
            <a:off x="1993900" y="2762250"/>
            <a:ext cx="7938" cy="1588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81263" name="Rectangle 6"/>
          <p:cNvSpPr>
            <a:spLocks noChangeArrowheads="1"/>
          </p:cNvSpPr>
          <p:nvPr/>
        </p:nvSpPr>
        <p:spPr bwMode="auto">
          <a:xfrm>
            <a:off x="3421063" y="2762250"/>
            <a:ext cx="9525" cy="1588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81264" name="Rectangle 7"/>
          <p:cNvSpPr>
            <a:spLocks noChangeArrowheads="1"/>
          </p:cNvSpPr>
          <p:nvPr/>
        </p:nvSpPr>
        <p:spPr bwMode="auto">
          <a:xfrm>
            <a:off x="4848225" y="2762250"/>
            <a:ext cx="9525" cy="1588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81265" name="TextBox 63"/>
          <p:cNvSpPr txBox="1">
            <a:spLocks noChangeArrowheads="1"/>
          </p:cNvSpPr>
          <p:nvPr/>
        </p:nvSpPr>
        <p:spPr bwMode="auto">
          <a:xfrm>
            <a:off x="1252807" y="2286000"/>
            <a:ext cx="896399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AFC + 400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181266" name="꺾인 연결선 65"/>
          <p:cNvCxnSpPr>
            <a:cxnSpLocks noChangeShapeType="1"/>
          </p:cNvCxnSpPr>
          <p:nvPr/>
        </p:nvCxnSpPr>
        <p:spPr bwMode="auto">
          <a:xfrm>
            <a:off x="1947863" y="2500313"/>
            <a:ext cx="714375" cy="214312"/>
          </a:xfrm>
          <a:prstGeom prst="bentConnector3">
            <a:avLst>
              <a:gd name="adj1" fmla="val -694"/>
            </a:avLst>
          </a:prstGeom>
          <a:noFill/>
          <a:ln w="9525" algn="ctr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81267" name="꺾인 연결선 68"/>
          <p:cNvCxnSpPr>
            <a:cxnSpLocks noChangeShapeType="1"/>
          </p:cNvCxnSpPr>
          <p:nvPr/>
        </p:nvCxnSpPr>
        <p:spPr bwMode="auto">
          <a:xfrm>
            <a:off x="1447800" y="2500313"/>
            <a:ext cx="1357313" cy="571500"/>
          </a:xfrm>
          <a:prstGeom prst="bentConnector3">
            <a:avLst>
              <a:gd name="adj1" fmla="val -694"/>
            </a:avLst>
          </a:prstGeom>
          <a:noFill/>
          <a:ln w="9525" algn="ctr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81268" name="TextBox 75"/>
          <p:cNvSpPr txBox="1">
            <a:spLocks noChangeArrowheads="1"/>
          </p:cNvSpPr>
          <p:nvPr/>
        </p:nvSpPr>
        <p:spPr bwMode="auto">
          <a:xfrm>
            <a:off x="2717702" y="2571750"/>
            <a:ext cx="1957587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hộp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(400g/70g)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1269" name="TextBox 76"/>
          <p:cNvSpPr txBox="1">
            <a:spLocks noChangeArrowheads="1"/>
          </p:cNvSpPr>
          <p:nvPr/>
        </p:nvSpPr>
        <p:spPr bwMode="auto">
          <a:xfrm>
            <a:off x="2843283" y="2928938"/>
            <a:ext cx="1101584" cy="9787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AFA)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AFB)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AFC)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53466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DC53F4C6-D0F1-486B-B435-FF26C3040682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158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82275" name="Text Box 2"/>
          <p:cNvSpPr txBox="1">
            <a:spLocks noChangeArrowheads="1"/>
          </p:cNvSpPr>
          <p:nvPr/>
        </p:nvSpPr>
        <p:spPr bwMode="auto">
          <a:xfrm>
            <a:off x="517525" y="698500"/>
            <a:ext cx="18415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1300">
              <a:solidFill>
                <a:schemeClr val="tx1"/>
              </a:solidFill>
            </a:endParaRPr>
          </a:p>
        </p:txBody>
      </p:sp>
      <p:sp>
        <p:nvSpPr>
          <p:cNvPr id="182276" name="Text Box 3"/>
          <p:cNvSpPr txBox="1">
            <a:spLocks noChangeArrowheads="1"/>
          </p:cNvSpPr>
          <p:nvPr/>
        </p:nvSpPr>
        <p:spPr bwMode="auto">
          <a:xfrm>
            <a:off x="993775" y="1871663"/>
            <a:ext cx="6674569" cy="34532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 (1)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(2)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xi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nặng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(3)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phạm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40℃∼+200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℃.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(4)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82277" name="Picture 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4048" y="2636912"/>
            <a:ext cx="4019550" cy="304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2278" name="Rectangle 5"/>
          <p:cNvSpPr>
            <a:spLocks noChangeArrowheads="1"/>
          </p:cNvSpPr>
          <p:nvPr/>
        </p:nvSpPr>
        <p:spPr bwMode="auto">
          <a:xfrm>
            <a:off x="850296" y="614363"/>
            <a:ext cx="958469" cy="2807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1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AFE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2279" name="Rectangle 6"/>
          <p:cNvSpPr>
            <a:spLocks noChangeArrowheads="1"/>
          </p:cNvSpPr>
          <p:nvPr/>
        </p:nvSpPr>
        <p:spPr bwMode="auto">
          <a:xfrm>
            <a:off x="900113" y="1604963"/>
            <a:ext cx="8787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2280" name="Rectangle 7"/>
          <p:cNvSpPr>
            <a:spLocks noChangeArrowheads="1"/>
          </p:cNvSpPr>
          <p:nvPr/>
        </p:nvSpPr>
        <p:spPr bwMode="auto">
          <a:xfrm>
            <a:off x="914400" y="1066800"/>
            <a:ext cx="7696200" cy="387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AFE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Urea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vô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dirty="0" smtClean="0">
                <a:solidFill>
                  <a:srgbClr val="3243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2281" name="Text Box 8"/>
          <p:cNvSpPr txBox="1">
            <a:spLocks noChangeArrowheads="1"/>
          </p:cNvSpPr>
          <p:nvPr/>
        </p:nvSpPr>
        <p:spPr bwMode="auto">
          <a:xfrm>
            <a:off x="806450" y="6167438"/>
            <a:ext cx="48910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>
                <a:solidFill>
                  <a:schemeClr val="tx1"/>
                </a:solidFill>
              </a:rPr>
              <a:t>Grease</a:t>
            </a:r>
            <a:r>
              <a:rPr lang="ko-KR" altLang="en-US">
                <a:solidFill>
                  <a:schemeClr val="tx1"/>
                </a:solidFill>
              </a:rPr>
              <a:t>사용 종류</a:t>
            </a:r>
            <a:r>
              <a:rPr lang="en-US" altLang="ko-KR">
                <a:solidFill>
                  <a:schemeClr val="tx1"/>
                </a:solidFill>
              </a:rPr>
              <a:t>:NSK, Alvarnia, Krytox,RT-15,VAC3, Logenest, NPC Photolub, BARRIERTA IS/V,</a:t>
            </a:r>
            <a:r>
              <a:rPr lang="ko-KR" altLang="en-US">
                <a:solidFill>
                  <a:schemeClr val="tx1"/>
                </a:solidFill>
              </a:rPr>
              <a:t>등</a:t>
            </a:r>
          </a:p>
        </p:txBody>
      </p:sp>
      <p:sp>
        <p:nvSpPr>
          <p:cNvPr id="182282" name="Rectangle 11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dirty="0" smtClean="0"/>
          </a:p>
        </p:txBody>
      </p:sp>
      <p:sp>
        <p:nvSpPr>
          <p:cNvPr id="182283" name="Rectangle 12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5148064" y="2996952"/>
            <a:ext cx="720080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Vẻ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5084440" y="3284984"/>
            <a:ext cx="855712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5084440" y="3563295"/>
            <a:ext cx="855712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khoáng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5084440" y="3789040"/>
            <a:ext cx="927720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pha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trộn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5148064" y="4077072"/>
            <a:ext cx="703312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sương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5121484" y="4365104"/>
            <a:ext cx="781623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5076056" y="4632672"/>
            <a:ext cx="936104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ô xi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5121484" y="4869160"/>
            <a:ext cx="927720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ổ bi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5092823" y="5157192"/>
            <a:ext cx="1711425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khoáng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5148064" y="5409395"/>
            <a:ext cx="1279376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Phạm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vi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7812360" y="3563180"/>
            <a:ext cx="775320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직사각형 22"/>
          <p:cNvSpPr/>
          <p:nvPr/>
        </p:nvSpPr>
        <p:spPr bwMode="auto">
          <a:xfrm>
            <a:off x="7968090" y="3291825"/>
            <a:ext cx="463860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Urea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7812360" y="2996952"/>
            <a:ext cx="8123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Màu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nâu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sáng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직사각형 24"/>
          <p:cNvSpPr/>
          <p:nvPr/>
        </p:nvSpPr>
        <p:spPr bwMode="auto">
          <a:xfrm>
            <a:off x="5613799" y="2753943"/>
            <a:ext cx="1126976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thí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nghiệm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" name="직사각형 25"/>
          <p:cNvSpPr/>
          <p:nvPr/>
        </p:nvSpPr>
        <p:spPr bwMode="auto">
          <a:xfrm>
            <a:off x="7812360" y="2742456"/>
            <a:ext cx="948680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đại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037438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0214A4C3-0EA0-44F9-8942-BF892D7ABE27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159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83299" name="Text Box 2"/>
          <p:cNvSpPr txBox="1">
            <a:spLocks noChangeArrowheads="1"/>
          </p:cNvSpPr>
          <p:nvPr/>
        </p:nvSpPr>
        <p:spPr bwMode="auto">
          <a:xfrm>
            <a:off x="1109663" y="1474788"/>
            <a:ext cx="1544012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3300" name="Rectangle 5"/>
          <p:cNvSpPr>
            <a:spLocks noChangeArrowheads="1"/>
          </p:cNvSpPr>
          <p:nvPr/>
        </p:nvSpPr>
        <p:spPr bwMode="auto">
          <a:xfrm>
            <a:off x="1195388" y="2055813"/>
            <a:ext cx="7553325" cy="3732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spcBef>
                <a:spcPct val="50000"/>
              </a:spcBef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giọt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Ball Bearing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spcBef>
                <a:spcPct val="50000"/>
              </a:spcBef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Rotor Ring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spcBef>
                <a:spcPct val="50000"/>
              </a:spcBef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spcBef>
                <a:spcPct val="50000"/>
              </a:spcBef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phun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phun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phun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bi. </a:t>
            </a:r>
          </a:p>
          <a:p>
            <a:pPr algn="l" eaLnBrk="1" latinLnBrk="1" hangingPunct="1">
              <a:spcBef>
                <a:spcPct val="50000"/>
              </a:spcBef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phun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phun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</a:t>
            </a:r>
          </a:p>
          <a:p>
            <a:pPr algn="l" eaLnBrk="1" latinLnBrk="1" hangingPunct="1">
              <a:spcBef>
                <a:spcPct val="50000"/>
              </a:spcBef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phun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Piston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rút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spcBef>
                <a:spcPct val="50000"/>
              </a:spcBef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3301" name="Rectangle 12"/>
          <p:cNvSpPr>
            <a:spLocks noChangeArrowheads="1"/>
          </p:cNvSpPr>
          <p:nvPr/>
        </p:nvSpPr>
        <p:spPr bwMode="auto">
          <a:xfrm>
            <a:off x="755650" y="633413"/>
            <a:ext cx="21669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endParaRPr lang="ko-KR" altLang="en-US" sz="1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3302" name="Rectangle 1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dirty="0" smtClean="0"/>
          </a:p>
        </p:txBody>
      </p:sp>
      <p:sp>
        <p:nvSpPr>
          <p:cNvPr id="183303" name="Rectangle 14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72685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A93D1280-A904-48E9-ACE6-0FE77689CD1A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160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84323" name="Rectangle 2"/>
          <p:cNvSpPr>
            <a:spLocks noChangeArrowheads="1"/>
          </p:cNvSpPr>
          <p:nvPr/>
        </p:nvSpPr>
        <p:spPr bwMode="auto">
          <a:xfrm>
            <a:off x="1979613" y="4060825"/>
            <a:ext cx="5256212" cy="352425"/>
          </a:xfrm>
          <a:prstGeom prst="rect">
            <a:avLst/>
          </a:prstGeom>
          <a:solidFill>
            <a:srgbClr val="66FFFF">
              <a:alpha val="5999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324" name="Rectangle 3"/>
          <p:cNvSpPr>
            <a:spLocks noChangeArrowheads="1"/>
          </p:cNvSpPr>
          <p:nvPr/>
        </p:nvSpPr>
        <p:spPr bwMode="auto">
          <a:xfrm>
            <a:off x="1096963" y="3226207"/>
            <a:ext cx="364394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325" name="Rectangle 4"/>
          <p:cNvSpPr>
            <a:spLocks noChangeArrowheads="1"/>
          </p:cNvSpPr>
          <p:nvPr/>
        </p:nvSpPr>
        <p:spPr bwMode="auto">
          <a:xfrm>
            <a:off x="1979613" y="4037013"/>
            <a:ext cx="5256212" cy="1566862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326" name="Line 5"/>
          <p:cNvSpPr>
            <a:spLocks noChangeShapeType="1"/>
          </p:cNvSpPr>
          <p:nvPr/>
        </p:nvSpPr>
        <p:spPr bwMode="auto">
          <a:xfrm>
            <a:off x="1979613" y="4765675"/>
            <a:ext cx="5256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84327" name="Line 6"/>
          <p:cNvSpPr>
            <a:spLocks noChangeShapeType="1"/>
          </p:cNvSpPr>
          <p:nvPr/>
        </p:nvSpPr>
        <p:spPr bwMode="auto">
          <a:xfrm>
            <a:off x="1979613" y="4384675"/>
            <a:ext cx="5256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84328" name="Line 7"/>
          <p:cNvSpPr>
            <a:spLocks noChangeShapeType="1"/>
          </p:cNvSpPr>
          <p:nvPr/>
        </p:nvSpPr>
        <p:spPr bwMode="auto">
          <a:xfrm>
            <a:off x="1979613" y="5222875"/>
            <a:ext cx="5256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84329" name="Line 8"/>
          <p:cNvSpPr>
            <a:spLocks noChangeShapeType="1"/>
          </p:cNvSpPr>
          <p:nvPr/>
        </p:nvSpPr>
        <p:spPr bwMode="auto">
          <a:xfrm>
            <a:off x="4932363" y="4019550"/>
            <a:ext cx="0" cy="15843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84330" name="Rectangle 9"/>
          <p:cNvSpPr>
            <a:spLocks noChangeArrowheads="1"/>
          </p:cNvSpPr>
          <p:nvPr/>
        </p:nvSpPr>
        <p:spPr bwMode="auto">
          <a:xfrm>
            <a:off x="2195513" y="4738688"/>
            <a:ext cx="168187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Paper Roller Bearing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Self-Aligning Roller Bearing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331" name="Rectangle 10"/>
          <p:cNvSpPr>
            <a:spLocks noChangeArrowheads="1"/>
          </p:cNvSpPr>
          <p:nvPr/>
        </p:nvSpPr>
        <p:spPr bwMode="auto">
          <a:xfrm>
            <a:off x="2402524" y="4395788"/>
            <a:ext cx="227017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Bearing, Cylindrical Roller Bearing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332" name="Rectangle 11"/>
          <p:cNvSpPr>
            <a:spLocks noChangeArrowheads="1"/>
          </p:cNvSpPr>
          <p:nvPr/>
        </p:nvSpPr>
        <p:spPr bwMode="auto">
          <a:xfrm>
            <a:off x="3201233" y="4100513"/>
            <a:ext cx="86594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</a:t>
            </a:r>
            <a:endParaRPr lang="ko-KR" altLang="en-US" sz="10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333" name="Rectangle 12"/>
          <p:cNvSpPr>
            <a:spLocks noChangeArrowheads="1"/>
          </p:cNvSpPr>
          <p:nvPr/>
        </p:nvSpPr>
        <p:spPr bwMode="auto">
          <a:xfrm>
            <a:off x="5065051" y="4090988"/>
            <a:ext cx="167706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endParaRPr lang="ko-KR" altLang="en-US" sz="10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334" name="Rectangle 13"/>
          <p:cNvSpPr>
            <a:spLocks noChangeArrowheads="1"/>
          </p:cNvSpPr>
          <p:nvPr/>
        </p:nvSpPr>
        <p:spPr bwMode="auto">
          <a:xfrm>
            <a:off x="5786303" y="4438650"/>
            <a:ext cx="80182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13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㎟/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335" name="Rectangle 14"/>
          <p:cNvSpPr>
            <a:spLocks noChangeArrowheads="1"/>
          </p:cNvSpPr>
          <p:nvPr/>
        </p:nvSpPr>
        <p:spPr bwMode="auto">
          <a:xfrm>
            <a:off x="5786303" y="4840288"/>
            <a:ext cx="80182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20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㎟/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336" name="Rectangle 15"/>
          <p:cNvSpPr>
            <a:spLocks noChangeArrowheads="1"/>
          </p:cNvSpPr>
          <p:nvPr/>
        </p:nvSpPr>
        <p:spPr bwMode="auto">
          <a:xfrm>
            <a:off x="5776778" y="5314950"/>
            <a:ext cx="80182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32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㎟/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337" name="Rectangle 16"/>
          <p:cNvSpPr>
            <a:spLocks noChangeArrowheads="1"/>
          </p:cNvSpPr>
          <p:nvPr/>
        </p:nvSpPr>
        <p:spPr bwMode="auto">
          <a:xfrm>
            <a:off x="2451605" y="5314950"/>
            <a:ext cx="204895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Thrust Self-Aligning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Roller Bearing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338" name="Text Box 17"/>
          <p:cNvSpPr txBox="1">
            <a:spLocks noChangeArrowheads="1"/>
          </p:cNvSpPr>
          <p:nvPr/>
        </p:nvSpPr>
        <p:spPr bwMode="auto">
          <a:xfrm>
            <a:off x="1998163" y="3781425"/>
            <a:ext cx="264527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bi&gt;</a:t>
            </a:r>
            <a:endParaRPr lang="en-US" altLang="ko-KR" sz="10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781202" name="Group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4870329"/>
              </p:ext>
            </p:extLst>
          </p:nvPr>
        </p:nvGraphicFramePr>
        <p:xfrm>
          <a:off x="1425575" y="1254125"/>
          <a:ext cx="6242050" cy="1762125"/>
        </p:xfrm>
        <a:graphic>
          <a:graphicData uri="http://schemas.openxmlformats.org/drawingml/2006/table">
            <a:tbl>
              <a:tblPr/>
              <a:tblGrid>
                <a:gridCol w="6242050"/>
              </a:tblGrid>
              <a:tr h="1762125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4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Phù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hợp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mục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đích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tốc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hoặc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nhiệt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hơn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bôi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trơn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mỡ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 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4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Bôi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trơn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dầu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phù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hợp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hợp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xả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nhiệt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bên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ngoài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4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Việc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lựa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chọn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dầu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bôi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trơn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nhớt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phù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hợp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nhiệt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vận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hành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vòng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bi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rất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quan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trọng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4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Tốc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vòng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quay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nhanh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bao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nhiêu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thì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dầu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nhớt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thấp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bấy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nhiêu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4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Tải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trọng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lớn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bao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nhiêu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thì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dầu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bôi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trơn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nhớt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cao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bấy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nhiêu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4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Việc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lựa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chọn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dầu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bôi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trơn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thực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dựa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trên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nhiệt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nhớt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vòng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bi. </a:t>
                      </a:r>
                    </a:p>
                  </a:txBody>
                  <a:tcPr anchor="ctr" horzOverflow="overflow">
                    <a:lnL cap="flat"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84341" name="Text Box 24"/>
          <p:cNvSpPr txBox="1">
            <a:spLocks noChangeArrowheads="1"/>
          </p:cNvSpPr>
          <p:nvPr/>
        </p:nvSpPr>
        <p:spPr bwMode="auto">
          <a:xfrm>
            <a:off x="792163" y="6237288"/>
            <a:ext cx="237436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※(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chia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mật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342" name="Rectangle 26"/>
          <p:cNvSpPr>
            <a:spLocks noChangeArrowheads="1"/>
          </p:cNvSpPr>
          <p:nvPr/>
        </p:nvSpPr>
        <p:spPr bwMode="auto">
          <a:xfrm>
            <a:off x="1096963" y="803275"/>
            <a:ext cx="971741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343" name="Rectangle 28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dirty="0" smtClean="0"/>
          </a:p>
        </p:txBody>
      </p:sp>
      <p:sp>
        <p:nvSpPr>
          <p:cNvPr id="184344" name="Rectangle 29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71401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EC9F1575-9ACD-4E5B-9F46-E2968F8E48EA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161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85347" name="Line 2"/>
          <p:cNvSpPr>
            <a:spLocks noChangeShapeType="1"/>
          </p:cNvSpPr>
          <p:nvPr/>
        </p:nvSpPr>
        <p:spPr bwMode="auto">
          <a:xfrm>
            <a:off x="8383588" y="6842125"/>
            <a:ext cx="1587" cy="15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85348" name="Rectangle 3"/>
          <p:cNvSpPr>
            <a:spLocks noChangeArrowheads="1"/>
          </p:cNvSpPr>
          <p:nvPr/>
        </p:nvSpPr>
        <p:spPr bwMode="auto">
          <a:xfrm>
            <a:off x="8383588" y="6842125"/>
            <a:ext cx="15875" cy="1587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grpSp>
        <p:nvGrpSpPr>
          <p:cNvPr id="185349" name="Group 4"/>
          <p:cNvGrpSpPr>
            <a:grpSpLocks/>
          </p:cNvGrpSpPr>
          <p:nvPr/>
        </p:nvGrpSpPr>
        <p:grpSpPr bwMode="auto">
          <a:xfrm>
            <a:off x="1238430" y="2427288"/>
            <a:ext cx="6845120" cy="3810000"/>
            <a:chOff x="764" y="785"/>
            <a:chExt cx="4968" cy="2736"/>
          </a:xfrm>
        </p:grpSpPr>
        <p:sp>
          <p:nvSpPr>
            <p:cNvPr id="185355" name="Rectangle 5"/>
            <p:cNvSpPr>
              <a:spLocks noChangeArrowheads="1"/>
            </p:cNvSpPr>
            <p:nvPr/>
          </p:nvSpPr>
          <p:spPr bwMode="auto">
            <a:xfrm>
              <a:off x="800" y="785"/>
              <a:ext cx="4765" cy="246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56" name="Rectangle 6"/>
            <p:cNvSpPr>
              <a:spLocks noChangeArrowheads="1"/>
            </p:cNvSpPr>
            <p:nvPr/>
          </p:nvSpPr>
          <p:spPr bwMode="auto">
            <a:xfrm>
              <a:off x="3638" y="847"/>
              <a:ext cx="834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Dầu</a:t>
              </a:r>
              <a:r>
                <a:rPr lang="en-US" altLang="ko-KR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bôi</a:t>
              </a:r>
              <a:r>
                <a:rPr lang="en-US" altLang="ko-KR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trơn</a:t>
              </a:r>
              <a:r>
                <a:rPr lang="ko-KR" altLang="en-US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(oil)</a:t>
              </a:r>
              <a:endPara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57" name="Rectangle 7"/>
            <p:cNvSpPr>
              <a:spLocks noChangeArrowheads="1"/>
            </p:cNvSpPr>
            <p:nvPr/>
          </p:nvSpPr>
          <p:spPr bwMode="auto">
            <a:xfrm>
              <a:off x="1624" y="841"/>
              <a:ext cx="573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b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Mỡ</a:t>
              </a:r>
              <a:r>
                <a:rPr lang="ko-KR" altLang="en-US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(grease)</a:t>
              </a:r>
              <a:endPara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58" name="Rectangle 8"/>
            <p:cNvSpPr>
              <a:spLocks noChangeArrowheads="1"/>
            </p:cNvSpPr>
            <p:nvPr/>
          </p:nvSpPr>
          <p:spPr bwMode="auto">
            <a:xfrm>
              <a:off x="2756" y="1122"/>
              <a:ext cx="2808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Cần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tra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dầu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liên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tục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dù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là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loại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nào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ngâm,phun,bọt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nước,tuần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hoàn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  <a:endPara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59" name="Rectangle 9"/>
            <p:cNvSpPr>
              <a:spLocks noChangeArrowheads="1"/>
            </p:cNvSpPr>
            <p:nvPr/>
          </p:nvSpPr>
          <p:spPr bwMode="auto">
            <a:xfrm>
              <a:off x="791" y="1085"/>
              <a:ext cx="1931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Có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thể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không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hoạt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động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trong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thời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gian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dài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60" name="Rectangle 10"/>
            <p:cNvSpPr>
              <a:spLocks noChangeArrowheads="1"/>
            </p:cNvSpPr>
            <p:nvPr/>
          </p:nvSpPr>
          <p:spPr bwMode="auto">
            <a:xfrm>
              <a:off x="3510" y="1421"/>
              <a:ext cx="951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Lượng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dầu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cần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nhiều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61" name="Rectangle 11"/>
            <p:cNvSpPr>
              <a:spLocks noChangeArrowheads="1"/>
            </p:cNvSpPr>
            <p:nvPr/>
          </p:nvSpPr>
          <p:spPr bwMode="auto">
            <a:xfrm>
              <a:off x="777" y="1415"/>
              <a:ext cx="1466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Có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thể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bôi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trơn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với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số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lượng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nhỏ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62" name="Rectangle 12"/>
            <p:cNvSpPr>
              <a:spLocks noChangeArrowheads="1"/>
            </p:cNvSpPr>
            <p:nvPr/>
          </p:nvSpPr>
          <p:spPr bwMode="auto">
            <a:xfrm>
              <a:off x="2768" y="1661"/>
              <a:ext cx="1780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Hệ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thống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bôi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trơn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phức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tạp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,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quy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mô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lớn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63" name="Rectangle 13"/>
            <p:cNvSpPr>
              <a:spLocks noChangeArrowheads="1"/>
            </p:cNvSpPr>
            <p:nvPr/>
          </p:nvSpPr>
          <p:spPr bwMode="auto">
            <a:xfrm>
              <a:off x="932" y="1658"/>
              <a:ext cx="1244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Hệ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thống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bôi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trơn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đơn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giản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64" name="Rectangle 14"/>
            <p:cNvSpPr>
              <a:spLocks noChangeArrowheads="1"/>
            </p:cNvSpPr>
            <p:nvPr/>
          </p:nvSpPr>
          <p:spPr bwMode="auto">
            <a:xfrm>
              <a:off x="3369" y="1897"/>
              <a:ext cx="1085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Thiết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bị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bịt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kín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phức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tạp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65" name="Rectangle 15"/>
            <p:cNvSpPr>
              <a:spLocks noChangeArrowheads="1"/>
            </p:cNvSpPr>
            <p:nvPr/>
          </p:nvSpPr>
          <p:spPr bwMode="auto">
            <a:xfrm>
              <a:off x="1016" y="1895"/>
              <a:ext cx="1453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Có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thể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bịt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kín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đơn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giản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bằng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mỡ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66" name="Rectangle 16"/>
            <p:cNvSpPr>
              <a:spLocks noChangeArrowheads="1"/>
            </p:cNvSpPr>
            <p:nvPr/>
          </p:nvSpPr>
          <p:spPr bwMode="auto">
            <a:xfrm>
              <a:off x="3185" y="2140"/>
              <a:ext cx="1925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Có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thể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liên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tục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loại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bỏ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tạp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chất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lọc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,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ly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tâm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  <a:endPara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67" name="Rectangle 17"/>
            <p:cNvSpPr>
              <a:spLocks noChangeArrowheads="1"/>
            </p:cNvSpPr>
            <p:nvPr/>
          </p:nvSpPr>
          <p:spPr bwMode="auto">
            <a:xfrm>
              <a:off x="1092" y="2129"/>
              <a:ext cx="1186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Không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thể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loại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bỏ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tạp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chất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68" name="Rectangle 18"/>
            <p:cNvSpPr>
              <a:spLocks noChangeArrowheads="1"/>
            </p:cNvSpPr>
            <p:nvPr/>
          </p:nvSpPr>
          <p:spPr bwMode="auto">
            <a:xfrm>
              <a:off x="2901" y="2382"/>
              <a:ext cx="1664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Có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thể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sử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dụng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vòng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quay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tốc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độ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cao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69" name="Rectangle 19"/>
            <p:cNvSpPr>
              <a:spLocks noChangeArrowheads="1"/>
            </p:cNvSpPr>
            <p:nvPr/>
          </p:nvSpPr>
          <p:spPr bwMode="auto">
            <a:xfrm>
              <a:off x="1021" y="2368"/>
              <a:ext cx="1176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Có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giới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hạn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về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tốc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độ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cao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70" name="Rectangle 20"/>
            <p:cNvSpPr>
              <a:spLocks noChangeArrowheads="1"/>
            </p:cNvSpPr>
            <p:nvPr/>
          </p:nvSpPr>
          <p:spPr bwMode="auto">
            <a:xfrm>
              <a:off x="3513" y="2624"/>
              <a:ext cx="1025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Tính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năng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làm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mát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lớn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71" name="Rectangle 21"/>
            <p:cNvSpPr>
              <a:spLocks noChangeArrowheads="1"/>
            </p:cNvSpPr>
            <p:nvPr/>
          </p:nvSpPr>
          <p:spPr bwMode="auto">
            <a:xfrm>
              <a:off x="904" y="2622"/>
              <a:ext cx="1294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Không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có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khả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năng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làm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mát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72" name="Rectangle 22"/>
            <p:cNvSpPr>
              <a:spLocks noChangeArrowheads="1"/>
            </p:cNvSpPr>
            <p:nvPr/>
          </p:nvSpPr>
          <p:spPr bwMode="auto">
            <a:xfrm>
              <a:off x="3046" y="2858"/>
              <a:ext cx="1831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trữ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lâu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dài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thì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tính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chống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rỉ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kém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đi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73" name="Rectangle 23"/>
            <p:cNvSpPr>
              <a:spLocks noChangeArrowheads="1"/>
            </p:cNvSpPr>
            <p:nvPr/>
          </p:nvSpPr>
          <p:spPr bwMode="auto">
            <a:xfrm>
              <a:off x="764" y="2860"/>
              <a:ext cx="2158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Dính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lên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xung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quanh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nên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có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thể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chống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rỉ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lâu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dài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74" name="Rectangle 24"/>
            <p:cNvSpPr>
              <a:spLocks noChangeArrowheads="1"/>
            </p:cNvSpPr>
            <p:nvPr/>
          </p:nvSpPr>
          <p:spPr bwMode="auto">
            <a:xfrm>
              <a:off x="3354" y="3105"/>
              <a:ext cx="1313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Hiệu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quả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của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chất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phụ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gia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tốt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75" name="Rectangle 25"/>
            <p:cNvSpPr>
              <a:spLocks noChangeArrowheads="1"/>
            </p:cNvSpPr>
            <p:nvPr/>
          </p:nvSpPr>
          <p:spPr bwMode="auto">
            <a:xfrm>
              <a:off x="780" y="3078"/>
              <a:ext cx="1945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Nồng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độ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cần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thiết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của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chất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phụ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gia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tăng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lên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76" name="Rectangle 26"/>
            <p:cNvSpPr>
              <a:spLocks noChangeArrowheads="1"/>
            </p:cNvSpPr>
            <p:nvPr/>
          </p:nvSpPr>
          <p:spPr bwMode="auto">
            <a:xfrm>
              <a:off x="3350" y="3325"/>
              <a:ext cx="1304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Tốc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độ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di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chuyển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của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vật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lớn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77" name="Rectangle 27"/>
            <p:cNvSpPr>
              <a:spLocks noChangeArrowheads="1"/>
            </p:cNvSpPr>
            <p:nvPr/>
          </p:nvSpPr>
          <p:spPr bwMode="auto">
            <a:xfrm>
              <a:off x="1041" y="3325"/>
              <a:ext cx="1445" cy="1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r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Không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đóng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cặn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nên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sử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dụng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dễ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78" name="Rectangle 28"/>
            <p:cNvSpPr>
              <a:spLocks noChangeArrowheads="1"/>
            </p:cNvSpPr>
            <p:nvPr/>
          </p:nvSpPr>
          <p:spPr bwMode="auto">
            <a:xfrm>
              <a:off x="5721" y="1923"/>
              <a:ext cx="11" cy="1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79" name="Rectangle 29"/>
            <p:cNvSpPr>
              <a:spLocks noChangeArrowheads="1"/>
            </p:cNvSpPr>
            <p:nvPr/>
          </p:nvSpPr>
          <p:spPr bwMode="auto">
            <a:xfrm>
              <a:off x="2555" y="785"/>
              <a:ext cx="10" cy="1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80" name="Line 30"/>
            <p:cNvSpPr>
              <a:spLocks noChangeShapeType="1"/>
            </p:cNvSpPr>
            <p:nvPr/>
          </p:nvSpPr>
          <p:spPr bwMode="auto">
            <a:xfrm>
              <a:off x="802" y="2081"/>
              <a:ext cx="475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81" name="Line 31"/>
            <p:cNvSpPr>
              <a:spLocks noChangeShapeType="1"/>
            </p:cNvSpPr>
            <p:nvPr/>
          </p:nvSpPr>
          <p:spPr bwMode="auto">
            <a:xfrm>
              <a:off x="802" y="2561"/>
              <a:ext cx="475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82" name="Line 32"/>
            <p:cNvSpPr>
              <a:spLocks noChangeShapeType="1"/>
            </p:cNvSpPr>
            <p:nvPr/>
          </p:nvSpPr>
          <p:spPr bwMode="auto">
            <a:xfrm>
              <a:off x="802" y="2801"/>
              <a:ext cx="475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83" name="Line 33"/>
            <p:cNvSpPr>
              <a:spLocks noChangeShapeType="1"/>
            </p:cNvSpPr>
            <p:nvPr/>
          </p:nvSpPr>
          <p:spPr bwMode="auto">
            <a:xfrm>
              <a:off x="802" y="3040"/>
              <a:ext cx="475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84" name="Line 34"/>
            <p:cNvSpPr>
              <a:spLocks noChangeShapeType="1"/>
            </p:cNvSpPr>
            <p:nvPr/>
          </p:nvSpPr>
          <p:spPr bwMode="auto">
            <a:xfrm>
              <a:off x="2555" y="3381"/>
              <a:ext cx="1" cy="1"/>
            </a:xfrm>
            <a:prstGeom prst="line">
              <a:avLst/>
            </a:prstGeom>
            <a:noFill/>
            <a:ln w="0">
              <a:solidFill>
                <a:srgbClr val="C0C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85" name="Rectangle 35"/>
            <p:cNvSpPr>
              <a:spLocks noChangeArrowheads="1"/>
            </p:cNvSpPr>
            <p:nvPr/>
          </p:nvSpPr>
          <p:spPr bwMode="auto">
            <a:xfrm>
              <a:off x="2555" y="3381"/>
              <a:ext cx="10" cy="10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86" name="Rectangle 36"/>
            <p:cNvSpPr>
              <a:spLocks noChangeArrowheads="1"/>
            </p:cNvSpPr>
            <p:nvPr/>
          </p:nvSpPr>
          <p:spPr bwMode="auto">
            <a:xfrm>
              <a:off x="793" y="785"/>
              <a:ext cx="4771" cy="2725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87" name="Line 37"/>
            <p:cNvSpPr>
              <a:spLocks noChangeShapeType="1"/>
            </p:cNvSpPr>
            <p:nvPr/>
          </p:nvSpPr>
          <p:spPr bwMode="auto">
            <a:xfrm>
              <a:off x="2756" y="785"/>
              <a:ext cx="0" cy="273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88" name="Line 38"/>
            <p:cNvSpPr>
              <a:spLocks noChangeShapeType="1"/>
            </p:cNvSpPr>
            <p:nvPr/>
          </p:nvSpPr>
          <p:spPr bwMode="auto">
            <a:xfrm>
              <a:off x="780" y="1841"/>
              <a:ext cx="47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89" name="Line 39"/>
            <p:cNvSpPr>
              <a:spLocks noChangeShapeType="1"/>
            </p:cNvSpPr>
            <p:nvPr/>
          </p:nvSpPr>
          <p:spPr bwMode="auto">
            <a:xfrm>
              <a:off x="787" y="1025"/>
              <a:ext cx="478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90" name="Line 40"/>
            <p:cNvSpPr>
              <a:spLocks noChangeShapeType="1"/>
            </p:cNvSpPr>
            <p:nvPr/>
          </p:nvSpPr>
          <p:spPr bwMode="auto">
            <a:xfrm>
              <a:off x="787" y="1367"/>
              <a:ext cx="47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91" name="Line 41"/>
            <p:cNvSpPr>
              <a:spLocks noChangeShapeType="1"/>
            </p:cNvSpPr>
            <p:nvPr/>
          </p:nvSpPr>
          <p:spPr bwMode="auto">
            <a:xfrm>
              <a:off x="793" y="1607"/>
              <a:ext cx="47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92" name="Line 42"/>
            <p:cNvSpPr>
              <a:spLocks noChangeShapeType="1"/>
            </p:cNvSpPr>
            <p:nvPr/>
          </p:nvSpPr>
          <p:spPr bwMode="auto">
            <a:xfrm>
              <a:off x="787" y="2321"/>
              <a:ext cx="47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93" name="Line 43"/>
            <p:cNvSpPr>
              <a:spLocks noChangeShapeType="1"/>
            </p:cNvSpPr>
            <p:nvPr/>
          </p:nvSpPr>
          <p:spPr bwMode="auto">
            <a:xfrm>
              <a:off x="787" y="3281"/>
              <a:ext cx="47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85350" name="Text Box 44"/>
          <p:cNvSpPr txBox="1">
            <a:spLocks noChangeArrowheads="1"/>
          </p:cNvSpPr>
          <p:nvPr/>
        </p:nvSpPr>
        <p:spPr bwMode="auto">
          <a:xfrm>
            <a:off x="1343269" y="2082800"/>
            <a:ext cx="174759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r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&lt;So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000" dirty="0" smtClean="0">
                <a:solidFill>
                  <a:schemeClr val="tx1"/>
                </a:solidFill>
              </a:rPr>
              <a:t>&gt;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185351" name="Text Box 47"/>
          <p:cNvSpPr txBox="1">
            <a:spLocks noChangeArrowheads="1"/>
          </p:cNvSpPr>
          <p:nvPr/>
        </p:nvSpPr>
        <p:spPr bwMode="auto">
          <a:xfrm>
            <a:off x="1108075" y="989013"/>
            <a:ext cx="7351713" cy="96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80000"/>
              </a:lnSpc>
              <a:spcBef>
                <a:spcPct val="50000"/>
              </a:spcBef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mỗi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80000"/>
              </a:lnSpc>
              <a:spcBef>
                <a:spcPct val="50000"/>
              </a:spcBef>
              <a:buFontTx/>
              <a:buChar char="•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5352" name="Rectangle 48"/>
          <p:cNvSpPr>
            <a:spLocks noChangeArrowheads="1"/>
          </p:cNvSpPr>
          <p:nvPr/>
        </p:nvSpPr>
        <p:spPr bwMode="auto">
          <a:xfrm>
            <a:off x="900113" y="692150"/>
            <a:ext cx="3151187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1)So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sánh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endParaRPr lang="ko-KR" altLang="en-US" sz="12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5353" name="Rectangle 49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dirty="0" smtClean="0"/>
          </a:p>
        </p:txBody>
      </p:sp>
      <p:sp>
        <p:nvSpPr>
          <p:cNvPr id="185354" name="Rectangle 50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936704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FB6DB689-96A6-4280-9058-024C57FC60B7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162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86371" name="Rectangle 2"/>
          <p:cNvSpPr>
            <a:spLocks noChangeArrowheads="1"/>
          </p:cNvSpPr>
          <p:nvPr/>
        </p:nvSpPr>
        <p:spPr bwMode="auto">
          <a:xfrm>
            <a:off x="793750" y="747713"/>
            <a:ext cx="360861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(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1)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Mục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đích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sử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dụng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theo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chủng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Grease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ea typeface="돋움" pitchFamily="50" charset="-127"/>
              <a:cs typeface="Times New Roman" panose="02020603050405020304" pitchFamily="18" charset="0"/>
            </a:endParaRPr>
          </a:p>
        </p:txBody>
      </p:sp>
      <p:graphicFrame>
        <p:nvGraphicFramePr>
          <p:cNvPr id="188539" name="Group 1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2570270"/>
              </p:ext>
            </p:extLst>
          </p:nvPr>
        </p:nvGraphicFramePr>
        <p:xfrm>
          <a:off x="560388" y="1087438"/>
          <a:ext cx="8043862" cy="5792789"/>
        </p:xfrm>
        <a:graphic>
          <a:graphicData uri="http://schemas.openxmlformats.org/drawingml/2006/table">
            <a:tbl>
              <a:tblPr/>
              <a:tblGrid>
                <a:gridCol w="363537"/>
                <a:gridCol w="1677988"/>
                <a:gridCol w="1177999"/>
                <a:gridCol w="2520280"/>
                <a:gridCol w="1584176"/>
                <a:gridCol w="719882"/>
              </a:tblGrid>
              <a:tr h="320675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　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mỡ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Maker</a:t>
                      </a:r>
                      <a:endParaRPr kumimoji="1" lang="en-US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Mục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đích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chính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Nơi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chính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Ghi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chú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</a:tr>
              <a:tr h="320675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LG2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NSK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Chuyên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chuyển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quay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Nytol 5300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Chuyên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Daihen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Vaccum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Robot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không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1013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3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Uniflor_8921s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NYE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Chuyên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Brooks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Vaccum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Robot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không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0675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4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RT15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ULVAC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DE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Vaccum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Chamber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không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0675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5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Vac3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FOMBLIM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Vaccum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Sealing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用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không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2263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6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Photolub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NPC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Stage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chuyển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xoay_Nikon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Photo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7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로게네스토라무다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(A-74)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STAMINA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Stage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chuyển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xoay_Canon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Photo,C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/F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8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SO-4F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SOWESCO-OLATHE,KS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chuyển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xoay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Oven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Photo,C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/F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0675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9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z-300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ULVAC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Vaccum Pad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部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C/F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0675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Per Fluorinated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FOMBLIM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Chuyên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dùng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đổ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tinh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lỏng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Cell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0675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AFE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THK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Chuyên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chuyển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quay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Cell,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thiết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kiểm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, FA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2263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MPG (NL GL#2)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Wynn's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PI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in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Rack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Cell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0675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13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MOLYWHITE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Yaskawa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Bánh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giảm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tốc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ở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khớpATM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Thống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nhất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ATM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0675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14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ALVANIA EP 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Shell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Yaskawa Harmonic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Thống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nhất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ATM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86486" name="Rectangle 119"/>
          <p:cNvSpPr>
            <a:spLocks noChangeArrowheads="1"/>
          </p:cNvSpPr>
          <p:nvPr/>
        </p:nvSpPr>
        <p:spPr bwMode="auto">
          <a:xfrm>
            <a:off x="412750" y="476250"/>
            <a:ext cx="22256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3-1.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ty</a:t>
            </a:r>
            <a:endParaRPr lang="ko-KR" altLang="en-US" sz="1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6487" name="Rectangle 120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ty</a:t>
            </a:r>
            <a:endParaRPr lang="en-US" altLang="ko-KR" dirty="0" smtClean="0"/>
          </a:p>
        </p:txBody>
      </p:sp>
      <p:sp>
        <p:nvSpPr>
          <p:cNvPr id="186488" name="Rectangle 123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151316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04A88064-48D1-4ADC-853E-678E31A9B588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163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87395" name="Rectangle 2"/>
          <p:cNvSpPr>
            <a:spLocks noChangeArrowheads="1"/>
          </p:cNvSpPr>
          <p:nvPr/>
        </p:nvSpPr>
        <p:spPr bwMode="auto">
          <a:xfrm>
            <a:off x="317500" y="790575"/>
            <a:ext cx="273549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(2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Tình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hình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công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xưởng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ea typeface="돋움" pitchFamily="50" charset="-127"/>
              <a:cs typeface="Times New Roman" panose="02020603050405020304" pitchFamily="18" charset="0"/>
            </a:endParaRPr>
          </a:p>
        </p:txBody>
      </p:sp>
      <p:graphicFrame>
        <p:nvGraphicFramePr>
          <p:cNvPr id="189713" name="Group 27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8199309"/>
              </p:ext>
            </p:extLst>
          </p:nvPr>
        </p:nvGraphicFramePr>
        <p:xfrm>
          <a:off x="684213" y="1196975"/>
          <a:ext cx="7775575" cy="5683787"/>
        </p:xfrm>
        <a:graphic>
          <a:graphicData uri="http://schemas.openxmlformats.org/drawingml/2006/table">
            <a:tbl>
              <a:tblPr/>
              <a:tblGrid>
                <a:gridCol w="298450"/>
                <a:gridCol w="1550987"/>
                <a:gridCol w="1965325"/>
                <a:gridCol w="1300163"/>
                <a:gridCol w="322262"/>
                <a:gridCol w="323850"/>
                <a:gridCol w="323850"/>
                <a:gridCol w="322263"/>
                <a:gridCol w="463550"/>
                <a:gridCol w="904875"/>
              </a:tblGrid>
              <a:tr h="19687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No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mỡ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Mục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đích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chính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Maker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Công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xưởng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Ghi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chú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2000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P1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P23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P45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P6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P6E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9687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LG2-80G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Chuyên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chuyển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quay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NSK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Chung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845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2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AFE-70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Chuyên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chuyển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quay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THK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Chung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1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3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MOLYWHITERENO.00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Yaskawa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Robot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Shell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Chung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7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4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AFF-70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Sankyo robot LM Guide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THK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Chung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845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5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AFE-400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X,Y,Z THETR Shaft</a:t>
                      </a: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Ball Screw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THK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Chung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7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6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AFF-400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Yaskawa Robot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THK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Chung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2862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7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50901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Máy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in PI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WYNN'S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Chung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845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8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AFC-70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Gumi Module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</a:tr>
              <a:tr h="19687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9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AFE-CA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Gumi Module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</a:tr>
              <a:tr h="2000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AEF-70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P6E Cell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THK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7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11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ALVANIAEP2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chung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ATM Robot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Shell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7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12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KRYTOX GPL-206(57g)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sửa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chữa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P23 DE Vacuum Robot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DUPONT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000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13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AFCG-180-CA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Gumi Module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CC"/>
                    </a:solidFill>
                  </a:tcPr>
                </a:tc>
              </a:tr>
              <a:tr h="19687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14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VIGOGREASE16kg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sửa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chữa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Vacuum Robot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Nabtesco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Đội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kỹ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thuật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8841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15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TG120/CG2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Thiết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Photo</a:t>
                      </a: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TOK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HAMAMATSU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845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16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L-200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sửa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chữa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Sankyo Vacuum Robot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DAIKIN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7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17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VAC3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Thiết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O-Ring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FOMBLIM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Vaccum</a:t>
                      </a: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O-Ring 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7307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18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Z-300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VACUUM PAD</a:t>
                      </a:r>
                      <a:r>
                        <a:rPr kumimoji="1" lang="ko-KR" alt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用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ULVAC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EAEAEA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không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7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19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GRM60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Thiết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sửa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chữa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Vacuum Robot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FOMBLIM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không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845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20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RT-15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DE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Vaccum</a:t>
                      </a: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Chamber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ULVAC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EAEAEA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Chân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không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7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21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UNIFLOR8921S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Brooks Robot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Nye(</a:t>
                      </a:r>
                      <a:r>
                        <a:rPr kumimoji="1" lang="ko-KR" alt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美</a:t>
                      </a:r>
                      <a:r>
                        <a:rPr kumimoji="1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●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EAEAEA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Đội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kỹ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thuật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55657">
                <a:tc gridSpan="4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Total</a:t>
                      </a: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11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11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14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16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12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18000" marR="18000" marT="18002" marB="18002" anchor="ctr" horzOverflow="overflow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87661" name="Rectangle 329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ty</a:t>
            </a:r>
          </a:p>
        </p:txBody>
      </p:sp>
      <p:sp>
        <p:nvSpPr>
          <p:cNvPr id="187662" name="Rectangle 345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71089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Rectangle 2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ty</a:t>
            </a:r>
            <a:endParaRPr lang="en-US" altLang="ko-KR" dirty="0" smtClean="0"/>
          </a:p>
        </p:txBody>
      </p:sp>
      <p:sp>
        <p:nvSpPr>
          <p:cNvPr id="188419" name="Rectangle 3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8420" name="Line 5"/>
          <p:cNvSpPr>
            <a:spLocks noChangeShapeType="1"/>
          </p:cNvSpPr>
          <p:nvPr/>
        </p:nvSpPr>
        <p:spPr bwMode="auto">
          <a:xfrm>
            <a:off x="1588" y="420688"/>
            <a:ext cx="9142412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pic>
        <p:nvPicPr>
          <p:cNvPr id="188421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8000"/>
            <a:ext cx="9144000" cy="6305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직사각형 1"/>
          <p:cNvSpPr/>
          <p:nvPr/>
        </p:nvSpPr>
        <p:spPr bwMode="auto">
          <a:xfrm>
            <a:off x="2699792" y="2420888"/>
            <a:ext cx="2015430" cy="57606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nóng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chảy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-40~200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℃</a:t>
            </a: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280(2)</a:t>
            </a: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직사각형 6"/>
          <p:cNvSpPr/>
          <p:nvPr/>
        </p:nvSpPr>
        <p:spPr bwMode="auto">
          <a:xfrm>
            <a:off x="2699792" y="3068960"/>
            <a:ext cx="2015430" cy="57606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nóng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chảy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-40~120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℃</a:t>
            </a: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315(1)</a:t>
            </a: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xi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직사각형 7"/>
          <p:cNvSpPr/>
          <p:nvPr/>
        </p:nvSpPr>
        <p:spPr bwMode="auto">
          <a:xfrm>
            <a:off x="2916610" y="3789040"/>
            <a:ext cx="2015430" cy="57606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nóng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chảy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70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℃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xuống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207(3.5)</a:t>
            </a: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직사각형 8"/>
          <p:cNvSpPr/>
          <p:nvPr/>
        </p:nvSpPr>
        <p:spPr bwMode="auto">
          <a:xfrm>
            <a:off x="2916610" y="4437112"/>
            <a:ext cx="2015430" cy="57606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nóng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chảy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120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℃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xuống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209(3.5)</a:t>
            </a: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직사각형 9"/>
          <p:cNvSpPr/>
          <p:nvPr/>
        </p:nvSpPr>
        <p:spPr bwMode="auto">
          <a:xfrm>
            <a:off x="2843808" y="5157192"/>
            <a:ext cx="2015430" cy="57606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nóng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chảy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193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℃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xuống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415(00)</a:t>
            </a: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nước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직사각형 10"/>
          <p:cNvSpPr/>
          <p:nvPr/>
        </p:nvSpPr>
        <p:spPr bwMode="auto">
          <a:xfrm>
            <a:off x="2700586" y="5805264"/>
            <a:ext cx="2015430" cy="57606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nóng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chảy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-23~200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℃</a:t>
            </a: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265~295(2)</a:t>
            </a:r>
          </a:p>
          <a:p>
            <a:pPr algn="l"/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hống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직사각형 2"/>
          <p:cNvSpPr/>
          <p:nvPr/>
        </p:nvSpPr>
        <p:spPr bwMode="auto">
          <a:xfrm>
            <a:off x="2915816" y="2132856"/>
            <a:ext cx="1080120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1844080" y="2124091"/>
            <a:ext cx="783704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1259632" y="2124091"/>
            <a:ext cx="422870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1835696" y="2348880"/>
            <a:ext cx="864096" cy="6480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Urea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1763688" y="3068960"/>
            <a:ext cx="999728" cy="6480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Xà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Lithium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1763688" y="3725416"/>
            <a:ext cx="1143745" cy="78370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khoáng+Dầu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Hydrocacbon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Xà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Lithium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1767086" y="4509120"/>
            <a:ext cx="1148730" cy="50405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Hydrocacbon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Urea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1691680" y="5013176"/>
            <a:ext cx="1143745" cy="78370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khoáng+Dầu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Hydrocacbon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Xà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Lithium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1835696" y="5805264"/>
            <a:ext cx="864096" cy="6480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Lithium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1475656" y="1700808"/>
            <a:ext cx="2056419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6855142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ty</a:t>
            </a:r>
            <a:endParaRPr lang="en-US" altLang="ko-KR" dirty="0" smtClean="0"/>
          </a:p>
        </p:txBody>
      </p:sp>
      <p:sp>
        <p:nvSpPr>
          <p:cNvPr id="189443" name="Rectangle 3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9444" name="Line 5"/>
          <p:cNvSpPr>
            <a:spLocks noChangeShapeType="1"/>
          </p:cNvSpPr>
          <p:nvPr/>
        </p:nvSpPr>
        <p:spPr bwMode="auto">
          <a:xfrm>
            <a:off x="1588" y="420688"/>
            <a:ext cx="9142412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pic>
        <p:nvPicPr>
          <p:cNvPr id="189445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250"/>
            <a:ext cx="9144000" cy="6307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직사각형 5"/>
          <p:cNvSpPr/>
          <p:nvPr/>
        </p:nvSpPr>
        <p:spPr bwMode="auto">
          <a:xfrm>
            <a:off x="1259632" y="2060848"/>
            <a:ext cx="422870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직사각형 6"/>
          <p:cNvSpPr/>
          <p:nvPr/>
        </p:nvSpPr>
        <p:spPr bwMode="auto">
          <a:xfrm>
            <a:off x="1844080" y="2060848"/>
            <a:ext cx="783704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직사각형 7"/>
          <p:cNvSpPr/>
          <p:nvPr/>
        </p:nvSpPr>
        <p:spPr bwMode="auto">
          <a:xfrm>
            <a:off x="2915816" y="2060848"/>
            <a:ext cx="1080120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직사각형 8"/>
          <p:cNvSpPr/>
          <p:nvPr/>
        </p:nvSpPr>
        <p:spPr bwMode="auto">
          <a:xfrm>
            <a:off x="1475656" y="1700808"/>
            <a:ext cx="2056419" cy="28803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직사각형 9"/>
          <p:cNvSpPr/>
          <p:nvPr/>
        </p:nvSpPr>
        <p:spPr bwMode="auto">
          <a:xfrm>
            <a:off x="2699792" y="2348880"/>
            <a:ext cx="2015430" cy="57606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nóng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chảy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-40~200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℃</a:t>
            </a: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280</a:t>
            </a: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직사각형 10"/>
          <p:cNvSpPr/>
          <p:nvPr/>
        </p:nvSpPr>
        <p:spPr bwMode="auto">
          <a:xfrm>
            <a:off x="2699792" y="3068960"/>
            <a:ext cx="2015430" cy="57606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nóng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chảy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-40~120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℃</a:t>
            </a: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315</a:t>
            </a: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xi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직사각형 11"/>
          <p:cNvSpPr/>
          <p:nvPr/>
        </p:nvSpPr>
        <p:spPr bwMode="auto">
          <a:xfrm>
            <a:off x="3060626" y="3717032"/>
            <a:ext cx="2015430" cy="57606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nóng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chảy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70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℃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xuống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207</a:t>
            </a:r>
          </a:p>
          <a:p>
            <a:pPr algn="l"/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Torque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2699792" y="4365104"/>
            <a:ext cx="2015430" cy="57606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nóng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chảy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120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℃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xuống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209</a:t>
            </a: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2699792" y="5085184"/>
            <a:ext cx="2015430" cy="57606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nóng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chảy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193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℃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xuống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415</a:t>
            </a: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nước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2699792" y="5733256"/>
            <a:ext cx="2015430" cy="57606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nóng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chảy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-23~200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℃</a:t>
            </a: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hỗn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265~295</a:t>
            </a:r>
          </a:p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1835696" y="2348880"/>
            <a:ext cx="864096" cy="57606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kumimoji="1" lang="en-US" altLang="ko-KR" b="0" i="0" u="none" strike="noStrike" cap="none" normalizeH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/>
            <a:r>
              <a:rPr lang="en-US" altLang="ko-KR" baseline="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Urea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1835696" y="2996952"/>
            <a:ext cx="864096" cy="57606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kumimoji="1" lang="en-US" altLang="ko-KR" b="0" i="0" u="none" strike="noStrike" cap="none" normalizeH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/>
            <a:r>
              <a:rPr lang="en-US" altLang="ko-KR" baseline="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Litium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1763688" y="3668613"/>
            <a:ext cx="1296938" cy="69649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khoáng+Dầu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hydrocarbon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kumimoji="1" lang="en-US" altLang="ko-KR" b="0" i="0" u="none" strike="noStrike" cap="none" normalizeH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/>
            <a:r>
              <a:rPr lang="en-US" altLang="ko-KR" baseline="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Lithium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1767086" y="4293096"/>
            <a:ext cx="1004714" cy="72008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Hydrocacbon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Urea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1691680" y="5013176"/>
            <a:ext cx="1143745" cy="78370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khoáng+Dầu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Hydrocacbon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Xà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Lithium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직사각형 22"/>
          <p:cNvSpPr/>
          <p:nvPr/>
        </p:nvSpPr>
        <p:spPr bwMode="auto">
          <a:xfrm>
            <a:off x="1763688" y="5805264"/>
            <a:ext cx="864096" cy="6480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Lithium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2137650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Rectangle 2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ty</a:t>
            </a:r>
            <a:endParaRPr lang="en-US" altLang="ko-KR" dirty="0" smtClean="0"/>
          </a:p>
        </p:txBody>
      </p:sp>
      <p:sp>
        <p:nvSpPr>
          <p:cNvPr id="190467" name="Rectangle 3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0468" name="Line 5"/>
          <p:cNvSpPr>
            <a:spLocks noChangeShapeType="1"/>
          </p:cNvSpPr>
          <p:nvPr/>
        </p:nvSpPr>
        <p:spPr bwMode="auto">
          <a:xfrm>
            <a:off x="1588" y="420688"/>
            <a:ext cx="9142412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pic>
        <p:nvPicPr>
          <p:cNvPr id="190469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85775"/>
            <a:ext cx="9144000" cy="6327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4325522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슬라이드 번호 개체 틀 1"/>
          <p:cNvSpPr>
            <a:spLocks noGrp="1"/>
          </p:cNvSpPr>
          <p:nvPr>
            <p:ph type="sldNum" sz="quarter" idx="10"/>
          </p:nvPr>
        </p:nvSpPr>
        <p:spPr>
          <a:xfrm>
            <a:off x="4348163" y="6567488"/>
            <a:ext cx="492125" cy="3079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058431C0-B383-40E3-AC93-CB21F9159847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167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pic>
        <p:nvPicPr>
          <p:cNvPr id="191491" name="Picture 2" descr="MCj04369170000[1]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003675"/>
            <a:ext cx="2484438" cy="2484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1492" name="Picture 3" descr="MCj04414580000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2420938"/>
            <a:ext cx="2743200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1493" name="Rectangle 4"/>
          <p:cNvSpPr>
            <a:spLocks noChangeArrowheads="1"/>
          </p:cNvSpPr>
          <p:nvPr/>
        </p:nvSpPr>
        <p:spPr bwMode="auto">
          <a:xfrm>
            <a:off x="2484438" y="1219200"/>
            <a:ext cx="4175125" cy="91440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6. </a:t>
            </a:r>
            <a:r>
              <a:rPr lang="en-US" altLang="ko-KR" sz="2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ẽ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endParaRPr lang="ko-KR" altLang="en-US" sz="2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1494" name="Text Box 5"/>
          <p:cNvSpPr txBox="1">
            <a:spLocks noChangeArrowheads="1"/>
          </p:cNvSpPr>
          <p:nvPr/>
        </p:nvSpPr>
        <p:spPr bwMode="auto">
          <a:xfrm>
            <a:off x="1535719" y="2673350"/>
            <a:ext cx="2600392" cy="21359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342900" indent="-342900" algn="l" eaLnBrk="1" latinLnBrk="1" hangingPunct="1">
              <a:lnSpc>
                <a:spcPct val="100000"/>
              </a:lnSpc>
              <a:buAutoNum type="arabicPeriod"/>
            </a:pPr>
            <a:r>
              <a:rPr lang="en-US" altLang="en-US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en-US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en-US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en-US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  <a:r>
              <a:rPr lang="en-US" altLang="en-US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ẽ</a:t>
            </a:r>
            <a:r>
              <a:rPr lang="en-US" altLang="en-US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en-US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en-US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en-US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</a:t>
            </a:r>
            <a:r>
              <a:rPr lang="en-US" altLang="en-US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en-US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en-US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en-US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en-US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1-1.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1-2.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endParaRPr lang="en-US" altLang="ko-KR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giấy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khổ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2-3.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Mẫu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2-4.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1495" name="Text Box 6"/>
          <p:cNvSpPr txBox="1">
            <a:spLocks noChangeArrowheads="1"/>
          </p:cNvSpPr>
          <p:nvPr/>
        </p:nvSpPr>
        <p:spPr bwMode="auto">
          <a:xfrm>
            <a:off x="4427984" y="2636838"/>
            <a:ext cx="3849131" cy="21605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3-1.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Dung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4-1.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kẻ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kẻ</a:t>
            </a:r>
            <a:endParaRPr lang="en-US" altLang="ko-KR" sz="11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1496" name="Rectangle 17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bg1"/>
                </a:solidFill>
              </a:rPr>
              <a:t>▶▶6. </a:t>
            </a:r>
            <a:r>
              <a:rPr lang="ko-KR" altLang="en-US" smtClean="0">
                <a:solidFill>
                  <a:schemeClr val="bg1"/>
                </a:solidFill>
              </a:rPr>
              <a:t>제도</a:t>
            </a:r>
          </a:p>
        </p:txBody>
      </p:sp>
    </p:spTree>
    <p:extLst>
      <p:ext uri="{BB962C8B-B14F-4D97-AF65-F5344CB8AC3E}">
        <p14:creationId xmlns:p14="http://schemas.microsoft.com/office/powerpoint/2010/main" val="270589214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4" name="슬라이드 번호 개체 틀 1"/>
          <p:cNvSpPr>
            <a:spLocks noGrp="1"/>
          </p:cNvSpPr>
          <p:nvPr>
            <p:ph type="sldNum" sz="quarter" idx="10"/>
          </p:nvPr>
        </p:nvSpPr>
        <p:spPr>
          <a:xfrm>
            <a:off x="4348163" y="6567488"/>
            <a:ext cx="492125" cy="3079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19101CF8-FA95-434D-9A2B-17038359F05A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168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92515" name="Text Box 2"/>
          <p:cNvSpPr txBox="1">
            <a:spLocks noChangeArrowheads="1"/>
          </p:cNvSpPr>
          <p:nvPr/>
        </p:nvSpPr>
        <p:spPr bwMode="auto">
          <a:xfrm>
            <a:off x="755650" y="908050"/>
            <a:ext cx="2813591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1-1.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2516" name="Text Box 3"/>
          <p:cNvSpPr txBox="1">
            <a:spLocks noChangeArrowheads="1"/>
          </p:cNvSpPr>
          <p:nvPr/>
        </p:nvSpPr>
        <p:spPr bwMode="auto">
          <a:xfrm>
            <a:off x="755650" y="2293938"/>
            <a:ext cx="2898550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1-2.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ko-KR" altLang="en-US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2517" name="Rectangle 7"/>
          <p:cNvSpPr>
            <a:spLocks noChangeArrowheads="1"/>
          </p:cNvSpPr>
          <p:nvPr/>
        </p:nvSpPr>
        <p:spPr bwMode="auto">
          <a:xfrm>
            <a:off x="1098550" y="2822575"/>
            <a:ext cx="7721922" cy="1477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(Mechanical 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drawing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lĩnh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vực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ko-KR" altLang="en-US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trình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kẻ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tin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nhắn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rõ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ràng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truyền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minh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ko-KR" altLang="en-US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AutoCAD.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2518" name="Rectangle 8"/>
          <p:cNvSpPr>
            <a:spLocks noChangeArrowheads="1"/>
          </p:cNvSpPr>
          <p:nvPr/>
        </p:nvSpPr>
        <p:spPr bwMode="auto">
          <a:xfrm>
            <a:off x="1044575" y="1406525"/>
            <a:ext cx="519725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kẻ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kiến</a:t>
            </a:r>
            <a:r>
              <a:rPr lang="ko-KR" altLang="en-US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(drawing)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192519" name="Rectangle 11"/>
          <p:cNvSpPr>
            <a:spLocks noGrp="1" noChangeArrowheads="1"/>
          </p:cNvSpPr>
          <p:nvPr>
            <p:ph type="title" idx="4294967295"/>
          </p:nvPr>
        </p:nvSpPr>
        <p:spPr>
          <a:xfrm>
            <a:off x="5191729" y="43448"/>
            <a:ext cx="3844321" cy="338554"/>
          </a:xfrm>
        </p:spPr>
        <p:txBody>
          <a:bodyPr wrap="none"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2520" name="Rectangle 13"/>
          <p:cNvSpPr>
            <a:spLocks noChangeArrowheads="1"/>
          </p:cNvSpPr>
          <p:nvPr/>
        </p:nvSpPr>
        <p:spPr bwMode="auto">
          <a:xfrm>
            <a:off x="323850" y="475248"/>
            <a:ext cx="4472699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ẽ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endParaRPr lang="ko-KR" altLang="en-US" sz="16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2521" name="Rectangle 14"/>
          <p:cNvSpPr>
            <a:spLocks noChangeArrowheads="1"/>
          </p:cNvSpPr>
          <p:nvPr/>
        </p:nvSpPr>
        <p:spPr bwMode="auto">
          <a:xfrm>
            <a:off x="44450" y="47903"/>
            <a:ext cx="156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ẽ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260347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슬라이드 번호 개체 틀 1"/>
          <p:cNvSpPr>
            <a:spLocks noGrp="1"/>
          </p:cNvSpPr>
          <p:nvPr>
            <p:ph type="sldNum" sz="quarter" idx="10"/>
          </p:nvPr>
        </p:nvSpPr>
        <p:spPr>
          <a:xfrm>
            <a:off x="4348163" y="6567488"/>
            <a:ext cx="492125" cy="3079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D31E2E75-F508-427A-A334-602A5147F915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169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93539" name="Text Box 2"/>
          <p:cNvSpPr txBox="1">
            <a:spLocks noChangeArrowheads="1"/>
          </p:cNvSpPr>
          <p:nvPr/>
        </p:nvSpPr>
        <p:spPr bwMode="auto">
          <a:xfrm>
            <a:off x="744538" y="836613"/>
            <a:ext cx="266611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2-1.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3540" name="Text Box 3"/>
          <p:cNvSpPr txBox="1">
            <a:spLocks noChangeArrowheads="1"/>
          </p:cNvSpPr>
          <p:nvPr/>
        </p:nvSpPr>
        <p:spPr bwMode="auto">
          <a:xfrm>
            <a:off x="1060450" y="1147763"/>
            <a:ext cx="6186309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thỏa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mãn</a:t>
            </a:r>
            <a:r>
              <a:rPr lang="ko-KR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3541" name="Rectangle 5"/>
          <p:cNvSpPr>
            <a:spLocks noChangeArrowheads="1"/>
          </p:cNvSpPr>
          <p:nvPr/>
        </p:nvSpPr>
        <p:spPr bwMode="auto">
          <a:xfrm>
            <a:off x="1331913" y="1436688"/>
            <a:ext cx="7561262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6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gồm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tin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minh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·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gồm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tin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</a:t>
            </a:r>
          </a:p>
          <a:p>
            <a:pPr algn="l" eaLnBrk="1" latinLnBrk="1" hangingPunct="1">
              <a:lnSpc>
                <a:spcPct val="160000"/>
              </a:lnSpc>
              <a:buFontTx/>
              <a:buChar char="•"/>
            </a:pPr>
            <a:r>
              <a:rPr lang="ko-KR" altLang="en-US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tích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mơ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hồ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Xét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lĩnh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vực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phổ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lĩnh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vực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Xét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thương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mang</a:t>
            </a:r>
            <a:r>
              <a:rPr lang="ko-KR" altLang="en-US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chép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tồn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gồm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quay(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chụp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Microfilm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nội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mẫu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3542" name="Rectangle 7"/>
          <p:cNvSpPr>
            <a:spLocks noChangeArrowheads="1"/>
          </p:cNvSpPr>
          <p:nvPr/>
        </p:nvSpPr>
        <p:spPr bwMode="auto">
          <a:xfrm>
            <a:off x="323850" y="475248"/>
            <a:ext cx="216277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endParaRPr lang="ko-KR" altLang="en-US" sz="16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3543" name="Rectangle 8"/>
          <p:cNvSpPr>
            <a:spLocks noGrp="1" noChangeArrowheads="1"/>
          </p:cNvSpPr>
          <p:nvPr>
            <p:ph type="title" idx="4294967295"/>
          </p:nvPr>
        </p:nvSpPr>
        <p:spPr>
          <a:xfrm>
            <a:off x="6821983" y="43448"/>
            <a:ext cx="2214068" cy="338554"/>
          </a:xfrm>
        </p:spPr>
        <p:txBody>
          <a:bodyPr wrap="none"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3544" name="Rectangle 9"/>
          <p:cNvSpPr>
            <a:spLocks noChangeArrowheads="1"/>
          </p:cNvSpPr>
          <p:nvPr/>
        </p:nvSpPr>
        <p:spPr bwMode="auto">
          <a:xfrm>
            <a:off x="44450" y="47903"/>
            <a:ext cx="156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ẽ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93545" name="Group 3"/>
          <p:cNvGrpSpPr>
            <a:grpSpLocks/>
          </p:cNvGrpSpPr>
          <p:nvPr/>
        </p:nvGrpSpPr>
        <p:grpSpPr bwMode="auto">
          <a:xfrm>
            <a:off x="1476375" y="4075113"/>
            <a:ext cx="5622925" cy="2203450"/>
            <a:chOff x="1016" y="803"/>
            <a:chExt cx="3542" cy="1388"/>
          </a:xfrm>
        </p:grpSpPr>
        <p:sp>
          <p:nvSpPr>
            <p:cNvPr id="193547" name="Rectangle 4"/>
            <p:cNvSpPr>
              <a:spLocks noChangeArrowheads="1"/>
            </p:cNvSpPr>
            <p:nvPr/>
          </p:nvSpPr>
          <p:spPr bwMode="auto">
            <a:xfrm>
              <a:off x="1816" y="2007"/>
              <a:ext cx="52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210 X 297</a:t>
              </a:r>
            </a:p>
          </p:txBody>
        </p:sp>
        <p:sp>
          <p:nvSpPr>
            <p:cNvPr id="193548" name="Rectangle 5"/>
            <p:cNvSpPr>
              <a:spLocks noChangeArrowheads="1"/>
            </p:cNvSpPr>
            <p:nvPr/>
          </p:nvSpPr>
          <p:spPr bwMode="auto">
            <a:xfrm>
              <a:off x="1243" y="1997"/>
              <a:ext cx="255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4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A4</a:t>
              </a:r>
            </a:p>
          </p:txBody>
        </p:sp>
        <p:sp>
          <p:nvSpPr>
            <p:cNvPr id="193549" name="Rectangle 6"/>
            <p:cNvSpPr>
              <a:spLocks noChangeArrowheads="1"/>
            </p:cNvSpPr>
            <p:nvPr/>
          </p:nvSpPr>
          <p:spPr bwMode="auto">
            <a:xfrm>
              <a:off x="1816" y="1835"/>
              <a:ext cx="52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297 X 420</a:t>
              </a:r>
            </a:p>
          </p:txBody>
        </p:sp>
        <p:sp>
          <p:nvSpPr>
            <p:cNvPr id="193550" name="Rectangle 7"/>
            <p:cNvSpPr>
              <a:spLocks noChangeArrowheads="1"/>
            </p:cNvSpPr>
            <p:nvPr/>
          </p:nvSpPr>
          <p:spPr bwMode="auto">
            <a:xfrm>
              <a:off x="1243" y="1825"/>
              <a:ext cx="255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4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A3</a:t>
              </a:r>
            </a:p>
          </p:txBody>
        </p:sp>
        <p:sp>
          <p:nvSpPr>
            <p:cNvPr id="193551" name="Rectangle 8"/>
            <p:cNvSpPr>
              <a:spLocks noChangeArrowheads="1"/>
            </p:cNvSpPr>
            <p:nvPr/>
          </p:nvSpPr>
          <p:spPr bwMode="auto">
            <a:xfrm>
              <a:off x="3336" y="1834"/>
              <a:ext cx="21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193552" name="Rectangle 9"/>
            <p:cNvSpPr>
              <a:spLocks noChangeArrowheads="1"/>
            </p:cNvSpPr>
            <p:nvPr/>
          </p:nvSpPr>
          <p:spPr bwMode="auto">
            <a:xfrm>
              <a:off x="2627" y="1834"/>
              <a:ext cx="21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193553" name="Rectangle 10"/>
            <p:cNvSpPr>
              <a:spLocks noChangeArrowheads="1"/>
            </p:cNvSpPr>
            <p:nvPr/>
          </p:nvSpPr>
          <p:spPr bwMode="auto">
            <a:xfrm>
              <a:off x="1816" y="1663"/>
              <a:ext cx="52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420 X 594</a:t>
              </a:r>
            </a:p>
          </p:txBody>
        </p:sp>
        <p:sp>
          <p:nvSpPr>
            <p:cNvPr id="193554" name="Rectangle 11"/>
            <p:cNvSpPr>
              <a:spLocks noChangeArrowheads="1"/>
            </p:cNvSpPr>
            <p:nvPr/>
          </p:nvSpPr>
          <p:spPr bwMode="auto">
            <a:xfrm>
              <a:off x="1243" y="1653"/>
              <a:ext cx="255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4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A2</a:t>
              </a:r>
            </a:p>
          </p:txBody>
        </p:sp>
        <p:sp>
          <p:nvSpPr>
            <p:cNvPr id="193555" name="Rectangle 12"/>
            <p:cNvSpPr>
              <a:spLocks noChangeArrowheads="1"/>
            </p:cNvSpPr>
            <p:nvPr/>
          </p:nvSpPr>
          <p:spPr bwMode="auto">
            <a:xfrm>
              <a:off x="1816" y="1491"/>
              <a:ext cx="52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594 X 841</a:t>
              </a:r>
            </a:p>
          </p:txBody>
        </p:sp>
        <p:sp>
          <p:nvSpPr>
            <p:cNvPr id="193556" name="Rectangle 13"/>
            <p:cNvSpPr>
              <a:spLocks noChangeArrowheads="1"/>
            </p:cNvSpPr>
            <p:nvPr/>
          </p:nvSpPr>
          <p:spPr bwMode="auto">
            <a:xfrm>
              <a:off x="1243" y="1481"/>
              <a:ext cx="255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4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A1</a:t>
              </a:r>
            </a:p>
          </p:txBody>
        </p:sp>
        <p:sp>
          <p:nvSpPr>
            <p:cNvPr id="193557" name="Rectangle 14"/>
            <p:cNvSpPr>
              <a:spLocks noChangeArrowheads="1"/>
            </p:cNvSpPr>
            <p:nvPr/>
          </p:nvSpPr>
          <p:spPr bwMode="auto">
            <a:xfrm>
              <a:off x="4097" y="1662"/>
              <a:ext cx="21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</a:t>
              </a:r>
            </a:p>
          </p:txBody>
        </p:sp>
        <p:sp>
          <p:nvSpPr>
            <p:cNvPr id="193558" name="Rectangle 15"/>
            <p:cNvSpPr>
              <a:spLocks noChangeArrowheads="1"/>
            </p:cNvSpPr>
            <p:nvPr/>
          </p:nvSpPr>
          <p:spPr bwMode="auto">
            <a:xfrm>
              <a:off x="3336" y="1404"/>
              <a:ext cx="21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</a:t>
              </a:r>
            </a:p>
          </p:txBody>
        </p:sp>
        <p:sp>
          <p:nvSpPr>
            <p:cNvPr id="193559" name="Rectangle 16"/>
            <p:cNvSpPr>
              <a:spLocks noChangeArrowheads="1"/>
            </p:cNvSpPr>
            <p:nvPr/>
          </p:nvSpPr>
          <p:spPr bwMode="auto">
            <a:xfrm>
              <a:off x="2627" y="1404"/>
              <a:ext cx="21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</a:t>
              </a:r>
            </a:p>
          </p:txBody>
        </p:sp>
        <p:sp>
          <p:nvSpPr>
            <p:cNvPr id="193560" name="Rectangle 17"/>
            <p:cNvSpPr>
              <a:spLocks noChangeArrowheads="1"/>
            </p:cNvSpPr>
            <p:nvPr/>
          </p:nvSpPr>
          <p:spPr bwMode="auto">
            <a:xfrm>
              <a:off x="1793" y="1319"/>
              <a:ext cx="570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841 X 1189</a:t>
              </a:r>
            </a:p>
          </p:txBody>
        </p:sp>
        <p:sp>
          <p:nvSpPr>
            <p:cNvPr id="193561" name="Rectangle 18"/>
            <p:cNvSpPr>
              <a:spLocks noChangeArrowheads="1"/>
            </p:cNvSpPr>
            <p:nvPr/>
          </p:nvSpPr>
          <p:spPr bwMode="auto">
            <a:xfrm>
              <a:off x="1243" y="1309"/>
              <a:ext cx="255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4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A0</a:t>
              </a:r>
            </a:p>
          </p:txBody>
        </p:sp>
        <p:sp>
          <p:nvSpPr>
            <p:cNvPr id="193562" name="Rectangle 19"/>
            <p:cNvSpPr>
              <a:spLocks noChangeArrowheads="1"/>
            </p:cNvSpPr>
            <p:nvPr/>
          </p:nvSpPr>
          <p:spPr bwMode="auto">
            <a:xfrm>
              <a:off x="3951" y="1147"/>
              <a:ext cx="502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CC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Khi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chỉnh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63" name="Rectangle 20"/>
            <p:cNvSpPr>
              <a:spLocks noChangeArrowheads="1"/>
            </p:cNvSpPr>
            <p:nvPr/>
          </p:nvSpPr>
          <p:spPr bwMode="auto">
            <a:xfrm>
              <a:off x="3062" y="1147"/>
              <a:ext cx="769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CC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Khi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không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chỉnh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64" name="Rectangle 21"/>
            <p:cNvSpPr>
              <a:spLocks noChangeArrowheads="1"/>
            </p:cNvSpPr>
            <p:nvPr/>
          </p:nvSpPr>
          <p:spPr bwMode="auto">
            <a:xfrm>
              <a:off x="3475" y="975"/>
              <a:ext cx="639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CC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 (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nhỏ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nhất</a:t>
              </a:r>
              <a:r>
                <a:rPr lang="ko-KR" altLang="en-US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</a:p>
          </p:txBody>
        </p:sp>
        <p:sp>
          <p:nvSpPr>
            <p:cNvPr id="193565" name="Rectangle 22"/>
            <p:cNvSpPr>
              <a:spLocks noChangeArrowheads="1"/>
            </p:cNvSpPr>
            <p:nvPr/>
          </p:nvSpPr>
          <p:spPr bwMode="auto">
            <a:xfrm>
              <a:off x="2655" y="1060"/>
              <a:ext cx="160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CC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</a:p>
          </p:txBody>
        </p:sp>
        <p:sp>
          <p:nvSpPr>
            <p:cNvPr id="193566" name="Rectangle 23"/>
            <p:cNvSpPr>
              <a:spLocks noChangeArrowheads="1"/>
            </p:cNvSpPr>
            <p:nvPr/>
          </p:nvSpPr>
          <p:spPr bwMode="auto">
            <a:xfrm>
              <a:off x="1895" y="990"/>
              <a:ext cx="367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CC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Chỉ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số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 X b</a:t>
              </a:r>
            </a:p>
          </p:txBody>
        </p:sp>
        <p:sp>
          <p:nvSpPr>
            <p:cNvPr id="193567" name="Rectangle 24"/>
            <p:cNvSpPr>
              <a:spLocks noChangeArrowheads="1"/>
            </p:cNvSpPr>
            <p:nvPr/>
          </p:nvSpPr>
          <p:spPr bwMode="auto">
            <a:xfrm>
              <a:off x="1162" y="1060"/>
              <a:ext cx="416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CC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Tên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gọi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68" name="Rectangle 25"/>
            <p:cNvSpPr>
              <a:spLocks noChangeArrowheads="1"/>
            </p:cNvSpPr>
            <p:nvPr/>
          </p:nvSpPr>
          <p:spPr bwMode="auto">
            <a:xfrm>
              <a:off x="2132" y="803"/>
              <a:ext cx="1308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00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Kích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cỡ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khổ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A </a:t>
              </a:r>
              <a:r>
                <a:rPr lang="ko-KR" altLang="en-US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đơn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vị</a:t>
              </a:r>
              <a:r>
                <a:rPr lang="ko-KR" altLang="en-US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: ㎜ )</a:t>
              </a:r>
            </a:p>
          </p:txBody>
        </p:sp>
        <p:sp>
          <p:nvSpPr>
            <p:cNvPr id="193569" name="Line 26"/>
            <p:cNvSpPr>
              <a:spLocks noChangeShapeType="1"/>
            </p:cNvSpPr>
            <p:nvPr/>
          </p:nvSpPr>
          <p:spPr bwMode="auto">
            <a:xfrm>
              <a:off x="1016" y="804"/>
              <a:ext cx="3542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70" name="Line 27"/>
            <p:cNvSpPr>
              <a:spLocks noChangeShapeType="1"/>
            </p:cNvSpPr>
            <p:nvPr/>
          </p:nvSpPr>
          <p:spPr bwMode="auto">
            <a:xfrm>
              <a:off x="1016" y="976"/>
              <a:ext cx="354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71" name="Line 28"/>
            <p:cNvSpPr>
              <a:spLocks noChangeShapeType="1"/>
            </p:cNvSpPr>
            <p:nvPr/>
          </p:nvSpPr>
          <p:spPr bwMode="auto">
            <a:xfrm>
              <a:off x="1016" y="1320"/>
              <a:ext cx="354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72" name="Line 29"/>
            <p:cNvSpPr>
              <a:spLocks noChangeShapeType="1"/>
            </p:cNvSpPr>
            <p:nvPr/>
          </p:nvSpPr>
          <p:spPr bwMode="auto">
            <a:xfrm>
              <a:off x="1016" y="1492"/>
              <a:ext cx="1417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73" name="Line 30"/>
            <p:cNvSpPr>
              <a:spLocks noChangeShapeType="1"/>
            </p:cNvSpPr>
            <p:nvPr/>
          </p:nvSpPr>
          <p:spPr bwMode="auto">
            <a:xfrm>
              <a:off x="1016" y="1664"/>
              <a:ext cx="283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74" name="Line 31"/>
            <p:cNvSpPr>
              <a:spLocks noChangeShapeType="1"/>
            </p:cNvSpPr>
            <p:nvPr/>
          </p:nvSpPr>
          <p:spPr bwMode="auto">
            <a:xfrm>
              <a:off x="1016" y="1836"/>
              <a:ext cx="1417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75" name="Line 32"/>
            <p:cNvSpPr>
              <a:spLocks noChangeShapeType="1"/>
            </p:cNvSpPr>
            <p:nvPr/>
          </p:nvSpPr>
          <p:spPr bwMode="auto">
            <a:xfrm>
              <a:off x="1016" y="2008"/>
              <a:ext cx="1417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76" name="Line 33"/>
            <p:cNvSpPr>
              <a:spLocks noChangeShapeType="1"/>
            </p:cNvSpPr>
            <p:nvPr/>
          </p:nvSpPr>
          <p:spPr bwMode="auto">
            <a:xfrm>
              <a:off x="1016" y="2180"/>
              <a:ext cx="3542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77" name="Line 34"/>
            <p:cNvSpPr>
              <a:spLocks noChangeShapeType="1"/>
            </p:cNvSpPr>
            <p:nvPr/>
          </p:nvSpPr>
          <p:spPr bwMode="auto">
            <a:xfrm>
              <a:off x="1016" y="804"/>
              <a:ext cx="0" cy="1376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78" name="Line 35"/>
            <p:cNvSpPr>
              <a:spLocks noChangeShapeType="1"/>
            </p:cNvSpPr>
            <p:nvPr/>
          </p:nvSpPr>
          <p:spPr bwMode="auto">
            <a:xfrm>
              <a:off x="4558" y="804"/>
              <a:ext cx="0" cy="1376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79" name="Line 36"/>
            <p:cNvSpPr>
              <a:spLocks noChangeShapeType="1"/>
            </p:cNvSpPr>
            <p:nvPr/>
          </p:nvSpPr>
          <p:spPr bwMode="auto">
            <a:xfrm>
              <a:off x="1724" y="976"/>
              <a:ext cx="0" cy="120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80" name="Line 37"/>
            <p:cNvSpPr>
              <a:spLocks noChangeShapeType="1"/>
            </p:cNvSpPr>
            <p:nvPr/>
          </p:nvSpPr>
          <p:spPr bwMode="auto">
            <a:xfrm>
              <a:off x="2433" y="976"/>
              <a:ext cx="0" cy="120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81" name="Line 38"/>
            <p:cNvSpPr>
              <a:spLocks noChangeShapeType="1"/>
            </p:cNvSpPr>
            <p:nvPr/>
          </p:nvSpPr>
          <p:spPr bwMode="auto">
            <a:xfrm>
              <a:off x="3036" y="976"/>
              <a:ext cx="0" cy="120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82" name="Line 39"/>
            <p:cNvSpPr>
              <a:spLocks noChangeShapeType="1"/>
            </p:cNvSpPr>
            <p:nvPr/>
          </p:nvSpPr>
          <p:spPr bwMode="auto">
            <a:xfrm>
              <a:off x="3036" y="1148"/>
              <a:ext cx="152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83" name="Line 40"/>
            <p:cNvSpPr>
              <a:spLocks noChangeShapeType="1"/>
            </p:cNvSpPr>
            <p:nvPr/>
          </p:nvSpPr>
          <p:spPr bwMode="auto">
            <a:xfrm>
              <a:off x="3850" y="1148"/>
              <a:ext cx="0" cy="10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93546" name="Text Box 41"/>
          <p:cNvSpPr txBox="1">
            <a:spLocks noChangeArrowheads="1"/>
          </p:cNvSpPr>
          <p:nvPr/>
        </p:nvSpPr>
        <p:spPr bwMode="auto">
          <a:xfrm>
            <a:off x="749300" y="3741738"/>
            <a:ext cx="503753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2-2.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giấy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khổ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</a:t>
            </a:r>
            <a:r>
              <a:rPr lang="ko-KR" altLang="en-US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giấy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khổ</a:t>
            </a: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ko-KR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phổ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en-US" altLang="ko-KR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9288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슬라이드 번호 개체 틀 1"/>
          <p:cNvSpPr>
            <a:spLocks noGrp="1"/>
          </p:cNvSpPr>
          <p:nvPr>
            <p:ph type="sldNum" sz="quarter" idx="10"/>
          </p:nvPr>
        </p:nvSpPr>
        <p:spPr>
          <a:xfrm>
            <a:off x="4348163" y="6567488"/>
            <a:ext cx="492125" cy="3079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32166F34-ABFA-42A8-A321-0CE04AB32B3F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170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94563" name="Text Box 2"/>
          <p:cNvSpPr txBox="1">
            <a:spLocks noChangeArrowheads="1"/>
          </p:cNvSpPr>
          <p:nvPr/>
        </p:nvSpPr>
        <p:spPr bwMode="auto">
          <a:xfrm>
            <a:off x="539750" y="549275"/>
            <a:ext cx="1420582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2-3.</a:t>
            </a: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Mẫu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564" name="Line 5"/>
          <p:cNvSpPr>
            <a:spLocks noChangeShapeType="1"/>
          </p:cNvSpPr>
          <p:nvPr/>
        </p:nvSpPr>
        <p:spPr bwMode="auto">
          <a:xfrm>
            <a:off x="2173288" y="4002088"/>
            <a:ext cx="0" cy="1079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endParaRPr lang="ko-KR" altLang="en-US"/>
          </a:p>
        </p:txBody>
      </p:sp>
      <p:sp>
        <p:nvSpPr>
          <p:cNvPr id="194565" name="Rectangle 6"/>
          <p:cNvSpPr>
            <a:spLocks noChangeArrowheads="1"/>
          </p:cNvSpPr>
          <p:nvPr/>
        </p:nvSpPr>
        <p:spPr bwMode="auto">
          <a:xfrm>
            <a:off x="914400" y="989013"/>
            <a:ext cx="7239000" cy="5029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566" name="Rectangle 7"/>
          <p:cNvSpPr>
            <a:spLocks noChangeArrowheads="1"/>
          </p:cNvSpPr>
          <p:nvPr/>
        </p:nvSpPr>
        <p:spPr bwMode="auto">
          <a:xfrm>
            <a:off x="1066800" y="1141413"/>
            <a:ext cx="6934200" cy="4724400"/>
          </a:xfrm>
          <a:prstGeom prst="rect">
            <a:avLst/>
          </a:prstGeom>
          <a:noFill/>
          <a:ln w="349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567" name="Line 8"/>
          <p:cNvSpPr>
            <a:spLocks noChangeShapeType="1"/>
          </p:cNvSpPr>
          <p:nvPr/>
        </p:nvSpPr>
        <p:spPr bwMode="auto">
          <a:xfrm>
            <a:off x="4572000" y="989013"/>
            <a:ext cx="0" cy="15240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568" name="Line 9"/>
          <p:cNvSpPr>
            <a:spLocks noChangeShapeType="1"/>
          </p:cNvSpPr>
          <p:nvPr/>
        </p:nvSpPr>
        <p:spPr bwMode="auto">
          <a:xfrm>
            <a:off x="4572000" y="5865813"/>
            <a:ext cx="0" cy="15240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569" name="Line 10"/>
          <p:cNvSpPr>
            <a:spLocks noChangeShapeType="1"/>
          </p:cNvSpPr>
          <p:nvPr/>
        </p:nvSpPr>
        <p:spPr bwMode="auto">
          <a:xfrm>
            <a:off x="8001000" y="3275013"/>
            <a:ext cx="152400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570" name="Line 11"/>
          <p:cNvSpPr>
            <a:spLocks noChangeShapeType="1"/>
          </p:cNvSpPr>
          <p:nvPr/>
        </p:nvSpPr>
        <p:spPr bwMode="auto">
          <a:xfrm>
            <a:off x="914400" y="3275013"/>
            <a:ext cx="152400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571" name="Text Box 12"/>
          <p:cNvSpPr txBox="1">
            <a:spLocks noChangeArrowheads="1"/>
          </p:cNvSpPr>
          <p:nvPr/>
        </p:nvSpPr>
        <p:spPr bwMode="auto">
          <a:xfrm>
            <a:off x="1403350" y="1403350"/>
            <a:ext cx="130837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thảo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572" name="Text Box 13"/>
          <p:cNvSpPr txBox="1">
            <a:spLocks noChangeArrowheads="1"/>
          </p:cNvSpPr>
          <p:nvPr/>
        </p:nvSpPr>
        <p:spPr bwMode="auto">
          <a:xfrm>
            <a:off x="6027738" y="4067175"/>
            <a:ext cx="93487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Ô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573" name="Text Box 14"/>
          <p:cNvSpPr txBox="1">
            <a:spLocks noChangeArrowheads="1"/>
          </p:cNvSpPr>
          <p:nvPr/>
        </p:nvSpPr>
        <p:spPr bwMode="auto">
          <a:xfrm>
            <a:off x="3873500" y="5003800"/>
            <a:ext cx="48122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574" name="Text Box 16"/>
          <p:cNvSpPr txBox="1">
            <a:spLocks noChangeArrowheads="1"/>
          </p:cNvSpPr>
          <p:nvPr/>
        </p:nvSpPr>
        <p:spPr bwMode="auto">
          <a:xfrm>
            <a:off x="3715803" y="5407025"/>
            <a:ext cx="78418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Ô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575" name="AutoShape 17"/>
          <p:cNvSpPr>
            <a:spLocks noChangeArrowheads="1"/>
          </p:cNvSpPr>
          <p:nvPr/>
        </p:nvSpPr>
        <p:spPr bwMode="auto">
          <a:xfrm rot="5400000">
            <a:off x="611187" y="3141663"/>
            <a:ext cx="144463" cy="287338"/>
          </a:xfrm>
          <a:prstGeom prst="upArrow">
            <a:avLst>
              <a:gd name="adj1" fmla="val 50000"/>
              <a:gd name="adj2" fmla="val 49725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576" name="AutoShape 18"/>
          <p:cNvSpPr>
            <a:spLocks noChangeArrowheads="1"/>
          </p:cNvSpPr>
          <p:nvPr/>
        </p:nvSpPr>
        <p:spPr bwMode="auto">
          <a:xfrm>
            <a:off x="4468813" y="5486400"/>
            <a:ext cx="288925" cy="142875"/>
          </a:xfrm>
          <a:prstGeom prst="rightArrow">
            <a:avLst>
              <a:gd name="adj1" fmla="val 50000"/>
              <a:gd name="adj2" fmla="val 50556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577" name="AutoShape 19"/>
          <p:cNvSpPr>
            <a:spLocks noChangeArrowheads="1"/>
          </p:cNvSpPr>
          <p:nvPr/>
        </p:nvSpPr>
        <p:spPr bwMode="auto">
          <a:xfrm>
            <a:off x="4459288" y="5084763"/>
            <a:ext cx="288925" cy="142875"/>
          </a:xfrm>
          <a:prstGeom prst="rightArrow">
            <a:avLst>
              <a:gd name="adj1" fmla="val 50000"/>
              <a:gd name="adj2" fmla="val 50556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578" name="AutoShape 20"/>
          <p:cNvSpPr>
            <a:spLocks noChangeArrowheads="1"/>
          </p:cNvSpPr>
          <p:nvPr/>
        </p:nvSpPr>
        <p:spPr bwMode="auto">
          <a:xfrm>
            <a:off x="6299200" y="4354513"/>
            <a:ext cx="144463" cy="288925"/>
          </a:xfrm>
          <a:prstGeom prst="downArrow">
            <a:avLst>
              <a:gd name="adj1" fmla="val 50000"/>
              <a:gd name="adj2" fmla="val 50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vert="eaVert"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579" name="AutoShape 21"/>
          <p:cNvSpPr>
            <a:spLocks noChangeAspect="1" noChangeArrowheads="1" noTextEdit="1"/>
          </p:cNvSpPr>
          <p:nvPr/>
        </p:nvSpPr>
        <p:spPr bwMode="auto">
          <a:xfrm>
            <a:off x="4767263" y="4646613"/>
            <a:ext cx="3233737" cy="1214437"/>
          </a:xfrm>
          <a:prstGeom prst="rect">
            <a:avLst/>
          </a:prstGeom>
          <a:noFill/>
          <a:ln w="1587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580" name="Rectangle 22"/>
          <p:cNvSpPr>
            <a:spLocks noChangeArrowheads="1"/>
          </p:cNvSpPr>
          <p:nvPr/>
        </p:nvSpPr>
        <p:spPr bwMode="auto">
          <a:xfrm>
            <a:off x="4806950" y="4840288"/>
            <a:ext cx="112210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Số</a:t>
            </a:r>
            <a:endParaRPr lang="ko-KR" altLang="en-US" sz="2400" dirty="0">
              <a:solidFill>
                <a:schemeClr val="tx1"/>
              </a:solidFill>
            </a:endParaRPr>
          </a:p>
        </p:txBody>
      </p:sp>
      <p:sp>
        <p:nvSpPr>
          <p:cNvPr id="194581" name="Rectangle 23"/>
          <p:cNvSpPr>
            <a:spLocks noChangeArrowheads="1"/>
          </p:cNvSpPr>
          <p:nvPr/>
        </p:nvSpPr>
        <p:spPr bwMode="auto">
          <a:xfrm>
            <a:off x="4841875" y="4914900"/>
            <a:ext cx="150813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No.</a:t>
            </a:r>
            <a:endParaRPr lang="en-US" altLang="ko-KR" sz="2400">
              <a:solidFill>
                <a:schemeClr val="tx1"/>
              </a:solidFill>
            </a:endParaRPr>
          </a:p>
        </p:txBody>
      </p:sp>
      <p:sp>
        <p:nvSpPr>
          <p:cNvPr id="194582" name="Rectangle 24"/>
          <p:cNvSpPr>
            <a:spLocks noChangeArrowheads="1"/>
          </p:cNvSpPr>
          <p:nvPr/>
        </p:nvSpPr>
        <p:spPr bwMode="auto">
          <a:xfrm>
            <a:off x="6012160" y="4840288"/>
            <a:ext cx="373500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Chất</a:t>
            </a:r>
            <a:r>
              <a:rPr lang="en-US" altLang="ko-KR" sz="700" dirty="0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 </a:t>
            </a: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liệu</a:t>
            </a:r>
            <a:endParaRPr lang="ko-KR" altLang="en-US" sz="2400" dirty="0">
              <a:solidFill>
                <a:schemeClr val="tx1"/>
              </a:solidFill>
            </a:endParaRPr>
          </a:p>
        </p:txBody>
      </p:sp>
      <p:sp>
        <p:nvSpPr>
          <p:cNvPr id="194583" name="Rectangle 25"/>
          <p:cNvSpPr>
            <a:spLocks noChangeArrowheads="1"/>
          </p:cNvSpPr>
          <p:nvPr/>
        </p:nvSpPr>
        <p:spPr bwMode="auto">
          <a:xfrm>
            <a:off x="6027738" y="4914900"/>
            <a:ext cx="373062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MATRIAL</a:t>
            </a:r>
            <a:endParaRPr lang="en-US" altLang="ko-KR" sz="2400" dirty="0">
              <a:solidFill>
                <a:schemeClr val="tx1"/>
              </a:solidFill>
            </a:endParaRPr>
          </a:p>
        </p:txBody>
      </p:sp>
      <p:sp>
        <p:nvSpPr>
          <p:cNvPr id="194584" name="Rectangle 26"/>
          <p:cNvSpPr>
            <a:spLocks noChangeArrowheads="1"/>
          </p:cNvSpPr>
          <p:nvPr/>
        </p:nvSpPr>
        <p:spPr bwMode="auto">
          <a:xfrm>
            <a:off x="6516216" y="4840288"/>
            <a:ext cx="376706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Số</a:t>
            </a:r>
            <a:r>
              <a:rPr lang="en-US" altLang="ko-KR" sz="700" dirty="0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 </a:t>
            </a: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lượng</a:t>
            </a:r>
            <a:endParaRPr lang="ko-KR" altLang="en-US" sz="2400" dirty="0">
              <a:solidFill>
                <a:schemeClr val="tx1"/>
              </a:solidFill>
            </a:endParaRPr>
          </a:p>
        </p:txBody>
      </p:sp>
      <p:sp>
        <p:nvSpPr>
          <p:cNvPr id="194585" name="Rectangle 27"/>
          <p:cNvSpPr>
            <a:spLocks noChangeArrowheads="1"/>
          </p:cNvSpPr>
          <p:nvPr/>
        </p:nvSpPr>
        <p:spPr bwMode="auto">
          <a:xfrm>
            <a:off x="6604000" y="4914900"/>
            <a:ext cx="200025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Q'TY</a:t>
            </a:r>
            <a:endParaRPr lang="en-US" altLang="ko-KR" sz="2400">
              <a:solidFill>
                <a:schemeClr val="tx1"/>
              </a:solidFill>
            </a:endParaRPr>
          </a:p>
        </p:txBody>
      </p:sp>
      <p:sp>
        <p:nvSpPr>
          <p:cNvPr id="194586" name="Rectangle 28"/>
          <p:cNvSpPr>
            <a:spLocks noChangeArrowheads="1"/>
          </p:cNvSpPr>
          <p:nvPr/>
        </p:nvSpPr>
        <p:spPr bwMode="auto">
          <a:xfrm>
            <a:off x="7020272" y="4840288"/>
            <a:ext cx="392736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Quy</a:t>
            </a:r>
            <a:r>
              <a:rPr lang="en-US" altLang="ko-KR" sz="700" dirty="0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 </a:t>
            </a: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cách</a:t>
            </a:r>
            <a:endParaRPr lang="ko-KR" altLang="en-US" sz="2400" dirty="0">
              <a:solidFill>
                <a:schemeClr val="tx1"/>
              </a:solidFill>
            </a:endParaRPr>
          </a:p>
        </p:txBody>
      </p:sp>
      <p:sp>
        <p:nvSpPr>
          <p:cNvPr id="194587" name="Rectangle 29"/>
          <p:cNvSpPr>
            <a:spLocks noChangeArrowheads="1"/>
          </p:cNvSpPr>
          <p:nvPr/>
        </p:nvSpPr>
        <p:spPr bwMode="auto">
          <a:xfrm>
            <a:off x="7037388" y="4914900"/>
            <a:ext cx="488950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DIMENSION</a:t>
            </a:r>
            <a:endParaRPr lang="en-US" altLang="ko-KR" sz="2400">
              <a:solidFill>
                <a:schemeClr val="tx1"/>
              </a:solidFill>
            </a:endParaRPr>
          </a:p>
        </p:txBody>
      </p:sp>
      <p:sp>
        <p:nvSpPr>
          <p:cNvPr id="194588" name="Rectangle 30"/>
          <p:cNvSpPr>
            <a:spLocks noChangeArrowheads="1"/>
          </p:cNvSpPr>
          <p:nvPr/>
        </p:nvSpPr>
        <p:spPr bwMode="auto">
          <a:xfrm>
            <a:off x="7596336" y="4840288"/>
            <a:ext cx="320601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Ghi</a:t>
            </a:r>
            <a:r>
              <a:rPr lang="en-US" altLang="ko-KR" sz="700" dirty="0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 </a:t>
            </a: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chú</a:t>
            </a:r>
            <a:endParaRPr lang="ko-KR" altLang="en-US" sz="2400" dirty="0">
              <a:solidFill>
                <a:schemeClr val="tx1"/>
              </a:solidFill>
            </a:endParaRPr>
          </a:p>
        </p:txBody>
      </p:sp>
      <p:sp>
        <p:nvSpPr>
          <p:cNvPr id="194589" name="Rectangle 31"/>
          <p:cNvSpPr>
            <a:spLocks noChangeArrowheads="1"/>
          </p:cNvSpPr>
          <p:nvPr/>
        </p:nvSpPr>
        <p:spPr bwMode="auto">
          <a:xfrm>
            <a:off x="7578725" y="4914900"/>
            <a:ext cx="423863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REMARKS</a:t>
            </a:r>
            <a:endParaRPr lang="en-US" altLang="ko-KR" sz="2400" dirty="0">
              <a:solidFill>
                <a:schemeClr val="tx1"/>
              </a:solidFill>
            </a:endParaRPr>
          </a:p>
        </p:txBody>
      </p:sp>
      <p:sp>
        <p:nvSpPr>
          <p:cNvPr id="194590" name="Rectangle 32"/>
          <p:cNvSpPr>
            <a:spLocks noChangeArrowheads="1"/>
          </p:cNvSpPr>
          <p:nvPr/>
        </p:nvSpPr>
        <p:spPr bwMode="auto">
          <a:xfrm>
            <a:off x="6491408" y="5051425"/>
            <a:ext cx="456856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Cách</a:t>
            </a:r>
            <a:r>
              <a:rPr lang="en-US" altLang="ko-KR" sz="700" dirty="0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 </a:t>
            </a: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hiếu</a:t>
            </a:r>
            <a:endParaRPr lang="ko-KR" altLang="en-US" sz="2400" dirty="0">
              <a:solidFill>
                <a:schemeClr val="tx1"/>
              </a:solidFill>
            </a:endParaRPr>
          </a:p>
        </p:txBody>
      </p:sp>
      <p:sp>
        <p:nvSpPr>
          <p:cNvPr id="194591" name="Rectangle 33"/>
          <p:cNvSpPr>
            <a:spLocks noChangeArrowheads="1"/>
          </p:cNvSpPr>
          <p:nvPr/>
        </p:nvSpPr>
        <p:spPr bwMode="auto">
          <a:xfrm>
            <a:off x="6443663" y="5126038"/>
            <a:ext cx="552450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PROJECTION</a:t>
            </a:r>
            <a:endParaRPr lang="en-US" altLang="ko-KR" sz="2400">
              <a:solidFill>
                <a:schemeClr val="tx1"/>
              </a:solidFill>
            </a:endParaRPr>
          </a:p>
        </p:txBody>
      </p:sp>
      <p:sp>
        <p:nvSpPr>
          <p:cNvPr id="194592" name="Rectangle 34"/>
          <p:cNvSpPr>
            <a:spLocks noChangeArrowheads="1"/>
          </p:cNvSpPr>
          <p:nvPr/>
        </p:nvSpPr>
        <p:spPr bwMode="auto">
          <a:xfrm>
            <a:off x="6575425" y="5256213"/>
            <a:ext cx="355867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Bộ</a:t>
            </a:r>
            <a:r>
              <a:rPr lang="en-US" altLang="ko-KR" sz="700" dirty="0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 </a:t>
            </a: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phận</a:t>
            </a:r>
            <a:endParaRPr lang="ko-KR" altLang="en-US" sz="2400" dirty="0">
              <a:solidFill>
                <a:schemeClr val="tx1"/>
              </a:solidFill>
            </a:endParaRPr>
          </a:p>
        </p:txBody>
      </p:sp>
      <p:sp>
        <p:nvSpPr>
          <p:cNvPr id="194593" name="Rectangle 35"/>
          <p:cNvSpPr>
            <a:spLocks noChangeArrowheads="1"/>
          </p:cNvSpPr>
          <p:nvPr/>
        </p:nvSpPr>
        <p:spPr bwMode="auto">
          <a:xfrm>
            <a:off x="6478588" y="5330825"/>
            <a:ext cx="506412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TEAM/PART</a:t>
            </a:r>
            <a:endParaRPr lang="en-US" altLang="ko-KR" sz="2400">
              <a:solidFill>
                <a:schemeClr val="tx1"/>
              </a:solidFill>
            </a:endParaRPr>
          </a:p>
        </p:txBody>
      </p:sp>
      <p:sp>
        <p:nvSpPr>
          <p:cNvPr id="194594" name="Rectangle 36"/>
          <p:cNvSpPr>
            <a:spLocks noChangeArrowheads="1"/>
          </p:cNvSpPr>
          <p:nvPr/>
        </p:nvSpPr>
        <p:spPr bwMode="auto">
          <a:xfrm>
            <a:off x="6575425" y="5462588"/>
            <a:ext cx="211596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Ngày</a:t>
            </a:r>
            <a:endParaRPr lang="ko-KR" altLang="en-US" sz="2400" dirty="0">
              <a:solidFill>
                <a:schemeClr val="tx1"/>
              </a:solidFill>
            </a:endParaRPr>
          </a:p>
        </p:txBody>
      </p:sp>
      <p:sp>
        <p:nvSpPr>
          <p:cNvPr id="194595" name="Rectangle 37"/>
          <p:cNvSpPr>
            <a:spLocks noChangeArrowheads="1"/>
          </p:cNvSpPr>
          <p:nvPr/>
        </p:nvSpPr>
        <p:spPr bwMode="auto">
          <a:xfrm>
            <a:off x="6489700" y="5535613"/>
            <a:ext cx="481013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DWG.DATE</a:t>
            </a:r>
            <a:endParaRPr lang="en-US" altLang="ko-KR" sz="2400">
              <a:solidFill>
                <a:schemeClr val="tx1"/>
              </a:solidFill>
            </a:endParaRPr>
          </a:p>
        </p:txBody>
      </p:sp>
      <p:sp>
        <p:nvSpPr>
          <p:cNvPr id="194596" name="Rectangle 38"/>
          <p:cNvSpPr>
            <a:spLocks noChangeArrowheads="1"/>
          </p:cNvSpPr>
          <p:nvPr/>
        </p:nvSpPr>
        <p:spPr bwMode="auto">
          <a:xfrm>
            <a:off x="6575425" y="5667375"/>
            <a:ext cx="327013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Công</a:t>
            </a:r>
            <a:r>
              <a:rPr lang="en-US" altLang="ko-KR" sz="700" dirty="0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 ty</a:t>
            </a:r>
            <a:endParaRPr lang="ko-KR" altLang="en-US" sz="2400" dirty="0">
              <a:solidFill>
                <a:schemeClr val="tx1"/>
              </a:solidFill>
            </a:endParaRPr>
          </a:p>
        </p:txBody>
      </p:sp>
      <p:sp>
        <p:nvSpPr>
          <p:cNvPr id="194597" name="Rectangle 39"/>
          <p:cNvSpPr>
            <a:spLocks noChangeArrowheads="1"/>
          </p:cNvSpPr>
          <p:nvPr/>
        </p:nvSpPr>
        <p:spPr bwMode="auto">
          <a:xfrm>
            <a:off x="6496050" y="5741988"/>
            <a:ext cx="438150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COMPANY</a:t>
            </a:r>
            <a:endParaRPr lang="en-US" altLang="ko-KR" sz="2400">
              <a:solidFill>
                <a:schemeClr val="tx1"/>
              </a:solidFill>
            </a:endParaRPr>
          </a:p>
        </p:txBody>
      </p:sp>
      <p:sp>
        <p:nvSpPr>
          <p:cNvPr id="194598" name="Rectangle 40"/>
          <p:cNvSpPr>
            <a:spLocks noChangeArrowheads="1"/>
          </p:cNvSpPr>
          <p:nvPr/>
        </p:nvSpPr>
        <p:spPr bwMode="auto">
          <a:xfrm>
            <a:off x="7008813" y="5359400"/>
            <a:ext cx="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2400">
              <a:solidFill>
                <a:schemeClr val="tx1"/>
              </a:solidFill>
            </a:endParaRPr>
          </a:p>
        </p:txBody>
      </p:sp>
      <p:sp>
        <p:nvSpPr>
          <p:cNvPr id="194599" name="Rectangle 41"/>
          <p:cNvSpPr>
            <a:spLocks noChangeArrowheads="1"/>
          </p:cNvSpPr>
          <p:nvPr/>
        </p:nvSpPr>
        <p:spPr bwMode="auto">
          <a:xfrm>
            <a:off x="7008813" y="5359400"/>
            <a:ext cx="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2400">
              <a:solidFill>
                <a:schemeClr val="tx1"/>
              </a:solidFill>
            </a:endParaRPr>
          </a:p>
        </p:txBody>
      </p:sp>
      <p:sp>
        <p:nvSpPr>
          <p:cNvPr id="194600" name="Rectangle 42"/>
          <p:cNvSpPr>
            <a:spLocks noChangeArrowheads="1"/>
          </p:cNvSpPr>
          <p:nvPr/>
        </p:nvSpPr>
        <p:spPr bwMode="auto">
          <a:xfrm>
            <a:off x="7213600" y="5713413"/>
            <a:ext cx="628650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LG.Philips LCD</a:t>
            </a:r>
            <a:endParaRPr lang="en-US" altLang="ko-KR" sz="2400">
              <a:solidFill>
                <a:schemeClr val="tx1"/>
              </a:solidFill>
            </a:endParaRPr>
          </a:p>
        </p:txBody>
      </p:sp>
      <p:sp>
        <p:nvSpPr>
          <p:cNvPr id="194601" name="Rectangle 43"/>
          <p:cNvSpPr>
            <a:spLocks noChangeArrowheads="1"/>
          </p:cNvSpPr>
          <p:nvPr/>
        </p:nvSpPr>
        <p:spPr bwMode="auto">
          <a:xfrm>
            <a:off x="5348288" y="5770563"/>
            <a:ext cx="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2400">
              <a:solidFill>
                <a:schemeClr val="tx1"/>
              </a:solidFill>
            </a:endParaRPr>
          </a:p>
        </p:txBody>
      </p:sp>
      <p:sp>
        <p:nvSpPr>
          <p:cNvPr id="194602" name="Rectangle 44"/>
          <p:cNvSpPr>
            <a:spLocks noChangeArrowheads="1"/>
          </p:cNvSpPr>
          <p:nvPr/>
        </p:nvSpPr>
        <p:spPr bwMode="auto">
          <a:xfrm>
            <a:off x="5365750" y="4840288"/>
            <a:ext cx="157094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Tên</a:t>
            </a:r>
            <a:endParaRPr lang="ko-KR" altLang="en-US" sz="2400" dirty="0">
              <a:solidFill>
                <a:schemeClr val="tx1"/>
              </a:solidFill>
            </a:endParaRPr>
          </a:p>
        </p:txBody>
      </p:sp>
      <p:sp>
        <p:nvSpPr>
          <p:cNvPr id="194603" name="Rectangle 45"/>
          <p:cNvSpPr>
            <a:spLocks noChangeArrowheads="1"/>
          </p:cNvSpPr>
          <p:nvPr/>
        </p:nvSpPr>
        <p:spPr bwMode="auto">
          <a:xfrm>
            <a:off x="5235575" y="4914900"/>
            <a:ext cx="588963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DESCRIPTION</a:t>
            </a:r>
            <a:endParaRPr lang="en-US" altLang="ko-KR" sz="2400">
              <a:solidFill>
                <a:schemeClr val="tx1"/>
              </a:solidFill>
            </a:endParaRPr>
          </a:p>
        </p:txBody>
      </p:sp>
      <p:sp>
        <p:nvSpPr>
          <p:cNvPr id="194604" name="Rectangle 46"/>
          <p:cNvSpPr>
            <a:spLocks noChangeArrowheads="1"/>
          </p:cNvSpPr>
          <p:nvPr/>
        </p:nvSpPr>
        <p:spPr bwMode="auto">
          <a:xfrm>
            <a:off x="4788024" y="5667375"/>
            <a:ext cx="476092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Tên</a:t>
            </a:r>
            <a:r>
              <a:rPr lang="en-US" altLang="ko-KR" sz="700" dirty="0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 </a:t>
            </a: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bản</a:t>
            </a:r>
            <a:r>
              <a:rPr lang="en-US" altLang="ko-KR" sz="700" dirty="0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 </a:t>
            </a: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vẽ</a:t>
            </a:r>
            <a:endParaRPr lang="ko-KR" altLang="en-US" sz="2400" dirty="0">
              <a:solidFill>
                <a:schemeClr val="tx1"/>
              </a:solidFill>
            </a:endParaRPr>
          </a:p>
        </p:txBody>
      </p:sp>
      <p:sp>
        <p:nvSpPr>
          <p:cNvPr id="194605" name="Rectangle 47"/>
          <p:cNvSpPr>
            <a:spLocks noChangeArrowheads="1"/>
          </p:cNvSpPr>
          <p:nvPr/>
        </p:nvSpPr>
        <p:spPr bwMode="auto">
          <a:xfrm>
            <a:off x="4949825" y="5741988"/>
            <a:ext cx="231775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TITLE</a:t>
            </a:r>
            <a:endParaRPr lang="en-US" altLang="ko-KR" sz="2400" dirty="0">
              <a:solidFill>
                <a:schemeClr val="tx1"/>
              </a:solidFill>
            </a:endParaRPr>
          </a:p>
        </p:txBody>
      </p:sp>
      <p:sp>
        <p:nvSpPr>
          <p:cNvPr id="194606" name="Rectangle 48"/>
          <p:cNvSpPr>
            <a:spLocks noChangeArrowheads="1"/>
          </p:cNvSpPr>
          <p:nvPr/>
        </p:nvSpPr>
        <p:spPr bwMode="auto">
          <a:xfrm>
            <a:off x="4860872" y="5462588"/>
            <a:ext cx="431208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Số</a:t>
            </a:r>
            <a:r>
              <a:rPr lang="en-US" altLang="ko-KR" sz="700" dirty="0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 </a:t>
            </a: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bản</a:t>
            </a:r>
            <a:r>
              <a:rPr lang="en-US" altLang="ko-KR" sz="700" dirty="0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 </a:t>
            </a: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vẽ</a:t>
            </a:r>
            <a:endParaRPr lang="ko-KR" altLang="en-US" sz="2400" dirty="0">
              <a:solidFill>
                <a:schemeClr val="tx1"/>
              </a:solidFill>
            </a:endParaRPr>
          </a:p>
        </p:txBody>
      </p:sp>
      <p:sp>
        <p:nvSpPr>
          <p:cNvPr id="194607" name="Rectangle 49"/>
          <p:cNvSpPr>
            <a:spLocks noChangeArrowheads="1"/>
          </p:cNvSpPr>
          <p:nvPr/>
        </p:nvSpPr>
        <p:spPr bwMode="auto">
          <a:xfrm>
            <a:off x="4864100" y="5535613"/>
            <a:ext cx="396875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 err="1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DWG.No</a:t>
            </a:r>
            <a:r>
              <a:rPr lang="en-US" altLang="ko-KR" sz="700" dirty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.</a:t>
            </a:r>
            <a:endParaRPr lang="en-US" altLang="ko-KR" sz="2400" dirty="0">
              <a:solidFill>
                <a:schemeClr val="tx1"/>
              </a:solidFill>
            </a:endParaRPr>
          </a:p>
        </p:txBody>
      </p:sp>
      <p:sp>
        <p:nvSpPr>
          <p:cNvPr id="194608" name="Rectangle 50"/>
          <p:cNvSpPr>
            <a:spLocks noChangeArrowheads="1"/>
          </p:cNvSpPr>
          <p:nvPr/>
        </p:nvSpPr>
        <p:spPr bwMode="auto">
          <a:xfrm>
            <a:off x="4716016" y="5256213"/>
            <a:ext cx="660437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Người</a:t>
            </a:r>
            <a:r>
              <a:rPr lang="en-US" altLang="ko-KR" sz="700" dirty="0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 </a:t>
            </a: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thiết</a:t>
            </a:r>
            <a:r>
              <a:rPr lang="en-US" altLang="ko-KR" sz="700" dirty="0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 </a:t>
            </a:r>
            <a:r>
              <a:rPr lang="en-US" altLang="ko-KR" sz="700" dirty="0" err="1" smtClean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kế</a:t>
            </a:r>
            <a:endParaRPr lang="ko-KR" altLang="en-US" sz="2400" dirty="0">
              <a:solidFill>
                <a:schemeClr val="tx1"/>
              </a:solidFill>
            </a:endParaRPr>
          </a:p>
        </p:txBody>
      </p:sp>
      <p:sp>
        <p:nvSpPr>
          <p:cNvPr id="194609" name="Rectangle 51"/>
          <p:cNvSpPr>
            <a:spLocks noChangeArrowheads="1"/>
          </p:cNvSpPr>
          <p:nvPr/>
        </p:nvSpPr>
        <p:spPr bwMode="auto">
          <a:xfrm>
            <a:off x="4841875" y="5330825"/>
            <a:ext cx="447675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dirty="0">
                <a:solidFill>
                  <a:srgbClr val="000000"/>
                </a:solidFill>
                <a:latin typeface="돋움" pitchFamily="50" charset="-127"/>
                <a:ea typeface="돋움" pitchFamily="50" charset="-127"/>
              </a:rPr>
              <a:t>DESIGNER</a:t>
            </a:r>
            <a:endParaRPr lang="en-US" altLang="ko-KR" sz="2400" dirty="0">
              <a:solidFill>
                <a:schemeClr val="tx1"/>
              </a:solidFill>
            </a:endParaRPr>
          </a:p>
        </p:txBody>
      </p:sp>
      <p:sp>
        <p:nvSpPr>
          <p:cNvPr id="194610" name="Rectangle 52"/>
          <p:cNvSpPr>
            <a:spLocks noChangeArrowheads="1"/>
          </p:cNvSpPr>
          <p:nvPr/>
        </p:nvSpPr>
        <p:spPr bwMode="auto">
          <a:xfrm>
            <a:off x="5348288" y="5359400"/>
            <a:ext cx="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2400">
              <a:solidFill>
                <a:schemeClr val="tx1"/>
              </a:solidFill>
            </a:endParaRPr>
          </a:p>
        </p:txBody>
      </p:sp>
      <p:sp>
        <p:nvSpPr>
          <p:cNvPr id="194611" name="Rectangle 53"/>
          <p:cNvSpPr>
            <a:spLocks noChangeArrowheads="1"/>
          </p:cNvSpPr>
          <p:nvPr/>
        </p:nvSpPr>
        <p:spPr bwMode="auto">
          <a:xfrm>
            <a:off x="5348288" y="5359400"/>
            <a:ext cx="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2400">
              <a:solidFill>
                <a:schemeClr val="tx1"/>
              </a:solidFill>
            </a:endParaRPr>
          </a:p>
        </p:txBody>
      </p:sp>
      <p:sp>
        <p:nvSpPr>
          <p:cNvPr id="194612" name="Rectangle 54"/>
          <p:cNvSpPr>
            <a:spLocks noChangeArrowheads="1"/>
          </p:cNvSpPr>
          <p:nvPr/>
        </p:nvSpPr>
        <p:spPr bwMode="auto">
          <a:xfrm>
            <a:off x="5348288" y="5564188"/>
            <a:ext cx="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2400">
              <a:solidFill>
                <a:schemeClr val="tx1"/>
              </a:solidFill>
            </a:endParaRPr>
          </a:p>
        </p:txBody>
      </p:sp>
      <p:sp>
        <p:nvSpPr>
          <p:cNvPr id="194613" name="Rectangle 55"/>
          <p:cNvSpPr>
            <a:spLocks noChangeArrowheads="1"/>
          </p:cNvSpPr>
          <p:nvPr/>
        </p:nvSpPr>
        <p:spPr bwMode="auto">
          <a:xfrm>
            <a:off x="5348288" y="5564188"/>
            <a:ext cx="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2400">
              <a:solidFill>
                <a:schemeClr val="tx1"/>
              </a:solidFill>
            </a:endParaRPr>
          </a:p>
        </p:txBody>
      </p:sp>
      <p:sp>
        <p:nvSpPr>
          <p:cNvPr id="194614" name="Rectangle 56"/>
          <p:cNvSpPr>
            <a:spLocks noChangeArrowheads="1"/>
          </p:cNvSpPr>
          <p:nvPr/>
        </p:nvSpPr>
        <p:spPr bwMode="auto">
          <a:xfrm>
            <a:off x="7008813" y="5564188"/>
            <a:ext cx="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2400">
              <a:solidFill>
                <a:schemeClr val="tx1"/>
              </a:solidFill>
            </a:endParaRPr>
          </a:p>
        </p:txBody>
      </p:sp>
      <p:sp>
        <p:nvSpPr>
          <p:cNvPr id="194615" name="Rectangle 57"/>
          <p:cNvSpPr>
            <a:spLocks noChangeArrowheads="1"/>
          </p:cNvSpPr>
          <p:nvPr/>
        </p:nvSpPr>
        <p:spPr bwMode="auto">
          <a:xfrm>
            <a:off x="7008813" y="5564188"/>
            <a:ext cx="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2400">
              <a:solidFill>
                <a:schemeClr val="tx1"/>
              </a:solidFill>
            </a:endParaRPr>
          </a:p>
        </p:txBody>
      </p:sp>
      <p:sp>
        <p:nvSpPr>
          <p:cNvPr id="194616" name="Rectangle 58"/>
          <p:cNvSpPr>
            <a:spLocks noChangeArrowheads="1"/>
          </p:cNvSpPr>
          <p:nvPr/>
        </p:nvSpPr>
        <p:spPr bwMode="auto">
          <a:xfrm>
            <a:off x="5068888" y="4737100"/>
            <a:ext cx="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2400">
              <a:solidFill>
                <a:schemeClr val="tx1"/>
              </a:solidFill>
            </a:endParaRPr>
          </a:p>
        </p:txBody>
      </p:sp>
      <p:sp>
        <p:nvSpPr>
          <p:cNvPr id="194617" name="Rectangle 59"/>
          <p:cNvSpPr>
            <a:spLocks noChangeArrowheads="1"/>
          </p:cNvSpPr>
          <p:nvPr/>
        </p:nvSpPr>
        <p:spPr bwMode="auto">
          <a:xfrm>
            <a:off x="5068888" y="4737100"/>
            <a:ext cx="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2400">
              <a:solidFill>
                <a:schemeClr val="tx1"/>
              </a:solidFill>
            </a:endParaRPr>
          </a:p>
        </p:txBody>
      </p:sp>
      <p:sp>
        <p:nvSpPr>
          <p:cNvPr id="194618" name="Rectangle 60"/>
          <p:cNvSpPr>
            <a:spLocks noChangeArrowheads="1"/>
          </p:cNvSpPr>
          <p:nvPr/>
        </p:nvSpPr>
        <p:spPr bwMode="auto">
          <a:xfrm>
            <a:off x="4932363" y="5056188"/>
            <a:ext cx="209994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b="1" dirty="0" err="1" smtClean="0">
                <a:solidFill>
                  <a:schemeClr val="tx1"/>
                </a:solidFill>
                <a:latin typeface="돋움" pitchFamily="50" charset="-127"/>
                <a:ea typeface="돋움" pitchFamily="50" charset="-127"/>
              </a:rPr>
              <a:t>Tỉ</a:t>
            </a:r>
            <a:r>
              <a:rPr lang="en-US" altLang="ko-KR" sz="700" b="1" dirty="0" smtClean="0">
                <a:solidFill>
                  <a:schemeClr val="tx1"/>
                </a:solidFill>
                <a:latin typeface="돋움" pitchFamily="50" charset="-127"/>
                <a:ea typeface="돋움" pitchFamily="50" charset="-127"/>
              </a:rPr>
              <a:t> </a:t>
            </a:r>
            <a:r>
              <a:rPr lang="en-US" altLang="ko-KR" sz="700" b="1" dirty="0" err="1" smtClean="0">
                <a:solidFill>
                  <a:schemeClr val="tx1"/>
                </a:solidFill>
                <a:latin typeface="돋움" pitchFamily="50" charset="-127"/>
                <a:ea typeface="돋움" pitchFamily="50" charset="-127"/>
              </a:rPr>
              <a:t>lệ</a:t>
            </a:r>
            <a:endParaRPr lang="ko-KR" altLang="en-US" sz="2400" b="1" dirty="0">
              <a:solidFill>
                <a:schemeClr val="tx1"/>
              </a:solidFill>
            </a:endParaRPr>
          </a:p>
        </p:txBody>
      </p:sp>
      <p:sp>
        <p:nvSpPr>
          <p:cNvPr id="194619" name="Rectangle 61"/>
          <p:cNvSpPr>
            <a:spLocks noChangeArrowheads="1"/>
          </p:cNvSpPr>
          <p:nvPr/>
        </p:nvSpPr>
        <p:spPr bwMode="auto">
          <a:xfrm>
            <a:off x="4922838" y="5138738"/>
            <a:ext cx="284162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700" b="1" dirty="0">
                <a:solidFill>
                  <a:schemeClr val="tx1"/>
                </a:solidFill>
                <a:latin typeface="돋움" pitchFamily="50" charset="-127"/>
                <a:ea typeface="돋움" pitchFamily="50" charset="-127"/>
              </a:rPr>
              <a:t>SCALE</a:t>
            </a:r>
            <a:endParaRPr lang="en-US" altLang="ko-KR" sz="2400" b="1" dirty="0">
              <a:solidFill>
                <a:schemeClr val="tx1"/>
              </a:solidFill>
            </a:endParaRPr>
          </a:p>
        </p:txBody>
      </p:sp>
      <p:sp>
        <p:nvSpPr>
          <p:cNvPr id="194620" name="Rectangle 62"/>
          <p:cNvSpPr>
            <a:spLocks noChangeArrowheads="1"/>
          </p:cNvSpPr>
          <p:nvPr/>
        </p:nvSpPr>
        <p:spPr bwMode="auto">
          <a:xfrm>
            <a:off x="5348288" y="5154613"/>
            <a:ext cx="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2400">
              <a:solidFill>
                <a:schemeClr val="tx1"/>
              </a:solidFill>
            </a:endParaRPr>
          </a:p>
        </p:txBody>
      </p:sp>
      <p:sp>
        <p:nvSpPr>
          <p:cNvPr id="194621" name="Rectangle 63"/>
          <p:cNvSpPr>
            <a:spLocks noChangeArrowheads="1"/>
          </p:cNvSpPr>
          <p:nvPr/>
        </p:nvSpPr>
        <p:spPr bwMode="auto">
          <a:xfrm>
            <a:off x="5348288" y="5154613"/>
            <a:ext cx="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2400">
              <a:solidFill>
                <a:schemeClr val="tx1"/>
              </a:solidFill>
            </a:endParaRPr>
          </a:p>
        </p:txBody>
      </p:sp>
      <p:sp>
        <p:nvSpPr>
          <p:cNvPr id="194622" name="Rectangle 64"/>
          <p:cNvSpPr>
            <a:spLocks noChangeArrowheads="1"/>
          </p:cNvSpPr>
          <p:nvPr/>
        </p:nvSpPr>
        <p:spPr bwMode="auto">
          <a:xfrm>
            <a:off x="7008813" y="5154613"/>
            <a:ext cx="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2400">
              <a:solidFill>
                <a:schemeClr val="tx1"/>
              </a:solidFill>
            </a:endParaRPr>
          </a:p>
        </p:txBody>
      </p:sp>
      <p:sp>
        <p:nvSpPr>
          <p:cNvPr id="194623" name="Rectangle 65"/>
          <p:cNvSpPr>
            <a:spLocks noChangeArrowheads="1"/>
          </p:cNvSpPr>
          <p:nvPr/>
        </p:nvSpPr>
        <p:spPr bwMode="auto">
          <a:xfrm>
            <a:off x="7008813" y="5154613"/>
            <a:ext cx="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2400">
              <a:solidFill>
                <a:schemeClr val="tx1"/>
              </a:solidFill>
            </a:endParaRPr>
          </a:p>
        </p:txBody>
      </p:sp>
      <p:sp>
        <p:nvSpPr>
          <p:cNvPr id="194624" name="Rectangle 66"/>
          <p:cNvSpPr>
            <a:spLocks noChangeArrowheads="1"/>
          </p:cNvSpPr>
          <p:nvPr/>
        </p:nvSpPr>
        <p:spPr bwMode="auto">
          <a:xfrm>
            <a:off x="4767263" y="4646613"/>
            <a:ext cx="6350" cy="1587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25" name="Rectangle 67"/>
          <p:cNvSpPr>
            <a:spLocks noChangeArrowheads="1"/>
          </p:cNvSpPr>
          <p:nvPr/>
        </p:nvSpPr>
        <p:spPr bwMode="auto">
          <a:xfrm>
            <a:off x="5046663" y="4646613"/>
            <a:ext cx="6350" cy="1587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26" name="Rectangle 68"/>
          <p:cNvSpPr>
            <a:spLocks noChangeArrowheads="1"/>
          </p:cNvSpPr>
          <p:nvPr/>
        </p:nvSpPr>
        <p:spPr bwMode="auto">
          <a:xfrm>
            <a:off x="5959475" y="4646613"/>
            <a:ext cx="4763" cy="1587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27" name="Rectangle 69"/>
          <p:cNvSpPr>
            <a:spLocks noChangeArrowheads="1"/>
          </p:cNvSpPr>
          <p:nvPr/>
        </p:nvSpPr>
        <p:spPr bwMode="auto">
          <a:xfrm>
            <a:off x="6415088" y="4646613"/>
            <a:ext cx="6350" cy="1587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28" name="Rectangle 70"/>
          <p:cNvSpPr>
            <a:spLocks noChangeArrowheads="1"/>
          </p:cNvSpPr>
          <p:nvPr/>
        </p:nvSpPr>
        <p:spPr bwMode="auto">
          <a:xfrm>
            <a:off x="6986588" y="4646613"/>
            <a:ext cx="4762" cy="1587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29" name="Rectangle 71"/>
          <p:cNvSpPr>
            <a:spLocks noChangeArrowheads="1"/>
          </p:cNvSpPr>
          <p:nvPr/>
        </p:nvSpPr>
        <p:spPr bwMode="auto">
          <a:xfrm>
            <a:off x="7539038" y="4646613"/>
            <a:ext cx="6350" cy="1587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30" name="Line 72"/>
          <p:cNvSpPr>
            <a:spLocks noChangeShapeType="1"/>
          </p:cNvSpPr>
          <p:nvPr/>
        </p:nvSpPr>
        <p:spPr bwMode="auto">
          <a:xfrm>
            <a:off x="4773613" y="4646613"/>
            <a:ext cx="3227387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31" name="Rectangle 73"/>
          <p:cNvSpPr>
            <a:spLocks noChangeArrowheads="1"/>
          </p:cNvSpPr>
          <p:nvPr/>
        </p:nvSpPr>
        <p:spPr bwMode="auto">
          <a:xfrm>
            <a:off x="4773613" y="4646613"/>
            <a:ext cx="3227387" cy="63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32" name="Rectangle 74"/>
          <p:cNvSpPr>
            <a:spLocks noChangeArrowheads="1"/>
          </p:cNvSpPr>
          <p:nvPr/>
        </p:nvSpPr>
        <p:spPr bwMode="auto">
          <a:xfrm>
            <a:off x="7994650" y="4646613"/>
            <a:ext cx="6350" cy="1587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33" name="Line 75"/>
          <p:cNvSpPr>
            <a:spLocks noChangeShapeType="1"/>
          </p:cNvSpPr>
          <p:nvPr/>
        </p:nvSpPr>
        <p:spPr bwMode="auto">
          <a:xfrm>
            <a:off x="4773613" y="4822825"/>
            <a:ext cx="3227387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34" name="Rectangle 76"/>
          <p:cNvSpPr>
            <a:spLocks noChangeArrowheads="1"/>
          </p:cNvSpPr>
          <p:nvPr/>
        </p:nvSpPr>
        <p:spPr bwMode="auto">
          <a:xfrm>
            <a:off x="4773613" y="4822825"/>
            <a:ext cx="3227387" cy="63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35" name="Rectangle 77"/>
          <p:cNvSpPr>
            <a:spLocks noChangeArrowheads="1"/>
          </p:cNvSpPr>
          <p:nvPr/>
        </p:nvSpPr>
        <p:spPr bwMode="auto">
          <a:xfrm>
            <a:off x="5326063" y="4646613"/>
            <a:ext cx="6350" cy="1587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36" name="Line 78"/>
          <p:cNvSpPr>
            <a:spLocks noChangeShapeType="1"/>
          </p:cNvSpPr>
          <p:nvPr/>
        </p:nvSpPr>
        <p:spPr bwMode="auto">
          <a:xfrm>
            <a:off x="6415088" y="4652963"/>
            <a:ext cx="1587" cy="3762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37" name="Rectangle 79"/>
          <p:cNvSpPr>
            <a:spLocks noChangeArrowheads="1"/>
          </p:cNvSpPr>
          <p:nvPr/>
        </p:nvSpPr>
        <p:spPr bwMode="auto">
          <a:xfrm>
            <a:off x="6415088" y="4652963"/>
            <a:ext cx="6350" cy="3762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38" name="Line 80"/>
          <p:cNvSpPr>
            <a:spLocks noChangeShapeType="1"/>
          </p:cNvSpPr>
          <p:nvPr/>
        </p:nvSpPr>
        <p:spPr bwMode="auto">
          <a:xfrm>
            <a:off x="6986588" y="4652963"/>
            <a:ext cx="1587" cy="3762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39" name="Rectangle 81"/>
          <p:cNvSpPr>
            <a:spLocks noChangeArrowheads="1"/>
          </p:cNvSpPr>
          <p:nvPr/>
        </p:nvSpPr>
        <p:spPr bwMode="auto">
          <a:xfrm>
            <a:off x="6986588" y="4652963"/>
            <a:ext cx="4762" cy="3762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40" name="Rectangle 82"/>
          <p:cNvSpPr>
            <a:spLocks noChangeArrowheads="1"/>
          </p:cNvSpPr>
          <p:nvPr/>
        </p:nvSpPr>
        <p:spPr bwMode="auto">
          <a:xfrm>
            <a:off x="4773613" y="5029200"/>
            <a:ext cx="3227387" cy="11113"/>
          </a:xfrm>
          <a:prstGeom prst="rect">
            <a:avLst/>
          </a:prstGeom>
          <a:solidFill>
            <a:srgbClr val="000000"/>
          </a:solidFill>
          <a:ln w="15875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41" name="Line 83"/>
          <p:cNvSpPr>
            <a:spLocks noChangeShapeType="1"/>
          </p:cNvSpPr>
          <p:nvPr/>
        </p:nvSpPr>
        <p:spPr bwMode="auto">
          <a:xfrm>
            <a:off x="7994650" y="4652963"/>
            <a:ext cx="1588" cy="3762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42" name="Rectangle 84"/>
          <p:cNvSpPr>
            <a:spLocks noChangeArrowheads="1"/>
          </p:cNvSpPr>
          <p:nvPr/>
        </p:nvSpPr>
        <p:spPr bwMode="auto">
          <a:xfrm>
            <a:off x="7994650" y="4652963"/>
            <a:ext cx="6350" cy="3762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43" name="Line 85"/>
          <p:cNvSpPr>
            <a:spLocks noChangeShapeType="1"/>
          </p:cNvSpPr>
          <p:nvPr/>
        </p:nvSpPr>
        <p:spPr bwMode="auto">
          <a:xfrm>
            <a:off x="4773613" y="5240338"/>
            <a:ext cx="3227387" cy="158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44" name="Rectangle 86"/>
          <p:cNvSpPr>
            <a:spLocks noChangeArrowheads="1"/>
          </p:cNvSpPr>
          <p:nvPr/>
        </p:nvSpPr>
        <p:spPr bwMode="auto">
          <a:xfrm>
            <a:off x="4773613" y="5240338"/>
            <a:ext cx="3227387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45" name="Line 87"/>
          <p:cNvSpPr>
            <a:spLocks noChangeShapeType="1"/>
          </p:cNvSpPr>
          <p:nvPr/>
        </p:nvSpPr>
        <p:spPr bwMode="auto">
          <a:xfrm>
            <a:off x="4773613" y="5445125"/>
            <a:ext cx="3227387" cy="15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46" name="Rectangle 88"/>
          <p:cNvSpPr>
            <a:spLocks noChangeArrowheads="1"/>
          </p:cNvSpPr>
          <p:nvPr/>
        </p:nvSpPr>
        <p:spPr bwMode="auto">
          <a:xfrm>
            <a:off x="4773613" y="5445125"/>
            <a:ext cx="3227387" cy="476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47" name="Line 89"/>
          <p:cNvSpPr>
            <a:spLocks noChangeShapeType="1"/>
          </p:cNvSpPr>
          <p:nvPr/>
        </p:nvSpPr>
        <p:spPr bwMode="auto">
          <a:xfrm>
            <a:off x="4773613" y="5649913"/>
            <a:ext cx="3227387" cy="158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48" name="Rectangle 90"/>
          <p:cNvSpPr>
            <a:spLocks noChangeArrowheads="1"/>
          </p:cNvSpPr>
          <p:nvPr/>
        </p:nvSpPr>
        <p:spPr bwMode="auto">
          <a:xfrm>
            <a:off x="4773613" y="5649913"/>
            <a:ext cx="3227387" cy="63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49" name="Line 91"/>
          <p:cNvSpPr>
            <a:spLocks noChangeShapeType="1"/>
          </p:cNvSpPr>
          <p:nvPr/>
        </p:nvSpPr>
        <p:spPr bwMode="auto">
          <a:xfrm>
            <a:off x="5046663" y="4652963"/>
            <a:ext cx="1587" cy="3762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50" name="Rectangle 92"/>
          <p:cNvSpPr>
            <a:spLocks noChangeArrowheads="1"/>
          </p:cNvSpPr>
          <p:nvPr/>
        </p:nvSpPr>
        <p:spPr bwMode="auto">
          <a:xfrm>
            <a:off x="5046663" y="4652963"/>
            <a:ext cx="6350" cy="3762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51" name="Line 93"/>
          <p:cNvSpPr>
            <a:spLocks noChangeShapeType="1"/>
          </p:cNvSpPr>
          <p:nvPr/>
        </p:nvSpPr>
        <p:spPr bwMode="auto">
          <a:xfrm>
            <a:off x="5326063" y="5040313"/>
            <a:ext cx="1587" cy="8207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52" name="Rectangle 94"/>
          <p:cNvSpPr>
            <a:spLocks noChangeArrowheads="1"/>
          </p:cNvSpPr>
          <p:nvPr/>
        </p:nvSpPr>
        <p:spPr bwMode="auto">
          <a:xfrm>
            <a:off x="5326063" y="5040313"/>
            <a:ext cx="6350" cy="8207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53" name="Line 95"/>
          <p:cNvSpPr>
            <a:spLocks noChangeShapeType="1"/>
          </p:cNvSpPr>
          <p:nvPr/>
        </p:nvSpPr>
        <p:spPr bwMode="auto">
          <a:xfrm>
            <a:off x="5959475" y="4652963"/>
            <a:ext cx="1588" cy="3762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54" name="Rectangle 96"/>
          <p:cNvSpPr>
            <a:spLocks noChangeArrowheads="1"/>
          </p:cNvSpPr>
          <p:nvPr/>
        </p:nvSpPr>
        <p:spPr bwMode="auto">
          <a:xfrm>
            <a:off x="5959475" y="4652963"/>
            <a:ext cx="4763" cy="3762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55" name="Line 97"/>
          <p:cNvSpPr>
            <a:spLocks noChangeShapeType="1"/>
          </p:cNvSpPr>
          <p:nvPr/>
        </p:nvSpPr>
        <p:spPr bwMode="auto">
          <a:xfrm>
            <a:off x="6415088" y="5040313"/>
            <a:ext cx="1587" cy="8207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56" name="Rectangle 98"/>
          <p:cNvSpPr>
            <a:spLocks noChangeArrowheads="1"/>
          </p:cNvSpPr>
          <p:nvPr/>
        </p:nvSpPr>
        <p:spPr bwMode="auto">
          <a:xfrm>
            <a:off x="6415088" y="5040313"/>
            <a:ext cx="6350" cy="8207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57" name="Line 99"/>
          <p:cNvSpPr>
            <a:spLocks noChangeShapeType="1"/>
          </p:cNvSpPr>
          <p:nvPr/>
        </p:nvSpPr>
        <p:spPr bwMode="auto">
          <a:xfrm>
            <a:off x="6986588" y="5040313"/>
            <a:ext cx="1587" cy="8207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58" name="Rectangle 100"/>
          <p:cNvSpPr>
            <a:spLocks noChangeArrowheads="1"/>
          </p:cNvSpPr>
          <p:nvPr/>
        </p:nvSpPr>
        <p:spPr bwMode="auto">
          <a:xfrm>
            <a:off x="6986588" y="5040313"/>
            <a:ext cx="4762" cy="8207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59" name="Line 101"/>
          <p:cNvSpPr>
            <a:spLocks noChangeShapeType="1"/>
          </p:cNvSpPr>
          <p:nvPr/>
        </p:nvSpPr>
        <p:spPr bwMode="auto">
          <a:xfrm>
            <a:off x="7539038" y="4652963"/>
            <a:ext cx="1587" cy="3762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60" name="Rectangle 102"/>
          <p:cNvSpPr>
            <a:spLocks noChangeArrowheads="1"/>
          </p:cNvSpPr>
          <p:nvPr/>
        </p:nvSpPr>
        <p:spPr bwMode="auto">
          <a:xfrm>
            <a:off x="7539038" y="4652963"/>
            <a:ext cx="6350" cy="3762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61" name="Line 103"/>
          <p:cNvSpPr>
            <a:spLocks noChangeShapeType="1"/>
          </p:cNvSpPr>
          <p:nvPr/>
        </p:nvSpPr>
        <p:spPr bwMode="auto">
          <a:xfrm>
            <a:off x="4773613" y="5854700"/>
            <a:ext cx="3227387" cy="15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62" name="Rectangle 104"/>
          <p:cNvSpPr>
            <a:spLocks noChangeArrowheads="1"/>
          </p:cNvSpPr>
          <p:nvPr/>
        </p:nvSpPr>
        <p:spPr bwMode="auto">
          <a:xfrm>
            <a:off x="4773613" y="5854700"/>
            <a:ext cx="3227387" cy="63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63" name="Line 105"/>
          <p:cNvSpPr>
            <a:spLocks noChangeShapeType="1"/>
          </p:cNvSpPr>
          <p:nvPr/>
        </p:nvSpPr>
        <p:spPr bwMode="auto">
          <a:xfrm>
            <a:off x="7994650" y="5040313"/>
            <a:ext cx="1588" cy="8207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64" name="Rectangle 106"/>
          <p:cNvSpPr>
            <a:spLocks noChangeArrowheads="1"/>
          </p:cNvSpPr>
          <p:nvPr/>
        </p:nvSpPr>
        <p:spPr bwMode="auto">
          <a:xfrm>
            <a:off x="7994650" y="5040313"/>
            <a:ext cx="6350" cy="8207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65" name="Line 107"/>
          <p:cNvSpPr>
            <a:spLocks noChangeShapeType="1"/>
          </p:cNvSpPr>
          <p:nvPr/>
        </p:nvSpPr>
        <p:spPr bwMode="auto">
          <a:xfrm>
            <a:off x="4767263" y="5861050"/>
            <a:ext cx="1587" cy="1588"/>
          </a:xfrm>
          <a:prstGeom prst="line">
            <a:avLst/>
          </a:prstGeom>
          <a:noFill/>
          <a:ln w="1587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66" name="Rectangle 108"/>
          <p:cNvSpPr>
            <a:spLocks noChangeArrowheads="1"/>
          </p:cNvSpPr>
          <p:nvPr/>
        </p:nvSpPr>
        <p:spPr bwMode="auto">
          <a:xfrm>
            <a:off x="4767263" y="5861050"/>
            <a:ext cx="6350" cy="6350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67" name="Line 109"/>
          <p:cNvSpPr>
            <a:spLocks noChangeShapeType="1"/>
          </p:cNvSpPr>
          <p:nvPr/>
        </p:nvSpPr>
        <p:spPr bwMode="auto">
          <a:xfrm>
            <a:off x="5046663" y="5861050"/>
            <a:ext cx="1587" cy="1588"/>
          </a:xfrm>
          <a:prstGeom prst="line">
            <a:avLst/>
          </a:prstGeom>
          <a:noFill/>
          <a:ln w="1587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68" name="Rectangle 110"/>
          <p:cNvSpPr>
            <a:spLocks noChangeArrowheads="1"/>
          </p:cNvSpPr>
          <p:nvPr/>
        </p:nvSpPr>
        <p:spPr bwMode="auto">
          <a:xfrm>
            <a:off x="5046663" y="5861050"/>
            <a:ext cx="6350" cy="6350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69" name="Line 111"/>
          <p:cNvSpPr>
            <a:spLocks noChangeShapeType="1"/>
          </p:cNvSpPr>
          <p:nvPr/>
        </p:nvSpPr>
        <p:spPr bwMode="auto">
          <a:xfrm>
            <a:off x="5326063" y="5861050"/>
            <a:ext cx="1587" cy="1588"/>
          </a:xfrm>
          <a:prstGeom prst="line">
            <a:avLst/>
          </a:prstGeom>
          <a:noFill/>
          <a:ln w="1587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70" name="Rectangle 112"/>
          <p:cNvSpPr>
            <a:spLocks noChangeArrowheads="1"/>
          </p:cNvSpPr>
          <p:nvPr/>
        </p:nvSpPr>
        <p:spPr bwMode="auto">
          <a:xfrm>
            <a:off x="5326063" y="5861050"/>
            <a:ext cx="6350" cy="6350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71" name="Line 113"/>
          <p:cNvSpPr>
            <a:spLocks noChangeShapeType="1"/>
          </p:cNvSpPr>
          <p:nvPr/>
        </p:nvSpPr>
        <p:spPr bwMode="auto">
          <a:xfrm>
            <a:off x="5959475" y="5861050"/>
            <a:ext cx="1588" cy="1588"/>
          </a:xfrm>
          <a:prstGeom prst="line">
            <a:avLst/>
          </a:prstGeom>
          <a:noFill/>
          <a:ln w="1587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72" name="Rectangle 114"/>
          <p:cNvSpPr>
            <a:spLocks noChangeArrowheads="1"/>
          </p:cNvSpPr>
          <p:nvPr/>
        </p:nvSpPr>
        <p:spPr bwMode="auto">
          <a:xfrm>
            <a:off x="5959475" y="5861050"/>
            <a:ext cx="4763" cy="6350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73" name="Line 115"/>
          <p:cNvSpPr>
            <a:spLocks noChangeShapeType="1"/>
          </p:cNvSpPr>
          <p:nvPr/>
        </p:nvSpPr>
        <p:spPr bwMode="auto">
          <a:xfrm>
            <a:off x="6415088" y="5861050"/>
            <a:ext cx="1587" cy="1588"/>
          </a:xfrm>
          <a:prstGeom prst="line">
            <a:avLst/>
          </a:prstGeom>
          <a:noFill/>
          <a:ln w="1587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74" name="Rectangle 116"/>
          <p:cNvSpPr>
            <a:spLocks noChangeArrowheads="1"/>
          </p:cNvSpPr>
          <p:nvPr/>
        </p:nvSpPr>
        <p:spPr bwMode="auto">
          <a:xfrm>
            <a:off x="6415088" y="5861050"/>
            <a:ext cx="6350" cy="6350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75" name="Line 117"/>
          <p:cNvSpPr>
            <a:spLocks noChangeShapeType="1"/>
          </p:cNvSpPr>
          <p:nvPr/>
        </p:nvSpPr>
        <p:spPr bwMode="auto">
          <a:xfrm>
            <a:off x="6986588" y="5861050"/>
            <a:ext cx="1587" cy="1588"/>
          </a:xfrm>
          <a:prstGeom prst="line">
            <a:avLst/>
          </a:prstGeom>
          <a:noFill/>
          <a:ln w="1587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76" name="Rectangle 118"/>
          <p:cNvSpPr>
            <a:spLocks noChangeArrowheads="1"/>
          </p:cNvSpPr>
          <p:nvPr/>
        </p:nvSpPr>
        <p:spPr bwMode="auto">
          <a:xfrm>
            <a:off x="6986588" y="5861050"/>
            <a:ext cx="4762" cy="6350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77" name="Line 119"/>
          <p:cNvSpPr>
            <a:spLocks noChangeShapeType="1"/>
          </p:cNvSpPr>
          <p:nvPr/>
        </p:nvSpPr>
        <p:spPr bwMode="auto">
          <a:xfrm>
            <a:off x="7539038" y="5861050"/>
            <a:ext cx="1587" cy="1588"/>
          </a:xfrm>
          <a:prstGeom prst="line">
            <a:avLst/>
          </a:prstGeom>
          <a:noFill/>
          <a:ln w="1587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78" name="Rectangle 120"/>
          <p:cNvSpPr>
            <a:spLocks noChangeArrowheads="1"/>
          </p:cNvSpPr>
          <p:nvPr/>
        </p:nvSpPr>
        <p:spPr bwMode="auto">
          <a:xfrm>
            <a:off x="7539038" y="5861050"/>
            <a:ext cx="6350" cy="6350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79" name="Line 121"/>
          <p:cNvSpPr>
            <a:spLocks noChangeShapeType="1"/>
          </p:cNvSpPr>
          <p:nvPr/>
        </p:nvSpPr>
        <p:spPr bwMode="auto">
          <a:xfrm>
            <a:off x="7994650" y="5861050"/>
            <a:ext cx="1588" cy="1588"/>
          </a:xfrm>
          <a:prstGeom prst="line">
            <a:avLst/>
          </a:prstGeom>
          <a:noFill/>
          <a:ln w="1587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80" name="Rectangle 122"/>
          <p:cNvSpPr>
            <a:spLocks noChangeArrowheads="1"/>
          </p:cNvSpPr>
          <p:nvPr/>
        </p:nvSpPr>
        <p:spPr bwMode="auto">
          <a:xfrm>
            <a:off x="7994650" y="5861050"/>
            <a:ext cx="6350" cy="6350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81" name="Line 123"/>
          <p:cNvSpPr>
            <a:spLocks noChangeShapeType="1"/>
          </p:cNvSpPr>
          <p:nvPr/>
        </p:nvSpPr>
        <p:spPr bwMode="auto">
          <a:xfrm>
            <a:off x="8001000" y="4646613"/>
            <a:ext cx="1588" cy="1587"/>
          </a:xfrm>
          <a:prstGeom prst="line">
            <a:avLst/>
          </a:prstGeom>
          <a:noFill/>
          <a:ln w="1587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82" name="Rectangle 124"/>
          <p:cNvSpPr>
            <a:spLocks noChangeArrowheads="1"/>
          </p:cNvSpPr>
          <p:nvPr/>
        </p:nvSpPr>
        <p:spPr bwMode="auto">
          <a:xfrm>
            <a:off x="8001000" y="4646613"/>
            <a:ext cx="6350" cy="6350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83" name="Line 125"/>
          <p:cNvSpPr>
            <a:spLocks noChangeShapeType="1"/>
          </p:cNvSpPr>
          <p:nvPr/>
        </p:nvSpPr>
        <p:spPr bwMode="auto">
          <a:xfrm>
            <a:off x="8001000" y="4822825"/>
            <a:ext cx="1588" cy="1588"/>
          </a:xfrm>
          <a:prstGeom prst="line">
            <a:avLst/>
          </a:prstGeom>
          <a:noFill/>
          <a:ln w="1587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84" name="Rectangle 126"/>
          <p:cNvSpPr>
            <a:spLocks noChangeArrowheads="1"/>
          </p:cNvSpPr>
          <p:nvPr/>
        </p:nvSpPr>
        <p:spPr bwMode="auto">
          <a:xfrm>
            <a:off x="8001000" y="4822825"/>
            <a:ext cx="6350" cy="6350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85" name="Line 127"/>
          <p:cNvSpPr>
            <a:spLocks noChangeShapeType="1"/>
          </p:cNvSpPr>
          <p:nvPr/>
        </p:nvSpPr>
        <p:spPr bwMode="auto">
          <a:xfrm>
            <a:off x="8001000" y="5033963"/>
            <a:ext cx="1588" cy="1587"/>
          </a:xfrm>
          <a:prstGeom prst="line">
            <a:avLst/>
          </a:prstGeom>
          <a:noFill/>
          <a:ln w="1587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86" name="Rectangle 128"/>
          <p:cNvSpPr>
            <a:spLocks noChangeArrowheads="1"/>
          </p:cNvSpPr>
          <p:nvPr/>
        </p:nvSpPr>
        <p:spPr bwMode="auto">
          <a:xfrm>
            <a:off x="8001000" y="5033963"/>
            <a:ext cx="6350" cy="6350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87" name="Line 129"/>
          <p:cNvSpPr>
            <a:spLocks noChangeShapeType="1"/>
          </p:cNvSpPr>
          <p:nvPr/>
        </p:nvSpPr>
        <p:spPr bwMode="auto">
          <a:xfrm>
            <a:off x="8001000" y="5240338"/>
            <a:ext cx="1588" cy="1587"/>
          </a:xfrm>
          <a:prstGeom prst="line">
            <a:avLst/>
          </a:prstGeom>
          <a:noFill/>
          <a:ln w="1587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88" name="Rectangle 130"/>
          <p:cNvSpPr>
            <a:spLocks noChangeArrowheads="1"/>
          </p:cNvSpPr>
          <p:nvPr/>
        </p:nvSpPr>
        <p:spPr bwMode="auto">
          <a:xfrm>
            <a:off x="8001000" y="5240338"/>
            <a:ext cx="6350" cy="4762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89" name="Line 131"/>
          <p:cNvSpPr>
            <a:spLocks noChangeShapeType="1"/>
          </p:cNvSpPr>
          <p:nvPr/>
        </p:nvSpPr>
        <p:spPr bwMode="auto">
          <a:xfrm>
            <a:off x="8001000" y="5445125"/>
            <a:ext cx="1588" cy="1588"/>
          </a:xfrm>
          <a:prstGeom prst="line">
            <a:avLst/>
          </a:prstGeom>
          <a:noFill/>
          <a:ln w="1587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90" name="Rectangle 132"/>
          <p:cNvSpPr>
            <a:spLocks noChangeArrowheads="1"/>
          </p:cNvSpPr>
          <p:nvPr/>
        </p:nvSpPr>
        <p:spPr bwMode="auto">
          <a:xfrm>
            <a:off x="8001000" y="5445125"/>
            <a:ext cx="6350" cy="4763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91" name="Line 133"/>
          <p:cNvSpPr>
            <a:spLocks noChangeShapeType="1"/>
          </p:cNvSpPr>
          <p:nvPr/>
        </p:nvSpPr>
        <p:spPr bwMode="auto">
          <a:xfrm>
            <a:off x="8001000" y="5649913"/>
            <a:ext cx="1588" cy="1587"/>
          </a:xfrm>
          <a:prstGeom prst="line">
            <a:avLst/>
          </a:prstGeom>
          <a:noFill/>
          <a:ln w="1587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92" name="Rectangle 134"/>
          <p:cNvSpPr>
            <a:spLocks noChangeArrowheads="1"/>
          </p:cNvSpPr>
          <p:nvPr/>
        </p:nvSpPr>
        <p:spPr bwMode="auto">
          <a:xfrm>
            <a:off x="8001000" y="5649913"/>
            <a:ext cx="6350" cy="6350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93" name="Line 135"/>
          <p:cNvSpPr>
            <a:spLocks noChangeShapeType="1"/>
          </p:cNvSpPr>
          <p:nvPr/>
        </p:nvSpPr>
        <p:spPr bwMode="auto">
          <a:xfrm>
            <a:off x="8001000" y="5854700"/>
            <a:ext cx="1588" cy="1588"/>
          </a:xfrm>
          <a:prstGeom prst="line">
            <a:avLst/>
          </a:prstGeom>
          <a:noFill/>
          <a:ln w="1587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194694" name="Rectangle 136"/>
          <p:cNvSpPr>
            <a:spLocks noChangeArrowheads="1"/>
          </p:cNvSpPr>
          <p:nvPr/>
        </p:nvSpPr>
        <p:spPr bwMode="auto">
          <a:xfrm>
            <a:off x="8001000" y="5854700"/>
            <a:ext cx="6350" cy="6350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95" name="AutoShape 137"/>
          <p:cNvSpPr>
            <a:spLocks noChangeArrowheads="1"/>
          </p:cNvSpPr>
          <p:nvPr/>
        </p:nvSpPr>
        <p:spPr bwMode="auto">
          <a:xfrm>
            <a:off x="1835150" y="1168400"/>
            <a:ext cx="144463" cy="287338"/>
          </a:xfrm>
          <a:prstGeom prst="upArrow">
            <a:avLst>
              <a:gd name="adj1" fmla="val 50000"/>
              <a:gd name="adj2" fmla="val 49725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vert="eaVert"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96" name="AutoShape 138"/>
          <p:cNvSpPr>
            <a:spLocks noChangeArrowheads="1"/>
          </p:cNvSpPr>
          <p:nvPr/>
        </p:nvSpPr>
        <p:spPr bwMode="auto">
          <a:xfrm>
            <a:off x="4284663" y="981075"/>
            <a:ext cx="288925" cy="142875"/>
          </a:xfrm>
          <a:prstGeom prst="rightArrow">
            <a:avLst>
              <a:gd name="adj1" fmla="val 50000"/>
              <a:gd name="adj2" fmla="val 50556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194697" name="Text Box 140"/>
          <p:cNvSpPr txBox="1">
            <a:spLocks noChangeArrowheads="1"/>
          </p:cNvSpPr>
          <p:nvPr/>
        </p:nvSpPr>
        <p:spPr bwMode="auto">
          <a:xfrm>
            <a:off x="3619500" y="719138"/>
            <a:ext cx="122661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698" name="Text Box 141"/>
          <p:cNvSpPr txBox="1">
            <a:spLocks noChangeArrowheads="1"/>
          </p:cNvSpPr>
          <p:nvPr/>
        </p:nvSpPr>
        <p:spPr bwMode="auto">
          <a:xfrm rot="5400000">
            <a:off x="-152140" y="3142863"/>
            <a:ext cx="122661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699" name="Text Box 143"/>
          <p:cNvSpPr txBox="1">
            <a:spLocks noChangeArrowheads="1"/>
          </p:cNvSpPr>
          <p:nvPr/>
        </p:nvSpPr>
        <p:spPr bwMode="auto">
          <a:xfrm>
            <a:off x="3492500" y="6092825"/>
            <a:ext cx="217880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[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Ảnh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6-1] 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Mẫu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cấu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tạo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bản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돋움" pitchFamily="50" charset="-127"/>
                <a:cs typeface="Times New Roman" panose="02020603050405020304" pitchFamily="18" charset="0"/>
              </a:rPr>
              <a:t>vẽ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ea typeface="돋움" pitchFamily="50" charset="-127"/>
              <a:cs typeface="Times New Roman" panose="02020603050405020304" pitchFamily="18" charset="0"/>
            </a:endParaRPr>
          </a:p>
        </p:txBody>
      </p:sp>
      <p:sp>
        <p:nvSpPr>
          <p:cNvPr id="194700" name="Rectangle 146"/>
          <p:cNvSpPr>
            <a:spLocks noGrp="1" noChangeArrowheads="1"/>
          </p:cNvSpPr>
          <p:nvPr>
            <p:ph type="title" idx="4294967295"/>
          </p:nvPr>
        </p:nvSpPr>
        <p:spPr>
          <a:xfrm>
            <a:off x="6821982" y="43448"/>
            <a:ext cx="2214068" cy="338554"/>
          </a:xfrm>
        </p:spPr>
        <p:txBody>
          <a:bodyPr wrap="none"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endParaRPr lang="ko-KR" altLang="en-US" dirty="0" smtClean="0"/>
          </a:p>
        </p:txBody>
      </p:sp>
      <p:sp>
        <p:nvSpPr>
          <p:cNvPr id="194701" name="Rectangle 147"/>
          <p:cNvSpPr>
            <a:spLocks noChangeArrowheads="1"/>
          </p:cNvSpPr>
          <p:nvPr/>
        </p:nvSpPr>
        <p:spPr bwMode="auto">
          <a:xfrm>
            <a:off x="44450" y="47903"/>
            <a:ext cx="156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ẽ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427080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슬라이드 번호 개체 틀 1"/>
          <p:cNvSpPr>
            <a:spLocks noGrp="1"/>
          </p:cNvSpPr>
          <p:nvPr>
            <p:ph type="sldNum" sz="quarter" idx="10"/>
          </p:nvPr>
        </p:nvSpPr>
        <p:spPr>
          <a:xfrm>
            <a:off x="4348163" y="6567488"/>
            <a:ext cx="492125" cy="3079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F320D649-E956-49C8-A32C-631CC9542DD4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171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95587" name="Text Box 3"/>
          <p:cNvSpPr txBox="1">
            <a:spLocks noChangeArrowheads="1"/>
          </p:cNvSpPr>
          <p:nvPr/>
        </p:nvSpPr>
        <p:spPr bwMode="auto">
          <a:xfrm>
            <a:off x="1181100" y="1196975"/>
            <a:ext cx="7639371" cy="5982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3600" tIns="3600" rIns="3600" bIns="3600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giấy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tăng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Lúc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KS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5588" name="Rectangle 7"/>
          <p:cNvSpPr>
            <a:spLocks noGrp="1" noChangeArrowheads="1"/>
          </p:cNvSpPr>
          <p:nvPr>
            <p:ph type="title" idx="4294967295"/>
          </p:nvPr>
        </p:nvSpPr>
        <p:spPr>
          <a:xfrm>
            <a:off x="6821982" y="43448"/>
            <a:ext cx="2214068" cy="338554"/>
          </a:xfrm>
        </p:spPr>
        <p:txBody>
          <a:bodyPr wrap="none"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endParaRPr lang="ko-KR" altLang="en-US" dirty="0" smtClean="0"/>
          </a:p>
        </p:txBody>
      </p:sp>
      <p:sp>
        <p:nvSpPr>
          <p:cNvPr id="195589" name="Rectangle 8"/>
          <p:cNvSpPr>
            <a:spLocks noChangeArrowheads="1"/>
          </p:cNvSpPr>
          <p:nvPr/>
        </p:nvSpPr>
        <p:spPr bwMode="auto">
          <a:xfrm>
            <a:off x="44450" y="47903"/>
            <a:ext cx="156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ẽ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5590" name="Text Box 2"/>
          <p:cNvSpPr txBox="1">
            <a:spLocks noChangeArrowheads="1"/>
          </p:cNvSpPr>
          <p:nvPr/>
        </p:nvSpPr>
        <p:spPr bwMode="auto">
          <a:xfrm>
            <a:off x="744538" y="836613"/>
            <a:ext cx="89954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2-4.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ko-KR" altLang="en-US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5591" name="Rectangle 12"/>
          <p:cNvSpPr>
            <a:spLocks noChangeArrowheads="1"/>
          </p:cNvSpPr>
          <p:nvPr/>
        </p:nvSpPr>
        <p:spPr bwMode="auto">
          <a:xfrm>
            <a:off x="1476375" y="1844675"/>
            <a:ext cx="7561263" cy="18466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>
              <a:lnSpc>
                <a:spcPct val="19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ko-KR" altLang="en-US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A:B. Ở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đây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minh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B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19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tuân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bảng</a:t>
            </a:r>
            <a:r>
              <a: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6.2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19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ngay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190000"/>
              </a:lnSpc>
            </a:pP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4)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rõ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rõ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chỗ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minh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19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5)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ngờ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nhìn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nhầm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5592" name="Text Box 13"/>
          <p:cNvSpPr txBox="1">
            <a:spLocks noChangeArrowheads="1"/>
          </p:cNvSpPr>
          <p:nvPr/>
        </p:nvSpPr>
        <p:spPr bwMode="auto">
          <a:xfrm>
            <a:off x="2357241" y="6021388"/>
            <a:ext cx="4442242" cy="3139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6-2]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95593" name="Picture 1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39975" y="4437063"/>
            <a:ext cx="4419600" cy="1362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직사각형 1"/>
          <p:cNvSpPr/>
          <p:nvPr/>
        </p:nvSpPr>
        <p:spPr bwMode="auto">
          <a:xfrm>
            <a:off x="2627784" y="4509120"/>
            <a:ext cx="1080120" cy="241722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2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kumimoji="1" lang="en-US" altLang="ko-KR" sz="12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2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kumimoji="1" lang="en-US" altLang="ko-KR" sz="12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12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직사각형 10"/>
          <p:cNvSpPr/>
          <p:nvPr/>
        </p:nvSpPr>
        <p:spPr bwMode="auto">
          <a:xfrm>
            <a:off x="4283968" y="4509120"/>
            <a:ext cx="1080120" cy="241722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직사각형 11"/>
          <p:cNvSpPr/>
          <p:nvPr/>
        </p:nvSpPr>
        <p:spPr bwMode="auto">
          <a:xfrm>
            <a:off x="5831855" y="4509120"/>
            <a:ext cx="828377" cy="241722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endParaRPr kumimoji="1" lang="ko-KR" altLang="en-US" sz="12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2411760" y="4843462"/>
            <a:ext cx="1512167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(Full Scale)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2411760" y="5059486"/>
            <a:ext cx="1512168" cy="24172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(Contraction  Scale)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2411760" y="5301208"/>
            <a:ext cx="1368152" cy="24172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phóng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to(Enlarged)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3995936" y="4843462"/>
            <a:ext cx="1296144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3995936" y="5085184"/>
            <a:ext cx="1368152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3995936" y="5301208"/>
            <a:ext cx="1368152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3932311" y="5589240"/>
            <a:ext cx="1791817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073100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슬라이드 번호 개체 틀 1"/>
          <p:cNvSpPr txBox="1">
            <a:spLocks noGrp="1"/>
          </p:cNvSpPr>
          <p:nvPr/>
        </p:nvSpPr>
        <p:spPr bwMode="auto">
          <a:xfrm>
            <a:off x="4457008" y="6567488"/>
            <a:ext cx="27443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fld id="{B2CFE67A-3FCC-432F-BD92-D0CBB0DC76AC}" type="slidenum">
              <a:rPr lang="en-US" altLang="ko-KR" sz="1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latinLnBrk="1" hangingPunct="1">
                <a:lnSpc>
                  <a:spcPct val="100000"/>
                </a:lnSpc>
              </a:pPr>
              <a:t>172</a:t>
            </a:fld>
            <a:endParaRPr lang="en-US" altLang="ko-KR" sz="14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611" name="Rectangle 7"/>
          <p:cNvSpPr>
            <a:spLocks noGrp="1" noChangeArrowheads="1"/>
          </p:cNvSpPr>
          <p:nvPr>
            <p:ph type="title" idx="4294967295"/>
          </p:nvPr>
        </p:nvSpPr>
        <p:spPr>
          <a:xfrm>
            <a:off x="6820379" y="43448"/>
            <a:ext cx="2215671" cy="338554"/>
          </a:xfrm>
          <a:noFill/>
        </p:spPr>
        <p:txBody>
          <a:bodyPr wrap="none"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612" name="Rectangle 8"/>
          <p:cNvSpPr>
            <a:spLocks noChangeArrowheads="1"/>
          </p:cNvSpPr>
          <p:nvPr/>
        </p:nvSpPr>
        <p:spPr bwMode="auto">
          <a:xfrm>
            <a:off x="44450" y="47903"/>
            <a:ext cx="156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ẽ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613" name="Text Box 2"/>
          <p:cNvSpPr txBox="1">
            <a:spLocks noChangeArrowheads="1"/>
          </p:cNvSpPr>
          <p:nvPr/>
        </p:nvSpPr>
        <p:spPr bwMode="auto">
          <a:xfrm>
            <a:off x="744538" y="836613"/>
            <a:ext cx="155523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3-1. 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Dung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endParaRPr lang="en-US" altLang="ko-KR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614" name="Text Box 3"/>
          <p:cNvSpPr txBox="1">
            <a:spLocks noChangeArrowheads="1"/>
          </p:cNvSpPr>
          <p:nvPr/>
        </p:nvSpPr>
        <p:spPr bwMode="auto">
          <a:xfrm>
            <a:off x="1060450" y="1147763"/>
            <a:ext cx="6452407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chênh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ko-KR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615" name="Rectangle 5"/>
          <p:cNvSpPr>
            <a:spLocks noChangeArrowheads="1"/>
          </p:cNvSpPr>
          <p:nvPr/>
        </p:nvSpPr>
        <p:spPr bwMode="auto">
          <a:xfrm>
            <a:off x="1116013" y="1484313"/>
            <a:ext cx="7776467" cy="25102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36000" tIns="36000" rIns="36000" bIns="3600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60000"/>
              </a:lnSpc>
            </a:pPr>
            <a:r>
              <a:rPr lang="en-US" altLang="ko-KR" sz="11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1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1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chặt</a:t>
            </a:r>
            <a:r>
              <a:rPr lang="en-US" altLang="ko-KR" sz="11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1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1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lỏng</a:t>
            </a:r>
            <a:r>
              <a:rPr lang="en-US" altLang="ko-KR" sz="11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US" altLang="ko-KR" sz="11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1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1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1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1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1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1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1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chặt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lỏng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hưởng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ráp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trống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quyết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toán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au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tức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Dung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phạm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vi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1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100" b="1" u="sng" dirty="0" err="1" smtClean="0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100" b="1" u="sng" dirty="0" smtClean="0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u="sng" dirty="0" err="1" smtClean="0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hồ</a:t>
            </a:r>
            <a:r>
              <a:rPr lang="en-US" altLang="ko-KR" sz="1100" b="1" u="sng" dirty="0" smtClean="0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u="sng" dirty="0" err="1" smtClean="0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100" b="1" u="sng" dirty="0" smtClean="0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u="sng" dirty="0" err="1" smtClean="0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giới</a:t>
            </a:r>
            <a:r>
              <a:rPr lang="en-US" altLang="ko-KR" sz="1100" b="1" u="sng" dirty="0" smtClean="0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100" b="1" u="sng" dirty="0" err="1" smtClean="0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</a:t>
            </a:r>
            <a:r>
              <a:rPr lang="en-US" altLang="ko-KR" sz="1100" b="1" u="sng" dirty="0" smtClean="0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100" u="sng" dirty="0">
              <a:solidFill>
                <a:schemeClr val="accent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616" name="Rectangle 7"/>
          <p:cNvSpPr>
            <a:spLocks noChangeArrowheads="1"/>
          </p:cNvSpPr>
          <p:nvPr/>
        </p:nvSpPr>
        <p:spPr bwMode="auto">
          <a:xfrm>
            <a:off x="323850" y="475248"/>
            <a:ext cx="221195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endParaRPr lang="ko-KR" altLang="en-US" sz="16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96617" name="Picture 1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24075" y="3860800"/>
            <a:ext cx="5095875" cy="2038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96618" name="Picture 22">
            <a:hlinkClick r:id="rId3"/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97600"/>
            <a:ext cx="4683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96619" name="Text Box 23"/>
          <p:cNvSpPr txBox="1">
            <a:spLocks noChangeArrowheads="1"/>
          </p:cNvSpPr>
          <p:nvPr/>
        </p:nvSpPr>
        <p:spPr bwMode="auto">
          <a:xfrm>
            <a:off x="2786019" y="6021388"/>
            <a:ext cx="3589445" cy="3139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6-3]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직사각형 11"/>
          <p:cNvSpPr/>
          <p:nvPr/>
        </p:nvSpPr>
        <p:spPr bwMode="auto">
          <a:xfrm>
            <a:off x="1995615" y="3886595"/>
            <a:ext cx="936104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2195737" y="4077072"/>
            <a:ext cx="648071" cy="36004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Dung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2195737" y="4437112"/>
            <a:ext cx="648071" cy="36004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Dung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2195736" y="4797152"/>
            <a:ext cx="648071" cy="36004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Dung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2195736" y="5157192"/>
            <a:ext cx="648071" cy="36004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Dung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2195736" y="5517232"/>
            <a:ext cx="648071" cy="36004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Dung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lắc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3096946" y="3886595"/>
            <a:ext cx="1199849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5292080" y="3897853"/>
            <a:ext cx="1199849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Phạm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vi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2915816" y="4149080"/>
            <a:ext cx="1387869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Two-dimensional regulations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2915816" y="4509120"/>
            <a:ext cx="1512525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Three-dimensional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regulations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2915816" y="4869160"/>
            <a:ext cx="1451396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Three-dimensional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regulations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직사각형 22"/>
          <p:cNvSpPr/>
          <p:nvPr/>
        </p:nvSpPr>
        <p:spPr bwMode="auto">
          <a:xfrm>
            <a:off x="2915816" y="5229200"/>
            <a:ext cx="1487016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Three-dimensional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regulations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2915816" y="5438394"/>
            <a:ext cx="1541192" cy="51088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quán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phức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kumimoji="1" lang="en-US" altLang="ko-KR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직사각형 24"/>
          <p:cNvSpPr/>
          <p:nvPr/>
        </p:nvSpPr>
        <p:spPr bwMode="auto">
          <a:xfrm>
            <a:off x="4499992" y="4149080"/>
            <a:ext cx="22238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" name="직사각형 25"/>
          <p:cNvSpPr/>
          <p:nvPr/>
        </p:nvSpPr>
        <p:spPr bwMode="auto">
          <a:xfrm>
            <a:off x="4652392" y="4113877"/>
            <a:ext cx="2223864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" name="직사각형 26"/>
          <p:cNvSpPr/>
          <p:nvPr/>
        </p:nvSpPr>
        <p:spPr bwMode="auto">
          <a:xfrm>
            <a:off x="4499992" y="4365104"/>
            <a:ext cx="2708066" cy="458867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sơ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</a:p>
          <a:p>
            <a:pPr algn="l"/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thảo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/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độc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" name="직사각형 27"/>
          <p:cNvSpPr/>
          <p:nvPr/>
        </p:nvSpPr>
        <p:spPr bwMode="auto">
          <a:xfrm>
            <a:off x="4499992" y="4808991"/>
            <a:ext cx="2708066" cy="34820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thảo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/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" name="직사각형 28"/>
          <p:cNvSpPr/>
          <p:nvPr/>
        </p:nvSpPr>
        <p:spPr bwMode="auto">
          <a:xfrm>
            <a:off x="4499992" y="5157192"/>
            <a:ext cx="2708066" cy="458867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vi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xứng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endParaRPr lang="en-US" altLang="ko-KR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/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349553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슬라이드 번호 개체 틀 1"/>
          <p:cNvSpPr txBox="1">
            <a:spLocks noGrp="1"/>
          </p:cNvSpPr>
          <p:nvPr/>
        </p:nvSpPr>
        <p:spPr bwMode="auto">
          <a:xfrm>
            <a:off x="4457008" y="6567488"/>
            <a:ext cx="27443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fld id="{7427A3A9-4126-4718-BDC6-8267AF472592}" type="slidenum">
              <a:rPr lang="en-US" altLang="ko-KR" sz="1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latinLnBrk="1" hangingPunct="1">
                <a:lnSpc>
                  <a:spcPct val="100000"/>
                </a:lnSpc>
              </a:pPr>
              <a:t>173</a:t>
            </a:fld>
            <a:endParaRPr lang="en-US" altLang="ko-KR" sz="14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635" name="Rectangle 7"/>
          <p:cNvSpPr>
            <a:spLocks noGrp="1" noChangeArrowheads="1"/>
          </p:cNvSpPr>
          <p:nvPr>
            <p:ph type="title" idx="4294967295"/>
          </p:nvPr>
        </p:nvSpPr>
        <p:spPr>
          <a:xfrm>
            <a:off x="4667546" y="43448"/>
            <a:ext cx="4368504" cy="338554"/>
          </a:xfrm>
          <a:noFill/>
        </p:spPr>
        <p:txBody>
          <a:bodyPr wrap="none"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en-US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3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636" name="Rectangle 8"/>
          <p:cNvSpPr>
            <a:spLocks noChangeArrowheads="1"/>
          </p:cNvSpPr>
          <p:nvPr/>
        </p:nvSpPr>
        <p:spPr bwMode="auto">
          <a:xfrm>
            <a:off x="44450" y="47903"/>
            <a:ext cx="156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ẽ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637" name="Text Box 2"/>
          <p:cNvSpPr txBox="1">
            <a:spLocks noChangeArrowheads="1"/>
          </p:cNvSpPr>
          <p:nvPr/>
        </p:nvSpPr>
        <p:spPr bwMode="auto">
          <a:xfrm>
            <a:off x="744538" y="836613"/>
            <a:ext cx="301236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4-1.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endParaRPr lang="en-US" altLang="ko-KR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638" name="Text Box 3"/>
          <p:cNvSpPr txBox="1">
            <a:spLocks noChangeArrowheads="1"/>
          </p:cNvSpPr>
          <p:nvPr/>
        </p:nvSpPr>
        <p:spPr bwMode="auto">
          <a:xfrm>
            <a:off x="1258888" y="1052513"/>
            <a:ext cx="7129536" cy="12988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chia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ko-KR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tọa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ko-KR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ko-KR" altLang="en-US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ngược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hồ</a:t>
            </a:r>
            <a:r>
              <a:rPr lang="ko-KR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0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ko-KR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en-US" sz="10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-4</a:t>
            </a:r>
            <a:r>
              <a:rPr lang="ko-KR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Ps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Theo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mắt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tọa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ko-KR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ngang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ko-KR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(b)</a:t>
            </a:r>
            <a:r>
              <a:rPr lang="ko-KR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639" name="Rectangle 7"/>
          <p:cNvSpPr>
            <a:spLocks noChangeArrowheads="1"/>
          </p:cNvSpPr>
          <p:nvPr/>
        </p:nvSpPr>
        <p:spPr bwMode="auto">
          <a:xfrm>
            <a:off x="323850" y="475248"/>
            <a:ext cx="443903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tiên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</a:t>
            </a:r>
            <a:endParaRPr lang="ko-KR" altLang="en-US" sz="16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97640" name="Picture 11">
            <a:hlinkClick r:id="rId2"/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97600"/>
            <a:ext cx="4683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97641" name="Text Box 2"/>
          <p:cNvSpPr txBox="1">
            <a:spLocks noChangeArrowheads="1"/>
          </p:cNvSpPr>
          <p:nvPr/>
        </p:nvSpPr>
        <p:spPr bwMode="auto">
          <a:xfrm>
            <a:off x="744538" y="2332038"/>
            <a:ext cx="285366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4-2.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</a:t>
            </a:r>
            <a:endParaRPr lang="en-US" altLang="ko-KR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642" name="Text Box 3"/>
          <p:cNvSpPr txBox="1">
            <a:spLocks noChangeArrowheads="1"/>
          </p:cNvSpPr>
          <p:nvPr/>
        </p:nvSpPr>
        <p:spPr bwMode="auto">
          <a:xfrm>
            <a:off x="1258889" y="2563813"/>
            <a:ext cx="7417568" cy="16866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ko-KR" altLang="en-US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(a)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ko-KR" altLang="en-US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5-5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tọa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mắt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ngang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phẳng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đừng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(b).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ps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So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phối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cảnh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trợ</a:t>
            </a:r>
            <a:r>
              <a:rPr lang="en-US" altLang="ko-KR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phức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(KS)</a:t>
            </a:r>
            <a:r>
              <a:rPr lang="ko-KR" altLang="en-US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vẽ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643" name="Text Box 63"/>
          <p:cNvSpPr txBox="1">
            <a:spLocks noChangeArrowheads="1"/>
          </p:cNvSpPr>
          <p:nvPr/>
        </p:nvSpPr>
        <p:spPr bwMode="auto">
          <a:xfrm>
            <a:off x="1338072" y="6165850"/>
            <a:ext cx="2962671" cy="3139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6-4]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tiên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97644" name="Picture 6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6375" y="4292600"/>
            <a:ext cx="2663825" cy="1884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97645" name="Picture 65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438" y="4292600"/>
            <a:ext cx="2663825" cy="1884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97646" name="Text Box 66"/>
          <p:cNvSpPr txBox="1">
            <a:spLocks noChangeArrowheads="1"/>
          </p:cNvSpPr>
          <p:nvPr/>
        </p:nvSpPr>
        <p:spPr bwMode="auto">
          <a:xfrm>
            <a:off x="4579463" y="6165850"/>
            <a:ext cx="2858475" cy="3139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6-5]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2843808" y="4437112"/>
            <a:ext cx="413736" cy="36004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5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kumimoji="1" lang="en-US" altLang="ko-KR" sz="5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5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kumimoji="1" lang="en-US" altLang="ko-KR" sz="5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5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kumimoji="1" lang="en-US" altLang="ko-KR" sz="5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5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kumimoji="1" lang="en-US" altLang="ko-KR" sz="5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5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kumimoji="1" lang="en-US" altLang="ko-KR" sz="5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kumimoji="1" lang="ko-KR" altLang="en-US" sz="5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4" name="직선 연결선 3"/>
          <p:cNvCxnSpPr>
            <a:stCxn id="2" idx="1"/>
            <a:endCxn id="2" idx="0"/>
          </p:cNvCxnSpPr>
          <p:nvPr/>
        </p:nvCxnSpPr>
        <p:spPr bwMode="auto">
          <a:xfrm flipV="1">
            <a:off x="2843808" y="4437112"/>
            <a:ext cx="206868" cy="18002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" name="직사각형 4"/>
          <p:cNvSpPr/>
          <p:nvPr/>
        </p:nvSpPr>
        <p:spPr bwMode="auto">
          <a:xfrm>
            <a:off x="3373250" y="4437112"/>
            <a:ext cx="622686" cy="36004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en-US" altLang="ko-KR" sz="5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en-US" altLang="ko-KR" sz="5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5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kumimoji="1" lang="en-US" altLang="ko-KR" sz="5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5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kumimoji="1" lang="en-US" altLang="ko-KR" sz="5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5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kumimoji="1" lang="ko-KR" altLang="en-US" sz="5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9" name="직선 연결선 8"/>
          <p:cNvCxnSpPr>
            <a:stCxn id="5" idx="0"/>
          </p:cNvCxnSpPr>
          <p:nvPr/>
        </p:nvCxnSpPr>
        <p:spPr bwMode="auto">
          <a:xfrm>
            <a:off x="3684593" y="4437112"/>
            <a:ext cx="5465" cy="18002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" name="직선 연결선 10"/>
          <p:cNvCxnSpPr>
            <a:endCxn id="5" idx="3"/>
          </p:cNvCxnSpPr>
          <p:nvPr/>
        </p:nvCxnSpPr>
        <p:spPr bwMode="auto">
          <a:xfrm>
            <a:off x="3690058" y="4617132"/>
            <a:ext cx="305878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4" name="직사각형 13"/>
          <p:cNvSpPr/>
          <p:nvPr/>
        </p:nvSpPr>
        <p:spPr bwMode="auto">
          <a:xfrm>
            <a:off x="3382180" y="4934198"/>
            <a:ext cx="613756" cy="36701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5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kumimoji="1" lang="en-US" altLang="ko-KR" sz="5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5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kumimoji="1" lang="en-US" altLang="ko-KR" sz="5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5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kumimoji="1" lang="en-US" altLang="ko-KR" sz="5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5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kumimoji="1" lang="en-US" altLang="ko-KR" sz="5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5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endParaRPr kumimoji="1" lang="ko-KR" altLang="en-US" sz="5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18" name="직선 연결선 17"/>
          <p:cNvCxnSpPr>
            <a:endCxn id="14" idx="2"/>
          </p:cNvCxnSpPr>
          <p:nvPr/>
        </p:nvCxnSpPr>
        <p:spPr bwMode="auto">
          <a:xfrm flipH="1">
            <a:off x="3689058" y="5157192"/>
            <a:ext cx="1000" cy="144016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" name="직선 연결선 19"/>
          <p:cNvCxnSpPr/>
          <p:nvPr/>
        </p:nvCxnSpPr>
        <p:spPr bwMode="auto">
          <a:xfrm>
            <a:off x="3689058" y="5157192"/>
            <a:ext cx="306878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2" name="직사각형 21"/>
          <p:cNvSpPr/>
          <p:nvPr/>
        </p:nvSpPr>
        <p:spPr bwMode="auto">
          <a:xfrm>
            <a:off x="2339752" y="5857626"/>
            <a:ext cx="288032" cy="23567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(a)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" name="직사각형 36"/>
          <p:cNvSpPr/>
          <p:nvPr/>
        </p:nvSpPr>
        <p:spPr bwMode="auto">
          <a:xfrm>
            <a:off x="3554465" y="5373216"/>
            <a:ext cx="288032" cy="23567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(b)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8" name="직사각형 37"/>
          <p:cNvSpPr/>
          <p:nvPr/>
        </p:nvSpPr>
        <p:spPr bwMode="auto">
          <a:xfrm>
            <a:off x="6804248" y="4797152"/>
            <a:ext cx="288032" cy="23567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(a)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" name="직사각형 38"/>
          <p:cNvSpPr/>
          <p:nvPr/>
        </p:nvSpPr>
        <p:spPr bwMode="auto">
          <a:xfrm>
            <a:off x="5436096" y="5301208"/>
            <a:ext cx="288032" cy="23567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(b)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4716016" y="5772693"/>
            <a:ext cx="627095" cy="17658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5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5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5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sz="5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5465489" y="5746147"/>
            <a:ext cx="467989" cy="2400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4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endParaRPr lang="en-US" altLang="ko-KR" sz="4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altLang="ko-KR" sz="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4656715" y="5157192"/>
            <a:ext cx="779381" cy="17658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5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5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5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5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5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endParaRPr lang="ko-KR" altLang="en-US" sz="5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2943626" y="5373216"/>
            <a:ext cx="548254" cy="276999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en-US" altLang="ko-KR" sz="5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5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endParaRPr lang="en-US" altLang="ko-KR" sz="5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5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5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endParaRPr lang="ko-KR" altLang="en-US" sz="5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3096025" y="5877272"/>
            <a:ext cx="660875" cy="276999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endParaRPr lang="ko-KR" altLang="en-US" sz="5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" name="직사각형 34"/>
          <p:cNvSpPr/>
          <p:nvPr/>
        </p:nvSpPr>
        <p:spPr>
          <a:xfrm>
            <a:off x="6287389" y="5857626"/>
            <a:ext cx="660875" cy="276999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5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ba</a:t>
            </a:r>
            <a:endParaRPr lang="ko-KR" altLang="en-US" sz="5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6" name="직사각형 35"/>
          <p:cNvSpPr/>
          <p:nvPr/>
        </p:nvSpPr>
        <p:spPr>
          <a:xfrm>
            <a:off x="5967962" y="4293096"/>
            <a:ext cx="548254" cy="276999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en-US" altLang="ko-KR" sz="5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5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endParaRPr lang="en-US" altLang="ko-KR" sz="5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5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5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endParaRPr lang="ko-KR" altLang="en-US" sz="5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5012075" y="4882051"/>
            <a:ext cx="712053" cy="203133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r>
              <a:rPr lang="en-US" altLang="ko-KR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직사각형 11"/>
          <p:cNvSpPr/>
          <p:nvPr/>
        </p:nvSpPr>
        <p:spPr>
          <a:xfrm>
            <a:off x="6691922" y="5530123"/>
            <a:ext cx="904414" cy="203133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r>
              <a:rPr lang="en-US" altLang="ko-KR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>
          <a:xfrm>
            <a:off x="1003290" y="5458115"/>
            <a:ext cx="904414" cy="203133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r>
              <a:rPr lang="en-US" altLang="ko-KR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" name="직사각형 39"/>
          <p:cNvSpPr/>
          <p:nvPr/>
        </p:nvSpPr>
        <p:spPr>
          <a:xfrm>
            <a:off x="5535914" y="4592161"/>
            <a:ext cx="54825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ngang</a:t>
            </a:r>
            <a:endParaRPr lang="en-US" altLang="ko-KR" sz="5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1" name="직사각형 40"/>
          <p:cNvSpPr/>
          <p:nvPr/>
        </p:nvSpPr>
        <p:spPr>
          <a:xfrm>
            <a:off x="5688314" y="5013176"/>
            <a:ext cx="548254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dọc</a:t>
            </a:r>
            <a:endParaRPr lang="en-US" altLang="ko-KR" sz="5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" name="직사각형 41"/>
          <p:cNvSpPr/>
          <p:nvPr/>
        </p:nvSpPr>
        <p:spPr>
          <a:xfrm>
            <a:off x="6328002" y="5517232"/>
            <a:ext cx="548254" cy="1765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endParaRPr lang="en-US" altLang="ko-KR" sz="5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직사각형 42"/>
          <p:cNvSpPr/>
          <p:nvPr/>
        </p:nvSpPr>
        <p:spPr>
          <a:xfrm>
            <a:off x="1835696" y="4723950"/>
            <a:ext cx="54825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ngang</a:t>
            </a:r>
            <a:endParaRPr lang="en-US" altLang="ko-KR" sz="5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" name="직사각형 43"/>
          <p:cNvSpPr/>
          <p:nvPr/>
        </p:nvSpPr>
        <p:spPr>
          <a:xfrm>
            <a:off x="2267744" y="4756502"/>
            <a:ext cx="548254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dọc</a:t>
            </a:r>
            <a:endParaRPr lang="en-US" altLang="ko-KR" sz="5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5" name="직사각형 44"/>
          <p:cNvSpPr/>
          <p:nvPr/>
        </p:nvSpPr>
        <p:spPr>
          <a:xfrm>
            <a:off x="2509783" y="5672281"/>
            <a:ext cx="54825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5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5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ngang</a:t>
            </a:r>
            <a:endParaRPr lang="en-US" altLang="ko-KR" sz="5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5401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A4E0819B-1A6E-4B1E-920F-6DDE05009350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174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graphicFrame>
        <p:nvGraphicFramePr>
          <p:cNvPr id="206892" name="Group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7993809"/>
              </p:ext>
            </p:extLst>
          </p:nvPr>
        </p:nvGraphicFramePr>
        <p:xfrm>
          <a:off x="449263" y="1385888"/>
          <a:ext cx="8283575" cy="5213667"/>
        </p:xfrm>
        <a:graphic>
          <a:graphicData uri="http://schemas.openxmlformats.org/drawingml/2006/table">
            <a:tbl>
              <a:tblPr/>
              <a:tblGrid>
                <a:gridCol w="1674465"/>
                <a:gridCol w="1373535"/>
                <a:gridCol w="2435225"/>
                <a:gridCol w="2800350"/>
              </a:tblGrid>
              <a:tr h="2889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Tên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gọi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theo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mục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đích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Ví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Chủng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dày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Mục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đích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</a:tr>
              <a:tr h="520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viền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nhìn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thấy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(Visible outline)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thật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03~0.8mm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dạng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nhìn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thấy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phận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thể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222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ẩn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giấu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(Hidden line)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gấp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khúc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bằng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½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hoặc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viền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nhìn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thấy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dạng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nhìn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thấy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phận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thể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20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cắt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phẳng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(Cutting Plane line)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hai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đầu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cắt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nét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đậm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), ở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giữa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giữa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xích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biểu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thị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vị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trí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cắt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vẽ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cắt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7339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ảo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(Imaginary line, Fictitious outline)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xích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1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chấm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dưới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0.2mm,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đặc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biệt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phân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biệt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rõ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xích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1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chấm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thì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xích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2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chấm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tương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tự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1.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biểu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thị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ở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trước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vẽ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2.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ở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vị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trí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khác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thực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tế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3.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liền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kề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tham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khảo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4.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dáng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trước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hoặc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sau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gia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công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5.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hai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khác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trên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cùng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bức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tranh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6.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biểu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thị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cắt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phận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bằng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quay 90˚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minh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họa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7.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biểu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thị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vị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trí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hoạt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phận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chuyển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động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pic>
        <p:nvPicPr>
          <p:cNvPr id="198691" name="Picture 3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86943" y="1965151"/>
            <a:ext cx="1404937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8692" name="Picture 3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44092" y="2513658"/>
            <a:ext cx="1347788" cy="195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8693" name="Picture 36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23728" y="3073846"/>
            <a:ext cx="13827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8694" name="Picture 37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23728" y="4489748"/>
            <a:ext cx="1417637" cy="379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8695" name="Text Box 39"/>
          <p:cNvSpPr txBox="1">
            <a:spLocks noChangeArrowheads="1"/>
          </p:cNvSpPr>
          <p:nvPr/>
        </p:nvSpPr>
        <p:spPr bwMode="auto">
          <a:xfrm>
            <a:off x="327025" y="850900"/>
            <a:ext cx="410095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dày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kẻ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8696" name="Rectangle 41"/>
          <p:cNvSpPr>
            <a:spLocks noChangeArrowheads="1"/>
          </p:cNvSpPr>
          <p:nvPr/>
        </p:nvSpPr>
        <p:spPr bwMode="auto">
          <a:xfrm>
            <a:off x="250824" y="475248"/>
            <a:ext cx="504125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5,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kẻ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kẻ</a:t>
            </a:r>
            <a:endParaRPr lang="ko-KR" altLang="en-US" sz="16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8697" name="Rectangle 42"/>
          <p:cNvSpPr>
            <a:spLocks noGrp="1" noChangeArrowheads="1"/>
          </p:cNvSpPr>
          <p:nvPr>
            <p:ph type="title" idx="4294967295"/>
          </p:nvPr>
        </p:nvSpPr>
        <p:spPr>
          <a:xfrm>
            <a:off x="4572000" y="43448"/>
            <a:ext cx="4464050" cy="338554"/>
          </a:xfrm>
        </p:spPr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kẻ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8698" name="Rectangle 43"/>
          <p:cNvSpPr>
            <a:spLocks noChangeArrowheads="1"/>
          </p:cNvSpPr>
          <p:nvPr/>
        </p:nvSpPr>
        <p:spPr bwMode="auto">
          <a:xfrm>
            <a:off x="44449" y="58738"/>
            <a:ext cx="2224881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ẽ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423854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9FDD0F85-1ECD-4F87-AEDE-7EF50CD57B47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175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199683" name="Text Box 2"/>
          <p:cNvSpPr txBox="1">
            <a:spLocks noChangeArrowheads="1"/>
          </p:cNvSpPr>
          <p:nvPr/>
        </p:nvSpPr>
        <p:spPr bwMode="auto">
          <a:xfrm>
            <a:off x="344488" y="536575"/>
            <a:ext cx="399891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dày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kẻ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801667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1603731"/>
              </p:ext>
            </p:extLst>
          </p:nvPr>
        </p:nvGraphicFramePr>
        <p:xfrm>
          <a:off x="449263" y="1030288"/>
          <a:ext cx="8283575" cy="5197477"/>
        </p:xfrm>
        <a:graphic>
          <a:graphicData uri="http://schemas.openxmlformats.org/drawingml/2006/table">
            <a:tbl>
              <a:tblPr/>
              <a:tblGrid>
                <a:gridCol w="1493837"/>
                <a:gridCol w="1554163"/>
                <a:gridCol w="2435225"/>
                <a:gridCol w="2800350"/>
              </a:tblGrid>
              <a:tr h="2984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Tên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gọi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theo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mục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đích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Ví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Chủng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dày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Mục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đích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</a:tr>
              <a:tr h="6969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đứt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(Break line)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tự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do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quy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tắc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liền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đậm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dùng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thước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vẽ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ranh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giới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thiếu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sót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hoặc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cắt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phận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hoặc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rút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gọn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ở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giữa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984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biểu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thị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xử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lý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bề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mặt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xích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giống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liền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đậm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biểu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thị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xử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lý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thể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89693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trung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tâm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(Center line)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xích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1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chấm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dưới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0.2mm,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hơn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ảo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cắt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liền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đậm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cùng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.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1.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biểu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thị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trung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tâm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vẽ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minh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họa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2.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đối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xứng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vẽ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minh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họa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38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chia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(Pitch line)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xích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1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chấm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dưới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0.2mm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ở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quỹ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đạo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bước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ghi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trên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răng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xích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,…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38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kích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thước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(Dimension line)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nét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liền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dưới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0.2mm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ghi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kích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thước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thể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36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dây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nối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dài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(Extension line, Projection line)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nét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liền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dưới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0.2mm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rút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từ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vẽ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minh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họa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vạch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kích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thước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350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chỉ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thị</a:t>
                      </a:r>
                      <a:endParaRPr kumimoji="1" lang="ko-KR" alt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(Leader line)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nét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liền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dày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dưới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0.2mm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rút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ra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từ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vẽ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minh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họa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nhập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kích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thước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hoặc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các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kí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hiệu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hạng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mục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chỉ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thị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pic>
        <p:nvPicPr>
          <p:cNvPr id="199731" name="Picture 5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30413" y="1707852"/>
            <a:ext cx="1377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732" name="Picture 5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82800" y="2341066"/>
            <a:ext cx="1301750" cy="223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733" name="Picture 5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38350" y="3105150"/>
            <a:ext cx="1366838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734" name="Picture 5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38350" y="3827264"/>
            <a:ext cx="1362075" cy="177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735" name="Picture 54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28825" y="4343003"/>
            <a:ext cx="1385888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736" name="Picture 55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32000" y="4880074"/>
            <a:ext cx="1384300" cy="565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737" name="Picture 56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7400" y="5604917"/>
            <a:ext cx="1314450" cy="560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9738" name="Rectangle 59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kẻ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dirty="0" smtClean="0"/>
          </a:p>
        </p:txBody>
      </p:sp>
      <p:sp>
        <p:nvSpPr>
          <p:cNvPr id="199739" name="Rectangle 60"/>
          <p:cNvSpPr>
            <a:spLocks noChangeArrowheads="1"/>
          </p:cNvSpPr>
          <p:nvPr/>
        </p:nvSpPr>
        <p:spPr bwMode="auto">
          <a:xfrm>
            <a:off x="44450" y="58738"/>
            <a:ext cx="203835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ẽ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2195736" y="5229200"/>
            <a:ext cx="1224136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353349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95D03599-1FFA-42C5-8336-42A8F675C36B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176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00707" name="Picture 2" descr="MCj04369170000[1]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003675"/>
            <a:ext cx="2484438" cy="2484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0708" name="Picture 3" descr="MCj04414580000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2420938"/>
            <a:ext cx="2743200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0709" name="Rectangle 4"/>
          <p:cNvSpPr>
            <a:spLocks noChangeArrowheads="1"/>
          </p:cNvSpPr>
          <p:nvPr/>
        </p:nvSpPr>
        <p:spPr bwMode="auto">
          <a:xfrm>
            <a:off x="2484438" y="1219200"/>
            <a:ext cx="4175125" cy="91440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2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2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2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0710" name="Text Box 5"/>
          <p:cNvSpPr txBox="1">
            <a:spLocks noChangeArrowheads="1"/>
          </p:cNvSpPr>
          <p:nvPr/>
        </p:nvSpPr>
        <p:spPr bwMode="auto">
          <a:xfrm>
            <a:off x="1619672" y="2571750"/>
            <a:ext cx="2927340" cy="3847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1-1.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1-3.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1-4.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cấm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endParaRPr lang="ko-KR" altLang="en-US" sz="9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2-1. Hammer</a:t>
            </a: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2-2. Spanner &amp; Wrench</a:t>
            </a: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2-3. Screw Driver</a:t>
            </a: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2-4.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2-5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2-6.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2-7.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2-8. Plier</a:t>
            </a:r>
          </a:p>
        </p:txBody>
      </p:sp>
      <p:sp>
        <p:nvSpPr>
          <p:cNvPr id="200711" name="Text Box 6"/>
          <p:cNvSpPr txBox="1">
            <a:spLocks noChangeArrowheads="1"/>
          </p:cNvSpPr>
          <p:nvPr/>
        </p:nvSpPr>
        <p:spPr bwMode="auto">
          <a:xfrm>
            <a:off x="4500563" y="2625725"/>
            <a:ext cx="3775393" cy="28253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2-9. Vise</a:t>
            </a: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2-10. Clamp</a:t>
            </a: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2-11. Easy Stripper</a:t>
            </a: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2-12.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3-1.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3-2.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du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vernier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calipers)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3-3.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(height gauge)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3-4.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ngữ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0712" name="Rectangle 17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smtClean="0">
                <a:solidFill>
                  <a:schemeClr val="bg1"/>
                </a:solidFill>
              </a:rPr>
              <a:t>▶▶7. </a:t>
            </a:r>
            <a:r>
              <a:rPr lang="ko-KR" altLang="en-US" smtClean="0">
                <a:solidFill>
                  <a:schemeClr val="bg1"/>
                </a:solidFill>
              </a:rPr>
              <a:t>공구</a:t>
            </a:r>
          </a:p>
        </p:txBody>
      </p:sp>
    </p:spTree>
    <p:extLst>
      <p:ext uri="{BB962C8B-B14F-4D97-AF65-F5344CB8AC3E}">
        <p14:creationId xmlns:p14="http://schemas.microsoft.com/office/powerpoint/2010/main" val="250316575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E8128444-2190-4C6E-9B82-5A4F2EA547C8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177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01731" name="Line 2"/>
          <p:cNvSpPr>
            <a:spLocks noChangeShapeType="1"/>
          </p:cNvSpPr>
          <p:nvPr/>
        </p:nvSpPr>
        <p:spPr bwMode="auto">
          <a:xfrm>
            <a:off x="1588" y="6526213"/>
            <a:ext cx="9144000" cy="15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732" name="Line 3"/>
          <p:cNvSpPr>
            <a:spLocks noChangeShapeType="1"/>
          </p:cNvSpPr>
          <p:nvPr/>
        </p:nvSpPr>
        <p:spPr bwMode="auto">
          <a:xfrm>
            <a:off x="1588" y="420688"/>
            <a:ext cx="8243887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733" name="Rectangle 4"/>
          <p:cNvSpPr>
            <a:spLocks noChangeArrowheads="1"/>
          </p:cNvSpPr>
          <p:nvPr/>
        </p:nvSpPr>
        <p:spPr bwMode="auto">
          <a:xfrm>
            <a:off x="536574" y="814486"/>
            <a:ext cx="3531369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just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1-1.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ko-KR" altLang="en-US" sz="14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en-US" sz="14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734" name="Rectangle 5"/>
          <p:cNvSpPr>
            <a:spLocks noChangeArrowheads="1"/>
          </p:cNvSpPr>
          <p:nvPr/>
        </p:nvSpPr>
        <p:spPr bwMode="auto">
          <a:xfrm>
            <a:off x="1000125" y="1701800"/>
            <a:ext cx="7200900" cy="1384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nhân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tai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nạn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ko-KR" altLang="en-US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b="1" dirty="0">
              <a:solidFill>
                <a:srgbClr val="282828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endParaRPr lang="en-US" altLang="ko-KR" sz="1200" dirty="0">
              <a:solidFill>
                <a:srgbClr val="282828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thục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endParaRPr lang="en-US" altLang="ko-KR" sz="1200" dirty="0">
              <a:solidFill>
                <a:srgbClr val="282828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khiến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thương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endParaRPr lang="en-US" altLang="ko-KR" sz="1200" dirty="0">
              <a:solidFill>
                <a:srgbClr val="282828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mảnh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vỡ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bay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tứ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thương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               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201735" name="Rectangle 6"/>
          <p:cNvSpPr>
            <a:spLocks noChangeArrowheads="1"/>
          </p:cNvSpPr>
          <p:nvPr/>
        </p:nvSpPr>
        <p:spPr bwMode="auto">
          <a:xfrm>
            <a:off x="1114425" y="3657483"/>
            <a:ext cx="6986588" cy="19020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•"/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vệ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sức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khỏe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lao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Khẩu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                        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tai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                                  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                                      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                                            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·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dề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·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736" name="Rectangle 8"/>
          <p:cNvSpPr>
            <a:spLocks noChangeArrowheads="1"/>
          </p:cNvSpPr>
          <p:nvPr/>
        </p:nvSpPr>
        <p:spPr bwMode="auto">
          <a:xfrm>
            <a:off x="1125538" y="1149350"/>
            <a:ext cx="727075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nhân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viên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trực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cẩn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thận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thương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thân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282828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737" name="Rectangle 9"/>
          <p:cNvSpPr>
            <a:spLocks noChangeArrowheads="1"/>
          </p:cNvSpPr>
          <p:nvPr/>
        </p:nvSpPr>
        <p:spPr bwMode="auto">
          <a:xfrm>
            <a:off x="550863" y="3443288"/>
            <a:ext cx="239681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1-2.</a:t>
            </a:r>
            <a:r>
              <a:rPr lang="en-US" altLang="ko-KR" sz="14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ko-KR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保護具</a:t>
            </a: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201738" name="Rectangle 10"/>
          <p:cNvSpPr>
            <a:spLocks noChangeArrowheads="1"/>
          </p:cNvSpPr>
          <p:nvPr/>
        </p:nvSpPr>
        <p:spPr bwMode="auto">
          <a:xfrm>
            <a:off x="250825" y="459373"/>
            <a:ext cx="360109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endParaRPr lang="ko-KR" altLang="en-US" sz="16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739" name="Rectangle 11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740" name="Rectangle 12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5076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2F58DDB3-BF75-41C3-9B3C-39BBDCEA383C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178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02755" name="Rectangle 2"/>
          <p:cNvSpPr>
            <a:spLocks noChangeArrowheads="1"/>
          </p:cNvSpPr>
          <p:nvPr/>
        </p:nvSpPr>
        <p:spPr bwMode="auto">
          <a:xfrm>
            <a:off x="849313" y="774912"/>
            <a:ext cx="7704137" cy="518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-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buộc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171450" indent="-171450" algn="l" eaLnBrk="1" latinLnBrk="1" hangingPunct="1">
              <a:lnSpc>
                <a:spcPct val="140000"/>
              </a:lnSpc>
              <a:buFontTx/>
              <a:buChar char="-"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buộc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túi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Lau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khiếm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khuyết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Luôn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luôn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Luôn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luôn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nổ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thọ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2756" name="Rectangle 3"/>
          <p:cNvSpPr>
            <a:spLocks noChangeArrowheads="1"/>
          </p:cNvSpPr>
          <p:nvPr/>
        </p:nvSpPr>
        <p:spPr bwMode="auto">
          <a:xfrm>
            <a:off x="525463" y="576263"/>
            <a:ext cx="173316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1-3.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02757" name="Picture 4" descr="EMB00000ef8113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6136" y="836712"/>
            <a:ext cx="3333750" cy="151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2758" name="Text Box 5"/>
          <p:cNvSpPr txBox="1">
            <a:spLocks noChangeArrowheads="1"/>
          </p:cNvSpPr>
          <p:nvPr/>
        </p:nvSpPr>
        <p:spPr bwMode="auto">
          <a:xfrm>
            <a:off x="6967538" y="2439988"/>
            <a:ext cx="131318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2759" name="Rectangle 7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endParaRPr lang="ko-KR" altLang="en-US" dirty="0" smtClean="0"/>
          </a:p>
        </p:txBody>
      </p:sp>
      <p:sp>
        <p:nvSpPr>
          <p:cNvPr id="202760" name="Rectangle 9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453941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5B53ED07-92DB-4FDB-A33E-8EACA36C47A4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179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03779" name="Rectangle 2"/>
          <p:cNvSpPr>
            <a:spLocks noChangeArrowheads="1"/>
          </p:cNvSpPr>
          <p:nvPr/>
        </p:nvSpPr>
        <p:spPr bwMode="auto">
          <a:xfrm>
            <a:off x="828675" y="1048717"/>
            <a:ext cx="8064500" cy="40811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khiếm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khuyết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thoải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Tung/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ném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171450" indent="-171450" algn="l" eaLnBrk="1" latinLnBrk="1" hangingPunct="1">
              <a:lnSpc>
                <a:spcPct val="180000"/>
              </a:lnSpc>
              <a:buFontTx/>
              <a:buChar char="-"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giàn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can.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túi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.)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171450" indent="-171450" algn="l" eaLnBrk="1" latinLnBrk="1" hangingPunct="1">
              <a:lnSpc>
                <a:spcPct val="180000"/>
              </a:lnSpc>
              <a:buFontTx/>
              <a:buChar char="-"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cờ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tuyệt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đẩy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Tuyệt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vốn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hammer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spanner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wrench.)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3780" name="Rectangle 3"/>
          <p:cNvSpPr>
            <a:spLocks noChangeArrowheads="1"/>
          </p:cNvSpPr>
          <p:nvPr/>
        </p:nvSpPr>
        <p:spPr bwMode="auto">
          <a:xfrm>
            <a:off x="454025" y="571500"/>
            <a:ext cx="228139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1-4.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nghiêm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cấm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3781" name="Rectangle 5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endParaRPr lang="ko-KR" altLang="en-US" dirty="0" smtClean="0"/>
          </a:p>
        </p:txBody>
      </p:sp>
      <p:sp>
        <p:nvSpPr>
          <p:cNvPr id="203782" name="Rectangle 7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87217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7F2E284C-C49F-441A-880E-59D9B8557EED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180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4803" name="Rectangle 2"/>
          <p:cNvSpPr>
            <a:spLocks noChangeArrowheads="1"/>
          </p:cNvSpPr>
          <p:nvPr/>
        </p:nvSpPr>
        <p:spPr bwMode="auto">
          <a:xfrm>
            <a:off x="827088" y="1175058"/>
            <a:ext cx="7777162" cy="48936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228600" indent="-228600" algn="l" eaLnBrk="1" latinLnBrk="1" hangingPunct="1">
              <a:lnSpc>
                <a:spcPct val="100000"/>
              </a:lnSpc>
              <a:buAutoNum type="arabicParenBoth"/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(hammer)  :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Berili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nổ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(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nonsparking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berylium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copper alloy tools-hand hammers : KS E 4911)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•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nổ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xưởng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nặng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Pound)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Berili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 pound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(hand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hammers : KS B 3015)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•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SM55C. 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riêng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.)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•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nặng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(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Pound)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 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 Pound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(rubber hammer) (b)                   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•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nặng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Pound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chì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(leaden hammer)  (c)    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(plastic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hammer)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  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gang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shockless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hammer)  (d)        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gõ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 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joiner hammer, hammer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with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puller.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04804" name="Picture 4" descr="고무망치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65975" y="1789113"/>
            <a:ext cx="1498600" cy="149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4805" name="Picture 5" descr="납망치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92950" y="2725738"/>
            <a:ext cx="1570038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4806" name="Picture 6" descr="철공용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867"/>
          <a:stretch>
            <a:fillRect/>
          </a:stretch>
        </p:blipFill>
        <p:spPr bwMode="auto">
          <a:xfrm>
            <a:off x="7164388" y="1268413"/>
            <a:ext cx="14478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4807" name="Picture 7" descr="우레탄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475" y="3878263"/>
            <a:ext cx="1503363" cy="1503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4808" name="Picture 8" descr="볼핀망치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65975" y="5102225"/>
            <a:ext cx="1374775" cy="1227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4809" name="Text Box 9"/>
          <p:cNvSpPr txBox="1">
            <a:spLocks noChangeArrowheads="1"/>
          </p:cNvSpPr>
          <p:nvPr/>
        </p:nvSpPr>
        <p:spPr bwMode="auto">
          <a:xfrm>
            <a:off x="7670800" y="6237288"/>
            <a:ext cx="95410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0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4810" name="Text Box 10"/>
          <p:cNvSpPr txBox="1">
            <a:spLocks noChangeArrowheads="1"/>
          </p:cNvSpPr>
          <p:nvPr/>
        </p:nvSpPr>
        <p:spPr bwMode="auto">
          <a:xfrm>
            <a:off x="7721600" y="1755775"/>
            <a:ext cx="32893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</a:t>
            </a:r>
          </a:p>
        </p:txBody>
      </p:sp>
      <p:sp>
        <p:nvSpPr>
          <p:cNvPr id="204811" name="Text Box 11"/>
          <p:cNvSpPr txBox="1">
            <a:spLocks noChangeArrowheads="1"/>
          </p:cNvSpPr>
          <p:nvPr/>
        </p:nvSpPr>
        <p:spPr bwMode="auto">
          <a:xfrm>
            <a:off x="7813675" y="2725738"/>
            <a:ext cx="33534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(b)</a:t>
            </a:r>
          </a:p>
        </p:txBody>
      </p:sp>
      <p:sp>
        <p:nvSpPr>
          <p:cNvPr id="204812" name="Text Box 12"/>
          <p:cNvSpPr txBox="1">
            <a:spLocks noChangeArrowheads="1"/>
          </p:cNvSpPr>
          <p:nvPr/>
        </p:nvSpPr>
        <p:spPr bwMode="auto">
          <a:xfrm>
            <a:off x="7813675" y="3805238"/>
            <a:ext cx="32893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(c)</a:t>
            </a:r>
          </a:p>
        </p:txBody>
      </p:sp>
      <p:sp>
        <p:nvSpPr>
          <p:cNvPr id="204813" name="Text Box 13"/>
          <p:cNvSpPr txBox="1">
            <a:spLocks noChangeArrowheads="1"/>
          </p:cNvSpPr>
          <p:nvPr/>
        </p:nvSpPr>
        <p:spPr bwMode="auto">
          <a:xfrm>
            <a:off x="7813675" y="4813300"/>
            <a:ext cx="33534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(d)</a:t>
            </a:r>
          </a:p>
        </p:txBody>
      </p:sp>
      <p:sp>
        <p:nvSpPr>
          <p:cNvPr id="204814" name="Text Box 14"/>
          <p:cNvSpPr txBox="1">
            <a:spLocks noChangeArrowheads="1"/>
          </p:cNvSpPr>
          <p:nvPr/>
        </p:nvSpPr>
        <p:spPr bwMode="auto">
          <a:xfrm>
            <a:off x="7813675" y="5822950"/>
            <a:ext cx="4318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(e)</a:t>
            </a:r>
          </a:p>
        </p:txBody>
      </p:sp>
      <p:sp>
        <p:nvSpPr>
          <p:cNvPr id="204815" name="Text Box 15"/>
          <p:cNvSpPr txBox="1">
            <a:spLocks noChangeArrowheads="1"/>
          </p:cNvSpPr>
          <p:nvPr/>
        </p:nvSpPr>
        <p:spPr bwMode="auto">
          <a:xfrm>
            <a:off x="827088" y="6165850"/>
            <a:ext cx="433965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 SM 55C : 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bon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chuyên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bon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4816" name="Text Box 16"/>
          <p:cNvSpPr txBox="1">
            <a:spLocks noChangeArrowheads="1"/>
          </p:cNvSpPr>
          <p:nvPr/>
        </p:nvSpPr>
        <p:spPr bwMode="auto">
          <a:xfrm>
            <a:off x="827088" y="6308725"/>
            <a:ext cx="37321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Berili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mềm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mềm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dẻo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4817" name="Rectangle 18"/>
          <p:cNvSpPr>
            <a:spLocks noChangeArrowheads="1"/>
          </p:cNvSpPr>
          <p:nvPr/>
        </p:nvSpPr>
        <p:spPr bwMode="auto">
          <a:xfrm>
            <a:off x="557213" y="909638"/>
            <a:ext cx="27193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2-1. Hammer</a:t>
            </a:r>
          </a:p>
        </p:txBody>
      </p:sp>
      <p:sp>
        <p:nvSpPr>
          <p:cNvPr id="204818" name="Rectangle 19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4819" name="Rectangle 20"/>
          <p:cNvSpPr>
            <a:spLocks noChangeArrowheads="1"/>
          </p:cNvSpPr>
          <p:nvPr/>
        </p:nvSpPr>
        <p:spPr bwMode="auto">
          <a:xfrm>
            <a:off x="323850" y="428625"/>
            <a:ext cx="41021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sz="16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4820" name="Rectangle 22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21029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1173269B-8980-4F34-875D-A5CD30FC666D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181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05827" name="Rectangle 2"/>
          <p:cNvSpPr>
            <a:spLocks noChangeArrowheads="1"/>
          </p:cNvSpPr>
          <p:nvPr/>
        </p:nvSpPr>
        <p:spPr bwMode="auto">
          <a:xfrm>
            <a:off x="682625" y="622960"/>
            <a:ext cx="7705725" cy="18004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2-2.</a:t>
            </a:r>
            <a:r>
              <a:rPr lang="en-US" altLang="ko-KR" sz="14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Cờ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lết</a:t>
            </a:r>
            <a:r>
              <a:rPr lang="ko-KR" altLang="en-US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(spanner / wrench )</a:t>
            </a:r>
            <a:r>
              <a:rPr lang="en-US" altLang="ko-KR" sz="14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lộn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Spanner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wrench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(1)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Spanner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(open ended spanners : KS B 3005)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miệng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miệng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miệng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(N)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Spanner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8x10 2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miệng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5828" name="Rectangle 3"/>
          <p:cNvSpPr>
            <a:spLocks noChangeArrowheads="1"/>
          </p:cNvSpPr>
          <p:nvPr/>
        </p:nvSpPr>
        <p:spPr bwMode="auto">
          <a:xfrm>
            <a:off x="781050" y="2568575"/>
            <a:ext cx="803910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Monkey spanner –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lết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(adjustable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angle wrenches : KS B 3006)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cằm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                            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rèn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rèn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cằm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15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23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cằm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(N)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(H)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Monkey spanner 200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㎜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23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rèn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cằm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5829" name="Rectangle 4"/>
          <p:cNvSpPr>
            <a:spLocks noChangeArrowheads="1"/>
          </p:cNvSpPr>
          <p:nvPr/>
        </p:nvSpPr>
        <p:spPr bwMode="auto">
          <a:xfrm>
            <a:off x="755650" y="3908594"/>
            <a:ext cx="817245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</a:t>
            </a:r>
            <a:r>
              <a:rPr lang="en-US" altLang="ko-KR" sz="12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ko-KR" altLang="en-US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(pipe wrenches : KS B 3012)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lnSpc>
                <a:spcPct val="100000"/>
              </a:lnSpc>
            </a:pPr>
            <a:r>
              <a:rPr lang="en-US" altLang="ko-KR" sz="12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(N)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(H)</a:t>
            </a:r>
            <a:r>
              <a:rPr lang="ko-KR" altLang="en-US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rgbClr val="282828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lnSpc>
                <a:spcPct val="100000"/>
              </a:lnSpc>
            </a:pPr>
            <a:r>
              <a:rPr lang="ko-KR" altLang="en-US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tới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200~1200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㎜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KS</a:t>
            </a:r>
            <a:r>
              <a:rPr lang="ko-KR" altLang="en-US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ko-KR" altLang="en-US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(KS B 3017)    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32x300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㎜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5830" name="Text Box 5"/>
          <p:cNvSpPr txBox="1">
            <a:spLocks noChangeArrowheads="1"/>
          </p:cNvSpPr>
          <p:nvPr/>
        </p:nvSpPr>
        <p:spPr bwMode="auto">
          <a:xfrm>
            <a:off x="747713" y="6272213"/>
            <a:ext cx="449193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Rèn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721℃)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endParaRPr lang="ko-KR" altLang="en-US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05831" name="Picture 6" descr="1137561193_alumoffsetwrench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2713" y="5003800"/>
            <a:ext cx="990600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5832" name="Picture 7" descr="t010105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57550" y="4953000"/>
            <a:ext cx="1143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5833" name="Picture 8" descr="s1085460001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6400" y="4876800"/>
            <a:ext cx="627063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5834" name="Picture 9" descr="264m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62800" y="4953000"/>
            <a:ext cx="922338" cy="92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835" name="Text Box 10"/>
          <p:cNvSpPr txBox="1">
            <a:spLocks noChangeArrowheads="1"/>
          </p:cNvSpPr>
          <p:nvPr/>
        </p:nvSpPr>
        <p:spPr bwMode="auto">
          <a:xfrm>
            <a:off x="1001713" y="5943600"/>
            <a:ext cx="158408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Opset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wrench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(KS B 3014)</a:t>
            </a:r>
          </a:p>
        </p:txBody>
      </p:sp>
      <p:sp>
        <p:nvSpPr>
          <p:cNvPr id="205836" name="Rectangle 11"/>
          <p:cNvSpPr>
            <a:spLocks noChangeArrowheads="1"/>
          </p:cNvSpPr>
          <p:nvPr/>
        </p:nvSpPr>
        <p:spPr bwMode="auto">
          <a:xfrm>
            <a:off x="3001963" y="5946775"/>
            <a:ext cx="163378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Socket wrench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(KS B 3007)</a:t>
            </a:r>
          </a:p>
        </p:txBody>
      </p:sp>
      <p:sp>
        <p:nvSpPr>
          <p:cNvPr id="205837" name="Rectangle 12"/>
          <p:cNvSpPr>
            <a:spLocks noChangeArrowheads="1"/>
          </p:cNvSpPr>
          <p:nvPr/>
        </p:nvSpPr>
        <p:spPr bwMode="auto">
          <a:xfrm>
            <a:off x="5105400" y="5943600"/>
            <a:ext cx="164019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Ratchet handle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(KS B 3024)</a:t>
            </a:r>
          </a:p>
        </p:txBody>
      </p:sp>
      <p:sp>
        <p:nvSpPr>
          <p:cNvPr id="205838" name="Rectangle 13"/>
          <p:cNvSpPr>
            <a:spLocks noChangeArrowheads="1"/>
          </p:cNvSpPr>
          <p:nvPr/>
        </p:nvSpPr>
        <p:spPr bwMode="auto">
          <a:xfrm>
            <a:off x="7010400" y="5943600"/>
            <a:ext cx="155042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Extension bar(KS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 3023)</a:t>
            </a:r>
          </a:p>
        </p:txBody>
      </p:sp>
      <p:sp>
        <p:nvSpPr>
          <p:cNvPr id="205839" name="Rectangle 16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dirty="0" smtClean="0"/>
          </a:p>
        </p:txBody>
      </p:sp>
      <p:sp>
        <p:nvSpPr>
          <p:cNvPr id="205840" name="Rectangle 18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97035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A212AD6C-CA40-46EE-9765-69867F3ED3F9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182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6851" name="Rectangle 2"/>
          <p:cNvSpPr>
            <a:spLocks noChangeArrowheads="1"/>
          </p:cNvSpPr>
          <p:nvPr/>
        </p:nvSpPr>
        <p:spPr bwMode="auto">
          <a:xfrm>
            <a:off x="611188" y="616751"/>
            <a:ext cx="7924800" cy="351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400" b="1" dirty="0">
                <a:solidFill>
                  <a:srgbClr val="282828"/>
                </a:solidFill>
                <a:latin typeface="Times New Roman" panose="02020603050405020304" pitchFamily="18" charset="0"/>
                <a:ea typeface="굴림체" pitchFamily="49" charset="-127"/>
                <a:cs typeface="Times New Roman" panose="02020603050405020304" pitchFamily="18" charset="0"/>
              </a:rPr>
              <a:t>2-3.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ko-KR" altLang="en-US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(screw drivers)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3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xoay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thập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dẹt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－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riêng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dẹt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－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)).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thập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＋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(screw drivers for cross recessed head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xcrews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: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KS B 3009)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   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  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                   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thập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Chìa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(screw drivers :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KS B 3011) (a)</a:t>
            </a:r>
          </a:p>
          <a:p>
            <a:pPr algn="l" eaLnBrk="1" latinLnBrk="1" hangingPunct="1">
              <a:lnSpc>
                <a:spcPct val="14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Berili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nổ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nổ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lửa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KS E 4915)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•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Torque driver,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6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(b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point driver, Box driver (c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(e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(f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hồ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 </a:t>
            </a:r>
          </a:p>
        </p:txBody>
      </p:sp>
      <p:pic>
        <p:nvPicPr>
          <p:cNvPr id="206852" name="Picture 3" descr="스크류드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4495800"/>
            <a:ext cx="820738" cy="148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6853" name="Picture 4" descr="자동드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7600" y="4419600"/>
            <a:ext cx="1501775" cy="150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6854" name="Picture 5" descr="박스드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38400" y="4648200"/>
            <a:ext cx="10668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6855" name="Picture 6" descr="정밀드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0" y="4343400"/>
            <a:ext cx="106045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6856" name="Picture 7" descr="조합교환드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9400" y="4343400"/>
            <a:ext cx="762000" cy="150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6857" name="Text Box 8"/>
          <p:cNvSpPr txBox="1">
            <a:spLocks noChangeArrowheads="1"/>
          </p:cNvSpPr>
          <p:nvPr/>
        </p:nvSpPr>
        <p:spPr bwMode="auto">
          <a:xfrm>
            <a:off x="641350" y="5889625"/>
            <a:ext cx="32893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</a:t>
            </a:r>
          </a:p>
        </p:txBody>
      </p:sp>
      <p:pic>
        <p:nvPicPr>
          <p:cNvPr id="206858" name="Picture 9" descr="6각봉드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4495800"/>
            <a:ext cx="677863" cy="150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6859" name="Text Box 10"/>
          <p:cNvSpPr txBox="1">
            <a:spLocks noChangeArrowheads="1"/>
          </p:cNvSpPr>
          <p:nvPr/>
        </p:nvSpPr>
        <p:spPr bwMode="auto">
          <a:xfrm>
            <a:off x="1736725" y="5880100"/>
            <a:ext cx="3873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(b)</a:t>
            </a:r>
          </a:p>
        </p:txBody>
      </p:sp>
      <p:sp>
        <p:nvSpPr>
          <p:cNvPr id="206860" name="Text Box 11"/>
          <p:cNvSpPr txBox="1">
            <a:spLocks noChangeArrowheads="1"/>
          </p:cNvSpPr>
          <p:nvPr/>
        </p:nvSpPr>
        <p:spPr bwMode="auto">
          <a:xfrm>
            <a:off x="6877050" y="5880100"/>
            <a:ext cx="33534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(g)</a:t>
            </a:r>
          </a:p>
        </p:txBody>
      </p:sp>
      <p:sp>
        <p:nvSpPr>
          <p:cNvPr id="206861" name="Text Box 12"/>
          <p:cNvSpPr txBox="1">
            <a:spLocks noChangeArrowheads="1"/>
          </p:cNvSpPr>
          <p:nvPr/>
        </p:nvSpPr>
        <p:spPr bwMode="auto">
          <a:xfrm>
            <a:off x="4305300" y="5876925"/>
            <a:ext cx="32893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(e)</a:t>
            </a:r>
          </a:p>
        </p:txBody>
      </p:sp>
      <p:sp>
        <p:nvSpPr>
          <p:cNvPr id="206862" name="Text Box 13"/>
          <p:cNvSpPr txBox="1">
            <a:spLocks noChangeArrowheads="1"/>
          </p:cNvSpPr>
          <p:nvPr/>
        </p:nvSpPr>
        <p:spPr bwMode="auto">
          <a:xfrm>
            <a:off x="2779713" y="5876925"/>
            <a:ext cx="32893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(c)</a:t>
            </a:r>
          </a:p>
        </p:txBody>
      </p:sp>
      <p:sp>
        <p:nvSpPr>
          <p:cNvPr id="206863" name="Text Box 14"/>
          <p:cNvSpPr txBox="1">
            <a:spLocks noChangeArrowheads="1"/>
          </p:cNvSpPr>
          <p:nvPr/>
        </p:nvSpPr>
        <p:spPr bwMode="auto">
          <a:xfrm>
            <a:off x="8048625" y="5876925"/>
            <a:ext cx="33534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(h)</a:t>
            </a:r>
          </a:p>
        </p:txBody>
      </p:sp>
      <p:pic>
        <p:nvPicPr>
          <p:cNvPr id="206864" name="Picture 15" descr="타격1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0" y="4267200"/>
            <a:ext cx="965200" cy="96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6865" name="Picture 16" descr="타격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6400" y="5105400"/>
            <a:ext cx="965200" cy="96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6866" name="Text Box 17"/>
          <p:cNvSpPr txBox="1">
            <a:spLocks noChangeArrowheads="1"/>
          </p:cNvSpPr>
          <p:nvPr/>
        </p:nvSpPr>
        <p:spPr bwMode="auto">
          <a:xfrm>
            <a:off x="5753100" y="5876925"/>
            <a:ext cx="3238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(f)</a:t>
            </a:r>
          </a:p>
        </p:txBody>
      </p:sp>
      <p:sp>
        <p:nvSpPr>
          <p:cNvPr id="206867" name="Text Box 18"/>
          <p:cNvSpPr txBox="1">
            <a:spLocks noChangeArrowheads="1"/>
          </p:cNvSpPr>
          <p:nvPr/>
        </p:nvSpPr>
        <p:spPr bwMode="auto">
          <a:xfrm>
            <a:off x="3924300" y="6165850"/>
            <a:ext cx="110158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[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Các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loại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tua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vít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]</a:t>
            </a:r>
            <a:endParaRPr lang="en-US" altLang="ko-KR" sz="1000" b="1" dirty="0">
              <a:solidFill>
                <a:schemeClr val="tx1"/>
              </a:solidFill>
              <a:latin typeface="Times New Roman" panose="02020603050405020304" pitchFamily="18" charset="0"/>
              <a:ea typeface="HY신명조" pitchFamily="18" charset="-127"/>
              <a:cs typeface="Times New Roman" panose="02020603050405020304" pitchFamily="18" charset="0"/>
            </a:endParaRPr>
          </a:p>
        </p:txBody>
      </p:sp>
      <p:sp>
        <p:nvSpPr>
          <p:cNvPr id="206868" name="Rectangle 20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dirty="0" smtClean="0"/>
          </a:p>
        </p:txBody>
      </p:sp>
      <p:sp>
        <p:nvSpPr>
          <p:cNvPr id="206869" name="Rectangle 22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275833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448E7BBF-E4B2-423E-BFFA-98CEA1420FF3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183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07875" name="Rectangle 2"/>
          <p:cNvSpPr>
            <a:spLocks noChangeArrowheads="1"/>
          </p:cNvSpPr>
          <p:nvPr/>
        </p:nvSpPr>
        <p:spPr bwMode="auto">
          <a:xfrm>
            <a:off x="790575" y="888625"/>
            <a:ext cx="4557713" cy="208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buộc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lập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xảy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7876" name="Rectangle 3"/>
          <p:cNvSpPr>
            <a:spLocks noChangeArrowheads="1"/>
          </p:cNvSpPr>
          <p:nvPr/>
        </p:nvSpPr>
        <p:spPr bwMode="auto">
          <a:xfrm>
            <a:off x="790575" y="3376889"/>
            <a:ext cx="6877050" cy="25299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quay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đập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– impact drill)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đập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(Keyless Chuck)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Torque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 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7877" name="Rectangle 4"/>
          <p:cNvSpPr>
            <a:spLocks noChangeArrowheads="1"/>
          </p:cNvSpPr>
          <p:nvPr/>
        </p:nvSpPr>
        <p:spPr bwMode="auto">
          <a:xfrm>
            <a:off x="460375" y="549275"/>
            <a:ext cx="201369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2-4.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07878" name="Picture 5" descr="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19700" y="1484313"/>
            <a:ext cx="3676650" cy="2152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7879" name="Text Box 6"/>
          <p:cNvSpPr txBox="1">
            <a:spLocks noChangeArrowheads="1"/>
          </p:cNvSpPr>
          <p:nvPr/>
        </p:nvSpPr>
        <p:spPr bwMode="auto">
          <a:xfrm>
            <a:off x="5865813" y="3716338"/>
            <a:ext cx="246734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7880" name="Rectangle 8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dirty="0" smtClean="0"/>
          </a:p>
        </p:txBody>
      </p:sp>
      <p:sp>
        <p:nvSpPr>
          <p:cNvPr id="207881" name="Rectangle 10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직사각형 9"/>
          <p:cNvSpPr/>
          <p:nvPr/>
        </p:nvSpPr>
        <p:spPr bwMode="auto">
          <a:xfrm>
            <a:off x="7092280" y="1412776"/>
            <a:ext cx="864096" cy="34349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직사각형 10"/>
          <p:cNvSpPr/>
          <p:nvPr/>
        </p:nvSpPr>
        <p:spPr bwMode="auto">
          <a:xfrm>
            <a:off x="6588224" y="2276872"/>
            <a:ext cx="864096" cy="199479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직사각형 11"/>
          <p:cNvSpPr/>
          <p:nvPr/>
        </p:nvSpPr>
        <p:spPr bwMode="auto">
          <a:xfrm>
            <a:off x="7524328" y="2221409"/>
            <a:ext cx="1224136" cy="199479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5004048" y="1484784"/>
            <a:ext cx="1584177" cy="199479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Khớp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ly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Torque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4339237" y="2335922"/>
            <a:ext cx="1456899" cy="22898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Nút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quay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ngược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374408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B1B33D37-9E34-4327-8773-0165C7197E59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184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08899" name="Picture 2" descr="EMB00000ef811c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30913" y="1371086"/>
            <a:ext cx="2857500" cy="267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8900" name="Rectangle 3"/>
          <p:cNvSpPr>
            <a:spLocks noChangeArrowheads="1"/>
          </p:cNvSpPr>
          <p:nvPr/>
        </p:nvSpPr>
        <p:spPr bwMode="auto">
          <a:xfrm>
            <a:off x="536575" y="493497"/>
            <a:ext cx="5494338" cy="15942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just" eaLnBrk="1" latinLnBrk="1" hangingPunct="1">
              <a:lnSpc>
                <a:spcPct val="14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2-5.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eaLnBrk="1" latinLnBrk="1" hangingPunct="1">
              <a:lnSpc>
                <a:spcPct val="200000"/>
              </a:lnSpc>
            </a:pPr>
            <a:r>
              <a:rPr lang="ko-KR" altLang="en-US" sz="13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tông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3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</a:t>
            </a:r>
            <a:r>
              <a:rPr lang="ko-KR" altLang="en-US" sz="13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au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3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300" b="1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eaLnBrk="1" latinLnBrk="1" hangingPunct="1">
              <a:lnSpc>
                <a:spcPct val="200000"/>
              </a:lnSpc>
            </a:pP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 hay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8901" name="Rectangle 4"/>
          <p:cNvSpPr>
            <a:spLocks noChangeArrowheads="1"/>
          </p:cNvSpPr>
          <p:nvPr/>
        </p:nvSpPr>
        <p:spPr bwMode="auto">
          <a:xfrm>
            <a:off x="811213" y="1934943"/>
            <a:ext cx="5561012" cy="34532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Nút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đập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nút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nút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đập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đập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đập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Nút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trái•phải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nút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thuận•ngược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Nút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chậm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Chuck handle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8902" name="Text Box 5"/>
          <p:cNvSpPr txBox="1">
            <a:spLocks noChangeArrowheads="1"/>
          </p:cNvSpPr>
          <p:nvPr/>
        </p:nvSpPr>
        <p:spPr bwMode="auto">
          <a:xfrm>
            <a:off x="6326188" y="4121150"/>
            <a:ext cx="201689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8903" name="Text Box 6"/>
          <p:cNvSpPr txBox="1">
            <a:spLocks noChangeArrowheads="1"/>
          </p:cNvSpPr>
          <p:nvPr/>
        </p:nvSpPr>
        <p:spPr bwMode="auto">
          <a:xfrm>
            <a:off x="593725" y="6021388"/>
            <a:ext cx="88998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Đục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endParaRPr lang="ko-KR" altLang="en-US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8904" name="Rectangle 8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dirty="0" smtClean="0"/>
          </a:p>
        </p:txBody>
      </p:sp>
      <p:sp>
        <p:nvSpPr>
          <p:cNvPr id="208905" name="Rectangle 9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6876256" y="3733577"/>
            <a:ext cx="864096" cy="199479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Chuck handle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직사각형 10"/>
          <p:cNvSpPr/>
          <p:nvPr/>
        </p:nvSpPr>
        <p:spPr bwMode="auto">
          <a:xfrm>
            <a:off x="6804248" y="3140968"/>
            <a:ext cx="864096" cy="199479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7308304" y="2708920"/>
            <a:ext cx="1152128" cy="18977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Nút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7460704" y="2519150"/>
            <a:ext cx="1152128" cy="18977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Nút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8036768" y="2365425"/>
            <a:ext cx="864096" cy="199479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5796136" y="1395158"/>
            <a:ext cx="1791816" cy="16163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Nút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đập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501693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EA20EB7D-56E1-47A2-8BB2-717C1F6DDA45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185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923" name="Rectangle 2"/>
          <p:cNvSpPr>
            <a:spLocks noChangeArrowheads="1"/>
          </p:cNvSpPr>
          <p:nvPr/>
        </p:nvSpPr>
        <p:spPr bwMode="auto">
          <a:xfrm>
            <a:off x="438150" y="588963"/>
            <a:ext cx="2159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just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282828"/>
                </a:solidFill>
                <a:latin typeface="Times New Roman" panose="02020603050405020304" pitchFamily="18" charset="0"/>
                <a:ea typeface="굴림체" pitchFamily="49" charset="-127"/>
                <a:cs typeface="Times New Roman" panose="02020603050405020304" pitchFamily="18" charset="0"/>
              </a:rPr>
              <a:t>2-6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anose="02020603050405020304" pitchFamily="18" charset="0"/>
                <a:ea typeface="굴림체" pitchFamily="49" charset="-127"/>
                <a:cs typeface="Times New Roman" panose="02020603050405020304" pitchFamily="18" charset="0"/>
              </a:rPr>
              <a:t>.</a:t>
            </a:r>
            <a:r>
              <a:rPr lang="ko-KR" altLang="en-US" sz="1400" b="1" dirty="0">
                <a:solidFill>
                  <a:srgbClr val="282828"/>
                </a:solidFill>
                <a:latin typeface="Times New Roman" panose="02020603050405020304" pitchFamily="18" charset="0"/>
                <a:ea typeface="굴림체" pitchFamily="49" charset="-127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ea typeface="굴림체" pitchFamily="49" charset="-127"/>
                <a:cs typeface="Times New Roman" panose="02020603050405020304" pitchFamily="18" charset="0"/>
              </a:rPr>
              <a:t>Mũi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anose="02020603050405020304" pitchFamily="18" charset="0"/>
                <a:ea typeface="굴림체" pitchFamily="49" charset="-127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ea typeface="굴림체" pitchFamily="49" charset="-127"/>
                <a:cs typeface="Times New Roman" panose="02020603050405020304" pitchFamily="18" charset="0"/>
              </a:rPr>
              <a:t>khoan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anose="02020603050405020304" pitchFamily="18" charset="0"/>
                <a:ea typeface="굴림체" pitchFamily="49" charset="-127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ea typeface="굴림체" pitchFamily="49" charset="-127"/>
                <a:cs typeface="Times New Roman" panose="02020603050405020304" pitchFamily="18" charset="0"/>
              </a:rPr>
              <a:t>và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anose="02020603050405020304" pitchFamily="18" charset="0"/>
                <a:ea typeface="굴림체" pitchFamily="49" charset="-127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ea typeface="굴림체" pitchFamily="49" charset="-127"/>
                <a:cs typeface="Times New Roman" panose="02020603050405020304" pitchFamily="18" charset="0"/>
              </a:rPr>
              <a:t>khác</a:t>
            </a:r>
            <a:r>
              <a:rPr lang="ko-KR" altLang="en-US" sz="1400" dirty="0" smtClean="0">
                <a:solidFill>
                  <a:srgbClr val="282828"/>
                </a:solidFill>
                <a:latin typeface="Times New Roman" panose="02020603050405020304" pitchFamily="18" charset="0"/>
                <a:ea typeface="굴림체" pitchFamily="49" charset="-127"/>
                <a:cs typeface="Times New Roman" panose="02020603050405020304" pitchFamily="18" charset="0"/>
              </a:rPr>
              <a:t> </a:t>
            </a:r>
            <a:endParaRPr lang="ko-KR" altLang="en-US" sz="1400" dirty="0">
              <a:solidFill>
                <a:srgbClr val="282828"/>
              </a:solidFill>
              <a:latin typeface="Times New Roman" panose="02020603050405020304" pitchFamily="18" charset="0"/>
              <a:ea typeface="굴림체" pitchFamily="49" charset="-127"/>
              <a:cs typeface="Times New Roman" panose="02020603050405020304" pitchFamily="18" charset="0"/>
            </a:endParaRPr>
          </a:p>
        </p:txBody>
      </p:sp>
      <p:pic>
        <p:nvPicPr>
          <p:cNvPr id="209924" name="Picture 3" descr="EMB00000ef811cd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2250" y="3933825"/>
            <a:ext cx="8569325" cy="151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9925" name="Group 4"/>
          <p:cNvGrpSpPr>
            <a:grpSpLocks/>
          </p:cNvGrpSpPr>
          <p:nvPr/>
        </p:nvGrpSpPr>
        <p:grpSpPr bwMode="auto">
          <a:xfrm>
            <a:off x="246063" y="1117600"/>
            <a:ext cx="8640762" cy="1920875"/>
            <a:chOff x="155" y="590"/>
            <a:chExt cx="5443" cy="1210"/>
          </a:xfrm>
        </p:grpSpPr>
        <p:pic>
          <p:nvPicPr>
            <p:cNvPr id="209937" name="Picture 5" descr="EMB00000ef811cc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" y="599"/>
              <a:ext cx="734" cy="1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9938" name="Picture 6" descr="EMB00000ef811cb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17" y="599"/>
              <a:ext cx="750" cy="1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9939" name="Picture 7" descr="EMB00000ef811c7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3" y="593"/>
              <a:ext cx="839" cy="1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9940" name="Picture 8" descr="EMB00000ef811c8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60" y="600"/>
              <a:ext cx="885" cy="1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9941" name="Picture 9" descr="EMB00000ef811c9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8" y="590"/>
              <a:ext cx="862" cy="12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9942" name="Picture 10" descr="EMB00000ef811ca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4" y="600"/>
              <a:ext cx="1224" cy="9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09926" name="Rectangle 11"/>
          <p:cNvSpPr>
            <a:spLocks noChangeArrowheads="1"/>
          </p:cNvSpPr>
          <p:nvPr/>
        </p:nvSpPr>
        <p:spPr bwMode="auto">
          <a:xfrm>
            <a:off x="254000" y="3178890"/>
            <a:ext cx="676592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(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tông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gỗ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927" name="Rectangle 12"/>
          <p:cNvSpPr>
            <a:spLocks noChangeArrowheads="1"/>
          </p:cNvSpPr>
          <p:nvPr/>
        </p:nvSpPr>
        <p:spPr bwMode="auto">
          <a:xfrm>
            <a:off x="7092950" y="2816225"/>
            <a:ext cx="1738313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(f)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khoét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high speed steel)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khoét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bua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(carbide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tipped hole cutters)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khoét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928" name="Rectangle 13"/>
          <p:cNvSpPr>
            <a:spLocks noChangeArrowheads="1"/>
          </p:cNvSpPr>
          <p:nvPr/>
        </p:nvSpPr>
        <p:spPr bwMode="auto">
          <a:xfrm>
            <a:off x="1752600" y="5400675"/>
            <a:ext cx="10668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hiết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trộn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929" name="Rectangle 14"/>
          <p:cNvSpPr>
            <a:spLocks noChangeArrowheads="1"/>
          </p:cNvSpPr>
          <p:nvPr/>
        </p:nvSpPr>
        <p:spPr bwMode="auto">
          <a:xfrm>
            <a:off x="3048000" y="5400675"/>
            <a:ext cx="10668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Đá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930" name="Rectangle 15"/>
          <p:cNvSpPr>
            <a:spLocks noChangeArrowheads="1"/>
          </p:cNvSpPr>
          <p:nvPr/>
        </p:nvSpPr>
        <p:spPr bwMode="auto">
          <a:xfrm>
            <a:off x="333375" y="5405438"/>
            <a:ext cx="1676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(g)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(circle cutter)</a:t>
            </a:r>
          </a:p>
        </p:txBody>
      </p:sp>
      <p:sp>
        <p:nvSpPr>
          <p:cNvPr id="209931" name="Rectangle 16"/>
          <p:cNvSpPr>
            <a:spLocks noChangeArrowheads="1"/>
          </p:cNvSpPr>
          <p:nvPr/>
        </p:nvSpPr>
        <p:spPr bwMode="auto">
          <a:xfrm>
            <a:off x="4495800" y="5400675"/>
            <a:ext cx="9144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(j)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Chổi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932" name="Rectangle 17"/>
          <p:cNvSpPr>
            <a:spLocks noChangeArrowheads="1"/>
          </p:cNvSpPr>
          <p:nvPr/>
        </p:nvSpPr>
        <p:spPr bwMode="auto">
          <a:xfrm>
            <a:off x="5743575" y="5400675"/>
            <a:ext cx="137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(k)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ổ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933" name="Rectangle 18"/>
          <p:cNvSpPr>
            <a:spLocks noChangeArrowheads="1"/>
          </p:cNvSpPr>
          <p:nvPr/>
        </p:nvSpPr>
        <p:spPr bwMode="auto">
          <a:xfrm>
            <a:off x="7467600" y="5322858"/>
            <a:ext cx="990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(l)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Shaft wheel (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934" name="Text Box 19"/>
          <p:cNvSpPr txBox="1">
            <a:spLocks noChangeArrowheads="1"/>
          </p:cNvSpPr>
          <p:nvPr/>
        </p:nvSpPr>
        <p:spPr bwMode="auto">
          <a:xfrm>
            <a:off x="3779838" y="5895975"/>
            <a:ext cx="266932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[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Các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công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cụ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sử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dụng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khi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làm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việc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với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khoan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]</a:t>
            </a:r>
            <a:endParaRPr lang="en-US" altLang="ko-KR" sz="1000" b="1" dirty="0">
              <a:solidFill>
                <a:schemeClr val="tx1"/>
              </a:solidFill>
              <a:latin typeface="Times New Roman" panose="02020603050405020304" pitchFamily="18" charset="0"/>
              <a:ea typeface="HY신명조" pitchFamily="18" charset="-127"/>
              <a:cs typeface="Times New Roman" panose="02020603050405020304" pitchFamily="18" charset="0"/>
            </a:endParaRPr>
          </a:p>
        </p:txBody>
      </p:sp>
      <p:sp>
        <p:nvSpPr>
          <p:cNvPr id="209935" name="Rectangle 21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dirty="0" smtClean="0"/>
          </a:p>
        </p:txBody>
      </p:sp>
      <p:sp>
        <p:nvSpPr>
          <p:cNvPr id="209936" name="Rectangle 22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98702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9985A300-EE10-4695-AFE5-50F59CF51DB5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186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0947" name="Rectangle 2"/>
          <p:cNvSpPr>
            <a:spLocks noChangeArrowheads="1"/>
          </p:cNvSpPr>
          <p:nvPr/>
        </p:nvSpPr>
        <p:spPr bwMode="auto">
          <a:xfrm>
            <a:off x="419100" y="814486"/>
            <a:ext cx="307278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 dirty="0">
                <a:solidFill>
                  <a:schemeClr val="tx1"/>
                </a:solidFill>
                <a:latin typeface="Times New Roman" pitchFamily="18" charset="0"/>
                <a:cs typeface="Times New Roman" panose="02020603050405020304" pitchFamily="18" charset="0"/>
              </a:rPr>
              <a:t> 2-7</a:t>
            </a: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10948" name="Picture 3" descr="EMB00000ef811d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03350" y="4495800"/>
            <a:ext cx="1428750" cy="1209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0949" name="Picture 4" descr="EMB00000ef811d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40200" y="4495800"/>
            <a:ext cx="1143000" cy="1247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0950" name="Picture 5" descr="EMB00000ef811d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4525" y="4191000"/>
            <a:ext cx="3165475" cy="145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0951" name="Picture 6" descr="EMB00000ef811d1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3700" y="874713"/>
            <a:ext cx="1644650" cy="142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0952" name="Picture 7" descr="EMB00000ef81218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6025" y="2276475"/>
            <a:ext cx="2092325" cy="209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0953" name="Rectangle 8"/>
          <p:cNvSpPr>
            <a:spLocks noChangeArrowheads="1"/>
          </p:cNvSpPr>
          <p:nvPr/>
        </p:nvSpPr>
        <p:spPr bwMode="auto">
          <a:xfrm>
            <a:off x="1500188" y="5838825"/>
            <a:ext cx="86594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(b) razor saw</a:t>
            </a:r>
          </a:p>
        </p:txBody>
      </p:sp>
      <p:sp>
        <p:nvSpPr>
          <p:cNvPr id="210954" name="Rectangle 9"/>
          <p:cNvSpPr>
            <a:spLocks noChangeArrowheads="1"/>
          </p:cNvSpPr>
          <p:nvPr/>
        </p:nvSpPr>
        <p:spPr bwMode="auto">
          <a:xfrm>
            <a:off x="3979863" y="5829300"/>
            <a:ext cx="145905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(coping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saw)</a:t>
            </a:r>
          </a:p>
        </p:txBody>
      </p:sp>
      <p:sp>
        <p:nvSpPr>
          <p:cNvPr id="210955" name="Rectangle 10"/>
          <p:cNvSpPr>
            <a:spLocks noChangeArrowheads="1"/>
          </p:cNvSpPr>
          <p:nvPr/>
        </p:nvSpPr>
        <p:spPr bwMode="auto">
          <a:xfrm>
            <a:off x="6773863" y="5829300"/>
            <a:ext cx="86433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0956" name="Rectangle 11"/>
          <p:cNvSpPr>
            <a:spLocks noChangeArrowheads="1"/>
          </p:cNvSpPr>
          <p:nvPr/>
        </p:nvSpPr>
        <p:spPr bwMode="auto">
          <a:xfrm>
            <a:off x="6657975" y="3771900"/>
            <a:ext cx="171393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(hack saw)</a:t>
            </a:r>
          </a:p>
        </p:txBody>
      </p:sp>
      <p:sp>
        <p:nvSpPr>
          <p:cNvPr id="210957" name="Text Box 12"/>
          <p:cNvSpPr txBox="1">
            <a:spLocks noChangeArrowheads="1"/>
          </p:cNvSpPr>
          <p:nvPr/>
        </p:nvSpPr>
        <p:spPr bwMode="auto">
          <a:xfrm>
            <a:off x="4081463" y="6137275"/>
            <a:ext cx="79861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[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Cưa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(saw</a:t>
            </a:r>
            <a:r>
              <a:rPr lang="en-US" altLang="ko-KR" sz="1000" b="1" dirty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)]</a:t>
            </a:r>
          </a:p>
        </p:txBody>
      </p:sp>
      <p:sp>
        <p:nvSpPr>
          <p:cNvPr id="210958" name="Text Box 13"/>
          <p:cNvSpPr txBox="1">
            <a:spLocks noChangeArrowheads="1"/>
          </p:cNvSpPr>
          <p:nvPr/>
        </p:nvSpPr>
        <p:spPr bwMode="auto">
          <a:xfrm>
            <a:off x="7113588" y="2362200"/>
            <a:ext cx="153439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0959" name="Rectangle 15"/>
          <p:cNvSpPr>
            <a:spLocks noChangeArrowheads="1"/>
          </p:cNvSpPr>
          <p:nvPr/>
        </p:nvSpPr>
        <p:spPr bwMode="auto">
          <a:xfrm>
            <a:off x="747713" y="1317625"/>
            <a:ext cx="6034087" cy="19205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ngắn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sức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đẩy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tục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gẫy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đẩy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đẩy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0960" name="Rectangle 16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dirty="0" smtClean="0"/>
          </a:p>
        </p:txBody>
      </p:sp>
      <p:sp>
        <p:nvSpPr>
          <p:cNvPr id="210961" name="Rectangle 17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5914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8D1D304D-97F6-4DE9-A927-7586CC301ECF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187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1971" name="Rectangle 2"/>
          <p:cNvSpPr>
            <a:spLocks noChangeArrowheads="1"/>
          </p:cNvSpPr>
          <p:nvPr/>
        </p:nvSpPr>
        <p:spPr bwMode="auto">
          <a:xfrm>
            <a:off x="684213" y="913434"/>
            <a:ext cx="7750175" cy="33055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2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(slip joint pliers : KS B 3004)     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150㎜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(long nose pliers)         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180 ㎜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(vice grip pliers)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khuỷu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(Toggle type)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vẫn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250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㎜ 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(round nose pliers : KS B 3029)     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150㎜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Berili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nổ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(KS E 4919)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nổ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bơm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(KS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 4919)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Gas…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Group Joint Pliers: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bơm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(cutting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nipper : KS B 3018)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 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(cutting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pliers : KS B 3001) 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khuỷu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Z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(Z bend plier)</a:t>
            </a:r>
          </a:p>
        </p:txBody>
      </p:sp>
      <p:pic>
        <p:nvPicPr>
          <p:cNvPr id="211972" name="Picture 3" descr="EMB00000ef8121f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2800" y="4495800"/>
            <a:ext cx="1905000" cy="150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1973" name="Picture 4" descr="EMB00000980292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0" y="1133475"/>
            <a:ext cx="1238250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1974" name="Picture 5" descr="바이스클립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2325" y="3789363"/>
            <a:ext cx="2846388" cy="2316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1975" name="Text Box 6"/>
          <p:cNvSpPr txBox="1">
            <a:spLocks noChangeArrowheads="1"/>
          </p:cNvSpPr>
          <p:nvPr/>
        </p:nvSpPr>
        <p:spPr bwMode="auto">
          <a:xfrm>
            <a:off x="2798763" y="6135688"/>
            <a:ext cx="56137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1976" name="Text Box 7"/>
          <p:cNvSpPr txBox="1">
            <a:spLocks noChangeArrowheads="1"/>
          </p:cNvSpPr>
          <p:nvPr/>
        </p:nvSpPr>
        <p:spPr bwMode="auto">
          <a:xfrm>
            <a:off x="7726363" y="2274888"/>
            <a:ext cx="138531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khuỷu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Z]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11977" name="Picture 8" descr="플라이어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550" y="4508500"/>
            <a:ext cx="1700213" cy="158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1978" name="Text Box 9"/>
          <p:cNvSpPr txBox="1">
            <a:spLocks noChangeArrowheads="1"/>
          </p:cNvSpPr>
          <p:nvPr/>
        </p:nvSpPr>
        <p:spPr bwMode="auto">
          <a:xfrm>
            <a:off x="6227763" y="6148388"/>
            <a:ext cx="142859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</a:p>
        </p:txBody>
      </p:sp>
      <p:sp>
        <p:nvSpPr>
          <p:cNvPr id="211979" name="Rectangle 11"/>
          <p:cNvSpPr>
            <a:spLocks noChangeArrowheads="1"/>
          </p:cNvSpPr>
          <p:nvPr/>
        </p:nvSpPr>
        <p:spPr bwMode="auto">
          <a:xfrm>
            <a:off x="412750" y="636588"/>
            <a:ext cx="145424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2-8.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(Pliers)</a:t>
            </a:r>
            <a:endParaRPr lang="ko-KR" altLang="en-US" sz="1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1980" name="Rectangle 12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dirty="0" smtClean="0"/>
          </a:p>
        </p:txBody>
      </p:sp>
      <p:sp>
        <p:nvSpPr>
          <p:cNvPr id="211981" name="Rectangle 13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38029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3667BA8D-FD00-4608-B579-473E502E4EC3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188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12995" name="Picture 2" descr="UNI00000ef8123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7" b="232"/>
          <a:stretch>
            <a:fillRect/>
          </a:stretch>
        </p:blipFill>
        <p:spPr bwMode="auto">
          <a:xfrm>
            <a:off x="6516688" y="2698750"/>
            <a:ext cx="2232025" cy="159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2996" name="Picture 3" descr="볼반바이스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389"/>
          <a:stretch>
            <a:fillRect/>
          </a:stretch>
        </p:blipFill>
        <p:spPr bwMode="auto">
          <a:xfrm>
            <a:off x="2819400" y="4868863"/>
            <a:ext cx="2286000" cy="1008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2997" name="Rectangle 4"/>
          <p:cNvSpPr>
            <a:spLocks noChangeArrowheads="1"/>
          </p:cNvSpPr>
          <p:nvPr/>
        </p:nvSpPr>
        <p:spPr bwMode="auto">
          <a:xfrm>
            <a:off x="725488" y="883922"/>
            <a:ext cx="8283575" cy="37487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2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đệm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lò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nhằm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bởi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.)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đủ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rung,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Lau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uốn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cong.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bẻ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nặng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gấp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cữ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(anvil).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đập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12998" name="Picture 6" descr="EMB00000ef8123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32588" y="4494213"/>
            <a:ext cx="2011362" cy="1447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2999" name="Picture 7" descr="EMB00000ef8122f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19700" y="4510088"/>
            <a:ext cx="1149350" cy="1428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3000" name="Text Box 8"/>
          <p:cNvSpPr txBox="1">
            <a:spLocks noChangeArrowheads="1"/>
          </p:cNvSpPr>
          <p:nvPr/>
        </p:nvSpPr>
        <p:spPr bwMode="auto">
          <a:xfrm>
            <a:off x="2971800" y="6019800"/>
            <a:ext cx="100380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3001" name="Text Box 9"/>
          <p:cNvSpPr txBox="1">
            <a:spLocks noChangeArrowheads="1"/>
          </p:cNvSpPr>
          <p:nvPr/>
        </p:nvSpPr>
        <p:spPr bwMode="auto">
          <a:xfrm>
            <a:off x="5322888" y="5986463"/>
            <a:ext cx="102463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3002" name="Text Box 10"/>
          <p:cNvSpPr txBox="1">
            <a:spLocks noChangeArrowheads="1"/>
          </p:cNvSpPr>
          <p:nvPr/>
        </p:nvSpPr>
        <p:spPr bwMode="auto">
          <a:xfrm>
            <a:off x="7092950" y="6000750"/>
            <a:ext cx="151836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(c)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3003" name="Text Box 11"/>
          <p:cNvSpPr txBox="1">
            <a:spLocks noChangeArrowheads="1"/>
          </p:cNvSpPr>
          <p:nvPr/>
        </p:nvSpPr>
        <p:spPr bwMode="auto">
          <a:xfrm>
            <a:off x="6376988" y="6259513"/>
            <a:ext cx="96051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[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Dụng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cụ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kẹp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]</a:t>
            </a:r>
            <a:endParaRPr lang="en-US" altLang="ko-KR" sz="1000" b="1" dirty="0">
              <a:solidFill>
                <a:schemeClr val="tx1"/>
              </a:solidFill>
              <a:latin typeface="Times New Roman" panose="02020603050405020304" pitchFamily="18" charset="0"/>
              <a:ea typeface="HY신명조" pitchFamily="18" charset="-127"/>
              <a:cs typeface="Times New Roman" panose="02020603050405020304" pitchFamily="18" charset="0"/>
            </a:endParaRPr>
          </a:p>
        </p:txBody>
      </p:sp>
      <p:sp>
        <p:nvSpPr>
          <p:cNvPr id="213004" name="Text Box 12"/>
          <p:cNvSpPr txBox="1">
            <a:spLocks noChangeArrowheads="1"/>
          </p:cNvSpPr>
          <p:nvPr/>
        </p:nvSpPr>
        <p:spPr bwMode="auto">
          <a:xfrm>
            <a:off x="93663" y="6281738"/>
            <a:ext cx="442460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Cữ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gõ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endParaRPr lang="ko-KR" altLang="en-US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13005" name="Picture 17" descr="5500">
            <a:hlinkClick r:id="rId6"/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5029200"/>
            <a:ext cx="1371600" cy="960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3006" name="Text Box 18"/>
          <p:cNvSpPr txBox="1">
            <a:spLocks noChangeArrowheads="1"/>
          </p:cNvSpPr>
          <p:nvPr/>
        </p:nvSpPr>
        <p:spPr bwMode="auto">
          <a:xfrm>
            <a:off x="990600" y="6019800"/>
            <a:ext cx="98937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Cữ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chặn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(anvil)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3007" name="Rectangle 20"/>
          <p:cNvSpPr>
            <a:spLocks noChangeArrowheads="1"/>
          </p:cNvSpPr>
          <p:nvPr/>
        </p:nvSpPr>
        <p:spPr bwMode="auto">
          <a:xfrm>
            <a:off x="419100" y="554038"/>
            <a:ext cx="25859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2-9.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ko-KR" altLang="en-US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(vise)</a:t>
            </a:r>
          </a:p>
        </p:txBody>
      </p:sp>
      <p:sp>
        <p:nvSpPr>
          <p:cNvPr id="213008" name="Rectangle 21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dirty="0" smtClean="0"/>
          </a:p>
        </p:txBody>
      </p:sp>
      <p:sp>
        <p:nvSpPr>
          <p:cNvPr id="213009" name="Rectangle 22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866989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4AF01BEF-0606-44A1-B789-2B5EE313B213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189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4019" name="Rectangle 2"/>
          <p:cNvSpPr>
            <a:spLocks noChangeArrowheads="1"/>
          </p:cNvSpPr>
          <p:nvPr/>
        </p:nvSpPr>
        <p:spPr bwMode="auto">
          <a:xfrm>
            <a:off x="847725" y="707349"/>
            <a:ext cx="5956300" cy="54845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just" eaLnBrk="1" latinLnBrk="1" hangingPunct="1">
              <a:lnSpc>
                <a:spcPct val="20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Clamps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đây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4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Bu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siết</a:t>
            </a:r>
            <a:r>
              <a:rPr lang="ko-KR" altLang="en-US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</a:t>
            </a:r>
          </a:p>
          <a:p>
            <a:pPr algn="just">
              <a:lnSpc>
                <a:spcPct val="140000"/>
              </a:lnSpc>
            </a:pPr>
            <a:r>
              <a:rPr lang="ko-KR" altLang="en-US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Cường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nặng</a:t>
            </a:r>
            <a:r>
              <a:rPr lang="ko-KR" altLang="en-US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4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 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phạm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vi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ko-KR" altLang="en-US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4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   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ko-KR" altLang="en-US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rgbClr val="282828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4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cuối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282828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4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miếng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đệm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C.</a:t>
            </a:r>
            <a:endParaRPr lang="en-US" altLang="ko-KR" sz="1200" dirty="0">
              <a:solidFill>
                <a:srgbClr val="282828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4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lập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tức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282828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4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vững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chãi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.)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4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ngăn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tủ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4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khung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đỡ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vênh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4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cờ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lết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282828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4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cờ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lết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chuyên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cờ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lết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.)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4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nâng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C. (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nâng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.)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4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nhiên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cổ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cổ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sâu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4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giàn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giáo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282828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14020" name="Picture 3" descr="EMB00000ef8123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73925" y="2603500"/>
            <a:ext cx="1409700" cy="2220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4021" name="Picture 4" descr="EMB00000ef8123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6256" y="715963"/>
            <a:ext cx="2019300" cy="1857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4022" name="Picture 5" descr="EMB00000ef81236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2738" y="4869160"/>
            <a:ext cx="2035175" cy="1111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4023" name="Text Box 6"/>
          <p:cNvSpPr txBox="1">
            <a:spLocks noChangeArrowheads="1"/>
          </p:cNvSpPr>
          <p:nvPr/>
        </p:nvSpPr>
        <p:spPr bwMode="auto">
          <a:xfrm>
            <a:off x="7035800" y="6021388"/>
            <a:ext cx="128753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4024" name="Rectangle 8"/>
          <p:cNvSpPr>
            <a:spLocks noChangeArrowheads="1"/>
          </p:cNvSpPr>
          <p:nvPr/>
        </p:nvSpPr>
        <p:spPr bwMode="auto">
          <a:xfrm>
            <a:off x="419100" y="476250"/>
            <a:ext cx="2928764" cy="372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3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2-10. </a:t>
            </a:r>
            <a:r>
              <a:rPr lang="en-US" altLang="ko-KR" sz="13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Bu </a:t>
            </a:r>
            <a:r>
              <a:rPr lang="en-US" altLang="ko-KR" sz="13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lông</a:t>
            </a:r>
            <a:r>
              <a:rPr lang="en-US" altLang="ko-KR" sz="13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siết</a:t>
            </a:r>
            <a:r>
              <a:rPr lang="en-US" altLang="ko-KR" sz="13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3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altLang="ko-KR" sz="13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3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(clamps</a:t>
            </a:r>
            <a:r>
              <a:rPr lang="en-US" altLang="ko-KR" sz="13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altLang="ko-KR" sz="13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214025" name="Rectangle 9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dirty="0" smtClean="0"/>
          </a:p>
        </p:txBody>
      </p:sp>
      <p:sp>
        <p:nvSpPr>
          <p:cNvPr id="214026" name="Rectangle 10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033680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A36BBA9E-EF0E-403B-A008-51C8E2495951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190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15043" name="Picture 2" descr="EMB00000ef8123b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8400" y="1692275"/>
            <a:ext cx="2500313" cy="4184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044" name="Rectangle 3"/>
          <p:cNvSpPr>
            <a:spLocks noChangeArrowheads="1"/>
          </p:cNvSpPr>
          <p:nvPr/>
        </p:nvSpPr>
        <p:spPr bwMode="auto">
          <a:xfrm>
            <a:off x="490538" y="539616"/>
            <a:ext cx="5881687" cy="26545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just" eaLnBrk="1" latinLnBrk="1" hangingPunct="1">
              <a:lnSpc>
                <a:spcPct val="150000"/>
              </a:lnSpc>
            </a:pPr>
            <a:r>
              <a:rPr lang="en-US" altLang="ko-KR" sz="1400" b="1" dirty="0">
                <a:solidFill>
                  <a:srgbClr val="282828"/>
                </a:solidFill>
                <a:latin typeface="Times New Roman" pitchFamily="18" charset="0"/>
                <a:cs typeface="Times New Roman" panose="02020603050405020304" pitchFamily="18" charset="0"/>
              </a:rPr>
              <a:t>  2-11.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itchFamily="18" charset="0"/>
                <a:cs typeface="Times New Roman" panose="02020603050405020304" pitchFamily="18" charset="0"/>
              </a:rPr>
              <a:t>tuốt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(easy </a:t>
            </a:r>
            <a:r>
              <a:rPr lang="en-US" altLang="ko-KR" sz="1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stripper)</a:t>
            </a:r>
            <a:r>
              <a:rPr lang="en-US" altLang="ko-KR" sz="13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300" b="1" dirty="0">
              <a:solidFill>
                <a:srgbClr val="282828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eaLnBrk="1" latinLnBrk="1" hangingPunct="1">
              <a:lnSpc>
                <a:spcPct val="150000"/>
              </a:lnSpc>
            </a:pPr>
            <a:r>
              <a:rPr lang="en-US" altLang="ko-KR" sz="13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đảm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tuốt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ép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282828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eaLnBrk="1" latinLnBrk="1" hangingPunct="1">
              <a:lnSpc>
                <a:spcPct val="15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kĩ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tuốt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ép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2.0㎜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đình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5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đình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nặng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50000"/>
              </a:lnSpc>
            </a:pP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-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tiện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rẻ</a:t>
            </a:r>
            <a:r>
              <a:rPr lang="en-US" altLang="ko-KR" sz="1200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282828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15045" name="Group 4"/>
          <p:cNvGrpSpPr>
            <a:grpSpLocks/>
          </p:cNvGrpSpPr>
          <p:nvPr/>
        </p:nvGrpSpPr>
        <p:grpSpPr bwMode="auto">
          <a:xfrm>
            <a:off x="533400" y="3357563"/>
            <a:ext cx="5668963" cy="2524125"/>
            <a:chOff x="336" y="2304"/>
            <a:chExt cx="3571" cy="1590"/>
          </a:xfrm>
        </p:grpSpPr>
        <p:pic>
          <p:nvPicPr>
            <p:cNvPr id="215049" name="Picture 5" descr="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6" y="2304"/>
              <a:ext cx="1008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050" name="Picture 6" descr="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92" y="2304"/>
              <a:ext cx="1032" cy="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051" name="Picture 7" descr="3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6" y="3120"/>
              <a:ext cx="1008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052" name="Picture 8" descr="4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92" y="3120"/>
              <a:ext cx="1032" cy="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053" name="Picture 9" descr="5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84" y="2304"/>
              <a:ext cx="1423" cy="15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5046" name="Text Box 10"/>
          <p:cNvSpPr txBox="1">
            <a:spLocks noChangeArrowheads="1"/>
          </p:cNvSpPr>
          <p:nvPr/>
        </p:nvSpPr>
        <p:spPr bwMode="auto">
          <a:xfrm>
            <a:off x="2051720" y="5997575"/>
            <a:ext cx="246894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5047" name="Rectangle 12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dirty="0" smtClean="0"/>
          </a:p>
        </p:txBody>
      </p:sp>
      <p:sp>
        <p:nvSpPr>
          <p:cNvPr id="215048" name="Rectangle 13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6228209" y="1772816"/>
            <a:ext cx="936079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Tuốt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6380609" y="3212976"/>
            <a:ext cx="936079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6380609" y="4653136"/>
            <a:ext cx="936079" cy="216024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Ép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067554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04BA4A92-3F9C-4071-94D9-24BE0AD68CB5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191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16067" name="Picture 2" descr="EMB00000ef8128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104" b="85"/>
          <a:stretch>
            <a:fillRect/>
          </a:stretch>
        </p:blipFill>
        <p:spPr bwMode="auto">
          <a:xfrm>
            <a:off x="6948488" y="1989138"/>
            <a:ext cx="1368425" cy="151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6068" name="Picture 3" descr="EMB00000ef8128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0" y="2162175"/>
            <a:ext cx="2189163" cy="88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6069" name="Picture 4" descr="EMB00000080003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84888" y="765175"/>
            <a:ext cx="1485900" cy="879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6070" name="Rectangle 5"/>
          <p:cNvSpPr>
            <a:spLocks noChangeArrowheads="1"/>
          </p:cNvSpPr>
          <p:nvPr/>
        </p:nvSpPr>
        <p:spPr bwMode="auto">
          <a:xfrm>
            <a:off x="750888" y="893763"/>
            <a:ext cx="5476875" cy="2576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just" eaLnBrk="1" latinLnBrk="1" hangingPunct="1">
              <a:lnSpc>
                <a:spcPct val="145000"/>
              </a:lnSpc>
            </a:pP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200000"/>
              </a:lnSpc>
            </a:pP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■ 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Dao X-ACTO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(X-ACTO knife sets)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</a:t>
            </a:r>
          </a:p>
          <a:p>
            <a:pPr algn="just">
              <a:lnSpc>
                <a:spcPct val="2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  ■ D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ies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handle)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(b)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 Dies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(c)</a:t>
            </a:r>
          </a:p>
          <a:p>
            <a:pPr algn="just">
              <a:lnSpc>
                <a:spcPct val="2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■ 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ap handle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(d)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/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Taps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(e)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just">
              <a:lnSpc>
                <a:spcPct val="2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■ Dao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khoét</a:t>
            </a:r>
            <a:r>
              <a:rPr lang="ko-KR" altLang="en-US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(reamer) 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(f)</a:t>
            </a:r>
            <a:r>
              <a:rPr lang="en-US" altLang="ko-KR" sz="12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2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■</a:t>
            </a:r>
            <a:r>
              <a:rPr lang="en-US" altLang="ko-KR" sz="12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giũa</a:t>
            </a:r>
            <a:r>
              <a:rPr lang="ko-KR" altLang="en-US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(files) 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(g)</a:t>
            </a:r>
            <a:endParaRPr lang="en-US" altLang="ko-KR" sz="1200" b="1" dirty="0">
              <a:solidFill>
                <a:srgbClr val="282828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2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■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nguội</a:t>
            </a:r>
            <a:r>
              <a:rPr lang="ko-KR" altLang="en-US" sz="12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(surface plate) </a:t>
            </a:r>
            <a:r>
              <a:rPr lang="en-US" altLang="ko-KR" sz="1200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(h)</a:t>
            </a:r>
          </a:p>
        </p:txBody>
      </p:sp>
      <p:pic>
        <p:nvPicPr>
          <p:cNvPr id="216071" name="Picture 6" descr="EMB00000ef81248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2200" y="4876800"/>
            <a:ext cx="2689225" cy="132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6072" name="Picture 7" descr="UNI00000ef8128b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97288" y="3573463"/>
            <a:ext cx="2962275" cy="962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6073" name="Picture 8" descr="탭셋트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56438" y="3573463"/>
            <a:ext cx="1403350" cy="1165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6074" name="Text Box 9"/>
          <p:cNvSpPr txBox="1">
            <a:spLocks noChangeArrowheads="1"/>
          </p:cNvSpPr>
          <p:nvPr/>
        </p:nvSpPr>
        <p:spPr bwMode="auto">
          <a:xfrm>
            <a:off x="4059238" y="6142038"/>
            <a:ext cx="131478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)]</a:t>
            </a:r>
          </a:p>
        </p:txBody>
      </p:sp>
      <p:sp>
        <p:nvSpPr>
          <p:cNvPr id="216075" name="Rectangle 10"/>
          <p:cNvSpPr>
            <a:spLocks noChangeArrowheads="1"/>
          </p:cNvSpPr>
          <p:nvPr/>
        </p:nvSpPr>
        <p:spPr bwMode="auto">
          <a:xfrm>
            <a:off x="215900" y="549275"/>
            <a:ext cx="160492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2-12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400" b="1" dirty="0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28282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endParaRPr lang="ko-KR" altLang="en-US" sz="1400" b="1" dirty="0">
              <a:solidFill>
                <a:srgbClr val="282828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6076" name="Text Box 11"/>
          <p:cNvSpPr txBox="1">
            <a:spLocks noChangeArrowheads="1"/>
          </p:cNvSpPr>
          <p:nvPr/>
        </p:nvSpPr>
        <p:spPr bwMode="auto">
          <a:xfrm>
            <a:off x="6659563" y="1700213"/>
            <a:ext cx="32893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(a)</a:t>
            </a:r>
          </a:p>
        </p:txBody>
      </p:sp>
      <p:sp>
        <p:nvSpPr>
          <p:cNvPr id="216077" name="Text Box 12"/>
          <p:cNvSpPr txBox="1">
            <a:spLocks noChangeArrowheads="1"/>
          </p:cNvSpPr>
          <p:nvPr/>
        </p:nvSpPr>
        <p:spPr bwMode="auto">
          <a:xfrm>
            <a:off x="5580063" y="3141663"/>
            <a:ext cx="33534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(b)</a:t>
            </a:r>
          </a:p>
        </p:txBody>
      </p:sp>
      <p:sp>
        <p:nvSpPr>
          <p:cNvPr id="216078" name="Text Box 13"/>
          <p:cNvSpPr txBox="1">
            <a:spLocks noChangeArrowheads="1"/>
          </p:cNvSpPr>
          <p:nvPr/>
        </p:nvSpPr>
        <p:spPr bwMode="auto">
          <a:xfrm>
            <a:off x="7524750" y="3141663"/>
            <a:ext cx="32893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(c)</a:t>
            </a:r>
          </a:p>
        </p:txBody>
      </p:sp>
      <p:sp>
        <p:nvSpPr>
          <p:cNvPr id="216079" name="Text Box 14"/>
          <p:cNvSpPr txBox="1">
            <a:spLocks noChangeArrowheads="1"/>
          </p:cNvSpPr>
          <p:nvPr/>
        </p:nvSpPr>
        <p:spPr bwMode="auto">
          <a:xfrm>
            <a:off x="5080000" y="4365625"/>
            <a:ext cx="33534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(d)</a:t>
            </a:r>
          </a:p>
        </p:txBody>
      </p:sp>
      <p:sp>
        <p:nvSpPr>
          <p:cNvPr id="216080" name="Text Box 15"/>
          <p:cNvSpPr txBox="1">
            <a:spLocks noChangeArrowheads="1"/>
          </p:cNvSpPr>
          <p:nvPr/>
        </p:nvSpPr>
        <p:spPr bwMode="auto">
          <a:xfrm>
            <a:off x="7596188" y="4724400"/>
            <a:ext cx="32893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(e)</a:t>
            </a:r>
          </a:p>
        </p:txBody>
      </p:sp>
      <p:sp>
        <p:nvSpPr>
          <p:cNvPr id="216081" name="Text Box 16"/>
          <p:cNvSpPr txBox="1">
            <a:spLocks noChangeArrowheads="1"/>
          </p:cNvSpPr>
          <p:nvPr/>
        </p:nvSpPr>
        <p:spPr bwMode="auto">
          <a:xfrm>
            <a:off x="1331913" y="5300663"/>
            <a:ext cx="34657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(f) </a:t>
            </a:r>
          </a:p>
        </p:txBody>
      </p:sp>
      <p:sp>
        <p:nvSpPr>
          <p:cNvPr id="216082" name="Text Box 17"/>
          <p:cNvSpPr txBox="1">
            <a:spLocks noChangeArrowheads="1"/>
          </p:cNvSpPr>
          <p:nvPr/>
        </p:nvSpPr>
        <p:spPr bwMode="auto">
          <a:xfrm>
            <a:off x="7543800" y="6019800"/>
            <a:ext cx="33534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(h)</a:t>
            </a:r>
          </a:p>
        </p:txBody>
      </p:sp>
      <p:pic>
        <p:nvPicPr>
          <p:cNvPr id="216083" name="Picture 18" descr="230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4941888"/>
            <a:ext cx="2362200" cy="249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6084" name="Picture 19" descr="p18244800001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3575" y="4941888"/>
            <a:ext cx="2743200" cy="92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6085" name="Text Box 20"/>
          <p:cNvSpPr txBox="1">
            <a:spLocks noChangeArrowheads="1"/>
          </p:cNvSpPr>
          <p:nvPr/>
        </p:nvSpPr>
        <p:spPr bwMode="auto">
          <a:xfrm>
            <a:off x="4211638" y="5949950"/>
            <a:ext cx="36740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(g) </a:t>
            </a:r>
          </a:p>
        </p:txBody>
      </p:sp>
      <p:sp>
        <p:nvSpPr>
          <p:cNvPr id="216086" name="Rectangle 22"/>
          <p:cNvSpPr>
            <a:spLocks noGrp="1" noChangeArrowheads="1"/>
          </p:cNvSpPr>
          <p:nvPr>
            <p:ph type="title" idx="4294967295"/>
          </p:nvPr>
        </p:nvSpPr>
        <p:spPr>
          <a:xfrm>
            <a:off x="4933950" y="44450"/>
            <a:ext cx="4102100" cy="338138"/>
          </a:xfrm>
        </p:spPr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dirty="0" smtClean="0"/>
          </a:p>
        </p:txBody>
      </p:sp>
      <p:sp>
        <p:nvSpPr>
          <p:cNvPr id="216087" name="Rectangle 23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286553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E1352D05-BC78-44F3-9B9D-DCC049394F68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192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7091" name="Rectangle 18"/>
          <p:cNvSpPr>
            <a:spLocks noChangeArrowheads="1"/>
          </p:cNvSpPr>
          <p:nvPr/>
        </p:nvSpPr>
        <p:spPr bwMode="auto">
          <a:xfrm>
            <a:off x="250825" y="403811"/>
            <a:ext cx="24733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3.Tìm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6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6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sz="16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7092" name="Rectangle 19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7093" name="Rectangle 20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7094" name="Rectangle 21"/>
          <p:cNvSpPr>
            <a:spLocks noChangeArrowheads="1"/>
          </p:cNvSpPr>
          <p:nvPr/>
        </p:nvSpPr>
        <p:spPr bwMode="auto">
          <a:xfrm>
            <a:off x="658813" y="820738"/>
            <a:ext cx="24733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3-1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ko-KR" altLang="en-US" sz="1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Khái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quát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4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sz="1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7095" name="Text Box 22"/>
          <p:cNvSpPr txBox="1">
            <a:spLocks noChangeArrowheads="1"/>
          </p:cNvSpPr>
          <p:nvPr/>
        </p:nvSpPr>
        <p:spPr bwMode="auto">
          <a:xfrm>
            <a:off x="827088" y="2636912"/>
            <a:ext cx="8053387" cy="26407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thuyết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nền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vững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chắc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thuyết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lĩnh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nữa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thuyết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rèn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luyện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rèn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luyện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triển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217096" name="Rectangle 23"/>
          <p:cNvSpPr>
            <a:spLocks noChangeArrowheads="1"/>
          </p:cNvSpPr>
          <p:nvPr/>
        </p:nvSpPr>
        <p:spPr bwMode="auto">
          <a:xfrm>
            <a:off x="827088" y="1209409"/>
            <a:ext cx="7994650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chưa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nhám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7097" name="Text Box 24"/>
          <p:cNvSpPr txBox="1">
            <a:spLocks noChangeArrowheads="1"/>
          </p:cNvSpPr>
          <p:nvPr/>
        </p:nvSpPr>
        <p:spPr bwMode="auto">
          <a:xfrm>
            <a:off x="887413" y="5362575"/>
            <a:ext cx="8000908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tuyệt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sẵn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171450" indent="-171450" algn="l" eaLnBrk="1" latinLnBrk="1" hangingPunct="1">
              <a:buFontTx/>
              <a:buChar char="-"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/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riêng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217098" name="Rectangle 25"/>
          <p:cNvSpPr>
            <a:spLocks noChangeArrowheads="1"/>
          </p:cNvSpPr>
          <p:nvPr/>
        </p:nvSpPr>
        <p:spPr bwMode="auto">
          <a:xfrm>
            <a:off x="835025" y="5084763"/>
            <a:ext cx="149271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61539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2A2F441B-E9A2-490D-8E8B-101553188DD3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193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18115" name="Text Box 2"/>
          <p:cNvSpPr txBox="1">
            <a:spLocks noChangeArrowheads="1"/>
          </p:cNvSpPr>
          <p:nvPr/>
        </p:nvSpPr>
        <p:spPr bwMode="auto">
          <a:xfrm>
            <a:off x="1057275" y="3611563"/>
            <a:ext cx="7691438" cy="2733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</a:pP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③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í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nỗ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vécnê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chia 1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mấy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(Scale)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buộc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(Eye Measurement)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1/10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-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Micrometer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0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dữ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dữ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mắt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(Eye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Measurement)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hưởng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(Parallax).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-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dữ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lặp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lặp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8116" name="Text Box 3"/>
          <p:cNvSpPr txBox="1">
            <a:spLocks noChangeArrowheads="1"/>
          </p:cNvSpPr>
          <p:nvPr/>
        </p:nvSpPr>
        <p:spPr bwMode="auto">
          <a:xfrm>
            <a:off x="1044575" y="969963"/>
            <a:ext cx="7704138" cy="2733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</a:pPr>
            <a:r>
              <a:rPr lang="ko-KR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①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nắm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rõ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tưởng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②</a:t>
            </a:r>
            <a:r>
              <a:rPr lang="ko-KR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Catalogue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nắm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rõ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8117" name="Text Box 4"/>
          <p:cNvSpPr txBox="1">
            <a:spLocks noChangeArrowheads="1"/>
          </p:cNvSpPr>
          <p:nvPr/>
        </p:nvSpPr>
        <p:spPr bwMode="auto">
          <a:xfrm>
            <a:off x="766763" y="581025"/>
            <a:ext cx="2196435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(5)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8118" name="Rectangle 7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dirty="0" smtClean="0"/>
          </a:p>
        </p:txBody>
      </p:sp>
      <p:sp>
        <p:nvSpPr>
          <p:cNvPr id="218119" name="Rectangle 8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731409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85FD86F8-F742-4455-BC55-15FA559D42CF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194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19139" name="Text Box 2"/>
          <p:cNvSpPr txBox="1">
            <a:spLocks noChangeArrowheads="1"/>
          </p:cNvSpPr>
          <p:nvPr/>
        </p:nvSpPr>
        <p:spPr bwMode="auto">
          <a:xfrm>
            <a:off x="1155700" y="674688"/>
            <a:ext cx="7377113" cy="38041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</a:pP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④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Sổ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chép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giấy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ngày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ẩm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…),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…)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5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Model,…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Dữ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toán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sổ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chép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trình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vấn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200000"/>
              </a:lnSpc>
            </a:pP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⑤</a:t>
            </a:r>
            <a:r>
              <a:rPr lang="ko-KR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Dọn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dẹp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endParaRPr lang="en-US" altLang="ko-KR" sz="1200" b="1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200000"/>
              </a:lnSpc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thúc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dọn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dẹp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kĩ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vấn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vấn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ngay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9140" name="Rectangle 5"/>
          <p:cNvSpPr>
            <a:spLocks noChangeArrowheads="1"/>
          </p:cNvSpPr>
          <p:nvPr/>
        </p:nvSpPr>
        <p:spPr bwMode="auto">
          <a:xfrm>
            <a:off x="1433462" y="4937100"/>
            <a:ext cx="7310014" cy="49244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※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mẫu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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Nguyên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lí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itchFamily="2" charset="2"/>
              </a:rPr>
              <a:t> Abbe</a:t>
            </a:r>
            <a:endParaRPr lang="ko-KR" altLang="en-US" sz="13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9141" name="Rectangle 7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dirty="0" smtClean="0"/>
          </a:p>
        </p:txBody>
      </p:sp>
      <p:sp>
        <p:nvSpPr>
          <p:cNvPr id="219142" name="Rectangle 8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750025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6BC609C6-AAE4-44E0-A62B-E3B7D12B237C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195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0163" name="Rectangle 2"/>
          <p:cNvSpPr>
            <a:spLocks noChangeArrowheads="1"/>
          </p:cNvSpPr>
          <p:nvPr/>
        </p:nvSpPr>
        <p:spPr bwMode="auto">
          <a:xfrm>
            <a:off x="1547813" y="3908425"/>
            <a:ext cx="6307137" cy="317500"/>
          </a:xfrm>
          <a:prstGeom prst="rect">
            <a:avLst/>
          </a:prstGeom>
          <a:solidFill>
            <a:srgbClr val="CCFF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0164" name="Text Box 3"/>
          <p:cNvSpPr txBox="1">
            <a:spLocks noChangeArrowheads="1"/>
          </p:cNvSpPr>
          <p:nvPr/>
        </p:nvSpPr>
        <p:spPr bwMode="auto">
          <a:xfrm>
            <a:off x="682625" y="508000"/>
            <a:ext cx="1631024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(6)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0165" name="Text Box 4"/>
          <p:cNvSpPr txBox="1">
            <a:spLocks noChangeArrowheads="1"/>
          </p:cNvSpPr>
          <p:nvPr/>
        </p:nvSpPr>
        <p:spPr bwMode="auto">
          <a:xfrm>
            <a:off x="1116013" y="3560763"/>
            <a:ext cx="2447925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Tiền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SI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20166" name="Group 5"/>
          <p:cNvGrpSpPr>
            <a:grpSpLocks/>
          </p:cNvGrpSpPr>
          <p:nvPr/>
        </p:nvGrpSpPr>
        <p:grpSpPr bwMode="auto">
          <a:xfrm>
            <a:off x="1547813" y="3903663"/>
            <a:ext cx="6318250" cy="2405062"/>
            <a:chOff x="975" y="2459"/>
            <a:chExt cx="3980" cy="1515"/>
          </a:xfrm>
        </p:grpSpPr>
        <p:sp>
          <p:nvSpPr>
            <p:cNvPr id="220193" name="Rectangle 6"/>
            <p:cNvSpPr>
              <a:spLocks noChangeArrowheads="1"/>
            </p:cNvSpPr>
            <p:nvPr/>
          </p:nvSpPr>
          <p:spPr bwMode="auto">
            <a:xfrm>
              <a:off x="4320" y="2667"/>
              <a:ext cx="635" cy="13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µ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f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</a:p>
          </p:txBody>
        </p:sp>
        <p:sp>
          <p:nvSpPr>
            <p:cNvPr id="220194" name="Rectangle 7"/>
            <p:cNvSpPr>
              <a:spLocks noChangeArrowheads="1"/>
            </p:cNvSpPr>
            <p:nvPr/>
          </p:nvSpPr>
          <p:spPr bwMode="auto">
            <a:xfrm>
              <a:off x="3606" y="2667"/>
              <a:ext cx="714" cy="13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vi-VN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Đêxi</a:t>
              </a:r>
              <a:endPara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Xenti</a:t>
              </a:r>
              <a:endPara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Mili</a:t>
              </a:r>
              <a:endPara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Micrô</a:t>
              </a:r>
              <a:endPara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Nanô</a:t>
              </a:r>
              <a:endPara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Picô</a:t>
              </a:r>
              <a:endPara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Femtô</a:t>
              </a:r>
              <a:endPara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Atô</a:t>
              </a:r>
              <a:endPara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Zeptô</a:t>
              </a:r>
              <a:endPara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yóctô</a:t>
              </a:r>
              <a:endParaRPr lang="ko-KR" altLang="en-US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195" name="Rectangle 8"/>
            <p:cNvSpPr>
              <a:spLocks noChangeArrowheads="1"/>
            </p:cNvSpPr>
            <p:nvPr/>
          </p:nvSpPr>
          <p:spPr bwMode="auto">
            <a:xfrm>
              <a:off x="2971" y="2667"/>
              <a:ext cx="635" cy="13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360000" tIns="46800" rIns="90000" bIns="46800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-1</a:t>
              </a:r>
              <a:endParaRPr lang="en-US" altLang="ko-KR" sz="11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-2</a:t>
              </a:r>
              <a:endParaRPr lang="en-US" altLang="ko-KR" sz="11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-3</a:t>
              </a:r>
              <a:endParaRPr lang="en-US" altLang="ko-KR" sz="11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-6</a:t>
              </a:r>
              <a:endParaRPr lang="en-US" altLang="ko-KR" sz="11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-9</a:t>
              </a:r>
              <a:endParaRPr lang="en-US" altLang="ko-KR" sz="11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-12</a:t>
              </a:r>
              <a:endParaRPr lang="en-US" altLang="ko-KR" sz="11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-15</a:t>
              </a:r>
              <a:endParaRPr lang="en-US" altLang="ko-KR" sz="11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-18</a:t>
              </a:r>
              <a:endParaRPr lang="en-US" altLang="ko-KR" sz="11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-21</a:t>
              </a:r>
              <a:endParaRPr lang="en-US" altLang="ko-KR" sz="11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-24</a:t>
              </a:r>
            </a:p>
          </p:txBody>
        </p:sp>
        <p:sp>
          <p:nvSpPr>
            <p:cNvPr id="220196" name="Rectangle 9"/>
            <p:cNvSpPr>
              <a:spLocks noChangeArrowheads="1"/>
            </p:cNvSpPr>
            <p:nvPr/>
          </p:nvSpPr>
          <p:spPr bwMode="auto">
            <a:xfrm>
              <a:off x="2336" y="2667"/>
              <a:ext cx="635" cy="13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E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da</a:t>
              </a:r>
            </a:p>
          </p:txBody>
        </p:sp>
        <p:sp>
          <p:nvSpPr>
            <p:cNvPr id="220197" name="Rectangle 10"/>
            <p:cNvSpPr>
              <a:spLocks noChangeArrowheads="1"/>
            </p:cNvSpPr>
            <p:nvPr/>
          </p:nvSpPr>
          <p:spPr bwMode="auto">
            <a:xfrm>
              <a:off x="1610" y="2667"/>
              <a:ext cx="726" cy="13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yôta</a:t>
              </a:r>
              <a:endParaRPr lang="ko-KR" altLang="en-US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Zêta</a:t>
              </a:r>
              <a:endPara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êxa</a:t>
              </a:r>
              <a:endParaRPr lang="ko-KR" altLang="en-US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pêta</a:t>
              </a:r>
              <a:endParaRPr lang="ko-KR" altLang="en-US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Têra</a:t>
              </a:r>
              <a:endPara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Giga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Mêga</a:t>
              </a:r>
              <a:endPara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Kilô</a:t>
              </a:r>
              <a:endPara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Héctô</a:t>
              </a:r>
              <a:endParaRPr lang="en-US" altLang="ko-KR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vi-VN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đêca</a:t>
              </a:r>
              <a:endParaRPr lang="ko-KR" altLang="en-US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198" name="Rectangle 11"/>
            <p:cNvSpPr>
              <a:spLocks noChangeArrowheads="1"/>
            </p:cNvSpPr>
            <p:nvPr/>
          </p:nvSpPr>
          <p:spPr bwMode="auto">
            <a:xfrm>
              <a:off x="975" y="2667"/>
              <a:ext cx="635" cy="13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360000" tIns="46800" rIns="90000" bIns="46800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21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</a:t>
              </a:r>
              <a:endParaRPr lang="en-US" altLang="ko-KR" sz="11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  <a:endParaRPr lang="en-US" altLang="ko-KR" sz="11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en-US" altLang="ko-KR" sz="11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en-US" altLang="ko-KR" sz="11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lang="en-US" altLang="ko-KR" sz="1100" baseline="300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20199" name="Rectangle 12"/>
            <p:cNvSpPr>
              <a:spLocks noChangeArrowheads="1"/>
            </p:cNvSpPr>
            <p:nvPr/>
          </p:nvSpPr>
          <p:spPr bwMode="auto">
            <a:xfrm>
              <a:off x="4320" y="2459"/>
              <a:ext cx="635" cy="2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000" tIns="46800" rIns="90000" bIns="46800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Kí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hiệu</a:t>
              </a:r>
              <a:endParaRPr lang="ko-KR" altLang="en-US" sz="11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00" name="Rectangle 13"/>
            <p:cNvSpPr>
              <a:spLocks noChangeArrowheads="1"/>
            </p:cNvSpPr>
            <p:nvPr/>
          </p:nvSpPr>
          <p:spPr bwMode="auto">
            <a:xfrm>
              <a:off x="3606" y="2459"/>
              <a:ext cx="714" cy="2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000" tIns="46800" rIns="90000" bIns="46800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Tiền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</a:t>
              </a:r>
              <a:endParaRPr lang="ko-KR" altLang="en-US" sz="11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01" name="Rectangle 14"/>
            <p:cNvSpPr>
              <a:spLocks noChangeArrowheads="1"/>
            </p:cNvSpPr>
            <p:nvPr/>
          </p:nvSpPr>
          <p:spPr bwMode="auto">
            <a:xfrm>
              <a:off x="2971" y="2459"/>
              <a:ext cx="635" cy="2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46800" rIns="90000" bIns="46800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10n(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nhân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  <a:endParaRPr lang="ko-KR" altLang="en-US" sz="11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02" name="Rectangle 15"/>
            <p:cNvSpPr>
              <a:spLocks noChangeArrowheads="1"/>
            </p:cNvSpPr>
            <p:nvPr/>
          </p:nvSpPr>
          <p:spPr bwMode="auto">
            <a:xfrm>
              <a:off x="2336" y="2459"/>
              <a:ext cx="635" cy="2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000" tIns="46800" rIns="90000" bIns="46800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Kí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hiệu</a:t>
              </a:r>
              <a:endParaRPr lang="ko-KR" altLang="en-US" sz="11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03" name="Rectangle 16"/>
            <p:cNvSpPr>
              <a:spLocks noChangeArrowheads="1"/>
            </p:cNvSpPr>
            <p:nvPr/>
          </p:nvSpPr>
          <p:spPr bwMode="auto">
            <a:xfrm>
              <a:off x="1610" y="2459"/>
              <a:ext cx="726" cy="2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000" tIns="46800" rIns="90000" bIns="46800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Tiền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</a:t>
              </a:r>
              <a:endParaRPr lang="ko-KR" altLang="en-US" sz="11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04" name="Rectangle 17"/>
            <p:cNvSpPr>
              <a:spLocks noChangeArrowheads="1"/>
            </p:cNvSpPr>
            <p:nvPr/>
          </p:nvSpPr>
          <p:spPr bwMode="auto">
            <a:xfrm>
              <a:off x="975" y="2459"/>
              <a:ext cx="635" cy="2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000" tIns="46800" rIns="90000" bIns="46800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10n(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nhân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tố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  <a:endParaRPr lang="ko-KR" altLang="en-US" sz="11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05" name="Line 18"/>
            <p:cNvSpPr>
              <a:spLocks noChangeShapeType="1"/>
            </p:cNvSpPr>
            <p:nvPr/>
          </p:nvSpPr>
          <p:spPr bwMode="auto">
            <a:xfrm>
              <a:off x="975" y="2667"/>
              <a:ext cx="398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06" name="Line 19"/>
            <p:cNvSpPr>
              <a:spLocks noChangeShapeType="1"/>
            </p:cNvSpPr>
            <p:nvPr/>
          </p:nvSpPr>
          <p:spPr bwMode="auto">
            <a:xfrm>
              <a:off x="975" y="2459"/>
              <a:ext cx="0" cy="1515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07" name="Line 20"/>
            <p:cNvSpPr>
              <a:spLocks noChangeShapeType="1"/>
            </p:cNvSpPr>
            <p:nvPr/>
          </p:nvSpPr>
          <p:spPr bwMode="auto">
            <a:xfrm>
              <a:off x="1610" y="2459"/>
              <a:ext cx="0" cy="151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08" name="Line 21"/>
            <p:cNvSpPr>
              <a:spLocks noChangeShapeType="1"/>
            </p:cNvSpPr>
            <p:nvPr/>
          </p:nvSpPr>
          <p:spPr bwMode="auto">
            <a:xfrm>
              <a:off x="2336" y="2459"/>
              <a:ext cx="0" cy="151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09" name="Line 22"/>
            <p:cNvSpPr>
              <a:spLocks noChangeShapeType="1"/>
            </p:cNvSpPr>
            <p:nvPr/>
          </p:nvSpPr>
          <p:spPr bwMode="auto">
            <a:xfrm>
              <a:off x="2971" y="2459"/>
              <a:ext cx="0" cy="151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10" name="Line 23"/>
            <p:cNvSpPr>
              <a:spLocks noChangeShapeType="1"/>
            </p:cNvSpPr>
            <p:nvPr/>
          </p:nvSpPr>
          <p:spPr bwMode="auto">
            <a:xfrm>
              <a:off x="3606" y="2459"/>
              <a:ext cx="0" cy="151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11" name="Line 24"/>
            <p:cNvSpPr>
              <a:spLocks noChangeShapeType="1"/>
            </p:cNvSpPr>
            <p:nvPr/>
          </p:nvSpPr>
          <p:spPr bwMode="auto">
            <a:xfrm>
              <a:off x="4320" y="2459"/>
              <a:ext cx="0" cy="151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12" name="Line 25"/>
            <p:cNvSpPr>
              <a:spLocks noChangeShapeType="1"/>
            </p:cNvSpPr>
            <p:nvPr/>
          </p:nvSpPr>
          <p:spPr bwMode="auto">
            <a:xfrm>
              <a:off x="4955" y="2459"/>
              <a:ext cx="0" cy="1515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13" name="Line 26"/>
            <p:cNvSpPr>
              <a:spLocks noChangeShapeType="1"/>
            </p:cNvSpPr>
            <p:nvPr/>
          </p:nvSpPr>
          <p:spPr bwMode="auto">
            <a:xfrm>
              <a:off x="2971" y="2459"/>
              <a:ext cx="63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14" name="Line 27"/>
            <p:cNvSpPr>
              <a:spLocks noChangeShapeType="1"/>
            </p:cNvSpPr>
            <p:nvPr/>
          </p:nvSpPr>
          <p:spPr bwMode="auto">
            <a:xfrm>
              <a:off x="975" y="2459"/>
              <a:ext cx="199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15" name="Line 28"/>
            <p:cNvSpPr>
              <a:spLocks noChangeShapeType="1"/>
            </p:cNvSpPr>
            <p:nvPr/>
          </p:nvSpPr>
          <p:spPr bwMode="auto">
            <a:xfrm>
              <a:off x="3606" y="2459"/>
              <a:ext cx="1349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16" name="Line 29"/>
            <p:cNvSpPr>
              <a:spLocks noChangeShapeType="1"/>
            </p:cNvSpPr>
            <p:nvPr/>
          </p:nvSpPr>
          <p:spPr bwMode="auto">
            <a:xfrm>
              <a:off x="2971" y="3974"/>
              <a:ext cx="63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17" name="Line 30"/>
            <p:cNvSpPr>
              <a:spLocks noChangeShapeType="1"/>
            </p:cNvSpPr>
            <p:nvPr/>
          </p:nvSpPr>
          <p:spPr bwMode="auto">
            <a:xfrm>
              <a:off x="975" y="3974"/>
              <a:ext cx="199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218" name="Line 31"/>
            <p:cNvSpPr>
              <a:spLocks noChangeShapeType="1"/>
            </p:cNvSpPr>
            <p:nvPr/>
          </p:nvSpPr>
          <p:spPr bwMode="auto">
            <a:xfrm>
              <a:off x="3606" y="3974"/>
              <a:ext cx="1349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20167" name="Text Box 33"/>
          <p:cNvSpPr txBox="1">
            <a:spLocks noChangeArrowheads="1"/>
          </p:cNvSpPr>
          <p:nvPr/>
        </p:nvSpPr>
        <p:spPr bwMode="auto">
          <a:xfrm>
            <a:off x="1117600" y="836613"/>
            <a:ext cx="4749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SI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20168" name="Group 34"/>
          <p:cNvGrpSpPr>
            <a:grpSpLocks/>
          </p:cNvGrpSpPr>
          <p:nvPr/>
        </p:nvGrpSpPr>
        <p:grpSpPr bwMode="auto">
          <a:xfrm>
            <a:off x="1498601" y="1196975"/>
            <a:ext cx="6386513" cy="2232025"/>
            <a:chOff x="944" y="709"/>
            <a:chExt cx="4023" cy="1406"/>
          </a:xfrm>
        </p:grpSpPr>
        <p:sp>
          <p:nvSpPr>
            <p:cNvPr id="220171" name="Rectangle 35"/>
            <p:cNvSpPr>
              <a:spLocks noChangeArrowheads="1"/>
            </p:cNvSpPr>
            <p:nvPr/>
          </p:nvSpPr>
          <p:spPr bwMode="auto">
            <a:xfrm>
              <a:off x="975" y="709"/>
              <a:ext cx="3992" cy="187"/>
            </a:xfrm>
            <a:prstGeom prst="rect">
              <a:avLst/>
            </a:prstGeom>
            <a:solidFill>
              <a:srgbClr val="CCFF33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172" name="Rectangle 36"/>
            <p:cNvSpPr>
              <a:spLocks noChangeArrowheads="1"/>
            </p:cNvSpPr>
            <p:nvPr/>
          </p:nvSpPr>
          <p:spPr bwMode="auto">
            <a:xfrm>
              <a:off x="4559" y="1824"/>
              <a:ext cx="40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㎭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㏛</a:t>
              </a:r>
            </a:p>
          </p:txBody>
        </p:sp>
        <p:sp>
          <p:nvSpPr>
            <p:cNvPr id="220173" name="Rectangle 37"/>
            <p:cNvSpPr>
              <a:spLocks noChangeArrowheads="1"/>
            </p:cNvSpPr>
            <p:nvPr/>
          </p:nvSpPr>
          <p:spPr bwMode="auto">
            <a:xfrm>
              <a:off x="2971" y="1824"/>
              <a:ext cx="158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216000" tIns="46800" rIns="90000" bIns="46800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Radian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(radian)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Steradian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</a:t>
              </a:r>
              <a:r>
                <a:rPr lang="en-US" altLang="ko-KR" sz="11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steradian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</a:p>
          </p:txBody>
        </p:sp>
        <p:sp>
          <p:nvSpPr>
            <p:cNvPr id="220174" name="Rectangle 38"/>
            <p:cNvSpPr>
              <a:spLocks noChangeArrowheads="1"/>
            </p:cNvSpPr>
            <p:nvPr/>
          </p:nvSpPr>
          <p:spPr bwMode="auto">
            <a:xfrm>
              <a:off x="1383" y="1824"/>
              <a:ext cx="158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216000" tIns="46800" rIns="90000" bIns="46800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Góc</a:t>
              </a: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phẳng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(plane angle)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Góc</a:t>
              </a: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khối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(solid angle)</a:t>
              </a:r>
            </a:p>
          </p:txBody>
        </p:sp>
        <p:sp>
          <p:nvSpPr>
            <p:cNvPr id="220175" name="Rectangle 39"/>
            <p:cNvSpPr>
              <a:spLocks noChangeArrowheads="1"/>
            </p:cNvSpPr>
            <p:nvPr/>
          </p:nvSpPr>
          <p:spPr bwMode="auto">
            <a:xfrm>
              <a:off x="975" y="1824"/>
              <a:ext cx="40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Đơn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vị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phụ</a:t>
              </a:r>
              <a:endParaRPr lang="ko-KR" altLang="en-US" sz="11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176" name="Rectangle 40"/>
            <p:cNvSpPr>
              <a:spLocks noChangeArrowheads="1"/>
            </p:cNvSpPr>
            <p:nvPr/>
          </p:nvSpPr>
          <p:spPr bwMode="auto">
            <a:xfrm>
              <a:off x="4559" y="898"/>
              <a:ext cx="408" cy="9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㎏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㏖</a:t>
              </a:r>
            </a:p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㏅</a:t>
              </a:r>
            </a:p>
          </p:txBody>
        </p:sp>
        <p:sp>
          <p:nvSpPr>
            <p:cNvPr id="220177" name="Rectangle 41"/>
            <p:cNvSpPr>
              <a:spLocks noChangeArrowheads="1"/>
            </p:cNvSpPr>
            <p:nvPr/>
          </p:nvSpPr>
          <p:spPr bwMode="auto">
            <a:xfrm>
              <a:off x="2971" y="898"/>
              <a:ext cx="1588" cy="9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216000" tIns="46800" rIns="90000" bIns="46800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Mét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(meter</a:t>
              </a: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Ki </a:t>
              </a: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lô</a:t>
              </a: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gam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(kilogram)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Giây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(second)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Am </a:t>
              </a: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pe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(Ampere)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Kelvin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(Kelvin)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Mole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(mole)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Candela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(candela)</a:t>
              </a:r>
            </a:p>
          </p:txBody>
        </p:sp>
        <p:sp>
          <p:nvSpPr>
            <p:cNvPr id="220178" name="Rectangle 42"/>
            <p:cNvSpPr>
              <a:spLocks noChangeArrowheads="1"/>
            </p:cNvSpPr>
            <p:nvPr/>
          </p:nvSpPr>
          <p:spPr bwMode="auto">
            <a:xfrm>
              <a:off x="1383" y="898"/>
              <a:ext cx="1588" cy="9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216000" tIns="46800" rIns="90000" bIns="46800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Chiều</a:t>
              </a: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dài</a:t>
              </a: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(length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Khối</a:t>
              </a: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lượng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(mass)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Thời</a:t>
              </a: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gian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(time)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Dòng</a:t>
              </a: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điện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(electric current)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Nhiệt</a:t>
              </a: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độ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(temperature)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Lượng</a:t>
              </a: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chất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(substance)</a:t>
              </a:r>
            </a:p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Độ</a:t>
              </a:r>
              <a:r>
                <a:rPr lang="en-US" altLang="ko-KR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sáng</a:t>
              </a:r>
              <a:r>
                <a:rPr lang="ko-KR" altLang="en-US" sz="11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(luminous intensity)</a:t>
              </a:r>
            </a:p>
          </p:txBody>
        </p:sp>
        <p:sp>
          <p:nvSpPr>
            <p:cNvPr id="220179" name="Rectangle 43"/>
            <p:cNvSpPr>
              <a:spLocks noChangeArrowheads="1"/>
            </p:cNvSpPr>
            <p:nvPr/>
          </p:nvSpPr>
          <p:spPr bwMode="auto">
            <a:xfrm>
              <a:off x="975" y="898"/>
              <a:ext cx="408" cy="9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Đơn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vị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cơ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bản</a:t>
              </a:r>
              <a:endParaRPr lang="ko-KR" altLang="en-US" sz="11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180" name="Rectangle 44"/>
            <p:cNvSpPr>
              <a:spLocks noChangeArrowheads="1"/>
            </p:cNvSpPr>
            <p:nvPr/>
          </p:nvSpPr>
          <p:spPr bwMode="auto">
            <a:xfrm>
              <a:off x="4559" y="715"/>
              <a:ext cx="408" cy="1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000" tIns="46800" rIns="90000" bIns="46800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Kí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hiệu</a:t>
              </a:r>
              <a:endParaRPr lang="ko-KR" altLang="en-US" sz="11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181" name="Rectangle 45"/>
            <p:cNvSpPr>
              <a:spLocks noChangeArrowheads="1"/>
            </p:cNvSpPr>
            <p:nvPr/>
          </p:nvSpPr>
          <p:spPr bwMode="auto">
            <a:xfrm>
              <a:off x="2971" y="715"/>
              <a:ext cx="1588" cy="1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000" tIns="46800" rIns="90000" bIns="46800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Tên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gọi</a:t>
              </a:r>
              <a:endParaRPr lang="ko-KR" altLang="en-US" sz="11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182" name="Rectangle 46"/>
            <p:cNvSpPr>
              <a:spLocks noChangeArrowheads="1"/>
            </p:cNvSpPr>
            <p:nvPr/>
          </p:nvSpPr>
          <p:spPr bwMode="auto">
            <a:xfrm>
              <a:off x="1383" y="715"/>
              <a:ext cx="1588" cy="1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000" tIns="46800" rIns="90000" bIns="46800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Đại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lượng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(quantity</a:t>
              </a:r>
              <a:r>
                <a:rPr lang="en-US" altLang="ko-KR" sz="110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</a:p>
          </p:txBody>
        </p:sp>
        <p:sp>
          <p:nvSpPr>
            <p:cNvPr id="220183" name="Rectangle 47"/>
            <p:cNvSpPr>
              <a:spLocks noChangeArrowheads="1"/>
            </p:cNvSpPr>
            <p:nvPr/>
          </p:nvSpPr>
          <p:spPr bwMode="auto">
            <a:xfrm>
              <a:off x="944" y="715"/>
              <a:ext cx="513" cy="1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000" tIns="46800" rIns="90000" bIns="46800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Phân</a:t>
              </a:r>
              <a:r>
                <a:rPr lang="en-US" altLang="ko-KR" sz="11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loại</a:t>
              </a:r>
              <a:endParaRPr lang="ko-KR" altLang="en-US" sz="11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184" name="Line 48"/>
            <p:cNvSpPr>
              <a:spLocks noChangeShapeType="1"/>
            </p:cNvSpPr>
            <p:nvPr/>
          </p:nvSpPr>
          <p:spPr bwMode="auto">
            <a:xfrm>
              <a:off x="975" y="715"/>
              <a:ext cx="3992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185" name="Line 49"/>
            <p:cNvSpPr>
              <a:spLocks noChangeShapeType="1"/>
            </p:cNvSpPr>
            <p:nvPr/>
          </p:nvSpPr>
          <p:spPr bwMode="auto">
            <a:xfrm>
              <a:off x="975" y="898"/>
              <a:ext cx="399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186" name="Line 50"/>
            <p:cNvSpPr>
              <a:spLocks noChangeShapeType="1"/>
            </p:cNvSpPr>
            <p:nvPr/>
          </p:nvSpPr>
          <p:spPr bwMode="auto">
            <a:xfrm>
              <a:off x="975" y="1824"/>
              <a:ext cx="399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187" name="Line 51"/>
            <p:cNvSpPr>
              <a:spLocks noChangeShapeType="1"/>
            </p:cNvSpPr>
            <p:nvPr/>
          </p:nvSpPr>
          <p:spPr bwMode="auto">
            <a:xfrm>
              <a:off x="975" y="2115"/>
              <a:ext cx="3992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188" name="Line 52"/>
            <p:cNvSpPr>
              <a:spLocks noChangeShapeType="1"/>
            </p:cNvSpPr>
            <p:nvPr/>
          </p:nvSpPr>
          <p:spPr bwMode="auto">
            <a:xfrm>
              <a:off x="975" y="715"/>
              <a:ext cx="0" cy="140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189" name="Line 53"/>
            <p:cNvSpPr>
              <a:spLocks noChangeShapeType="1"/>
            </p:cNvSpPr>
            <p:nvPr/>
          </p:nvSpPr>
          <p:spPr bwMode="auto">
            <a:xfrm>
              <a:off x="1383" y="715"/>
              <a:ext cx="0" cy="14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190" name="Line 54"/>
            <p:cNvSpPr>
              <a:spLocks noChangeShapeType="1"/>
            </p:cNvSpPr>
            <p:nvPr/>
          </p:nvSpPr>
          <p:spPr bwMode="auto">
            <a:xfrm>
              <a:off x="2971" y="715"/>
              <a:ext cx="0" cy="14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191" name="Line 55"/>
            <p:cNvSpPr>
              <a:spLocks noChangeShapeType="1"/>
            </p:cNvSpPr>
            <p:nvPr/>
          </p:nvSpPr>
          <p:spPr bwMode="auto">
            <a:xfrm>
              <a:off x="4559" y="715"/>
              <a:ext cx="0" cy="14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192" name="Line 56"/>
            <p:cNvSpPr>
              <a:spLocks noChangeShapeType="1"/>
            </p:cNvSpPr>
            <p:nvPr/>
          </p:nvSpPr>
          <p:spPr bwMode="auto">
            <a:xfrm>
              <a:off x="4967" y="715"/>
              <a:ext cx="0" cy="140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20169" name="Rectangle 58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dirty="0" smtClean="0"/>
          </a:p>
        </p:txBody>
      </p:sp>
      <p:sp>
        <p:nvSpPr>
          <p:cNvPr id="220170" name="Rectangle 59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835308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8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18E1D3F4-AAEE-4533-8966-ED7CA57E7D62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196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21187" name="Rectangle 2"/>
          <p:cNvSpPr>
            <a:spLocks noChangeArrowheads="1"/>
          </p:cNvSpPr>
          <p:nvPr/>
        </p:nvSpPr>
        <p:spPr bwMode="auto">
          <a:xfrm>
            <a:off x="1474788" y="1143000"/>
            <a:ext cx="7200900" cy="531813"/>
          </a:xfrm>
          <a:prstGeom prst="rect">
            <a:avLst/>
          </a:prstGeom>
          <a:solidFill>
            <a:srgbClr val="CCFF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1188" name="Text Box 3"/>
          <p:cNvSpPr txBox="1">
            <a:spLocks noChangeArrowheads="1"/>
          </p:cNvSpPr>
          <p:nvPr/>
        </p:nvSpPr>
        <p:spPr bwMode="auto">
          <a:xfrm>
            <a:off x="1174750" y="703263"/>
            <a:ext cx="162416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36689" name="Group 1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2444347"/>
              </p:ext>
            </p:extLst>
          </p:nvPr>
        </p:nvGraphicFramePr>
        <p:xfrm>
          <a:off x="1474788" y="1125538"/>
          <a:ext cx="7200900" cy="3819526"/>
        </p:xfrm>
        <a:graphic>
          <a:graphicData uri="http://schemas.openxmlformats.org/drawingml/2006/table">
            <a:tbl>
              <a:tblPr/>
              <a:tblGrid>
                <a:gridCol w="1009650"/>
                <a:gridCol w="790575"/>
                <a:gridCol w="576262"/>
                <a:gridCol w="576263"/>
                <a:gridCol w="576262"/>
                <a:gridCol w="576263"/>
                <a:gridCol w="576262"/>
                <a:gridCol w="576263"/>
                <a:gridCol w="576262"/>
                <a:gridCol w="647700"/>
                <a:gridCol w="719138"/>
              </a:tblGrid>
              <a:tr h="261222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Đơn</a:t>
                      </a: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vị</a:t>
                      </a:r>
                      <a:endParaRPr kumimoji="1" lang="ko-KR" altLang="en-US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791" marB="46791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Kí</a:t>
                      </a: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1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hiệu</a:t>
                      </a:r>
                      <a:endParaRPr kumimoji="1" lang="ko-KR" altLang="en-US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Đổi</a:t>
                      </a:r>
                      <a:endParaRPr kumimoji="1" lang="ko-KR" altLang="en-US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29170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㎞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dm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㎝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㎜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㎛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㎚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Å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pm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568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Ki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lô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mét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35993" marB="3599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㎞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3</a:t>
                      </a:r>
                      <a:endParaRPr kumimoji="1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4</a:t>
                      </a:r>
                      <a:endParaRPr kumimoji="1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5</a:t>
                      </a:r>
                      <a:endParaRPr kumimoji="1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6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9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12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13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15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6029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Mét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35993" marB="3599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-3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endParaRPr kumimoji="1" lang="en-US" altLang="ko-KR" sz="1000" b="0" i="0" u="none" strike="noStrike" cap="none" normalizeH="0" baseline="3000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2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3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6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9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12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6029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Đề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xi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mét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35993" marB="3599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dm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-4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-1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endParaRPr kumimoji="1" lang="en-US" altLang="ko-KR" sz="1000" b="0" i="0" u="none" strike="noStrike" cap="none" normalizeH="0" baseline="3000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2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5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8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9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11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6029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Xen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ti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mét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35993" marB="3599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㎝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-5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-2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-1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endParaRPr kumimoji="1" lang="en-US" altLang="ko-KR" sz="1000" b="0" i="0" u="none" strike="noStrike" cap="none" normalizeH="0" baseline="3000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4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7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8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870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li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mét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35993" marB="3599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㎜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-6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-3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-2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-1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3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6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7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9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6029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Mi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crô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mét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35993" marB="3599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6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㎛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6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kumimoji="1" lang="en-US" altLang="ko-K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µ</a:t>
                      </a: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-9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-6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-5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-4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-3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3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4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6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35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Na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nô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mét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35993" marB="3599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6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㎚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6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(m</a:t>
                      </a:r>
                      <a:r>
                        <a:rPr kumimoji="1" lang="en-US" altLang="ko-K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µ</a:t>
                      </a: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-12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-9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-8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-7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-6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-3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endParaRPr kumimoji="1" lang="en-US" altLang="ko-KR" sz="1000" b="0" i="0" u="none" strike="noStrike" cap="none" normalizeH="0" baseline="3000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3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Angstrom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35993" marB="3599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Å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-13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-10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-9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-8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-7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-4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-1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2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6029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Pi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cô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mét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35993" marB="3599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pm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-15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-12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-11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-10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-9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-6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-3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1" lang="en-US" altLang="ko-KR" sz="1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-2</a:t>
                      </a:r>
                      <a:endParaRPr kumimoji="1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itchFamily="50" charset="-127"/>
                          <a:cs typeface="Times New Roman" panose="02020603050405020304" pitchFamily="18" charset="0"/>
                        </a:rPr>
                        <a:t>1</a:t>
                      </a:r>
                    </a:p>
                  </a:txBody>
                  <a:tcPr marL="90000" marR="90000" marT="35993" marB="35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21325" name="Rectangle 145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dirty="0" smtClean="0"/>
          </a:p>
        </p:txBody>
      </p:sp>
      <p:sp>
        <p:nvSpPr>
          <p:cNvPr id="221326" name="Rectangle 146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46642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1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60117122-D73E-4714-9F28-B93EFC1F0F07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197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22211" name="Text Box 2"/>
          <p:cNvSpPr txBox="1">
            <a:spLocks noChangeArrowheads="1"/>
          </p:cNvSpPr>
          <p:nvPr/>
        </p:nvSpPr>
        <p:spPr bwMode="auto">
          <a:xfrm>
            <a:off x="34925" y="36513"/>
            <a:ext cx="1841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1800" b="1">
              <a:solidFill>
                <a:srgbClr val="000000"/>
              </a:solidFill>
            </a:endParaRPr>
          </a:p>
        </p:txBody>
      </p:sp>
      <p:pic>
        <p:nvPicPr>
          <p:cNvPr id="222212" name="Picture 3" descr="그림2-11 각종 길이 측정기의 정도"/>
          <p:cNvPicPr>
            <a:picLocks noChangeAspect="1" noChangeArrowheads="1"/>
          </p:cNvPicPr>
          <p:nvPr/>
        </p:nvPicPr>
        <p:blipFill>
          <a:blip r:embed="rId2">
            <a:lum bright="-14000" contras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3575" y="1104900"/>
            <a:ext cx="7796213" cy="4772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2213" name="Rectangle 4"/>
          <p:cNvSpPr>
            <a:spLocks noChangeArrowheads="1"/>
          </p:cNvSpPr>
          <p:nvPr/>
        </p:nvSpPr>
        <p:spPr bwMode="auto">
          <a:xfrm>
            <a:off x="887413" y="762000"/>
            <a:ext cx="4261103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4) 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sánh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endParaRPr lang="ko-KR" altLang="en-US" sz="13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2214" name="Text Box 6"/>
          <p:cNvSpPr txBox="1">
            <a:spLocks noChangeArrowheads="1"/>
          </p:cNvSpPr>
          <p:nvPr/>
        </p:nvSpPr>
        <p:spPr bwMode="auto">
          <a:xfrm>
            <a:off x="3419475" y="5983288"/>
            <a:ext cx="308610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[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Ảnh</a:t>
            </a:r>
            <a:r>
              <a:rPr lang="ko-KR" altLang="en-US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3-22  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So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sánh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mức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độ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đo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theo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từng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loại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máy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 </a:t>
            </a:r>
            <a:r>
              <a:rPr lang="en-US" altLang="ko-KR" sz="1000" b="1" dirty="0" err="1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đo</a:t>
            </a:r>
            <a:r>
              <a:rPr lang="en-US" altLang="ko-KR" sz="1000" b="1" dirty="0" smtClean="0">
                <a:solidFill>
                  <a:schemeClr val="tx1"/>
                </a:solidFill>
                <a:latin typeface="Times New Roman" panose="02020603050405020304" pitchFamily="18" charset="0"/>
                <a:ea typeface="HY신명조" pitchFamily="18" charset="-127"/>
                <a:cs typeface="Times New Roman" panose="02020603050405020304" pitchFamily="18" charset="0"/>
              </a:rPr>
              <a:t>]</a:t>
            </a:r>
            <a:endParaRPr lang="en-US" altLang="ko-KR" sz="1000" b="1" dirty="0">
              <a:solidFill>
                <a:schemeClr val="tx1"/>
              </a:solidFill>
              <a:latin typeface="Times New Roman" panose="02020603050405020304" pitchFamily="18" charset="0"/>
              <a:ea typeface="HY신명조" pitchFamily="18" charset="-127"/>
              <a:cs typeface="Times New Roman" panose="02020603050405020304" pitchFamily="18" charset="0"/>
            </a:endParaRPr>
          </a:p>
        </p:txBody>
      </p:sp>
      <p:sp>
        <p:nvSpPr>
          <p:cNvPr id="222215" name="Rectangle 8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dirty="0" smtClean="0"/>
          </a:p>
        </p:txBody>
      </p:sp>
      <p:sp>
        <p:nvSpPr>
          <p:cNvPr id="222216" name="Rectangle 9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7452320" y="4077072"/>
            <a:ext cx="648072" cy="16386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kẻ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직사각형 9"/>
          <p:cNvSpPr/>
          <p:nvPr/>
        </p:nvSpPr>
        <p:spPr bwMode="auto">
          <a:xfrm>
            <a:off x="6516216" y="3573016"/>
            <a:ext cx="783704" cy="16386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véc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nê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직사각형 10"/>
          <p:cNvSpPr/>
          <p:nvPr/>
        </p:nvSpPr>
        <p:spPr bwMode="auto">
          <a:xfrm>
            <a:off x="5868144" y="3121124"/>
            <a:ext cx="783704" cy="16386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Micrô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mét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5156448" y="2636912"/>
            <a:ext cx="783704" cy="288032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Dial Gauge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4395592" y="2132856"/>
            <a:ext cx="783704" cy="288032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Gauge Block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3419872" y="3573016"/>
            <a:ext cx="1047728" cy="36004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sánh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phóng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đại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2339752" y="3725416"/>
            <a:ext cx="1047728" cy="36004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giao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thoa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sóng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ánh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sáng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825548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F3C6AF12-8CC2-4CE6-B137-B6D0C9692946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198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23235" name="Group 2"/>
          <p:cNvGrpSpPr>
            <a:grpSpLocks/>
          </p:cNvGrpSpPr>
          <p:nvPr/>
        </p:nvGrpSpPr>
        <p:grpSpPr bwMode="auto">
          <a:xfrm>
            <a:off x="468313" y="1412875"/>
            <a:ext cx="4464050" cy="2376488"/>
            <a:chOff x="1247" y="1661"/>
            <a:chExt cx="3239" cy="2102"/>
          </a:xfrm>
        </p:grpSpPr>
        <p:pic>
          <p:nvPicPr>
            <p:cNvPr id="223244" name="Picture 3" descr="버니어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7" y="1661"/>
              <a:ext cx="3239" cy="2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3245" name="Oval 4"/>
            <p:cNvSpPr>
              <a:spLocks noChangeArrowheads="1"/>
            </p:cNvSpPr>
            <p:nvPr/>
          </p:nvSpPr>
          <p:spPr bwMode="auto">
            <a:xfrm>
              <a:off x="1622" y="2886"/>
              <a:ext cx="91" cy="90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3246" name="AutoShape 5"/>
            <p:cNvSpPr>
              <a:spLocks noChangeArrowheads="1"/>
            </p:cNvSpPr>
            <p:nvPr/>
          </p:nvSpPr>
          <p:spPr bwMode="auto">
            <a:xfrm>
              <a:off x="2898" y="3023"/>
              <a:ext cx="46" cy="227"/>
            </a:xfrm>
            <a:prstGeom prst="downArrow">
              <a:avLst>
                <a:gd name="adj1" fmla="val 50000"/>
                <a:gd name="adj2" fmla="val 123370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23236" name="Text Box 6"/>
          <p:cNvSpPr txBox="1">
            <a:spLocks noChangeArrowheads="1"/>
          </p:cNvSpPr>
          <p:nvPr/>
        </p:nvSpPr>
        <p:spPr bwMode="auto">
          <a:xfrm>
            <a:off x="757238" y="5805488"/>
            <a:ext cx="5183187" cy="7325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endParaRPr lang="ko-KR" altLang="en-US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ko-KR" alt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rỉ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-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mới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-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thói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quen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3237" name="Text Box 9"/>
          <p:cNvSpPr txBox="1">
            <a:spLocks noChangeArrowheads="1"/>
          </p:cNvSpPr>
          <p:nvPr/>
        </p:nvSpPr>
        <p:spPr bwMode="auto">
          <a:xfrm>
            <a:off x="539750" y="549275"/>
            <a:ext cx="2704458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3-2.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ko-KR" altLang="en-US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4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vernier</a:t>
            </a: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calipers)</a:t>
            </a:r>
          </a:p>
        </p:txBody>
      </p:sp>
      <p:sp>
        <p:nvSpPr>
          <p:cNvPr id="223238" name="Text Box 10"/>
          <p:cNvSpPr txBox="1">
            <a:spLocks noChangeArrowheads="1"/>
          </p:cNvSpPr>
          <p:nvPr/>
        </p:nvSpPr>
        <p:spPr bwMode="auto">
          <a:xfrm>
            <a:off x="636588" y="3852863"/>
            <a:ext cx="8328025" cy="208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phạm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sâu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Vernier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sâu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M1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M2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3239" name="Rectangle 14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dirty="0" smtClean="0"/>
          </a:p>
        </p:txBody>
      </p:sp>
      <p:sp>
        <p:nvSpPr>
          <p:cNvPr id="223240" name="Rectangle 15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23241" name="Picture 12" descr="C:\Users\Administrator\Desktop\버니어캘리퍼스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87900" y="1557338"/>
            <a:ext cx="4284663" cy="215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3242" name="Rectangle 3"/>
          <p:cNvSpPr>
            <a:spLocks noChangeArrowheads="1"/>
          </p:cNvSpPr>
          <p:nvPr/>
        </p:nvSpPr>
        <p:spPr bwMode="auto">
          <a:xfrm>
            <a:off x="611188" y="981075"/>
            <a:ext cx="199202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Analog Vernier Calipers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3243" name="Rectangle 3"/>
          <p:cNvSpPr>
            <a:spLocks noChangeArrowheads="1"/>
          </p:cNvSpPr>
          <p:nvPr/>
        </p:nvSpPr>
        <p:spPr bwMode="auto">
          <a:xfrm>
            <a:off x="4832350" y="981075"/>
            <a:ext cx="22606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tử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1907704" y="1844477"/>
            <a:ext cx="576064" cy="21637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b="0" i="0" u="none" strike="noStrike" cap="none" normalizeH="0" baseline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kumimoji="1" lang="en-US" altLang="ko-KR" sz="800" b="0" i="0" u="none" strike="noStrike" cap="none" normalizeH="0" dirty="0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ko-KR" sz="800" b="0" i="0" u="none" strike="noStrike" cap="none" normalizeH="0" dirty="0" err="1" smtClean="0">
                <a:ln>
                  <a:noFill/>
                </a:ln>
                <a:solidFill>
                  <a:schemeClr val="accent2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giữ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2744834" y="1844824"/>
            <a:ext cx="747046" cy="21637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4040978" y="2645296"/>
            <a:ext cx="747046" cy="35165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sâu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4355976" y="1916485"/>
            <a:ext cx="738662" cy="21637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3491881" y="1844823"/>
            <a:ext cx="864096" cy="21602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sâu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1457074" y="1449152"/>
            <a:ext cx="738662" cy="21637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1385066" y="2924597"/>
            <a:ext cx="738662" cy="21637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179512" y="2852936"/>
            <a:ext cx="586262" cy="21637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직사각형 22"/>
          <p:cNvSpPr/>
          <p:nvPr/>
        </p:nvSpPr>
        <p:spPr bwMode="auto">
          <a:xfrm>
            <a:off x="611560" y="3140968"/>
            <a:ext cx="927720" cy="36004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323528" y="1520069"/>
            <a:ext cx="1080120" cy="252747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직사각형 24"/>
          <p:cNvSpPr/>
          <p:nvPr/>
        </p:nvSpPr>
        <p:spPr bwMode="auto">
          <a:xfrm>
            <a:off x="1385066" y="2708573"/>
            <a:ext cx="666654" cy="21637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" name="직사각형 25"/>
          <p:cNvSpPr/>
          <p:nvPr/>
        </p:nvSpPr>
        <p:spPr bwMode="auto">
          <a:xfrm>
            <a:off x="1403648" y="1745351"/>
            <a:ext cx="514254" cy="17148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accent2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844907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7A344796-5EA2-454E-9B54-CFC1E158622B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199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24259" name="Picture 2" descr="버니어외경측정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63700" y="3089275"/>
            <a:ext cx="6645275" cy="171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4260" name="Rectangle 3"/>
          <p:cNvSpPr>
            <a:spLocks noChangeArrowheads="1"/>
          </p:cNvSpPr>
          <p:nvPr/>
        </p:nvSpPr>
        <p:spPr bwMode="auto">
          <a:xfrm>
            <a:off x="963613" y="655638"/>
            <a:ext cx="126509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4261" name="Text Box 4"/>
          <p:cNvSpPr txBox="1">
            <a:spLocks noChangeArrowheads="1"/>
          </p:cNvSpPr>
          <p:nvPr/>
        </p:nvSpPr>
        <p:spPr bwMode="auto">
          <a:xfrm>
            <a:off x="963613" y="858838"/>
            <a:ext cx="6551612" cy="1126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du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chia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sao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n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n-1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chia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milimet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1/20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tới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0.05㎜.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1/50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tới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0.02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㎜.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4262" name="Rectangle 5"/>
          <p:cNvSpPr>
            <a:spLocks noChangeArrowheads="1"/>
          </p:cNvSpPr>
          <p:nvPr/>
        </p:nvSpPr>
        <p:spPr bwMode="auto">
          <a:xfrm>
            <a:off x="7588250" y="3089275"/>
            <a:ext cx="1284326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&gt;</a:t>
            </a:r>
            <a:endParaRPr lang="en-US" altLang="ko-KR" sz="13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4263" name="Rectangle 6"/>
          <p:cNvSpPr>
            <a:spLocks noChangeArrowheads="1"/>
          </p:cNvSpPr>
          <p:nvPr/>
        </p:nvSpPr>
        <p:spPr bwMode="auto">
          <a:xfrm>
            <a:off x="7659688" y="4025900"/>
            <a:ext cx="1164101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&lt;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3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3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&gt;</a:t>
            </a:r>
            <a:endParaRPr lang="en-US" altLang="ko-KR" sz="13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4264" name="Rectangle 7"/>
          <p:cNvSpPr>
            <a:spLocks noChangeArrowheads="1"/>
          </p:cNvSpPr>
          <p:nvPr/>
        </p:nvSpPr>
        <p:spPr bwMode="auto">
          <a:xfrm>
            <a:off x="963613" y="1881188"/>
            <a:ext cx="159050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4265" name="AutoShape 8" descr="PIC76"/>
          <p:cNvSpPr>
            <a:spLocks noChangeAspect="1" noChangeArrowheads="1"/>
          </p:cNvSpPr>
          <p:nvPr/>
        </p:nvSpPr>
        <p:spPr bwMode="auto">
          <a:xfrm>
            <a:off x="4843463" y="286702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4266" name="AutoShape 9" descr="PIC78"/>
          <p:cNvSpPr>
            <a:spLocks noChangeAspect="1" noChangeArrowheads="1"/>
          </p:cNvSpPr>
          <p:nvPr/>
        </p:nvSpPr>
        <p:spPr bwMode="auto">
          <a:xfrm>
            <a:off x="4843463" y="286702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24267" name="Group 10"/>
          <p:cNvGrpSpPr>
            <a:grpSpLocks/>
          </p:cNvGrpSpPr>
          <p:nvPr/>
        </p:nvGrpSpPr>
        <p:grpSpPr bwMode="auto">
          <a:xfrm>
            <a:off x="963613" y="2046288"/>
            <a:ext cx="4905375" cy="568325"/>
            <a:chOff x="340" y="1621"/>
            <a:chExt cx="3090" cy="358"/>
          </a:xfrm>
        </p:grpSpPr>
        <p:sp>
          <p:nvSpPr>
            <p:cNvPr id="224276" name="Text Box 11"/>
            <p:cNvSpPr txBox="1">
              <a:spLocks noChangeArrowheads="1"/>
            </p:cNvSpPr>
            <p:nvPr/>
          </p:nvSpPr>
          <p:spPr bwMode="auto">
            <a:xfrm>
              <a:off x="340" y="1691"/>
              <a:ext cx="3090" cy="2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/>
              <a:r>
                <a:rPr lang="en-US" altLang="ko-KR" sz="13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- </a:t>
              </a:r>
              <a:r>
                <a:rPr lang="en-US" altLang="ko-KR" sz="13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Trị</a:t>
              </a:r>
              <a:r>
                <a:rPr lang="en-US" altLang="ko-KR" sz="13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3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số</a:t>
              </a:r>
              <a:r>
                <a:rPr lang="en-US" altLang="ko-KR" sz="13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3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đo</a:t>
              </a:r>
              <a:r>
                <a:rPr lang="en-US" altLang="ko-KR" sz="13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3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của</a:t>
              </a:r>
              <a:r>
                <a:rPr lang="en-US" altLang="ko-KR" sz="13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3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ảnh</a:t>
              </a:r>
              <a:r>
                <a:rPr lang="ko-KR" altLang="en-US" sz="13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3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(b</a:t>
              </a:r>
              <a:r>
                <a:rPr lang="en-US" altLang="ko-KR" sz="13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  <a:r>
                <a:rPr lang="ko-KR" altLang="en-US" sz="13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ko-KR" altLang="en-US" sz="13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Wingdings" pitchFamily="2" charset="2"/>
                </a:rPr>
                <a:t> </a:t>
              </a:r>
              <a:r>
                <a:rPr lang="en-US" altLang="ko-KR" sz="13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124.0+16ⅹ       = 124.80㎜</a:t>
              </a:r>
              <a:endParaRPr lang="en-US" altLang="en-US" sz="13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224277" name="Group 12"/>
            <p:cNvGrpSpPr>
              <a:grpSpLocks/>
            </p:cNvGrpSpPr>
            <p:nvPr/>
          </p:nvGrpSpPr>
          <p:grpSpPr bwMode="auto">
            <a:xfrm>
              <a:off x="2120" y="1621"/>
              <a:ext cx="261" cy="358"/>
              <a:chOff x="521" y="3294"/>
              <a:chExt cx="272" cy="366"/>
            </a:xfrm>
          </p:grpSpPr>
          <p:sp>
            <p:nvSpPr>
              <p:cNvPr id="224278" name="Text Box 13"/>
              <p:cNvSpPr txBox="1">
                <a:spLocks noChangeArrowheads="1"/>
              </p:cNvSpPr>
              <p:nvPr/>
            </p:nvSpPr>
            <p:spPr bwMode="auto">
              <a:xfrm>
                <a:off x="521" y="3294"/>
                <a:ext cx="2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/>
                <a:r>
                  <a:rPr lang="en-US" altLang="ko-KR" sz="9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3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</a:p>
              <a:p>
                <a:pPr algn="l" eaLnBrk="1" latinLnBrk="1" hangingPunct="1"/>
                <a:r>
                  <a:rPr lang="en-US" altLang="ko-KR" sz="1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3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20</a:t>
                </a:r>
              </a:p>
            </p:txBody>
          </p:sp>
          <p:sp>
            <p:nvSpPr>
              <p:cNvPr id="224279" name="Line 14"/>
              <p:cNvSpPr>
                <a:spLocks noChangeShapeType="1"/>
              </p:cNvSpPr>
              <p:nvPr/>
            </p:nvSpPr>
            <p:spPr bwMode="auto">
              <a:xfrm>
                <a:off x="567" y="3475"/>
                <a:ext cx="13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24268" name="Group 15"/>
          <p:cNvGrpSpPr>
            <a:grpSpLocks/>
          </p:cNvGrpSpPr>
          <p:nvPr/>
        </p:nvGrpSpPr>
        <p:grpSpPr bwMode="auto">
          <a:xfrm>
            <a:off x="963613" y="2482850"/>
            <a:ext cx="5111750" cy="568325"/>
            <a:chOff x="340" y="1947"/>
            <a:chExt cx="3220" cy="358"/>
          </a:xfrm>
        </p:grpSpPr>
        <p:grpSp>
          <p:nvGrpSpPr>
            <p:cNvPr id="224272" name="Group 16"/>
            <p:cNvGrpSpPr>
              <a:grpSpLocks/>
            </p:cNvGrpSpPr>
            <p:nvPr/>
          </p:nvGrpSpPr>
          <p:grpSpPr bwMode="auto">
            <a:xfrm>
              <a:off x="2064" y="1947"/>
              <a:ext cx="272" cy="358"/>
              <a:chOff x="521" y="3294"/>
              <a:chExt cx="272" cy="358"/>
            </a:xfrm>
          </p:grpSpPr>
          <p:sp>
            <p:nvSpPr>
              <p:cNvPr id="224274" name="Text Box 17"/>
              <p:cNvSpPr txBox="1">
                <a:spLocks noChangeArrowheads="1"/>
              </p:cNvSpPr>
              <p:nvPr/>
            </p:nvSpPr>
            <p:spPr bwMode="auto">
              <a:xfrm>
                <a:off x="521" y="3294"/>
                <a:ext cx="272" cy="3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algn="ctr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 kumimoji="1" sz="800">
                    <a:solidFill>
                      <a:schemeClr val="accent2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algn="l" eaLnBrk="1" latinLnBrk="1" hangingPunct="1"/>
                <a:r>
                  <a:rPr lang="en-US" altLang="ko-KR" sz="9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3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</a:p>
              <a:p>
                <a:pPr algn="l" eaLnBrk="1" latinLnBrk="1" hangingPunct="1"/>
                <a:r>
                  <a:rPr lang="en-US" altLang="ko-KR" sz="1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ko-KR" sz="13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20</a:t>
                </a:r>
              </a:p>
            </p:txBody>
          </p:sp>
          <p:sp>
            <p:nvSpPr>
              <p:cNvPr id="224275" name="Line 18"/>
              <p:cNvSpPr>
                <a:spLocks noChangeShapeType="1"/>
              </p:cNvSpPr>
              <p:nvPr/>
            </p:nvSpPr>
            <p:spPr bwMode="auto">
              <a:xfrm>
                <a:off x="567" y="3475"/>
                <a:ext cx="13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24273" name="Text Box 19"/>
            <p:cNvSpPr txBox="1">
              <a:spLocks noChangeArrowheads="1"/>
            </p:cNvSpPr>
            <p:nvPr/>
          </p:nvSpPr>
          <p:spPr bwMode="auto">
            <a:xfrm>
              <a:off x="340" y="2015"/>
              <a:ext cx="3220" cy="2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/>
              <a:r>
                <a:rPr lang="en-US" altLang="ko-KR" sz="13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- </a:t>
              </a:r>
              <a:r>
                <a:rPr lang="en-US" altLang="ko-KR" sz="13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Trị</a:t>
              </a:r>
              <a:r>
                <a:rPr lang="en-US" altLang="ko-KR" sz="13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3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số</a:t>
              </a:r>
              <a:r>
                <a:rPr lang="en-US" altLang="ko-KR" sz="13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3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đo</a:t>
              </a:r>
              <a:r>
                <a:rPr lang="en-US" altLang="ko-KR" sz="13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3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của</a:t>
              </a:r>
              <a:r>
                <a:rPr lang="en-US" altLang="ko-KR" sz="13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3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ảnh</a:t>
              </a:r>
              <a:r>
                <a:rPr lang="ko-KR" altLang="en-US" sz="13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3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(c</a:t>
              </a:r>
              <a:r>
                <a:rPr lang="en-US" altLang="ko-KR" sz="13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  <a:r>
                <a:rPr lang="ko-KR" altLang="en-US" sz="13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ko-KR" altLang="en-US" sz="13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Wingdings" pitchFamily="2" charset="2"/>
                </a:rPr>
                <a:t> </a:t>
              </a:r>
              <a:r>
                <a:rPr lang="en-US" altLang="ko-KR" sz="13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145.0+1ⅹ       = 145.05㎜</a:t>
              </a:r>
              <a:endParaRPr lang="en-US" altLang="en-US" sz="13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24269" name="Rectangle 20"/>
          <p:cNvSpPr>
            <a:spLocks noChangeArrowheads="1"/>
          </p:cNvSpPr>
          <p:nvPr/>
        </p:nvSpPr>
        <p:spPr bwMode="auto">
          <a:xfrm>
            <a:off x="963613" y="4976813"/>
            <a:ext cx="7159332" cy="12741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0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Lau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nứt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0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khe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4270" name="Rectangle 24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dirty="0" smtClean="0"/>
          </a:p>
        </p:txBody>
      </p:sp>
      <p:sp>
        <p:nvSpPr>
          <p:cNvPr id="224271" name="Rectangle 25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4356820" y="4437112"/>
            <a:ext cx="575220" cy="2194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(b) </a:t>
            </a:r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직사각형 24"/>
          <p:cNvSpPr/>
          <p:nvPr/>
        </p:nvSpPr>
        <p:spPr bwMode="auto">
          <a:xfrm>
            <a:off x="6732240" y="4327376"/>
            <a:ext cx="575220" cy="2194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(c) </a:t>
            </a:r>
            <a:r>
              <a:rPr kumimoji="1" lang="en-US" altLang="ko-KR" b="0" i="0" u="none" strike="noStrike" cap="none" normalizeH="0" baseline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" name="직사각형 25"/>
          <p:cNvSpPr/>
          <p:nvPr/>
        </p:nvSpPr>
        <p:spPr bwMode="auto">
          <a:xfrm>
            <a:off x="2555776" y="4589512"/>
            <a:ext cx="1070892" cy="2194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(c)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080618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F90A5932-7F98-4856-8FFD-02CCB0F4AE0E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200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25283" name="Rectangle 21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dirty="0" smtClean="0"/>
          </a:p>
        </p:txBody>
      </p:sp>
      <p:sp>
        <p:nvSpPr>
          <p:cNvPr id="225284" name="Rectangle 22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5285" name="Rectangle 24"/>
          <p:cNvSpPr>
            <a:spLocks noChangeArrowheads="1"/>
          </p:cNvSpPr>
          <p:nvPr/>
        </p:nvSpPr>
        <p:spPr bwMode="auto">
          <a:xfrm>
            <a:off x="468313" y="549275"/>
            <a:ext cx="1258678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25286" name="Group 38"/>
          <p:cNvGrpSpPr>
            <a:grpSpLocks/>
          </p:cNvGrpSpPr>
          <p:nvPr/>
        </p:nvGrpSpPr>
        <p:grpSpPr bwMode="auto">
          <a:xfrm>
            <a:off x="0" y="981075"/>
            <a:ext cx="9144000" cy="5478463"/>
            <a:chOff x="0" y="654"/>
            <a:chExt cx="5760" cy="3451"/>
          </a:xfrm>
        </p:grpSpPr>
        <p:pic>
          <p:nvPicPr>
            <p:cNvPr id="225299" name="Picture 2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57"/>
              <a:ext cx="2777" cy="32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5300" name="Picture 25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63" y="654"/>
              <a:ext cx="2897" cy="3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5301" name="Text Box 26"/>
            <p:cNvSpPr txBox="1">
              <a:spLocks noChangeArrowheads="1"/>
            </p:cNvSpPr>
            <p:nvPr/>
          </p:nvSpPr>
          <p:spPr bwMode="auto">
            <a:xfrm>
              <a:off x="292" y="1655"/>
              <a:ext cx="702" cy="1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>
                <a:lnSpc>
                  <a:spcPct val="70000"/>
                </a:lnSpc>
              </a:pPr>
              <a:r>
                <a:rPr lang="en-US" altLang="ko-KR" sz="1000" b="1"/>
                <a:t>(                    )</a:t>
              </a:r>
            </a:p>
          </p:txBody>
        </p:sp>
        <p:sp>
          <p:nvSpPr>
            <p:cNvPr id="225302" name="Text Box 27"/>
            <p:cNvSpPr txBox="1">
              <a:spLocks noChangeArrowheads="1"/>
            </p:cNvSpPr>
            <p:nvPr/>
          </p:nvSpPr>
          <p:spPr bwMode="auto">
            <a:xfrm>
              <a:off x="1727" y="1655"/>
              <a:ext cx="702" cy="1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>
                <a:lnSpc>
                  <a:spcPct val="70000"/>
                </a:lnSpc>
              </a:pPr>
              <a:r>
                <a:rPr lang="en-US" altLang="ko-KR" sz="1000" b="1"/>
                <a:t>(                    )</a:t>
              </a:r>
            </a:p>
          </p:txBody>
        </p:sp>
        <p:sp>
          <p:nvSpPr>
            <p:cNvPr id="225303" name="Text Box 28"/>
            <p:cNvSpPr txBox="1">
              <a:spLocks noChangeArrowheads="1"/>
            </p:cNvSpPr>
            <p:nvPr/>
          </p:nvSpPr>
          <p:spPr bwMode="auto">
            <a:xfrm>
              <a:off x="3270" y="1673"/>
              <a:ext cx="702" cy="1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>
                <a:lnSpc>
                  <a:spcPct val="70000"/>
                </a:lnSpc>
              </a:pPr>
              <a:r>
                <a:rPr lang="en-US" altLang="ko-KR" sz="1000" b="1"/>
                <a:t>(                    )</a:t>
              </a:r>
            </a:p>
          </p:txBody>
        </p:sp>
        <p:sp>
          <p:nvSpPr>
            <p:cNvPr id="225304" name="Text Box 29"/>
            <p:cNvSpPr txBox="1">
              <a:spLocks noChangeArrowheads="1"/>
            </p:cNvSpPr>
            <p:nvPr/>
          </p:nvSpPr>
          <p:spPr bwMode="auto">
            <a:xfrm>
              <a:off x="4721" y="1688"/>
              <a:ext cx="702" cy="1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>
                <a:lnSpc>
                  <a:spcPct val="70000"/>
                </a:lnSpc>
              </a:pPr>
              <a:r>
                <a:rPr lang="en-US" altLang="ko-KR" sz="1000" b="1"/>
                <a:t>(                    )</a:t>
              </a:r>
            </a:p>
          </p:txBody>
        </p:sp>
        <p:sp>
          <p:nvSpPr>
            <p:cNvPr id="225305" name="Text Box 30"/>
            <p:cNvSpPr txBox="1">
              <a:spLocks noChangeArrowheads="1"/>
            </p:cNvSpPr>
            <p:nvPr/>
          </p:nvSpPr>
          <p:spPr bwMode="auto">
            <a:xfrm>
              <a:off x="292" y="2846"/>
              <a:ext cx="702" cy="1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>
                <a:lnSpc>
                  <a:spcPct val="70000"/>
                </a:lnSpc>
              </a:pPr>
              <a:r>
                <a:rPr lang="en-US" altLang="ko-KR" sz="1000" b="1"/>
                <a:t>(                    )</a:t>
              </a:r>
            </a:p>
          </p:txBody>
        </p:sp>
        <p:sp>
          <p:nvSpPr>
            <p:cNvPr id="225306" name="Text Box 31"/>
            <p:cNvSpPr txBox="1">
              <a:spLocks noChangeArrowheads="1"/>
            </p:cNvSpPr>
            <p:nvPr/>
          </p:nvSpPr>
          <p:spPr bwMode="auto">
            <a:xfrm>
              <a:off x="1727" y="2846"/>
              <a:ext cx="702" cy="1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>
                <a:lnSpc>
                  <a:spcPct val="70000"/>
                </a:lnSpc>
              </a:pPr>
              <a:r>
                <a:rPr lang="en-US" altLang="ko-KR" sz="1000" b="1"/>
                <a:t>(                    )</a:t>
              </a:r>
            </a:p>
          </p:txBody>
        </p:sp>
        <p:sp>
          <p:nvSpPr>
            <p:cNvPr id="225307" name="Text Box 32"/>
            <p:cNvSpPr txBox="1">
              <a:spLocks noChangeArrowheads="1"/>
            </p:cNvSpPr>
            <p:nvPr/>
          </p:nvSpPr>
          <p:spPr bwMode="auto">
            <a:xfrm>
              <a:off x="3270" y="2828"/>
              <a:ext cx="702" cy="1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>
                <a:lnSpc>
                  <a:spcPct val="70000"/>
                </a:lnSpc>
              </a:pPr>
              <a:r>
                <a:rPr lang="en-US" altLang="ko-KR" sz="1000" b="1"/>
                <a:t>(                    )</a:t>
              </a:r>
            </a:p>
          </p:txBody>
        </p:sp>
        <p:sp>
          <p:nvSpPr>
            <p:cNvPr id="225308" name="Text Box 33"/>
            <p:cNvSpPr txBox="1">
              <a:spLocks noChangeArrowheads="1"/>
            </p:cNvSpPr>
            <p:nvPr/>
          </p:nvSpPr>
          <p:spPr bwMode="auto">
            <a:xfrm>
              <a:off x="4721" y="2825"/>
              <a:ext cx="702" cy="1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>
                <a:lnSpc>
                  <a:spcPct val="70000"/>
                </a:lnSpc>
              </a:pPr>
              <a:r>
                <a:rPr lang="en-US" altLang="ko-KR" sz="1000" b="1"/>
                <a:t>(                    )</a:t>
              </a:r>
            </a:p>
          </p:txBody>
        </p:sp>
        <p:sp>
          <p:nvSpPr>
            <p:cNvPr id="225309" name="Text Box 34"/>
            <p:cNvSpPr txBox="1">
              <a:spLocks noChangeArrowheads="1"/>
            </p:cNvSpPr>
            <p:nvPr/>
          </p:nvSpPr>
          <p:spPr bwMode="auto">
            <a:xfrm>
              <a:off x="292" y="3952"/>
              <a:ext cx="702" cy="1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>
                <a:lnSpc>
                  <a:spcPct val="70000"/>
                </a:lnSpc>
              </a:pPr>
              <a:r>
                <a:rPr lang="en-US" altLang="ko-KR" sz="1000" b="1"/>
                <a:t>(                    )</a:t>
              </a:r>
            </a:p>
          </p:txBody>
        </p:sp>
        <p:sp>
          <p:nvSpPr>
            <p:cNvPr id="225310" name="Text Box 35"/>
            <p:cNvSpPr txBox="1">
              <a:spLocks noChangeArrowheads="1"/>
            </p:cNvSpPr>
            <p:nvPr/>
          </p:nvSpPr>
          <p:spPr bwMode="auto">
            <a:xfrm>
              <a:off x="1727" y="3952"/>
              <a:ext cx="702" cy="1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>
                <a:lnSpc>
                  <a:spcPct val="70000"/>
                </a:lnSpc>
              </a:pPr>
              <a:r>
                <a:rPr lang="en-US" altLang="ko-KR" sz="1000" b="1"/>
                <a:t>(                    )</a:t>
              </a:r>
            </a:p>
          </p:txBody>
        </p:sp>
        <p:sp>
          <p:nvSpPr>
            <p:cNvPr id="225311" name="Text Box 36"/>
            <p:cNvSpPr txBox="1">
              <a:spLocks noChangeArrowheads="1"/>
            </p:cNvSpPr>
            <p:nvPr/>
          </p:nvSpPr>
          <p:spPr bwMode="auto">
            <a:xfrm>
              <a:off x="3270" y="3979"/>
              <a:ext cx="702" cy="1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>
                <a:lnSpc>
                  <a:spcPct val="70000"/>
                </a:lnSpc>
              </a:pPr>
              <a:r>
                <a:rPr lang="en-US" altLang="ko-KR" sz="1000" b="1"/>
                <a:t>(                    )</a:t>
              </a:r>
            </a:p>
          </p:txBody>
        </p:sp>
        <p:sp>
          <p:nvSpPr>
            <p:cNvPr id="225312" name="Text Box 37"/>
            <p:cNvSpPr txBox="1">
              <a:spLocks noChangeArrowheads="1"/>
            </p:cNvSpPr>
            <p:nvPr/>
          </p:nvSpPr>
          <p:spPr bwMode="auto">
            <a:xfrm>
              <a:off x="4721" y="3976"/>
              <a:ext cx="702" cy="1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>
                <a:lnSpc>
                  <a:spcPct val="70000"/>
                </a:lnSpc>
              </a:pPr>
              <a:r>
                <a:rPr lang="en-US" altLang="ko-KR" sz="1000" b="1"/>
                <a:t>(                    )</a:t>
              </a:r>
            </a:p>
          </p:txBody>
        </p:sp>
      </p:grpSp>
      <p:sp>
        <p:nvSpPr>
          <p:cNvPr id="225287" name="Rectangle 41"/>
          <p:cNvSpPr>
            <a:spLocks noChangeArrowheads="1"/>
          </p:cNvSpPr>
          <p:nvPr/>
        </p:nvSpPr>
        <p:spPr bwMode="auto">
          <a:xfrm>
            <a:off x="1603375" y="1258888"/>
            <a:ext cx="285750" cy="239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solidFill>
                  <a:schemeClr val="tx1"/>
                </a:solidFill>
              </a:rPr>
              <a:t>∇</a:t>
            </a:r>
          </a:p>
        </p:txBody>
      </p:sp>
      <p:sp>
        <p:nvSpPr>
          <p:cNvPr id="225288" name="Rectangle 42"/>
          <p:cNvSpPr>
            <a:spLocks noChangeArrowheads="1"/>
          </p:cNvSpPr>
          <p:nvPr/>
        </p:nvSpPr>
        <p:spPr bwMode="auto">
          <a:xfrm>
            <a:off x="2447925" y="1244600"/>
            <a:ext cx="285750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solidFill>
                  <a:schemeClr val="tx1"/>
                </a:solidFill>
              </a:rPr>
              <a:t>∇</a:t>
            </a:r>
          </a:p>
        </p:txBody>
      </p:sp>
      <p:sp>
        <p:nvSpPr>
          <p:cNvPr id="225289" name="Rectangle 43"/>
          <p:cNvSpPr>
            <a:spLocks noChangeArrowheads="1"/>
          </p:cNvSpPr>
          <p:nvPr/>
        </p:nvSpPr>
        <p:spPr bwMode="auto">
          <a:xfrm>
            <a:off x="5805488" y="1192213"/>
            <a:ext cx="285750" cy="239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solidFill>
                  <a:schemeClr val="tx1"/>
                </a:solidFill>
              </a:rPr>
              <a:t>∇</a:t>
            </a:r>
          </a:p>
        </p:txBody>
      </p:sp>
      <p:sp>
        <p:nvSpPr>
          <p:cNvPr id="225290" name="Rectangle 44"/>
          <p:cNvSpPr>
            <a:spLocks noChangeArrowheads="1"/>
          </p:cNvSpPr>
          <p:nvPr/>
        </p:nvSpPr>
        <p:spPr bwMode="auto">
          <a:xfrm>
            <a:off x="8388350" y="1389063"/>
            <a:ext cx="285750" cy="239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solidFill>
                  <a:schemeClr val="tx1"/>
                </a:solidFill>
              </a:rPr>
              <a:t>∇</a:t>
            </a:r>
          </a:p>
        </p:txBody>
      </p:sp>
      <p:sp>
        <p:nvSpPr>
          <p:cNvPr id="225291" name="Rectangle 45"/>
          <p:cNvSpPr>
            <a:spLocks noChangeArrowheads="1"/>
          </p:cNvSpPr>
          <p:nvPr/>
        </p:nvSpPr>
        <p:spPr bwMode="auto">
          <a:xfrm>
            <a:off x="1062038" y="3160713"/>
            <a:ext cx="285750" cy="239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solidFill>
                  <a:schemeClr val="tx1"/>
                </a:solidFill>
              </a:rPr>
              <a:t>∇</a:t>
            </a:r>
          </a:p>
        </p:txBody>
      </p:sp>
      <p:sp>
        <p:nvSpPr>
          <p:cNvPr id="225292" name="Rectangle 46"/>
          <p:cNvSpPr>
            <a:spLocks noChangeArrowheads="1"/>
          </p:cNvSpPr>
          <p:nvPr/>
        </p:nvSpPr>
        <p:spPr bwMode="auto">
          <a:xfrm>
            <a:off x="3132138" y="3194050"/>
            <a:ext cx="285750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solidFill>
                  <a:schemeClr val="tx1"/>
                </a:solidFill>
              </a:rPr>
              <a:t>∇</a:t>
            </a:r>
          </a:p>
        </p:txBody>
      </p:sp>
      <p:sp>
        <p:nvSpPr>
          <p:cNvPr id="225293" name="Rectangle 47"/>
          <p:cNvSpPr>
            <a:spLocks noChangeArrowheads="1"/>
          </p:cNvSpPr>
          <p:nvPr/>
        </p:nvSpPr>
        <p:spPr bwMode="auto">
          <a:xfrm>
            <a:off x="4787900" y="3198813"/>
            <a:ext cx="285750" cy="239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solidFill>
                  <a:schemeClr val="tx1"/>
                </a:solidFill>
              </a:rPr>
              <a:t>∇</a:t>
            </a:r>
          </a:p>
        </p:txBody>
      </p:sp>
      <p:sp>
        <p:nvSpPr>
          <p:cNvPr id="225294" name="Rectangle 48"/>
          <p:cNvSpPr>
            <a:spLocks noChangeArrowheads="1"/>
          </p:cNvSpPr>
          <p:nvPr/>
        </p:nvSpPr>
        <p:spPr bwMode="auto">
          <a:xfrm>
            <a:off x="7975600" y="2997200"/>
            <a:ext cx="285750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solidFill>
                  <a:schemeClr val="tx1"/>
                </a:solidFill>
              </a:rPr>
              <a:t>∇</a:t>
            </a:r>
          </a:p>
        </p:txBody>
      </p:sp>
      <p:sp>
        <p:nvSpPr>
          <p:cNvPr id="225295" name="Rectangle 49"/>
          <p:cNvSpPr>
            <a:spLocks noChangeArrowheads="1"/>
          </p:cNvSpPr>
          <p:nvPr/>
        </p:nvSpPr>
        <p:spPr bwMode="auto">
          <a:xfrm>
            <a:off x="1711325" y="4892675"/>
            <a:ext cx="285750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solidFill>
                  <a:schemeClr val="tx1"/>
                </a:solidFill>
              </a:rPr>
              <a:t>∇</a:t>
            </a:r>
          </a:p>
        </p:txBody>
      </p:sp>
      <p:sp>
        <p:nvSpPr>
          <p:cNvPr id="225296" name="Rectangle 50"/>
          <p:cNvSpPr>
            <a:spLocks noChangeArrowheads="1"/>
          </p:cNvSpPr>
          <p:nvPr/>
        </p:nvSpPr>
        <p:spPr bwMode="auto">
          <a:xfrm>
            <a:off x="2646363" y="4935538"/>
            <a:ext cx="285750" cy="239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solidFill>
                  <a:schemeClr val="tx1"/>
                </a:solidFill>
              </a:rPr>
              <a:t>∇</a:t>
            </a:r>
          </a:p>
        </p:txBody>
      </p:sp>
      <p:sp>
        <p:nvSpPr>
          <p:cNvPr id="225297" name="Rectangle 51"/>
          <p:cNvSpPr>
            <a:spLocks noChangeArrowheads="1"/>
          </p:cNvSpPr>
          <p:nvPr/>
        </p:nvSpPr>
        <p:spPr bwMode="auto">
          <a:xfrm>
            <a:off x="5824538" y="4970463"/>
            <a:ext cx="285750" cy="239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solidFill>
                  <a:schemeClr val="tx1"/>
                </a:solidFill>
              </a:rPr>
              <a:t>∇</a:t>
            </a:r>
          </a:p>
        </p:txBody>
      </p:sp>
      <p:sp>
        <p:nvSpPr>
          <p:cNvPr id="225298" name="Rectangle 52"/>
          <p:cNvSpPr>
            <a:spLocks noChangeArrowheads="1"/>
          </p:cNvSpPr>
          <p:nvPr/>
        </p:nvSpPr>
        <p:spPr bwMode="auto">
          <a:xfrm>
            <a:off x="7067550" y="4916488"/>
            <a:ext cx="285750" cy="239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solidFill>
                  <a:schemeClr val="tx1"/>
                </a:solidFill>
              </a:rPr>
              <a:t>∇</a:t>
            </a:r>
          </a:p>
        </p:txBody>
      </p:sp>
    </p:spTree>
    <p:extLst>
      <p:ext uri="{BB962C8B-B14F-4D97-AF65-F5344CB8AC3E}">
        <p14:creationId xmlns:p14="http://schemas.microsoft.com/office/powerpoint/2010/main" val="6855444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0DD3F07B-DC6A-4282-BDEB-4252F6A928BD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201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6307" name="Rectangle 2"/>
          <p:cNvSpPr>
            <a:spLocks noChangeArrowheads="1"/>
          </p:cNvSpPr>
          <p:nvPr/>
        </p:nvSpPr>
        <p:spPr bwMode="auto">
          <a:xfrm>
            <a:off x="827088" y="563563"/>
            <a:ext cx="296267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(5)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6308" name="Rectangle 3"/>
          <p:cNvSpPr>
            <a:spLocks noChangeArrowheads="1"/>
          </p:cNvSpPr>
          <p:nvPr/>
        </p:nvSpPr>
        <p:spPr bwMode="auto">
          <a:xfrm>
            <a:off x="828675" y="1949450"/>
            <a:ext cx="309562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6309" name="Text Box 4"/>
          <p:cNvSpPr txBox="1">
            <a:spLocks noChangeArrowheads="1"/>
          </p:cNvSpPr>
          <p:nvPr/>
        </p:nvSpPr>
        <p:spPr bwMode="auto">
          <a:xfrm>
            <a:off x="755650" y="839788"/>
            <a:ext cx="7920038" cy="1126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Lau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...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buộc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0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ngay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ầm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tầm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3~5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㎛.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6310" name="Text Box 5"/>
          <p:cNvSpPr txBox="1">
            <a:spLocks noChangeArrowheads="1"/>
          </p:cNvSpPr>
          <p:nvPr/>
        </p:nvSpPr>
        <p:spPr bwMode="auto">
          <a:xfrm>
            <a:off x="755650" y="2155825"/>
            <a:ext cx="4176713" cy="20497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Abbe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3-25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sâu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26311" name="Picture 6" descr="아베원리측정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438" y="2060575"/>
            <a:ext cx="4321175" cy="1576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6312" name="Picture 7" descr="접촉오차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24300" y="4475163"/>
            <a:ext cx="4968875" cy="1258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6313" name="Rectangle 8"/>
          <p:cNvSpPr>
            <a:spLocks noChangeArrowheads="1"/>
          </p:cNvSpPr>
          <p:nvPr/>
        </p:nvSpPr>
        <p:spPr bwMode="auto">
          <a:xfrm>
            <a:off x="876300" y="4498975"/>
            <a:ext cx="3335338" cy="8679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buFontTx/>
              <a:buChar char="-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6314" name="Rectangle 9"/>
          <p:cNvSpPr>
            <a:spLocks noChangeArrowheads="1"/>
          </p:cNvSpPr>
          <p:nvPr/>
        </p:nvSpPr>
        <p:spPr bwMode="auto">
          <a:xfrm>
            <a:off x="863600" y="5394325"/>
            <a:ext cx="3472425" cy="6093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171450" indent="-171450" algn="l" eaLnBrk="1" latinLnBrk="1" hangingPunct="1">
              <a:lnSpc>
                <a:spcPct val="140000"/>
              </a:lnSpc>
              <a:buFontTx/>
              <a:buChar char="-"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tĩnh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6315" name="Text Box 10"/>
          <p:cNvSpPr txBox="1">
            <a:spLocks noChangeArrowheads="1"/>
          </p:cNvSpPr>
          <p:nvPr/>
        </p:nvSpPr>
        <p:spPr bwMode="auto">
          <a:xfrm>
            <a:off x="5589588" y="3689350"/>
            <a:ext cx="181171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Abbe]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6316" name="Text Box 11"/>
          <p:cNvSpPr txBox="1">
            <a:spLocks noChangeArrowheads="1"/>
          </p:cNvSpPr>
          <p:nvPr/>
        </p:nvSpPr>
        <p:spPr bwMode="auto">
          <a:xfrm>
            <a:off x="5292725" y="5776913"/>
            <a:ext cx="181171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Abbe]</a:t>
            </a:r>
          </a:p>
        </p:txBody>
      </p:sp>
      <p:sp>
        <p:nvSpPr>
          <p:cNvPr id="226317" name="Rectangle 14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dirty="0" smtClean="0"/>
          </a:p>
        </p:txBody>
      </p:sp>
      <p:sp>
        <p:nvSpPr>
          <p:cNvPr id="226318" name="Rectangle 15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5796136" y="3273425"/>
            <a:ext cx="719236" cy="2194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7884368" y="3353544"/>
            <a:ext cx="460201" cy="2194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ốt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7524328" y="5301208"/>
            <a:ext cx="460201" cy="2194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6560071" y="5297760"/>
            <a:ext cx="460201" cy="2194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8341568" y="5301208"/>
            <a:ext cx="460201" cy="2194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4788024" y="5517232"/>
            <a:ext cx="460201" cy="2194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직사각형 22"/>
          <p:cNvSpPr/>
          <p:nvPr/>
        </p:nvSpPr>
        <p:spPr bwMode="auto">
          <a:xfrm>
            <a:off x="5724128" y="5301208"/>
            <a:ext cx="460201" cy="2194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4139952" y="5517232"/>
            <a:ext cx="460201" cy="2194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865967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70CE1508-F545-4661-ADDD-5C6BF222FE2D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202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27331" name="Rectangle 2"/>
          <p:cNvSpPr>
            <a:spLocks noChangeArrowheads="1"/>
          </p:cNvSpPr>
          <p:nvPr/>
        </p:nvSpPr>
        <p:spPr bwMode="auto">
          <a:xfrm>
            <a:off x="979488" y="4951413"/>
            <a:ext cx="281679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(7)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7332" name="Rectangle 3"/>
          <p:cNvSpPr>
            <a:spLocks noChangeArrowheads="1"/>
          </p:cNvSpPr>
          <p:nvPr/>
        </p:nvSpPr>
        <p:spPr bwMode="auto">
          <a:xfrm>
            <a:off x="985839" y="650875"/>
            <a:ext cx="7762626" cy="21605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buFontTx/>
              <a:buChar char="-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-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</a:t>
            </a:r>
            <a:r>
              <a:rPr lang="en-US" altLang="ko-KR" sz="1200" baseline="-25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</a:t>
            </a:r>
            <a:r>
              <a:rPr lang="en-US" altLang="ko-KR" sz="1200" baseline="-25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dày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en-US" altLang="ko-KR" sz="1200" baseline="-25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en-US" altLang="ko-KR" sz="1200" baseline="-25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khe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hở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hưởng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ai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</a:t>
            </a:r>
            <a:r>
              <a:rPr lang="en-US" altLang="ko-KR" sz="1200" baseline="-25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+ t</a:t>
            </a:r>
            <a:r>
              <a:rPr lang="en-US" altLang="ko-KR" sz="1200" baseline="-25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+ C =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0.3~0.7㎜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0.1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㎜.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-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-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171450" indent="-171450" algn="l" eaLnBrk="1" latinLnBrk="1" hangingPunct="1">
              <a:lnSpc>
                <a:spcPct val="140000"/>
              </a:lnSpc>
              <a:buFontTx/>
              <a:buChar char="-"/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tối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pic>
        <p:nvPicPr>
          <p:cNvPr id="227333" name="Picture 4" descr="내경측정오차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3800" y="2132856"/>
            <a:ext cx="2540000" cy="243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7334" name="Picture 5" descr="접촉오차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0225" y="2843833"/>
            <a:ext cx="2619375" cy="1665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7335" name="Text Box 6"/>
          <p:cNvSpPr txBox="1">
            <a:spLocks noChangeArrowheads="1"/>
          </p:cNvSpPr>
          <p:nvPr/>
        </p:nvSpPr>
        <p:spPr bwMode="auto">
          <a:xfrm>
            <a:off x="2565400" y="4697413"/>
            <a:ext cx="136287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7336" name="Text Box 7"/>
          <p:cNvSpPr txBox="1">
            <a:spLocks noChangeArrowheads="1"/>
          </p:cNvSpPr>
          <p:nvPr/>
        </p:nvSpPr>
        <p:spPr bwMode="auto">
          <a:xfrm>
            <a:off x="5591175" y="4697413"/>
            <a:ext cx="162897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[Sai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7337" name="Rectangle 8"/>
          <p:cNvSpPr>
            <a:spLocks noChangeArrowheads="1"/>
          </p:cNvSpPr>
          <p:nvPr/>
        </p:nvSpPr>
        <p:spPr bwMode="auto">
          <a:xfrm>
            <a:off x="1014413" y="5178425"/>
            <a:ext cx="6910866" cy="8679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buFontTx/>
              <a:buChar char="-"/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Lau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trơn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  <a:buFontTx/>
              <a:buChar char="-"/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vênh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vấn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7338" name="Rectangle 11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dirty="0" smtClean="0"/>
          </a:p>
        </p:txBody>
      </p:sp>
      <p:sp>
        <p:nvSpPr>
          <p:cNvPr id="227339" name="Rectangle 12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직사각형 11"/>
          <p:cNvSpPr/>
          <p:nvPr/>
        </p:nvSpPr>
        <p:spPr bwMode="auto">
          <a:xfrm>
            <a:off x="3419872" y="4217640"/>
            <a:ext cx="460201" cy="2194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2335299" y="4217640"/>
            <a:ext cx="460201" cy="21947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endParaRPr kumimoji="1" lang="ko-KR" altLang="en-US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462835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6CC6687B-B0D5-4DE9-BAFE-028D0A12E0A2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203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28355" name="Text Box 2"/>
          <p:cNvSpPr txBox="1">
            <a:spLocks noChangeArrowheads="1"/>
          </p:cNvSpPr>
          <p:nvPr/>
        </p:nvSpPr>
        <p:spPr bwMode="auto">
          <a:xfrm>
            <a:off x="849313" y="1981200"/>
            <a:ext cx="7610475" cy="11809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Vernier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Calipers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(du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Vernier Calipers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thân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thẳng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Vernier(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8356" name="Text Box 3"/>
          <p:cNvSpPr txBox="1">
            <a:spLocks noChangeArrowheads="1"/>
          </p:cNvSpPr>
          <p:nvPr/>
        </p:nvSpPr>
        <p:spPr bwMode="auto">
          <a:xfrm>
            <a:off x="755650" y="938213"/>
            <a:ext cx="7560766" cy="9787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gồm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8357" name="Text Box 4"/>
          <p:cNvSpPr txBox="1">
            <a:spLocks noChangeArrowheads="1"/>
          </p:cNvSpPr>
          <p:nvPr/>
        </p:nvSpPr>
        <p:spPr bwMode="auto">
          <a:xfrm>
            <a:off x="395288" y="549275"/>
            <a:ext cx="2989921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3-3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ko-KR" altLang="en-US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(height gauge)</a:t>
            </a:r>
          </a:p>
        </p:txBody>
      </p:sp>
      <p:sp>
        <p:nvSpPr>
          <p:cNvPr id="228358" name="Rectangle 6"/>
          <p:cNvSpPr>
            <a:spLocks noChangeArrowheads="1"/>
          </p:cNvSpPr>
          <p:nvPr/>
        </p:nvSpPr>
        <p:spPr bwMode="auto">
          <a:xfrm>
            <a:off x="755650" y="3352800"/>
            <a:ext cx="122406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8359" name="Rectangle 7"/>
          <p:cNvSpPr>
            <a:spLocks noChangeArrowheads="1"/>
          </p:cNvSpPr>
          <p:nvPr/>
        </p:nvSpPr>
        <p:spPr bwMode="auto">
          <a:xfrm>
            <a:off x="881063" y="3573463"/>
            <a:ext cx="7580312" cy="25299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■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HM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Vững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chắc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■ </a:t>
            </a:r>
            <a:r>
              <a:rPr lang="en-US" altLang="ko-KR" sz="12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HB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phù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0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bệ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■ </a:t>
            </a:r>
            <a:r>
              <a:rPr lang="en-US" altLang="ko-KR" sz="12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HT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/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khe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hở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nhờ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di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chuyển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nữa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phóng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8360" name="Rectangle 9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dirty="0" smtClean="0"/>
          </a:p>
        </p:txBody>
      </p:sp>
      <p:sp>
        <p:nvSpPr>
          <p:cNvPr id="228361" name="Rectangle 10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572118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9231CFB3-45F5-4AEC-8B0D-388142F4C115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204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29379" name="Text Box 2"/>
          <p:cNvSpPr txBox="1">
            <a:spLocks noChangeArrowheads="1"/>
          </p:cNvSpPr>
          <p:nvPr/>
        </p:nvSpPr>
        <p:spPr bwMode="auto">
          <a:xfrm>
            <a:off x="1068388" y="657225"/>
            <a:ext cx="7607300" cy="13480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■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hồ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hồ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tọa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Linear Scale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thân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9380" name="Rectangle 3"/>
          <p:cNvSpPr>
            <a:spLocks noChangeArrowheads="1"/>
          </p:cNvSpPr>
          <p:nvPr/>
        </p:nvSpPr>
        <p:spPr bwMode="auto">
          <a:xfrm>
            <a:off x="866775" y="2065338"/>
            <a:ext cx="432246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ko-KR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chia 50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49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㎜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thiểu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0.02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㎜.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Vernier.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9381" name="Text Box 4"/>
          <p:cNvSpPr txBox="1">
            <a:spLocks noChangeArrowheads="1"/>
          </p:cNvSpPr>
          <p:nvPr/>
        </p:nvSpPr>
        <p:spPr bwMode="auto">
          <a:xfrm>
            <a:off x="862013" y="3484563"/>
            <a:ext cx="7958459" cy="28253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bệ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0.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nguyên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Abbe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giảm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nằm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đủ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-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chú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gây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thương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thân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9382" name="Text Box 6"/>
          <p:cNvSpPr txBox="1">
            <a:spLocks noChangeArrowheads="1"/>
          </p:cNvSpPr>
          <p:nvPr/>
        </p:nvSpPr>
        <p:spPr bwMode="auto">
          <a:xfrm>
            <a:off x="365125" y="6173788"/>
            <a:ext cx="442460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ko-KR" altLang="en-US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bua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endParaRPr lang="ko-KR" altLang="en-US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9383" name="Rectangle 8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dirty="0" smtClean="0"/>
          </a:p>
        </p:txBody>
      </p:sp>
      <p:sp>
        <p:nvSpPr>
          <p:cNvPr id="229384" name="Rectangle 9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179944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FC0A1782-7F9F-4B11-9210-826C881C8030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205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pic>
        <p:nvPicPr>
          <p:cNvPr id="230403" name="Picture 2" descr="하이트게지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0" t="1563" r="3093"/>
          <a:stretch>
            <a:fillRect/>
          </a:stretch>
        </p:blipFill>
        <p:spPr bwMode="auto">
          <a:xfrm>
            <a:off x="5308600" y="531813"/>
            <a:ext cx="3265488" cy="570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0404" name="Rectangle 3"/>
          <p:cNvSpPr>
            <a:spLocks noChangeArrowheads="1"/>
          </p:cNvSpPr>
          <p:nvPr/>
        </p:nvSpPr>
        <p:spPr bwMode="auto">
          <a:xfrm>
            <a:off x="827088" y="609600"/>
            <a:ext cx="5473700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(5)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endParaRPr lang="ko-KR" altLang="en-US" sz="12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0.05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0.02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㎜,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0.02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㎜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Vernier,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0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㎜,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6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-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dưới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đây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??  ㎜, </a:t>
            </a: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(49phần)  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   ⅹ       = ?? ㎜</a:t>
            </a: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    ?  +   ?   =    ?  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㎜.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0405" name="Text Box 4"/>
          <p:cNvSpPr txBox="1">
            <a:spLocks noChangeArrowheads="1"/>
          </p:cNvSpPr>
          <p:nvPr/>
        </p:nvSpPr>
        <p:spPr bwMode="auto">
          <a:xfrm>
            <a:off x="34925" y="36513"/>
            <a:ext cx="1841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1800" b="1">
              <a:solidFill>
                <a:srgbClr val="000000"/>
              </a:solidFill>
            </a:endParaRPr>
          </a:p>
        </p:txBody>
      </p:sp>
      <p:sp>
        <p:nvSpPr>
          <p:cNvPr id="230406" name="AutoShape 5" descr="PIC83"/>
          <p:cNvSpPr>
            <a:spLocks noChangeAspect="1" noChangeArrowheads="1"/>
          </p:cNvSpPr>
          <p:nvPr/>
        </p:nvSpPr>
        <p:spPr bwMode="auto">
          <a:xfrm>
            <a:off x="4419600" y="2133600"/>
            <a:ext cx="2889250" cy="1447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24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0407" name="AutoShape 6" descr="PIC85"/>
          <p:cNvSpPr>
            <a:spLocks noChangeAspect="1" noChangeArrowheads="1"/>
          </p:cNvSpPr>
          <p:nvPr/>
        </p:nvSpPr>
        <p:spPr bwMode="auto">
          <a:xfrm>
            <a:off x="155575" y="46038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230408" name="AutoShape 7" descr="PIC88"/>
          <p:cNvSpPr>
            <a:spLocks noChangeAspect="1" noChangeArrowheads="1"/>
          </p:cNvSpPr>
          <p:nvPr/>
        </p:nvSpPr>
        <p:spPr bwMode="auto">
          <a:xfrm>
            <a:off x="4419600" y="32766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30409" name="Group 8"/>
          <p:cNvGrpSpPr>
            <a:grpSpLocks/>
          </p:cNvGrpSpPr>
          <p:nvPr/>
        </p:nvGrpSpPr>
        <p:grpSpPr bwMode="auto">
          <a:xfrm>
            <a:off x="3221038" y="2492375"/>
            <a:ext cx="414337" cy="568325"/>
            <a:chOff x="521" y="3294"/>
            <a:chExt cx="272" cy="366"/>
          </a:xfrm>
        </p:grpSpPr>
        <p:sp>
          <p:nvSpPr>
            <p:cNvPr id="230417" name="Text Box 9"/>
            <p:cNvSpPr txBox="1">
              <a:spLocks noChangeArrowheads="1"/>
            </p:cNvSpPr>
            <p:nvPr/>
          </p:nvSpPr>
          <p:spPr bwMode="auto">
            <a:xfrm>
              <a:off x="521" y="3294"/>
              <a:ext cx="2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/>
              <a:r>
                <a:rPr lang="en-US" altLang="ko-KR" sz="9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3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  <a:p>
              <a:pPr algn="l" eaLnBrk="1" latinLnBrk="1" hangingPunct="1"/>
              <a:r>
                <a:rPr lang="en-US" altLang="ko-KR" sz="1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3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</a:t>
              </a:r>
            </a:p>
          </p:txBody>
        </p:sp>
        <p:sp>
          <p:nvSpPr>
            <p:cNvPr id="230418" name="Line 10"/>
            <p:cNvSpPr>
              <a:spLocks noChangeShapeType="1"/>
            </p:cNvSpPr>
            <p:nvPr/>
          </p:nvSpPr>
          <p:spPr bwMode="auto">
            <a:xfrm>
              <a:off x="567" y="3475"/>
              <a:ext cx="1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30410" name="Text Box 12"/>
          <p:cNvSpPr txBox="1">
            <a:spLocks noChangeArrowheads="1"/>
          </p:cNvSpPr>
          <p:nvPr/>
        </p:nvSpPr>
        <p:spPr bwMode="auto">
          <a:xfrm>
            <a:off x="2011363" y="6208713"/>
            <a:ext cx="143180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(3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)]</a:t>
            </a:r>
          </a:p>
        </p:txBody>
      </p:sp>
      <p:sp>
        <p:nvSpPr>
          <p:cNvPr id="230411" name="Text Box 13"/>
          <p:cNvSpPr txBox="1">
            <a:spLocks noChangeArrowheads="1"/>
          </p:cNvSpPr>
          <p:nvPr/>
        </p:nvSpPr>
        <p:spPr bwMode="auto">
          <a:xfrm>
            <a:off x="6165850" y="6208713"/>
            <a:ext cx="192713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[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Vernier)]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0412" name="Picture 15" descr="하이트눈금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2450" y="3357563"/>
            <a:ext cx="1597025" cy="2922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0413" name="Text Box 16"/>
          <p:cNvSpPr txBox="1">
            <a:spLocks noChangeArrowheads="1"/>
          </p:cNvSpPr>
          <p:nvPr/>
        </p:nvSpPr>
        <p:spPr bwMode="auto">
          <a:xfrm>
            <a:off x="2998788" y="4797425"/>
            <a:ext cx="23246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0414" name="Text Box 17"/>
          <p:cNvSpPr txBox="1">
            <a:spLocks noChangeArrowheads="1"/>
          </p:cNvSpPr>
          <p:nvPr/>
        </p:nvSpPr>
        <p:spPr bwMode="auto">
          <a:xfrm>
            <a:off x="1545809" y="4675188"/>
            <a:ext cx="338554" cy="12192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0415" name="Rectangle 19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dirty="0" smtClean="0"/>
          </a:p>
        </p:txBody>
      </p:sp>
      <p:sp>
        <p:nvSpPr>
          <p:cNvPr id="230416" name="Rectangle 20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직사각형 1"/>
          <p:cNvSpPr/>
          <p:nvPr/>
        </p:nvSpPr>
        <p:spPr bwMode="auto">
          <a:xfrm>
            <a:off x="7796286" y="4797152"/>
            <a:ext cx="592138" cy="36004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Bệ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7596336" y="6029672"/>
            <a:ext cx="1368152" cy="20764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bệ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7380311" y="3004451"/>
            <a:ext cx="1193777" cy="20852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Núm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6215744" y="1268760"/>
            <a:ext cx="444488" cy="20852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Cột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직사각형 22"/>
          <p:cNvSpPr/>
          <p:nvPr/>
        </p:nvSpPr>
        <p:spPr bwMode="auto">
          <a:xfrm>
            <a:off x="5436096" y="2204864"/>
            <a:ext cx="1287761" cy="20852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5588495" y="2932443"/>
            <a:ext cx="855713" cy="20852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trượt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직사각형 24"/>
          <p:cNvSpPr/>
          <p:nvPr/>
        </p:nvSpPr>
        <p:spPr bwMode="auto">
          <a:xfrm>
            <a:off x="5012431" y="3212976"/>
            <a:ext cx="1287761" cy="20852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" name="직사각형 25"/>
          <p:cNvSpPr/>
          <p:nvPr/>
        </p:nvSpPr>
        <p:spPr bwMode="auto">
          <a:xfrm>
            <a:off x="5076056" y="3508507"/>
            <a:ext cx="1193777" cy="20852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Núm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" name="직사각형 26"/>
          <p:cNvSpPr/>
          <p:nvPr/>
        </p:nvSpPr>
        <p:spPr bwMode="auto">
          <a:xfrm>
            <a:off x="4860032" y="3796539"/>
            <a:ext cx="1193777" cy="20852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" name="직사각형 27"/>
          <p:cNvSpPr/>
          <p:nvPr/>
        </p:nvSpPr>
        <p:spPr bwMode="auto">
          <a:xfrm>
            <a:off x="5567673" y="4012563"/>
            <a:ext cx="444487" cy="20852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ằm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" name="직사각형 28"/>
          <p:cNvSpPr/>
          <p:nvPr/>
        </p:nvSpPr>
        <p:spPr bwMode="auto">
          <a:xfrm>
            <a:off x="5048435" y="4228587"/>
            <a:ext cx="747701" cy="20852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" name="직사각형 29"/>
          <p:cNvSpPr/>
          <p:nvPr/>
        </p:nvSpPr>
        <p:spPr bwMode="auto">
          <a:xfrm>
            <a:off x="5826496" y="4804651"/>
            <a:ext cx="833736" cy="352541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" name="직사각형 30"/>
          <p:cNvSpPr/>
          <p:nvPr/>
        </p:nvSpPr>
        <p:spPr bwMode="auto">
          <a:xfrm>
            <a:off x="5724128" y="5236699"/>
            <a:ext cx="855713" cy="20852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endParaRPr kumimoji="1" lang="ko-KR" altLang="en-US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05366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7B83655C-FC41-4C9E-AACD-6BC164953C20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206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31427" name="Text Box 3"/>
          <p:cNvSpPr txBox="1">
            <a:spLocks noChangeArrowheads="1"/>
          </p:cNvSpPr>
          <p:nvPr/>
        </p:nvSpPr>
        <p:spPr bwMode="auto">
          <a:xfrm>
            <a:off x="34925" y="36513"/>
            <a:ext cx="1841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endParaRPr lang="ko-KR" altLang="ko-KR" sz="1800" b="1">
              <a:solidFill>
                <a:srgbClr val="000000"/>
              </a:solidFill>
            </a:endParaRPr>
          </a:p>
        </p:txBody>
      </p:sp>
      <p:sp>
        <p:nvSpPr>
          <p:cNvPr id="231428" name="Text Box 5"/>
          <p:cNvSpPr txBox="1">
            <a:spLocks noChangeArrowheads="1"/>
          </p:cNvSpPr>
          <p:nvPr/>
        </p:nvSpPr>
        <p:spPr bwMode="auto">
          <a:xfrm>
            <a:off x="279400" y="474663"/>
            <a:ext cx="1867755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3-4.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ngữ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1429" name="Rectangle 2"/>
          <p:cNvSpPr>
            <a:spLocks noChangeArrowheads="1"/>
          </p:cNvSpPr>
          <p:nvPr/>
        </p:nvSpPr>
        <p:spPr bwMode="auto">
          <a:xfrm>
            <a:off x="900113" y="971600"/>
            <a:ext cx="7308850" cy="5078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ngữ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(measuring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wording)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Khoảng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thiểu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(scale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interval)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0.7~2.5mm</a:t>
            </a: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1/10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ngắm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mắt1).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(tin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cậy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)(truth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value)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niệm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(measuring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numerical value)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8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(average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numerical value)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cộng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chia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tức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2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5)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Chêch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(permission 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difference)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chênh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200000"/>
              </a:lnSpc>
            </a:pP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6) 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Dung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(tolerance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4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chênh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4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giống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chênh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phép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1430" name="Rectangle 10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đạc</a:t>
            </a:r>
            <a:endParaRPr lang="ko-KR" altLang="en-US" dirty="0" smtClean="0"/>
          </a:p>
        </p:txBody>
      </p:sp>
      <p:sp>
        <p:nvSpPr>
          <p:cNvPr id="231431" name="Rectangle 11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799827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5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3A9175CC-9407-4EDB-A64E-EF610326D655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207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32451" name="그룹 52"/>
          <p:cNvGrpSpPr>
            <a:grpSpLocks/>
          </p:cNvGrpSpPr>
          <p:nvPr/>
        </p:nvGrpSpPr>
        <p:grpSpPr bwMode="auto">
          <a:xfrm>
            <a:off x="304800" y="879103"/>
            <a:ext cx="8529638" cy="5496297"/>
            <a:chOff x="304800" y="460993"/>
            <a:chExt cx="8529638" cy="5914407"/>
          </a:xfrm>
        </p:grpSpPr>
        <p:sp>
          <p:nvSpPr>
            <p:cNvPr id="232455" name="Rectangle 2"/>
            <p:cNvSpPr>
              <a:spLocks noChangeArrowheads="1"/>
            </p:cNvSpPr>
            <p:nvPr/>
          </p:nvSpPr>
          <p:spPr bwMode="auto">
            <a:xfrm>
              <a:off x="385763" y="514350"/>
              <a:ext cx="8424862" cy="354013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  <a:spcBef>
                  <a:spcPct val="20000"/>
                </a:spcBef>
              </a:pPr>
              <a:endParaRPr lang="ko-KR" altLang="ko-KR" sz="12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56" name="Line 3"/>
            <p:cNvSpPr>
              <a:spLocks noChangeShapeType="1"/>
            </p:cNvSpPr>
            <p:nvPr/>
          </p:nvSpPr>
          <p:spPr bwMode="auto">
            <a:xfrm>
              <a:off x="381000" y="876300"/>
              <a:ext cx="8453438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57" name="Line 4"/>
            <p:cNvSpPr>
              <a:spLocks noChangeShapeType="1"/>
            </p:cNvSpPr>
            <p:nvPr/>
          </p:nvSpPr>
          <p:spPr bwMode="auto">
            <a:xfrm flipV="1">
              <a:off x="2933700" y="528638"/>
              <a:ext cx="0" cy="34766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58" name="Line 5"/>
            <p:cNvSpPr>
              <a:spLocks noChangeShapeType="1"/>
            </p:cNvSpPr>
            <p:nvPr/>
          </p:nvSpPr>
          <p:spPr bwMode="auto">
            <a:xfrm flipV="1">
              <a:off x="4381500" y="528638"/>
              <a:ext cx="0" cy="34766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59" name="Line 6"/>
            <p:cNvSpPr>
              <a:spLocks noChangeShapeType="1"/>
            </p:cNvSpPr>
            <p:nvPr/>
          </p:nvSpPr>
          <p:spPr bwMode="auto">
            <a:xfrm flipV="1">
              <a:off x="5715000" y="528638"/>
              <a:ext cx="0" cy="34766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60" name="Text Box 7"/>
            <p:cNvSpPr txBox="1">
              <a:spLocks noChangeArrowheads="1"/>
            </p:cNvSpPr>
            <p:nvPr/>
          </p:nvSpPr>
          <p:spPr bwMode="auto">
            <a:xfrm>
              <a:off x="1085850" y="574675"/>
              <a:ext cx="1061509" cy="2980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b="1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Loại</a:t>
              </a:r>
              <a:r>
                <a:rPr lang="en-US" altLang="ko-KR" sz="120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công</a:t>
              </a:r>
              <a:r>
                <a:rPr lang="en-US" altLang="ko-KR" sz="120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cụ</a:t>
              </a:r>
              <a:r>
                <a:rPr lang="ko-KR" altLang="en-US" sz="120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232461" name="Text Box 8"/>
            <p:cNvSpPr txBox="1">
              <a:spLocks noChangeArrowheads="1"/>
            </p:cNvSpPr>
            <p:nvPr/>
          </p:nvSpPr>
          <p:spPr bwMode="auto">
            <a:xfrm>
              <a:off x="3365500" y="574675"/>
              <a:ext cx="676788" cy="2980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Tên</a:t>
              </a:r>
              <a:r>
                <a:rPr lang="en-US" altLang="ko-KR" sz="12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gọi</a:t>
              </a:r>
              <a:endPara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62" name="Text Box 9"/>
            <p:cNvSpPr txBox="1">
              <a:spLocks noChangeArrowheads="1"/>
            </p:cNvSpPr>
            <p:nvPr/>
          </p:nvSpPr>
          <p:spPr bwMode="auto">
            <a:xfrm>
              <a:off x="4283968" y="460993"/>
              <a:ext cx="1513556" cy="496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Thuật</a:t>
              </a:r>
              <a:r>
                <a:rPr lang="en-US" altLang="ko-KR" sz="12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ngữ</a:t>
              </a:r>
              <a:r>
                <a:rPr lang="en-US" altLang="ko-KR" sz="12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quy</a:t>
              </a:r>
              <a:r>
                <a:rPr lang="en-US" altLang="ko-KR" sz="12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</a:p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cách</a:t>
              </a:r>
              <a:r>
                <a:rPr lang="en-US" altLang="ko-KR" sz="12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tại</a:t>
              </a:r>
              <a:r>
                <a:rPr lang="en-US" altLang="ko-KR" sz="12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hiện</a:t>
              </a:r>
              <a:r>
                <a:rPr lang="en-US" altLang="ko-KR" sz="12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trường</a:t>
              </a:r>
              <a:endPara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63" name="Text Box 10"/>
            <p:cNvSpPr txBox="1">
              <a:spLocks noChangeArrowheads="1"/>
            </p:cNvSpPr>
            <p:nvPr/>
          </p:nvSpPr>
          <p:spPr bwMode="auto">
            <a:xfrm>
              <a:off x="6845300" y="574675"/>
              <a:ext cx="1366080" cy="2980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b="1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Mục</a:t>
              </a:r>
              <a:r>
                <a:rPr lang="en-US" altLang="ko-KR" sz="120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đích</a:t>
              </a:r>
              <a:r>
                <a:rPr lang="en-US" altLang="ko-KR" sz="120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sử</a:t>
              </a:r>
              <a:r>
                <a:rPr lang="en-US" altLang="ko-KR" sz="120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dụng</a:t>
              </a:r>
              <a:endPara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64" name="Rectangle 11"/>
            <p:cNvSpPr>
              <a:spLocks noChangeArrowheads="1"/>
            </p:cNvSpPr>
            <p:nvPr/>
          </p:nvSpPr>
          <p:spPr bwMode="auto">
            <a:xfrm>
              <a:off x="5803900" y="1206501"/>
              <a:ext cx="2882900" cy="3643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10000"/>
                </a:lnSpc>
              </a:pPr>
              <a:r>
                <a:rPr lang="en-US" altLang="ko-KR" sz="10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Sử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dụng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khi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vặn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đinh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ốc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có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rãnh</a:t>
              </a:r>
              <a:r>
                <a:rPr lang="en-US" altLang="ko-KR" sz="10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lục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giác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trên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phần</a:t>
              </a:r>
              <a:r>
                <a:rPr lang="en-US" altLang="ko-KR" sz="10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endPara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65" name="Rectangle 12"/>
            <p:cNvSpPr>
              <a:spLocks noChangeArrowheads="1"/>
            </p:cNvSpPr>
            <p:nvPr/>
          </p:nvSpPr>
          <p:spPr bwMode="auto">
            <a:xfrm>
              <a:off x="4572000" y="990600"/>
              <a:ext cx="914400" cy="258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3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Lục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giác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,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bộ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L </a:t>
              </a:r>
              <a:endPara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66" name="Text Box 13"/>
            <p:cNvSpPr txBox="1">
              <a:spLocks noChangeArrowheads="1"/>
            </p:cNvSpPr>
            <p:nvPr/>
          </p:nvSpPr>
          <p:spPr bwMode="auto">
            <a:xfrm>
              <a:off x="5740400" y="990600"/>
              <a:ext cx="1332416" cy="2649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  <a:buFontTx/>
                <a:buChar char="•"/>
              </a:pP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Dùng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để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vặn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đinh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ốc</a:t>
              </a:r>
              <a:endPara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67" name="Rectangle 14"/>
            <p:cNvSpPr>
              <a:spLocks noChangeArrowheads="1"/>
            </p:cNvSpPr>
            <p:nvPr/>
          </p:nvSpPr>
          <p:spPr bwMode="auto">
            <a:xfrm>
              <a:off x="381000" y="522288"/>
              <a:ext cx="8440738" cy="5853112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232468" name="Picture 15" descr="0050020000012">
              <a:hlinkClick r:id="rId2"/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-22531" b="215"/>
            <a:stretch>
              <a:fillRect/>
            </a:stretch>
          </p:blipFill>
          <p:spPr bwMode="auto">
            <a:xfrm>
              <a:off x="392113" y="928688"/>
              <a:ext cx="2520950" cy="862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2469" name="Picture 16" descr="0010060000072">
              <a:hlinkClick r:id="rId4"/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8456" t="-24808" r="-10237" b="-20715"/>
            <a:stretch>
              <a:fillRect/>
            </a:stretch>
          </p:blipFill>
          <p:spPr bwMode="auto">
            <a:xfrm>
              <a:off x="390525" y="1801813"/>
              <a:ext cx="2540000" cy="903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2470" name="Rectangle 17"/>
            <p:cNvSpPr>
              <a:spLocks noChangeArrowheads="1"/>
            </p:cNvSpPr>
            <p:nvPr/>
          </p:nvSpPr>
          <p:spPr bwMode="auto">
            <a:xfrm>
              <a:off x="4360061" y="1860461"/>
              <a:ext cx="1354939" cy="7948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Mỏ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lết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điều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chỉnh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,</a:t>
              </a:r>
              <a:endPara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monkey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Ví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dụ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  <a:r>
                <a:rPr lang="ko-KR" altLang="en-US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Kích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cỡ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miệng</a:t>
              </a:r>
              <a:r>
                <a:rPr lang="ko-KR" altLang="en-US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*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tổng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chiều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dài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232471" name="Picture 18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2000" r="-16000"/>
            <a:stretch>
              <a:fillRect/>
            </a:stretch>
          </p:blipFill>
          <p:spPr bwMode="auto">
            <a:xfrm>
              <a:off x="457200" y="2743200"/>
              <a:ext cx="2438400" cy="876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2472" name="Rectangle 19"/>
            <p:cNvSpPr>
              <a:spLocks noChangeArrowheads="1"/>
            </p:cNvSpPr>
            <p:nvPr/>
          </p:nvSpPr>
          <p:spPr bwMode="auto">
            <a:xfrm>
              <a:off x="3174825" y="2895600"/>
              <a:ext cx="1021113" cy="5961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Cờ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lê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hai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hở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(Open Ended </a:t>
              </a:r>
              <a:b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</a:b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Spanners)</a:t>
              </a:r>
            </a:p>
          </p:txBody>
        </p:sp>
        <p:sp>
          <p:nvSpPr>
            <p:cNvPr id="232473" name="Text Box 20"/>
            <p:cNvSpPr txBox="1">
              <a:spLocks noChangeArrowheads="1"/>
            </p:cNvSpPr>
            <p:nvPr/>
          </p:nvSpPr>
          <p:spPr bwMode="auto">
            <a:xfrm>
              <a:off x="5715000" y="2818797"/>
              <a:ext cx="3073400" cy="5961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  <a:buFontTx/>
                <a:buChar char="•"/>
              </a:pP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Dùng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để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vặn</a:t>
              </a:r>
              <a:r>
                <a:rPr lang="ko-KR" altLang="en-US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Bolt,Nut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có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tứ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giác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,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lục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giác</a:t>
              </a:r>
              <a:endPara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Hai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là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hai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kích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cỡ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khác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nhau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và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đều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mở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,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rất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tiện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trong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việc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sử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dụng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để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lắp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và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tháo</a:t>
              </a:r>
              <a:r>
                <a:rPr lang="ko-KR" altLang="en-US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Bolt,Nut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  <a:endPara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74" name="Rectangle 21"/>
            <p:cNvSpPr>
              <a:spLocks noChangeArrowheads="1"/>
            </p:cNvSpPr>
            <p:nvPr/>
          </p:nvSpPr>
          <p:spPr bwMode="auto">
            <a:xfrm>
              <a:off x="4360061" y="2774950"/>
              <a:ext cx="1345413" cy="5961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Megane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Spanner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Ví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dụ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 7*8,</a:t>
              </a:r>
              <a:endPara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Lỗ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tổng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chiều</a:t>
              </a:r>
              <a:r>
                <a:rPr lang="en-US" altLang="ko-KR" sz="12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dài</a:t>
              </a:r>
              <a:endPara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75" name="Rectangle 22"/>
            <p:cNvSpPr>
              <a:spLocks noChangeArrowheads="1"/>
            </p:cNvSpPr>
            <p:nvPr/>
          </p:nvSpPr>
          <p:spPr bwMode="auto">
            <a:xfrm>
              <a:off x="3048805" y="3810000"/>
              <a:ext cx="1311256" cy="5961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Cờ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lê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1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hở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1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tròn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(Combination </a:t>
              </a: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Wrenches)</a:t>
              </a:r>
            </a:p>
          </p:txBody>
        </p:sp>
        <p:sp>
          <p:nvSpPr>
            <p:cNvPr id="232476" name="Line 23"/>
            <p:cNvSpPr>
              <a:spLocks noChangeShapeType="1"/>
            </p:cNvSpPr>
            <p:nvPr/>
          </p:nvSpPr>
          <p:spPr bwMode="auto">
            <a:xfrm>
              <a:off x="7354888" y="3886200"/>
              <a:ext cx="1587" cy="1588"/>
            </a:xfrm>
            <a:prstGeom prst="line">
              <a:avLst/>
            </a:prstGeom>
            <a:noFill/>
            <a:ln w="0">
              <a:solidFill>
                <a:srgbClr val="C0C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77" name="Line 24"/>
            <p:cNvSpPr>
              <a:spLocks noChangeShapeType="1"/>
            </p:cNvSpPr>
            <p:nvPr/>
          </p:nvSpPr>
          <p:spPr bwMode="auto">
            <a:xfrm>
              <a:off x="7354888" y="4600575"/>
              <a:ext cx="1587" cy="1588"/>
            </a:xfrm>
            <a:prstGeom prst="line">
              <a:avLst/>
            </a:prstGeom>
            <a:noFill/>
            <a:ln w="0">
              <a:solidFill>
                <a:srgbClr val="C0C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78" name="Rectangle 25"/>
            <p:cNvSpPr>
              <a:spLocks noChangeArrowheads="1"/>
            </p:cNvSpPr>
            <p:nvPr/>
          </p:nvSpPr>
          <p:spPr bwMode="auto">
            <a:xfrm>
              <a:off x="7354888" y="4600575"/>
              <a:ext cx="7937" cy="9525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232479" name="Picture 26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7692" r="-19231"/>
            <a:stretch>
              <a:fillRect/>
            </a:stretch>
          </p:blipFill>
          <p:spPr bwMode="auto">
            <a:xfrm>
              <a:off x="393700" y="3695700"/>
              <a:ext cx="2514600" cy="806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2480" name="Rectangle 27"/>
            <p:cNvSpPr>
              <a:spLocks noChangeArrowheads="1"/>
            </p:cNvSpPr>
            <p:nvPr/>
          </p:nvSpPr>
          <p:spPr bwMode="auto">
            <a:xfrm>
              <a:off x="4495800" y="3902075"/>
              <a:ext cx="1066800" cy="5961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Combi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spanner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tròn-tổng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chiều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dài</a:t>
              </a:r>
              <a:endPara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81" name="Text Box 28"/>
            <p:cNvSpPr txBox="1">
              <a:spLocks noChangeArrowheads="1"/>
            </p:cNvSpPr>
            <p:nvPr/>
          </p:nvSpPr>
          <p:spPr bwMode="auto">
            <a:xfrm>
              <a:off x="5715000" y="3631930"/>
              <a:ext cx="3068638" cy="7617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  <a:buFontTx/>
                <a:buChar char="•"/>
              </a:pP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Để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vặn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đinh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ốc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và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đai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ốc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lục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giác</a:t>
              </a:r>
              <a:endPara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Cả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hai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có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cùng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kích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cỡ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,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một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mở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,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đối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diện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là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12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cạnh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có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thể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sử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dụng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một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cách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tiện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lợi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tuy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theo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mục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đích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sử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dụng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  <a:endPara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82" name="Rectangle 29"/>
            <p:cNvSpPr>
              <a:spLocks noChangeArrowheads="1"/>
            </p:cNvSpPr>
            <p:nvPr/>
          </p:nvSpPr>
          <p:spPr bwMode="auto">
            <a:xfrm>
              <a:off x="3127684" y="4740275"/>
              <a:ext cx="1131272" cy="397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Cờ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lê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hai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tròn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(Offset Wrenches)</a:t>
              </a:r>
            </a:p>
          </p:txBody>
        </p:sp>
        <p:sp>
          <p:nvSpPr>
            <p:cNvPr id="232483" name="Line 30"/>
            <p:cNvSpPr>
              <a:spLocks noChangeShapeType="1"/>
            </p:cNvSpPr>
            <p:nvPr/>
          </p:nvSpPr>
          <p:spPr bwMode="auto">
            <a:xfrm>
              <a:off x="7324725" y="5408613"/>
              <a:ext cx="0" cy="1587"/>
            </a:xfrm>
            <a:prstGeom prst="line">
              <a:avLst/>
            </a:prstGeom>
            <a:noFill/>
            <a:ln w="0">
              <a:solidFill>
                <a:srgbClr val="C0C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232484" name="Picture 31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9600" y="4635500"/>
              <a:ext cx="2108200" cy="771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2485" name="Rectangle 32"/>
            <p:cNvSpPr>
              <a:spLocks noChangeArrowheads="1"/>
            </p:cNvSpPr>
            <p:nvPr/>
          </p:nvSpPr>
          <p:spPr bwMode="auto">
            <a:xfrm>
              <a:off x="4511675" y="4756150"/>
              <a:ext cx="1066800" cy="5961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Cờ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lê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hai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tròn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–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tổng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chiều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dài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86" name="Text Box 33"/>
            <p:cNvSpPr txBox="1">
              <a:spLocks noChangeArrowheads="1"/>
            </p:cNvSpPr>
            <p:nvPr/>
          </p:nvSpPr>
          <p:spPr bwMode="auto">
            <a:xfrm>
              <a:off x="5715000" y="4572000"/>
              <a:ext cx="3119438" cy="5961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  <a:buFontTx/>
                <a:buChar char="•"/>
              </a:pP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Hai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có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kích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cỡ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hơn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kém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nhau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một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size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và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tất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cả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đều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là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12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cạnh</a:t>
              </a:r>
              <a:r>
                <a:rPr lang="ko-KR" altLang="en-US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và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phần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của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hai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phía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uốn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khúc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,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dễ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vặn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đinh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ốc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và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đai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ốc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vào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phần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rãnh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sâu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  <a:endPara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232487" name="Picture 34" descr="0010060000022">
              <a:hlinkClick r:id="rId9"/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2865" t="-11206" r="-10736" b="-6996"/>
            <a:stretch>
              <a:fillRect/>
            </a:stretch>
          </p:blipFill>
          <p:spPr bwMode="auto">
            <a:xfrm>
              <a:off x="304800" y="5638800"/>
              <a:ext cx="2698750" cy="533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2488" name="Rectangle 35"/>
            <p:cNvSpPr>
              <a:spLocks noChangeArrowheads="1"/>
            </p:cNvSpPr>
            <p:nvPr/>
          </p:nvSpPr>
          <p:spPr bwMode="auto">
            <a:xfrm>
              <a:off x="4410075" y="5648325"/>
              <a:ext cx="1295400" cy="655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1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Cờ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lê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10000"/>
                </a:lnSpc>
              </a:pP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(1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tròn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,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tổng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chiều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dài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  <a:endPara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89" name="Text Box 36"/>
            <p:cNvSpPr txBox="1">
              <a:spLocks noChangeArrowheads="1"/>
            </p:cNvSpPr>
            <p:nvPr/>
          </p:nvSpPr>
          <p:spPr bwMode="auto">
            <a:xfrm>
              <a:off x="5715000" y="5435855"/>
              <a:ext cx="3094038" cy="6292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  <a:buFontTx/>
                <a:buChar char="•"/>
              </a:pP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Để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vặn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đinh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ốc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và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đai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ốc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lục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giác</a:t>
              </a:r>
              <a:endPara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10000"/>
                </a:lnSpc>
              </a:pP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Cả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hai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có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cùng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kích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cỡ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,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một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mở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,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đối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diện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là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chìa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vặn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kiểu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ống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lồng</a:t>
              </a:r>
              <a:r>
                <a:rPr lang="ko-KR" altLang="en-US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nên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dễ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vặn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đinh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ốc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và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đai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ốc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  <a:endPara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232490" name="Group 37"/>
            <p:cNvGrpSpPr>
              <a:grpSpLocks/>
            </p:cNvGrpSpPr>
            <p:nvPr/>
          </p:nvGrpSpPr>
          <p:grpSpPr bwMode="auto">
            <a:xfrm>
              <a:off x="381000" y="876300"/>
              <a:ext cx="8448675" cy="5489575"/>
              <a:chOff x="240" y="552"/>
              <a:chExt cx="5322" cy="3458"/>
            </a:xfrm>
          </p:grpSpPr>
          <p:sp>
            <p:nvSpPr>
              <p:cNvPr id="232495" name="Line 38"/>
              <p:cNvSpPr>
                <a:spLocks noChangeShapeType="1"/>
              </p:cNvSpPr>
              <p:nvPr/>
            </p:nvSpPr>
            <p:spPr bwMode="auto">
              <a:xfrm>
                <a:off x="240" y="1128"/>
                <a:ext cx="5322" cy="0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96" name="Line 39"/>
              <p:cNvSpPr>
                <a:spLocks noChangeShapeType="1"/>
              </p:cNvSpPr>
              <p:nvPr/>
            </p:nvSpPr>
            <p:spPr bwMode="auto">
              <a:xfrm>
                <a:off x="240" y="1704"/>
                <a:ext cx="5317" cy="0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97" name="Line 40"/>
              <p:cNvSpPr>
                <a:spLocks noChangeShapeType="1"/>
              </p:cNvSpPr>
              <p:nvPr/>
            </p:nvSpPr>
            <p:spPr bwMode="auto">
              <a:xfrm>
                <a:off x="240" y="2280"/>
                <a:ext cx="5322" cy="0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98" name="Line 41"/>
              <p:cNvSpPr>
                <a:spLocks noChangeShapeType="1"/>
              </p:cNvSpPr>
              <p:nvPr/>
            </p:nvSpPr>
            <p:spPr bwMode="auto">
              <a:xfrm>
                <a:off x="240" y="2856"/>
                <a:ext cx="5317" cy="0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99" name="Line 42"/>
              <p:cNvSpPr>
                <a:spLocks noChangeShapeType="1"/>
              </p:cNvSpPr>
              <p:nvPr/>
            </p:nvSpPr>
            <p:spPr bwMode="auto">
              <a:xfrm>
                <a:off x="240" y="3432"/>
                <a:ext cx="5319" cy="0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00" name="Line 43"/>
              <p:cNvSpPr>
                <a:spLocks noChangeShapeType="1"/>
              </p:cNvSpPr>
              <p:nvPr/>
            </p:nvSpPr>
            <p:spPr bwMode="auto">
              <a:xfrm>
                <a:off x="1848" y="552"/>
                <a:ext cx="0" cy="345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01" name="Line 44"/>
              <p:cNvSpPr>
                <a:spLocks noChangeShapeType="1"/>
              </p:cNvSpPr>
              <p:nvPr/>
            </p:nvSpPr>
            <p:spPr bwMode="auto">
              <a:xfrm>
                <a:off x="2760" y="552"/>
                <a:ext cx="0" cy="344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02" name="Line 45"/>
              <p:cNvSpPr>
                <a:spLocks noChangeShapeType="1"/>
              </p:cNvSpPr>
              <p:nvPr/>
            </p:nvSpPr>
            <p:spPr bwMode="auto">
              <a:xfrm>
                <a:off x="3600" y="552"/>
                <a:ext cx="0" cy="3452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32491" name="Text Box 46"/>
            <p:cNvSpPr txBox="1">
              <a:spLocks noChangeArrowheads="1"/>
            </p:cNvSpPr>
            <p:nvPr/>
          </p:nvSpPr>
          <p:spPr bwMode="auto">
            <a:xfrm>
              <a:off x="3032198" y="1904876"/>
              <a:ext cx="1311128" cy="6954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Mỏ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lết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thường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(Adjustable Angle</a:t>
              </a: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Wrenches)</a:t>
              </a:r>
            </a:p>
          </p:txBody>
        </p:sp>
        <p:sp>
          <p:nvSpPr>
            <p:cNvPr id="232492" name="Text Box 47"/>
            <p:cNvSpPr txBox="1">
              <a:spLocks noChangeArrowheads="1"/>
            </p:cNvSpPr>
            <p:nvPr/>
          </p:nvSpPr>
          <p:spPr bwMode="auto">
            <a:xfrm>
              <a:off x="3075519" y="5638800"/>
              <a:ext cx="1170513" cy="496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Cờ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lê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bánh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răng</a:t>
              </a:r>
              <a:endPara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latinLnBrk="1" hangingPunct="1">
                <a:lnSpc>
                  <a:spcPct val="100000"/>
                </a:lnSpc>
              </a:pPr>
              <a:r>
                <a:rPr lang="en-US" altLang="ko-KR" sz="12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(Gear Wrench)</a:t>
              </a:r>
            </a:p>
          </p:txBody>
        </p:sp>
        <p:sp>
          <p:nvSpPr>
            <p:cNvPr id="232493" name="Rectangle 48"/>
            <p:cNvSpPr>
              <a:spLocks noChangeArrowheads="1"/>
            </p:cNvSpPr>
            <p:nvPr/>
          </p:nvSpPr>
          <p:spPr bwMode="auto">
            <a:xfrm>
              <a:off x="3127684" y="1231900"/>
              <a:ext cx="1131272" cy="1987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Bộ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chìa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lục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giác</a:t>
              </a:r>
              <a:r>
                <a:rPr lang="en-US" altLang="ko-KR" sz="1200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L</a:t>
              </a:r>
              <a:endPara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2494" name="Text Box 49"/>
            <p:cNvSpPr txBox="1">
              <a:spLocks noChangeArrowheads="1"/>
            </p:cNvSpPr>
            <p:nvPr/>
          </p:nvSpPr>
          <p:spPr bwMode="auto">
            <a:xfrm>
              <a:off x="5715000" y="1828004"/>
              <a:ext cx="3059113" cy="7617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defRPr kumimoji="1" sz="800">
                  <a:solidFill>
                    <a:schemeClr val="accent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 eaLnBrk="1" latinLnBrk="1" hangingPunct="1">
                <a:lnSpc>
                  <a:spcPct val="100000"/>
                </a:lnSpc>
                <a:buFontTx/>
                <a:buChar char="•"/>
              </a:pP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Để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vặn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đinh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ốc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và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đai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ốc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lục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giác</a:t>
              </a:r>
              <a:endPara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l" eaLnBrk="1" latinLnBrk="1" hangingPunct="1">
                <a:lnSpc>
                  <a:spcPct val="100000"/>
                </a:lnSpc>
              </a:pP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Chủ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yếu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sử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dụng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khi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vặn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và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tháo</a:t>
              </a:r>
              <a:r>
                <a:rPr lang="en-US" altLang="ko-KR" sz="10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Bolt,Nut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có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lục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giác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và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có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thể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điều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chỉnh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theo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kích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cỡ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phần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đầu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của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mỏ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000" dirty="0" err="1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lết</a:t>
              </a:r>
              <a:r>
                <a:rPr lang="en-US" altLang="ko-KR" sz="10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  <a:endPara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32452" name="Rectangle 51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2453" name="Rectangle 52"/>
          <p:cNvSpPr>
            <a:spLocks noGrp="1" noChangeArrowheads="1"/>
          </p:cNvSpPr>
          <p:nvPr>
            <p:ph type="title" idx="4294967295"/>
          </p:nvPr>
        </p:nvSpPr>
        <p:spPr>
          <a:xfrm>
            <a:off x="4042289" y="43448"/>
            <a:ext cx="4993762" cy="338554"/>
          </a:xfrm>
        </p:spPr>
        <p:txBody>
          <a:bodyPr/>
          <a:lstStyle/>
          <a:p>
            <a:pPr eaLnBrk="1" hangingPunct="1"/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2454" name="Text Box 5"/>
          <p:cNvSpPr txBox="1">
            <a:spLocks noChangeArrowheads="1"/>
          </p:cNvSpPr>
          <p:nvPr/>
        </p:nvSpPr>
        <p:spPr bwMode="auto">
          <a:xfrm>
            <a:off x="142875" y="474663"/>
            <a:ext cx="3775393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/>
            <a:r>
              <a:rPr lang="en-US" altLang="ko-KR" sz="1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4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b="1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212687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8E9795AE-DE3F-402D-B104-93975E4B63D9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208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475" name="Rectangle 2"/>
          <p:cNvSpPr>
            <a:spLocks noChangeArrowheads="1"/>
          </p:cNvSpPr>
          <p:nvPr/>
        </p:nvSpPr>
        <p:spPr bwMode="auto">
          <a:xfrm>
            <a:off x="385763" y="514350"/>
            <a:ext cx="8424862" cy="3540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endParaRPr lang="ko-KR" altLang="ko-KR" sz="1200" b="1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476" name="Line 3"/>
          <p:cNvSpPr>
            <a:spLocks noChangeShapeType="1"/>
          </p:cNvSpPr>
          <p:nvPr/>
        </p:nvSpPr>
        <p:spPr bwMode="auto">
          <a:xfrm>
            <a:off x="381000" y="876300"/>
            <a:ext cx="845343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477" name="Line 4"/>
          <p:cNvSpPr>
            <a:spLocks noChangeShapeType="1"/>
          </p:cNvSpPr>
          <p:nvPr/>
        </p:nvSpPr>
        <p:spPr bwMode="auto">
          <a:xfrm flipV="1">
            <a:off x="29337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478" name="Line 5"/>
          <p:cNvSpPr>
            <a:spLocks noChangeShapeType="1"/>
          </p:cNvSpPr>
          <p:nvPr/>
        </p:nvSpPr>
        <p:spPr bwMode="auto">
          <a:xfrm flipV="1">
            <a:off x="43815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479" name="Line 6"/>
          <p:cNvSpPr>
            <a:spLocks noChangeShapeType="1"/>
          </p:cNvSpPr>
          <p:nvPr/>
        </p:nvSpPr>
        <p:spPr bwMode="auto">
          <a:xfrm flipV="1">
            <a:off x="57150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480" name="Text Box 7"/>
          <p:cNvSpPr txBox="1">
            <a:spLocks noChangeArrowheads="1"/>
          </p:cNvSpPr>
          <p:nvPr/>
        </p:nvSpPr>
        <p:spPr bwMode="auto">
          <a:xfrm>
            <a:off x="4283968" y="476672"/>
            <a:ext cx="151355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ngữ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481" name="Text Box 8"/>
          <p:cNvSpPr txBox="1">
            <a:spLocks noChangeArrowheads="1"/>
          </p:cNvSpPr>
          <p:nvPr/>
        </p:nvSpPr>
        <p:spPr bwMode="auto">
          <a:xfrm>
            <a:off x="6845300" y="574675"/>
            <a:ext cx="136608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482" name="Rectangle 9"/>
          <p:cNvSpPr>
            <a:spLocks noChangeArrowheads="1"/>
          </p:cNvSpPr>
          <p:nvPr/>
        </p:nvSpPr>
        <p:spPr bwMode="auto">
          <a:xfrm>
            <a:off x="2998788" y="1120775"/>
            <a:ext cx="14065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chìm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(socket wrenches)</a:t>
            </a:r>
          </a:p>
        </p:txBody>
      </p:sp>
      <p:sp>
        <p:nvSpPr>
          <p:cNvPr id="233483" name="Rectangle 10"/>
          <p:cNvSpPr>
            <a:spLocks noChangeArrowheads="1"/>
          </p:cNvSpPr>
          <p:nvPr/>
        </p:nvSpPr>
        <p:spPr bwMode="auto">
          <a:xfrm>
            <a:off x="381000" y="522288"/>
            <a:ext cx="8440738" cy="58531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33484" name="Group 11"/>
          <p:cNvGrpSpPr>
            <a:grpSpLocks/>
          </p:cNvGrpSpPr>
          <p:nvPr/>
        </p:nvGrpSpPr>
        <p:grpSpPr bwMode="auto">
          <a:xfrm>
            <a:off x="381000" y="876300"/>
            <a:ext cx="8448675" cy="5489575"/>
            <a:chOff x="240" y="552"/>
            <a:chExt cx="5322" cy="3458"/>
          </a:xfrm>
        </p:grpSpPr>
        <p:sp>
          <p:nvSpPr>
            <p:cNvPr id="233517" name="Line 12"/>
            <p:cNvSpPr>
              <a:spLocks noChangeShapeType="1"/>
            </p:cNvSpPr>
            <p:nvPr/>
          </p:nvSpPr>
          <p:spPr bwMode="auto">
            <a:xfrm>
              <a:off x="240" y="1128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3518" name="Line 13"/>
            <p:cNvSpPr>
              <a:spLocks noChangeShapeType="1"/>
            </p:cNvSpPr>
            <p:nvPr/>
          </p:nvSpPr>
          <p:spPr bwMode="auto">
            <a:xfrm>
              <a:off x="240" y="1704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3519" name="Line 14"/>
            <p:cNvSpPr>
              <a:spLocks noChangeShapeType="1"/>
            </p:cNvSpPr>
            <p:nvPr/>
          </p:nvSpPr>
          <p:spPr bwMode="auto">
            <a:xfrm>
              <a:off x="240" y="2280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3520" name="Line 15"/>
            <p:cNvSpPr>
              <a:spLocks noChangeShapeType="1"/>
            </p:cNvSpPr>
            <p:nvPr/>
          </p:nvSpPr>
          <p:spPr bwMode="auto">
            <a:xfrm>
              <a:off x="240" y="2856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3521" name="Line 16"/>
            <p:cNvSpPr>
              <a:spLocks noChangeShapeType="1"/>
            </p:cNvSpPr>
            <p:nvPr/>
          </p:nvSpPr>
          <p:spPr bwMode="auto">
            <a:xfrm>
              <a:off x="240" y="3440"/>
              <a:ext cx="5319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3522" name="Line 17"/>
            <p:cNvSpPr>
              <a:spLocks noChangeShapeType="1"/>
            </p:cNvSpPr>
            <p:nvPr/>
          </p:nvSpPr>
          <p:spPr bwMode="auto">
            <a:xfrm>
              <a:off x="1848" y="552"/>
              <a:ext cx="0" cy="34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3523" name="Line 18"/>
            <p:cNvSpPr>
              <a:spLocks noChangeShapeType="1"/>
            </p:cNvSpPr>
            <p:nvPr/>
          </p:nvSpPr>
          <p:spPr bwMode="auto">
            <a:xfrm>
              <a:off x="2760" y="552"/>
              <a:ext cx="0" cy="344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3524" name="Line 19"/>
            <p:cNvSpPr>
              <a:spLocks noChangeShapeType="1"/>
            </p:cNvSpPr>
            <p:nvPr/>
          </p:nvSpPr>
          <p:spPr bwMode="auto">
            <a:xfrm>
              <a:off x="3600" y="552"/>
              <a:ext cx="0" cy="34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33485" name="Rectangle 20"/>
          <p:cNvSpPr>
            <a:spLocks noChangeArrowheads="1"/>
          </p:cNvSpPr>
          <p:nvPr/>
        </p:nvSpPr>
        <p:spPr bwMode="auto">
          <a:xfrm>
            <a:off x="5854700" y="3975100"/>
            <a:ext cx="262890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 ở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 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Ball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Screw.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486" name="Text Box 21"/>
          <p:cNvSpPr txBox="1">
            <a:spLocks noChangeArrowheads="1"/>
          </p:cNvSpPr>
          <p:nvPr/>
        </p:nvSpPr>
        <p:spPr bwMode="auto">
          <a:xfrm>
            <a:off x="5727700" y="3721100"/>
            <a:ext cx="158248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Bearing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Nut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487" name="Text Box 22"/>
          <p:cNvSpPr txBox="1">
            <a:spLocks noChangeArrowheads="1"/>
          </p:cNvSpPr>
          <p:nvPr/>
        </p:nvSpPr>
        <p:spPr bwMode="auto">
          <a:xfrm>
            <a:off x="2994025" y="3830638"/>
            <a:ext cx="117211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Chìa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(Hook Spanner)</a:t>
            </a:r>
          </a:p>
        </p:txBody>
      </p:sp>
      <p:sp>
        <p:nvSpPr>
          <p:cNvPr id="233488" name="Text Box 23"/>
          <p:cNvSpPr txBox="1">
            <a:spLocks noChangeArrowheads="1"/>
          </p:cNvSpPr>
          <p:nvPr/>
        </p:nvSpPr>
        <p:spPr bwMode="auto">
          <a:xfrm>
            <a:off x="4887913" y="3925888"/>
            <a:ext cx="23596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</a:p>
        </p:txBody>
      </p:sp>
      <p:sp>
        <p:nvSpPr>
          <p:cNvPr id="233489" name="Rectangle 24"/>
          <p:cNvSpPr>
            <a:spLocks noChangeArrowheads="1"/>
          </p:cNvSpPr>
          <p:nvPr/>
        </p:nvSpPr>
        <p:spPr bwMode="auto">
          <a:xfrm>
            <a:off x="2970213" y="2057400"/>
            <a:ext cx="14573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T-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wrenchs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(T-Type Wrenches)</a:t>
            </a:r>
          </a:p>
        </p:txBody>
      </p:sp>
      <p:sp>
        <p:nvSpPr>
          <p:cNvPr id="233490" name="Rectangle 25"/>
          <p:cNvSpPr>
            <a:spLocks noChangeArrowheads="1"/>
          </p:cNvSpPr>
          <p:nvPr/>
        </p:nvSpPr>
        <p:spPr bwMode="auto">
          <a:xfrm>
            <a:off x="5854699" y="5786438"/>
            <a:ext cx="2955925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171450" indent="-171450" algn="l" eaLnBrk="1" latinLnBrk="1" hangingPunct="1">
              <a:lnSpc>
                <a:spcPct val="110000"/>
              </a:lnSpc>
              <a:buFontTx/>
              <a:buChar char="-"/>
            </a:pP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Snap Ring</a:t>
            </a: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491" name="Text Box 26"/>
          <p:cNvSpPr txBox="1">
            <a:spLocks noChangeArrowheads="1"/>
          </p:cNvSpPr>
          <p:nvPr/>
        </p:nvSpPr>
        <p:spPr bwMode="auto">
          <a:xfrm>
            <a:off x="5765800" y="5557838"/>
            <a:ext cx="304482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Snap Ring ở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trục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492" name="Rectangle 27"/>
          <p:cNvSpPr>
            <a:spLocks noChangeArrowheads="1"/>
          </p:cNvSpPr>
          <p:nvPr/>
        </p:nvSpPr>
        <p:spPr bwMode="auto">
          <a:xfrm>
            <a:off x="2786063" y="5683250"/>
            <a:ext cx="17145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móc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(Snap Ring Pliers)</a:t>
            </a:r>
          </a:p>
        </p:txBody>
      </p:sp>
      <p:sp>
        <p:nvSpPr>
          <p:cNvPr id="233493" name="Text Box 28"/>
          <p:cNvSpPr txBox="1">
            <a:spLocks noChangeArrowheads="1"/>
          </p:cNvSpPr>
          <p:nvPr/>
        </p:nvSpPr>
        <p:spPr bwMode="auto">
          <a:xfrm>
            <a:off x="1085850" y="574675"/>
            <a:ext cx="106150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233494" name="Text Box 29"/>
          <p:cNvSpPr txBox="1">
            <a:spLocks noChangeArrowheads="1"/>
          </p:cNvSpPr>
          <p:nvPr/>
        </p:nvSpPr>
        <p:spPr bwMode="auto">
          <a:xfrm>
            <a:off x="3365500" y="574675"/>
            <a:ext cx="67678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495" name="Rectangle 30"/>
          <p:cNvSpPr>
            <a:spLocks noChangeArrowheads="1"/>
          </p:cNvSpPr>
          <p:nvPr/>
        </p:nvSpPr>
        <p:spPr bwMode="auto">
          <a:xfrm>
            <a:off x="4610100" y="1133475"/>
            <a:ext cx="876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3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Box(set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497" name="Rectangle 32"/>
          <p:cNvSpPr>
            <a:spLocks noChangeArrowheads="1"/>
          </p:cNvSpPr>
          <p:nvPr/>
        </p:nvSpPr>
        <p:spPr bwMode="auto">
          <a:xfrm>
            <a:off x="5803900" y="1206500"/>
            <a:ext cx="2908300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Nut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498" name="Rectangle 33"/>
          <p:cNvSpPr>
            <a:spLocks noChangeArrowheads="1"/>
          </p:cNvSpPr>
          <p:nvPr/>
        </p:nvSpPr>
        <p:spPr bwMode="auto">
          <a:xfrm>
            <a:off x="3060700" y="2940050"/>
            <a:ext cx="12192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(Box Wrenches )</a:t>
            </a:r>
          </a:p>
        </p:txBody>
      </p:sp>
      <p:sp>
        <p:nvSpPr>
          <p:cNvPr id="233499" name="Text Box 34"/>
          <p:cNvSpPr txBox="1">
            <a:spLocks noChangeArrowheads="1"/>
          </p:cNvSpPr>
          <p:nvPr/>
        </p:nvSpPr>
        <p:spPr bwMode="auto">
          <a:xfrm>
            <a:off x="2817813" y="4579938"/>
            <a:ext cx="169227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(Insert Coil Handle)</a:t>
            </a: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(Inserting Tools)</a:t>
            </a:r>
          </a:p>
        </p:txBody>
      </p:sp>
      <p:sp>
        <p:nvSpPr>
          <p:cNvPr id="233500" name="Text Box 35"/>
          <p:cNvSpPr txBox="1">
            <a:spLocks noChangeArrowheads="1"/>
          </p:cNvSpPr>
          <p:nvPr/>
        </p:nvSpPr>
        <p:spPr bwMode="auto">
          <a:xfrm>
            <a:off x="5740400" y="1917700"/>
            <a:ext cx="155202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Socket Bolt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501" name="Rectangle 36"/>
          <p:cNvSpPr>
            <a:spLocks noChangeArrowheads="1"/>
          </p:cNvSpPr>
          <p:nvPr/>
        </p:nvSpPr>
        <p:spPr bwMode="auto">
          <a:xfrm>
            <a:off x="5803900" y="2133600"/>
            <a:ext cx="290830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chỗ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hẹp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sâu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502" name="Text Box 37"/>
          <p:cNvSpPr txBox="1">
            <a:spLocks noChangeArrowheads="1"/>
          </p:cNvSpPr>
          <p:nvPr/>
        </p:nvSpPr>
        <p:spPr bwMode="auto">
          <a:xfrm>
            <a:off x="5765800" y="2808288"/>
            <a:ext cx="3044825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Nasa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Socket Bolt,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503" name="Text Box 38"/>
          <p:cNvSpPr txBox="1">
            <a:spLocks noChangeArrowheads="1"/>
          </p:cNvSpPr>
          <p:nvPr/>
        </p:nvSpPr>
        <p:spPr bwMode="auto">
          <a:xfrm>
            <a:off x="4340012" y="4808538"/>
            <a:ext cx="132440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Insert Coil Handle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504" name="Text Box 39"/>
          <p:cNvSpPr txBox="1">
            <a:spLocks noChangeArrowheads="1"/>
          </p:cNvSpPr>
          <p:nvPr/>
        </p:nvSpPr>
        <p:spPr bwMode="auto">
          <a:xfrm>
            <a:off x="5727701" y="4659313"/>
            <a:ext cx="3106738" cy="4186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Insert Coil ở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mềm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nhôm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3505" name="Picture 40" descr="P101000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6900" y="1816100"/>
            <a:ext cx="2133600" cy="877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3506" name="Picture 41" descr="P101001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2138" y="2724150"/>
            <a:ext cx="2138362" cy="879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3507" name="Picture 42" descr="P101000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25" y="3644900"/>
            <a:ext cx="2124075" cy="876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3508" name="Picture 43" descr="P1010016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1975" y="4581525"/>
            <a:ext cx="1800225" cy="890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3509" name="Picture 44" descr="P1010002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2613" y="5487988"/>
            <a:ext cx="2136775" cy="874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3510" name="Picture 45" descr="복스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990600"/>
            <a:ext cx="9906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511" name="Rectangle 46"/>
          <p:cNvSpPr>
            <a:spLocks noChangeArrowheads="1"/>
          </p:cNvSpPr>
          <p:nvPr/>
        </p:nvSpPr>
        <p:spPr bwMode="auto">
          <a:xfrm>
            <a:off x="4495800" y="1981200"/>
            <a:ext cx="121920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T-wrench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512" name="Rectangle 47"/>
          <p:cNvSpPr>
            <a:spLocks noChangeArrowheads="1"/>
          </p:cNvSpPr>
          <p:nvPr/>
        </p:nvSpPr>
        <p:spPr bwMode="auto">
          <a:xfrm>
            <a:off x="4443413" y="2994025"/>
            <a:ext cx="121920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Megane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wrench</a:t>
            </a: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set</a:t>
            </a:r>
            <a:endParaRPr lang="en-US" altLang="ko-KR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513" name="Text Box 48"/>
          <p:cNvSpPr txBox="1">
            <a:spLocks noChangeArrowheads="1"/>
          </p:cNvSpPr>
          <p:nvPr/>
        </p:nvSpPr>
        <p:spPr bwMode="auto">
          <a:xfrm>
            <a:off x="4567578" y="5707063"/>
            <a:ext cx="88197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Snap Pliers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3514" name="Picture 49" descr="NO%2050089%20M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41525" y="4552950"/>
            <a:ext cx="865188" cy="865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515" name="Rectangle 52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516" name="Rectangle 53"/>
          <p:cNvSpPr>
            <a:spLocks noGrp="1" noChangeArrowheads="1"/>
          </p:cNvSpPr>
          <p:nvPr>
            <p:ph type="title" idx="4294967295"/>
          </p:nvPr>
        </p:nvSpPr>
        <p:spPr>
          <a:xfrm>
            <a:off x="4716016" y="-79662"/>
            <a:ext cx="4320034" cy="584775"/>
          </a:xfrm>
        </p:spPr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826414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9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2EB7F19D-04EA-495B-A211-2FA0E0F6EB31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209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499" name="Rectangle 2"/>
          <p:cNvSpPr>
            <a:spLocks noChangeArrowheads="1"/>
          </p:cNvSpPr>
          <p:nvPr/>
        </p:nvSpPr>
        <p:spPr bwMode="auto">
          <a:xfrm>
            <a:off x="385763" y="514350"/>
            <a:ext cx="8424862" cy="3540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endParaRPr lang="ko-KR" altLang="ko-KR" sz="1200" b="1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00" name="Rectangle 3"/>
          <p:cNvSpPr>
            <a:spLocks noChangeArrowheads="1"/>
          </p:cNvSpPr>
          <p:nvPr/>
        </p:nvSpPr>
        <p:spPr bwMode="auto">
          <a:xfrm>
            <a:off x="381000" y="3619500"/>
            <a:ext cx="8445500" cy="911225"/>
          </a:xfrm>
          <a:prstGeom prst="rect">
            <a:avLst/>
          </a:prstGeom>
          <a:noFill/>
          <a:ln w="9525">
            <a:solidFill>
              <a:schemeClr val="bg2"/>
            </a:solidFill>
            <a:prstDash val="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01" name="Rectangle 4"/>
          <p:cNvSpPr>
            <a:spLocks noChangeArrowheads="1"/>
          </p:cNvSpPr>
          <p:nvPr/>
        </p:nvSpPr>
        <p:spPr bwMode="auto">
          <a:xfrm>
            <a:off x="381000" y="5448300"/>
            <a:ext cx="8445500" cy="923925"/>
          </a:xfrm>
          <a:prstGeom prst="rect">
            <a:avLst/>
          </a:prstGeom>
          <a:noFill/>
          <a:ln w="9525">
            <a:solidFill>
              <a:schemeClr val="bg2"/>
            </a:solidFill>
            <a:prstDash val="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02" name="Line 5"/>
          <p:cNvSpPr>
            <a:spLocks noChangeShapeType="1"/>
          </p:cNvSpPr>
          <p:nvPr/>
        </p:nvSpPr>
        <p:spPr bwMode="auto">
          <a:xfrm>
            <a:off x="381000" y="876300"/>
            <a:ext cx="845343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03" name="Line 6"/>
          <p:cNvSpPr>
            <a:spLocks noChangeShapeType="1"/>
          </p:cNvSpPr>
          <p:nvPr/>
        </p:nvSpPr>
        <p:spPr bwMode="auto">
          <a:xfrm flipV="1">
            <a:off x="29337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04" name="Line 7"/>
          <p:cNvSpPr>
            <a:spLocks noChangeShapeType="1"/>
          </p:cNvSpPr>
          <p:nvPr/>
        </p:nvSpPr>
        <p:spPr bwMode="auto">
          <a:xfrm flipV="1">
            <a:off x="43815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05" name="Line 8"/>
          <p:cNvSpPr>
            <a:spLocks noChangeShapeType="1"/>
          </p:cNvSpPr>
          <p:nvPr/>
        </p:nvSpPr>
        <p:spPr bwMode="auto">
          <a:xfrm flipV="1">
            <a:off x="57150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06" name="Text Box 9"/>
          <p:cNvSpPr txBox="1">
            <a:spLocks noChangeArrowheads="1"/>
          </p:cNvSpPr>
          <p:nvPr/>
        </p:nvSpPr>
        <p:spPr bwMode="auto">
          <a:xfrm>
            <a:off x="4283968" y="476672"/>
            <a:ext cx="151355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ngữ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07" name="Text Box 10"/>
          <p:cNvSpPr txBox="1">
            <a:spLocks noChangeArrowheads="1"/>
          </p:cNvSpPr>
          <p:nvPr/>
        </p:nvSpPr>
        <p:spPr bwMode="auto">
          <a:xfrm>
            <a:off x="6845300" y="574675"/>
            <a:ext cx="136608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08" name="Rectangle 11"/>
          <p:cNvSpPr>
            <a:spLocks noChangeArrowheads="1"/>
          </p:cNvSpPr>
          <p:nvPr/>
        </p:nvSpPr>
        <p:spPr bwMode="auto">
          <a:xfrm>
            <a:off x="5854700" y="1155700"/>
            <a:ext cx="287813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Bolt,Nut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;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Free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tiện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09" name="Rectangle 12"/>
          <p:cNvSpPr>
            <a:spLocks noChangeArrowheads="1"/>
          </p:cNvSpPr>
          <p:nvPr/>
        </p:nvSpPr>
        <p:spPr bwMode="auto">
          <a:xfrm>
            <a:off x="3132138" y="1143000"/>
            <a:ext cx="10033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Attachments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10" name="Rectangle 13"/>
          <p:cNvSpPr>
            <a:spLocks noChangeArrowheads="1"/>
          </p:cNvSpPr>
          <p:nvPr/>
        </p:nvSpPr>
        <p:spPr bwMode="auto">
          <a:xfrm>
            <a:off x="4452938" y="962025"/>
            <a:ext cx="1262062" cy="72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3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Ratchet Handle,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gá</a:t>
            </a:r>
            <a:r>
              <a:rPr lang="en-US" altLang="ko-KR" sz="7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,)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11" name="Text Box 14"/>
          <p:cNvSpPr txBox="1">
            <a:spLocks noChangeArrowheads="1"/>
          </p:cNvSpPr>
          <p:nvPr/>
        </p:nvSpPr>
        <p:spPr bwMode="auto">
          <a:xfrm>
            <a:off x="5753101" y="914400"/>
            <a:ext cx="305752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Bolt, Nut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lục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Socket Bolt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12" name="Rectangle 15"/>
          <p:cNvSpPr>
            <a:spLocks noChangeArrowheads="1"/>
          </p:cNvSpPr>
          <p:nvPr/>
        </p:nvSpPr>
        <p:spPr bwMode="auto">
          <a:xfrm>
            <a:off x="381000" y="522288"/>
            <a:ext cx="8440738" cy="58531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13" name="Line 16"/>
          <p:cNvSpPr>
            <a:spLocks noChangeShapeType="1"/>
          </p:cNvSpPr>
          <p:nvPr/>
        </p:nvSpPr>
        <p:spPr bwMode="auto">
          <a:xfrm>
            <a:off x="7324725" y="4243388"/>
            <a:ext cx="0" cy="1587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14" name="Line 17"/>
          <p:cNvSpPr>
            <a:spLocks noChangeShapeType="1"/>
          </p:cNvSpPr>
          <p:nvPr/>
        </p:nvSpPr>
        <p:spPr bwMode="auto">
          <a:xfrm>
            <a:off x="7324725" y="4957763"/>
            <a:ext cx="0" cy="1587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4515" name="Picture 18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14839" b="189"/>
          <a:stretch>
            <a:fillRect/>
          </a:stretch>
        </p:blipFill>
        <p:spPr bwMode="auto">
          <a:xfrm>
            <a:off x="657225" y="914400"/>
            <a:ext cx="2009775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4516" name="Picture 1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270"/>
          <a:stretch>
            <a:fillRect/>
          </a:stretch>
        </p:blipFill>
        <p:spPr bwMode="auto">
          <a:xfrm>
            <a:off x="622300" y="1881188"/>
            <a:ext cx="2044700" cy="766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4517" name="Rectangle 20"/>
          <p:cNvSpPr>
            <a:spLocks noChangeArrowheads="1"/>
          </p:cNvSpPr>
          <p:nvPr/>
        </p:nvSpPr>
        <p:spPr bwMode="auto">
          <a:xfrm>
            <a:off x="2943225" y="2065338"/>
            <a:ext cx="1484313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Tẩu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đuôi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chuột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(Ratchet Wrenched)</a:t>
            </a:r>
          </a:p>
        </p:txBody>
      </p:sp>
      <p:sp>
        <p:nvSpPr>
          <p:cNvPr id="234518" name="Text Box 21"/>
          <p:cNvSpPr txBox="1">
            <a:spLocks noChangeArrowheads="1"/>
          </p:cNvSpPr>
          <p:nvPr/>
        </p:nvSpPr>
        <p:spPr bwMode="auto">
          <a:xfrm>
            <a:off x="5772150" y="1828800"/>
            <a:ext cx="183095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Bolt,Nut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lục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giác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19" name="Rectangle 22"/>
          <p:cNvSpPr>
            <a:spLocks noChangeArrowheads="1"/>
          </p:cNvSpPr>
          <p:nvPr/>
        </p:nvSpPr>
        <p:spPr bwMode="auto">
          <a:xfrm>
            <a:off x="4711700" y="2044700"/>
            <a:ext cx="71120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siết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4520" name="Picture 23" descr="0080080000012">
            <a:hlinkClick r:id="rId4"/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" y="5499100"/>
            <a:ext cx="1676400" cy="842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4521" name="Rectangle 24"/>
          <p:cNvSpPr>
            <a:spLocks noChangeArrowheads="1"/>
          </p:cNvSpPr>
          <p:nvPr/>
        </p:nvSpPr>
        <p:spPr bwMode="auto">
          <a:xfrm>
            <a:off x="2843808" y="5684838"/>
            <a:ext cx="150971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itchFamily="18" charset="0"/>
                <a:cs typeface="Times New Roman" panose="02020603050405020304" pitchFamily="18" charset="0"/>
              </a:rPr>
              <a:t>    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Gear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pullers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234522" name="Rectangle 25"/>
          <p:cNvSpPr>
            <a:spLocks noChangeArrowheads="1"/>
          </p:cNvSpPr>
          <p:nvPr/>
        </p:nvSpPr>
        <p:spPr bwMode="auto">
          <a:xfrm>
            <a:off x="4597400" y="5715000"/>
            <a:ext cx="8509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Puli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4523" name="Picture 26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282"/>
          <a:stretch>
            <a:fillRect/>
          </a:stretch>
        </p:blipFill>
        <p:spPr bwMode="auto">
          <a:xfrm>
            <a:off x="641350" y="4559300"/>
            <a:ext cx="2101850" cy="858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4524" name="Picture 27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14"/>
          <a:stretch>
            <a:fillRect/>
          </a:stretch>
        </p:blipFill>
        <p:spPr bwMode="auto">
          <a:xfrm>
            <a:off x="622300" y="2743200"/>
            <a:ext cx="1968500" cy="847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4525" name="Picture 28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3733800"/>
            <a:ext cx="18288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4526" name="Rectangle 29"/>
          <p:cNvSpPr>
            <a:spLocks noChangeArrowheads="1"/>
          </p:cNvSpPr>
          <p:nvPr/>
        </p:nvSpPr>
        <p:spPr bwMode="auto">
          <a:xfrm>
            <a:off x="4658612" y="3032125"/>
            <a:ext cx="80150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27" name="Rectangle 30"/>
          <p:cNvSpPr>
            <a:spLocks noChangeArrowheads="1"/>
          </p:cNvSpPr>
          <p:nvPr/>
        </p:nvSpPr>
        <p:spPr bwMode="auto">
          <a:xfrm>
            <a:off x="5849938" y="2806700"/>
            <a:ext cx="2974975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nước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gas,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28" name="Rectangle 31"/>
          <p:cNvSpPr>
            <a:spLocks noChangeArrowheads="1"/>
          </p:cNvSpPr>
          <p:nvPr/>
        </p:nvSpPr>
        <p:spPr bwMode="auto">
          <a:xfrm>
            <a:off x="3048000" y="3886200"/>
            <a:ext cx="1249363" cy="403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1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(Slip Joint Pliers)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29" name="Rectangle 32"/>
          <p:cNvSpPr>
            <a:spLocks noChangeArrowheads="1"/>
          </p:cNvSpPr>
          <p:nvPr/>
        </p:nvSpPr>
        <p:spPr bwMode="auto">
          <a:xfrm>
            <a:off x="5829299" y="3733800"/>
            <a:ext cx="2981325" cy="4955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phạm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vi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30" name="Line 33"/>
          <p:cNvSpPr>
            <a:spLocks noChangeShapeType="1"/>
          </p:cNvSpPr>
          <p:nvPr/>
        </p:nvSpPr>
        <p:spPr bwMode="auto">
          <a:xfrm>
            <a:off x="7381875" y="3886200"/>
            <a:ext cx="0" cy="15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31" name="Line 34"/>
          <p:cNvSpPr>
            <a:spLocks noChangeShapeType="1"/>
          </p:cNvSpPr>
          <p:nvPr/>
        </p:nvSpPr>
        <p:spPr bwMode="auto">
          <a:xfrm>
            <a:off x="7381875" y="4600575"/>
            <a:ext cx="0" cy="15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32" name="Rectangle 35"/>
          <p:cNvSpPr>
            <a:spLocks noChangeArrowheads="1"/>
          </p:cNvSpPr>
          <p:nvPr/>
        </p:nvSpPr>
        <p:spPr bwMode="auto">
          <a:xfrm>
            <a:off x="7381875" y="4600575"/>
            <a:ext cx="7938" cy="952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33" name="Rectangle 36"/>
          <p:cNvSpPr>
            <a:spLocks noChangeArrowheads="1"/>
          </p:cNvSpPr>
          <p:nvPr/>
        </p:nvSpPr>
        <p:spPr bwMode="auto">
          <a:xfrm>
            <a:off x="3119631" y="4806950"/>
            <a:ext cx="110927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(Locking pliers)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34" name="Rectangle 37"/>
          <p:cNvSpPr>
            <a:spLocks noChangeArrowheads="1"/>
          </p:cNvSpPr>
          <p:nvPr/>
        </p:nvSpPr>
        <p:spPr bwMode="auto">
          <a:xfrm>
            <a:off x="4807305" y="4902200"/>
            <a:ext cx="543803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Vise clip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35" name="Rectangle 38"/>
          <p:cNvSpPr>
            <a:spLocks noChangeArrowheads="1"/>
          </p:cNvSpPr>
          <p:nvPr/>
        </p:nvSpPr>
        <p:spPr bwMode="auto">
          <a:xfrm>
            <a:off x="5842000" y="4724400"/>
            <a:ext cx="2895600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Nut,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quay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uốn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36" name="Line 39"/>
          <p:cNvSpPr>
            <a:spLocks noChangeShapeType="1"/>
          </p:cNvSpPr>
          <p:nvPr/>
        </p:nvSpPr>
        <p:spPr bwMode="auto">
          <a:xfrm>
            <a:off x="3033713" y="5373688"/>
            <a:ext cx="1587" cy="1587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37" name="Line 40"/>
          <p:cNvSpPr>
            <a:spLocks noChangeShapeType="1"/>
          </p:cNvSpPr>
          <p:nvPr/>
        </p:nvSpPr>
        <p:spPr bwMode="auto">
          <a:xfrm>
            <a:off x="4395788" y="5373688"/>
            <a:ext cx="1587" cy="1587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38" name="Rectangle 41"/>
          <p:cNvSpPr>
            <a:spLocks noChangeArrowheads="1"/>
          </p:cNvSpPr>
          <p:nvPr/>
        </p:nvSpPr>
        <p:spPr bwMode="auto">
          <a:xfrm>
            <a:off x="4395788" y="5373688"/>
            <a:ext cx="9525" cy="7937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39" name="Line 42"/>
          <p:cNvSpPr>
            <a:spLocks noChangeShapeType="1"/>
          </p:cNvSpPr>
          <p:nvPr/>
        </p:nvSpPr>
        <p:spPr bwMode="auto">
          <a:xfrm>
            <a:off x="5327650" y="5373688"/>
            <a:ext cx="1588" cy="1587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40" name="Line 43"/>
          <p:cNvSpPr>
            <a:spLocks noChangeShapeType="1"/>
          </p:cNvSpPr>
          <p:nvPr/>
        </p:nvSpPr>
        <p:spPr bwMode="auto">
          <a:xfrm>
            <a:off x="7315200" y="5373688"/>
            <a:ext cx="1588" cy="1587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41" name="Rectangle 44"/>
          <p:cNvSpPr>
            <a:spLocks noChangeArrowheads="1"/>
          </p:cNvSpPr>
          <p:nvPr/>
        </p:nvSpPr>
        <p:spPr bwMode="auto">
          <a:xfrm>
            <a:off x="7315200" y="5373688"/>
            <a:ext cx="9525" cy="7937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42" name="Line 45"/>
          <p:cNvSpPr>
            <a:spLocks noChangeShapeType="1"/>
          </p:cNvSpPr>
          <p:nvPr/>
        </p:nvSpPr>
        <p:spPr bwMode="auto">
          <a:xfrm>
            <a:off x="7324725" y="4724400"/>
            <a:ext cx="0" cy="15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43" name="Line 46"/>
          <p:cNvSpPr>
            <a:spLocks noChangeShapeType="1"/>
          </p:cNvSpPr>
          <p:nvPr/>
        </p:nvSpPr>
        <p:spPr bwMode="auto">
          <a:xfrm>
            <a:off x="7324725" y="5365750"/>
            <a:ext cx="0" cy="15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44" name="Rectangle 47"/>
          <p:cNvSpPr>
            <a:spLocks noChangeArrowheads="1"/>
          </p:cNvSpPr>
          <p:nvPr/>
        </p:nvSpPr>
        <p:spPr bwMode="auto">
          <a:xfrm>
            <a:off x="5867400" y="5649913"/>
            <a:ext cx="294322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nhổ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răng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timing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pulli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Bearing.</a:t>
            </a:r>
            <a:endParaRPr lang="en-US" altLang="ko-KR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45" name="Line 48"/>
          <p:cNvSpPr>
            <a:spLocks noChangeShapeType="1"/>
          </p:cNvSpPr>
          <p:nvPr/>
        </p:nvSpPr>
        <p:spPr bwMode="auto">
          <a:xfrm>
            <a:off x="8567738" y="5416550"/>
            <a:ext cx="0" cy="15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46" name="Line 49"/>
          <p:cNvSpPr>
            <a:spLocks noChangeShapeType="1"/>
          </p:cNvSpPr>
          <p:nvPr/>
        </p:nvSpPr>
        <p:spPr bwMode="auto">
          <a:xfrm>
            <a:off x="8567738" y="6057900"/>
            <a:ext cx="0" cy="15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34547" name="Group 50"/>
          <p:cNvGrpSpPr>
            <a:grpSpLocks/>
          </p:cNvGrpSpPr>
          <p:nvPr/>
        </p:nvGrpSpPr>
        <p:grpSpPr bwMode="auto">
          <a:xfrm>
            <a:off x="381000" y="876300"/>
            <a:ext cx="8448675" cy="5489575"/>
            <a:chOff x="240" y="552"/>
            <a:chExt cx="5322" cy="3458"/>
          </a:xfrm>
        </p:grpSpPr>
        <p:sp>
          <p:nvSpPr>
            <p:cNvPr id="234555" name="Line 51"/>
            <p:cNvSpPr>
              <a:spLocks noChangeShapeType="1"/>
            </p:cNvSpPr>
            <p:nvPr/>
          </p:nvSpPr>
          <p:spPr bwMode="auto">
            <a:xfrm>
              <a:off x="240" y="1128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4556" name="Line 52"/>
            <p:cNvSpPr>
              <a:spLocks noChangeShapeType="1"/>
            </p:cNvSpPr>
            <p:nvPr/>
          </p:nvSpPr>
          <p:spPr bwMode="auto">
            <a:xfrm>
              <a:off x="240" y="1704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4557" name="Line 53"/>
            <p:cNvSpPr>
              <a:spLocks noChangeShapeType="1"/>
            </p:cNvSpPr>
            <p:nvPr/>
          </p:nvSpPr>
          <p:spPr bwMode="auto">
            <a:xfrm>
              <a:off x="240" y="2280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4558" name="Line 54"/>
            <p:cNvSpPr>
              <a:spLocks noChangeShapeType="1"/>
            </p:cNvSpPr>
            <p:nvPr/>
          </p:nvSpPr>
          <p:spPr bwMode="auto">
            <a:xfrm>
              <a:off x="240" y="2856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4559" name="Line 55"/>
            <p:cNvSpPr>
              <a:spLocks noChangeShapeType="1"/>
            </p:cNvSpPr>
            <p:nvPr/>
          </p:nvSpPr>
          <p:spPr bwMode="auto">
            <a:xfrm>
              <a:off x="240" y="3432"/>
              <a:ext cx="5319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4560" name="Line 56"/>
            <p:cNvSpPr>
              <a:spLocks noChangeShapeType="1"/>
            </p:cNvSpPr>
            <p:nvPr/>
          </p:nvSpPr>
          <p:spPr bwMode="auto">
            <a:xfrm>
              <a:off x="1848" y="552"/>
              <a:ext cx="0" cy="34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4561" name="Line 57"/>
            <p:cNvSpPr>
              <a:spLocks noChangeShapeType="1"/>
            </p:cNvSpPr>
            <p:nvPr/>
          </p:nvSpPr>
          <p:spPr bwMode="auto">
            <a:xfrm>
              <a:off x="2760" y="552"/>
              <a:ext cx="0" cy="344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4562" name="Line 58"/>
            <p:cNvSpPr>
              <a:spLocks noChangeShapeType="1"/>
            </p:cNvSpPr>
            <p:nvPr/>
          </p:nvSpPr>
          <p:spPr bwMode="auto">
            <a:xfrm>
              <a:off x="3600" y="552"/>
              <a:ext cx="0" cy="34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34548" name="Text Box 59"/>
          <p:cNvSpPr txBox="1">
            <a:spLocks noChangeArrowheads="1"/>
          </p:cNvSpPr>
          <p:nvPr/>
        </p:nvSpPr>
        <p:spPr bwMode="auto">
          <a:xfrm>
            <a:off x="1085850" y="574675"/>
            <a:ext cx="106150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234549" name="Text Box 60"/>
          <p:cNvSpPr txBox="1">
            <a:spLocks noChangeArrowheads="1"/>
          </p:cNvSpPr>
          <p:nvPr/>
        </p:nvSpPr>
        <p:spPr bwMode="auto">
          <a:xfrm>
            <a:off x="3365500" y="574675"/>
            <a:ext cx="67678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50" name="Rectangle 61"/>
          <p:cNvSpPr>
            <a:spLocks noChangeArrowheads="1"/>
          </p:cNvSpPr>
          <p:nvPr/>
        </p:nvSpPr>
        <p:spPr bwMode="auto">
          <a:xfrm>
            <a:off x="5854700" y="2070100"/>
            <a:ext cx="287813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-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Bolt,Nut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;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khóa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còn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phía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trạng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thái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Free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tiện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51" name="Rectangle 62"/>
          <p:cNvSpPr>
            <a:spLocks noChangeArrowheads="1"/>
          </p:cNvSpPr>
          <p:nvPr/>
        </p:nvSpPr>
        <p:spPr bwMode="auto">
          <a:xfrm>
            <a:off x="4572000" y="3886200"/>
            <a:ext cx="9144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52" name="Rectangle 63"/>
          <p:cNvSpPr>
            <a:spLocks noChangeArrowheads="1"/>
          </p:cNvSpPr>
          <p:nvPr/>
        </p:nvSpPr>
        <p:spPr bwMode="auto">
          <a:xfrm>
            <a:off x="2830513" y="2971800"/>
            <a:ext cx="1660525" cy="403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1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bơm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nước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1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(Water Pump Pliers)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53" name="Rectangle 66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54" name="Rectangle 67"/>
          <p:cNvSpPr>
            <a:spLocks noGrp="1" noChangeArrowheads="1"/>
          </p:cNvSpPr>
          <p:nvPr>
            <p:ph type="title" idx="4294967295"/>
          </p:nvPr>
        </p:nvSpPr>
        <p:spPr>
          <a:xfrm>
            <a:off x="4607719" y="-79662"/>
            <a:ext cx="4428331" cy="584775"/>
          </a:xfrm>
        </p:spPr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1240998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00028E91-DE86-470E-BCCA-16141353CBA2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210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35523" name="Rectangle 2"/>
          <p:cNvSpPr>
            <a:spLocks noChangeArrowheads="1"/>
          </p:cNvSpPr>
          <p:nvPr/>
        </p:nvSpPr>
        <p:spPr bwMode="auto">
          <a:xfrm>
            <a:off x="385763" y="514350"/>
            <a:ext cx="8424862" cy="3540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endParaRPr lang="ko-KR" altLang="ko-KR" sz="1200" b="1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24" name="Line 3"/>
          <p:cNvSpPr>
            <a:spLocks noChangeShapeType="1"/>
          </p:cNvSpPr>
          <p:nvPr/>
        </p:nvSpPr>
        <p:spPr bwMode="auto">
          <a:xfrm>
            <a:off x="381000" y="876300"/>
            <a:ext cx="845343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25" name="Line 4"/>
          <p:cNvSpPr>
            <a:spLocks noChangeShapeType="1"/>
          </p:cNvSpPr>
          <p:nvPr/>
        </p:nvSpPr>
        <p:spPr bwMode="auto">
          <a:xfrm flipV="1">
            <a:off x="29337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26" name="Line 5"/>
          <p:cNvSpPr>
            <a:spLocks noChangeShapeType="1"/>
          </p:cNvSpPr>
          <p:nvPr/>
        </p:nvSpPr>
        <p:spPr bwMode="auto">
          <a:xfrm flipV="1">
            <a:off x="43815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27" name="Line 6"/>
          <p:cNvSpPr>
            <a:spLocks noChangeShapeType="1"/>
          </p:cNvSpPr>
          <p:nvPr/>
        </p:nvSpPr>
        <p:spPr bwMode="auto">
          <a:xfrm flipV="1">
            <a:off x="57150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28" name="Text Box 7"/>
          <p:cNvSpPr txBox="1">
            <a:spLocks noChangeArrowheads="1"/>
          </p:cNvSpPr>
          <p:nvPr/>
        </p:nvSpPr>
        <p:spPr bwMode="auto">
          <a:xfrm>
            <a:off x="4283968" y="476672"/>
            <a:ext cx="151355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ngữ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29" name="Text Box 8"/>
          <p:cNvSpPr txBox="1">
            <a:spLocks noChangeArrowheads="1"/>
          </p:cNvSpPr>
          <p:nvPr/>
        </p:nvSpPr>
        <p:spPr bwMode="auto">
          <a:xfrm>
            <a:off x="6845300" y="574675"/>
            <a:ext cx="136608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30" name="Rectangle 9"/>
          <p:cNvSpPr>
            <a:spLocks noChangeArrowheads="1"/>
          </p:cNvSpPr>
          <p:nvPr/>
        </p:nvSpPr>
        <p:spPr bwMode="auto">
          <a:xfrm>
            <a:off x="381000" y="522288"/>
            <a:ext cx="8440738" cy="58531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5531" name="Picture 10" descr="0010120000122">
            <a:hlinkClick r:id="rId2"/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901700"/>
            <a:ext cx="1244600" cy="879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532" name="Rectangle 11"/>
          <p:cNvSpPr>
            <a:spLocks noChangeArrowheads="1"/>
          </p:cNvSpPr>
          <p:nvPr/>
        </p:nvSpPr>
        <p:spPr bwMode="auto">
          <a:xfrm>
            <a:off x="3100388" y="1098550"/>
            <a:ext cx="1143000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49494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49494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49494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dirty="0" smtClean="0">
                <a:solidFill>
                  <a:srgbClr val="49494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49494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endParaRPr lang="ko-KR" altLang="en-US" sz="1200" dirty="0">
              <a:solidFill>
                <a:srgbClr val="49494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49494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(Driver set)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33" name="Text Box 12"/>
          <p:cNvSpPr txBox="1">
            <a:spLocks noChangeArrowheads="1"/>
          </p:cNvSpPr>
          <p:nvPr/>
        </p:nvSpPr>
        <p:spPr bwMode="auto">
          <a:xfrm>
            <a:off x="4926013" y="2079625"/>
            <a:ext cx="23596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</a:p>
        </p:txBody>
      </p:sp>
      <p:pic>
        <p:nvPicPr>
          <p:cNvPr id="235534" name="Picture 1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2776538"/>
            <a:ext cx="1295400" cy="728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535" name="Rectangle 14"/>
          <p:cNvSpPr>
            <a:spLocks noChangeArrowheads="1"/>
          </p:cNvSpPr>
          <p:nvPr/>
        </p:nvSpPr>
        <p:spPr bwMode="auto">
          <a:xfrm>
            <a:off x="3134819" y="1981200"/>
            <a:ext cx="1086836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hồ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(Precision Screw </a:t>
            </a: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Driver)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5536" name="Picture 15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114"/>
          <a:stretch>
            <a:fillRect/>
          </a:stretch>
        </p:blipFill>
        <p:spPr bwMode="auto">
          <a:xfrm>
            <a:off x="990600" y="1841500"/>
            <a:ext cx="1295400" cy="820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537" name="Text Box 16"/>
          <p:cNvSpPr txBox="1">
            <a:spLocks noChangeArrowheads="1"/>
          </p:cNvSpPr>
          <p:nvPr/>
        </p:nvSpPr>
        <p:spPr bwMode="auto">
          <a:xfrm>
            <a:off x="4926013" y="1169988"/>
            <a:ext cx="23596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</a:p>
        </p:txBody>
      </p:sp>
      <p:sp>
        <p:nvSpPr>
          <p:cNvPr id="235538" name="Text Box 17"/>
          <p:cNvSpPr txBox="1">
            <a:spLocks noChangeArrowheads="1"/>
          </p:cNvSpPr>
          <p:nvPr/>
        </p:nvSpPr>
        <p:spPr bwMode="auto">
          <a:xfrm>
            <a:off x="5765800" y="2995613"/>
            <a:ext cx="306863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rãnh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+,-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39" name="Rectangle 18"/>
          <p:cNvSpPr>
            <a:spLocks noChangeArrowheads="1"/>
          </p:cNvSpPr>
          <p:nvPr/>
        </p:nvSpPr>
        <p:spPr bwMode="auto">
          <a:xfrm>
            <a:off x="2971800" y="2879725"/>
            <a:ext cx="139065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Tuốc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(Screw Drivers)</a:t>
            </a:r>
          </a:p>
        </p:txBody>
      </p:sp>
      <p:sp>
        <p:nvSpPr>
          <p:cNvPr id="235540" name="Text Box 19"/>
          <p:cNvSpPr txBox="1">
            <a:spLocks noChangeArrowheads="1"/>
          </p:cNvSpPr>
          <p:nvPr/>
        </p:nvSpPr>
        <p:spPr bwMode="auto">
          <a:xfrm>
            <a:off x="4926013" y="2084388"/>
            <a:ext cx="23596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</a:p>
        </p:txBody>
      </p:sp>
      <p:sp>
        <p:nvSpPr>
          <p:cNvPr id="235541" name="Text Box 20"/>
          <p:cNvSpPr txBox="1">
            <a:spLocks noChangeArrowheads="1"/>
          </p:cNvSpPr>
          <p:nvPr/>
        </p:nvSpPr>
        <p:spPr bwMode="auto">
          <a:xfrm>
            <a:off x="5765801" y="2095500"/>
            <a:ext cx="3068638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+,- 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42" name="Rectangle 21"/>
          <p:cNvSpPr>
            <a:spLocks noChangeArrowheads="1"/>
          </p:cNvSpPr>
          <p:nvPr/>
        </p:nvSpPr>
        <p:spPr bwMode="auto">
          <a:xfrm>
            <a:off x="4508500" y="1176338"/>
            <a:ext cx="1054100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49494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49494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49494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dirty="0" smtClean="0">
                <a:solidFill>
                  <a:srgbClr val="49494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49494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43" name="Text Box 22"/>
          <p:cNvSpPr txBox="1">
            <a:spLocks noChangeArrowheads="1"/>
          </p:cNvSpPr>
          <p:nvPr/>
        </p:nvSpPr>
        <p:spPr bwMode="auto">
          <a:xfrm>
            <a:off x="5765800" y="1023938"/>
            <a:ext cx="3044825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+/-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ê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35544" name="Group 23"/>
          <p:cNvGrpSpPr>
            <a:grpSpLocks/>
          </p:cNvGrpSpPr>
          <p:nvPr/>
        </p:nvGrpSpPr>
        <p:grpSpPr bwMode="auto">
          <a:xfrm>
            <a:off x="381000" y="876300"/>
            <a:ext cx="8448675" cy="5489575"/>
            <a:chOff x="240" y="552"/>
            <a:chExt cx="5322" cy="3458"/>
          </a:xfrm>
        </p:grpSpPr>
        <p:sp>
          <p:nvSpPr>
            <p:cNvPr id="235563" name="Line 24"/>
            <p:cNvSpPr>
              <a:spLocks noChangeShapeType="1"/>
            </p:cNvSpPr>
            <p:nvPr/>
          </p:nvSpPr>
          <p:spPr bwMode="auto">
            <a:xfrm>
              <a:off x="240" y="1128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5564" name="Line 25"/>
            <p:cNvSpPr>
              <a:spLocks noChangeShapeType="1"/>
            </p:cNvSpPr>
            <p:nvPr/>
          </p:nvSpPr>
          <p:spPr bwMode="auto">
            <a:xfrm>
              <a:off x="240" y="1704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5565" name="Line 26"/>
            <p:cNvSpPr>
              <a:spLocks noChangeShapeType="1"/>
            </p:cNvSpPr>
            <p:nvPr/>
          </p:nvSpPr>
          <p:spPr bwMode="auto">
            <a:xfrm>
              <a:off x="240" y="2280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5566" name="Line 27"/>
            <p:cNvSpPr>
              <a:spLocks noChangeShapeType="1"/>
            </p:cNvSpPr>
            <p:nvPr/>
          </p:nvSpPr>
          <p:spPr bwMode="auto">
            <a:xfrm>
              <a:off x="240" y="2856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5567" name="Line 28"/>
            <p:cNvSpPr>
              <a:spLocks noChangeShapeType="1"/>
            </p:cNvSpPr>
            <p:nvPr/>
          </p:nvSpPr>
          <p:spPr bwMode="auto">
            <a:xfrm>
              <a:off x="240" y="3432"/>
              <a:ext cx="5319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5568" name="Line 29"/>
            <p:cNvSpPr>
              <a:spLocks noChangeShapeType="1"/>
            </p:cNvSpPr>
            <p:nvPr/>
          </p:nvSpPr>
          <p:spPr bwMode="auto">
            <a:xfrm>
              <a:off x="1848" y="552"/>
              <a:ext cx="0" cy="34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5569" name="Line 30"/>
            <p:cNvSpPr>
              <a:spLocks noChangeShapeType="1"/>
            </p:cNvSpPr>
            <p:nvPr/>
          </p:nvSpPr>
          <p:spPr bwMode="auto">
            <a:xfrm>
              <a:off x="2760" y="552"/>
              <a:ext cx="0" cy="344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5570" name="Line 31"/>
            <p:cNvSpPr>
              <a:spLocks noChangeShapeType="1"/>
            </p:cNvSpPr>
            <p:nvPr/>
          </p:nvSpPr>
          <p:spPr bwMode="auto">
            <a:xfrm>
              <a:off x="3600" y="552"/>
              <a:ext cx="0" cy="34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35545" name="Rectangle 32"/>
          <p:cNvSpPr>
            <a:spLocks noChangeArrowheads="1"/>
          </p:cNvSpPr>
          <p:nvPr/>
        </p:nvSpPr>
        <p:spPr bwMode="auto">
          <a:xfrm>
            <a:off x="5854700" y="4076700"/>
            <a:ext cx="262890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46" name="Rectangle 33"/>
          <p:cNvSpPr>
            <a:spLocks noChangeArrowheads="1"/>
          </p:cNvSpPr>
          <p:nvPr/>
        </p:nvSpPr>
        <p:spPr bwMode="auto">
          <a:xfrm>
            <a:off x="3132138" y="3886200"/>
            <a:ext cx="10287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(Drills)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47" name="Rectangle 34"/>
          <p:cNvSpPr>
            <a:spLocks noChangeArrowheads="1"/>
          </p:cNvSpPr>
          <p:nvPr/>
        </p:nvSpPr>
        <p:spPr bwMode="auto">
          <a:xfrm>
            <a:off x="4572000" y="3841750"/>
            <a:ext cx="939800" cy="4801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3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3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48" name="Text Box 35"/>
          <p:cNvSpPr txBox="1">
            <a:spLocks noChangeArrowheads="1"/>
          </p:cNvSpPr>
          <p:nvPr/>
        </p:nvSpPr>
        <p:spPr bwMode="auto">
          <a:xfrm>
            <a:off x="5791200" y="3822700"/>
            <a:ext cx="248657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gỗ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5549" name="Picture 36" descr="0040010000012">
            <a:hlinkClick r:id="rId6"/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223" b="-49"/>
          <a:stretch>
            <a:fillRect/>
          </a:stretch>
        </p:blipFill>
        <p:spPr bwMode="auto">
          <a:xfrm>
            <a:off x="1055688" y="3657600"/>
            <a:ext cx="1139825" cy="871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550" name="Rectangle 37"/>
          <p:cNvSpPr>
            <a:spLocks noChangeArrowheads="1"/>
          </p:cNvSpPr>
          <p:nvPr/>
        </p:nvSpPr>
        <p:spPr bwMode="auto">
          <a:xfrm>
            <a:off x="3011488" y="4627563"/>
            <a:ext cx="1295400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TAP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(Ordinary Hand</a:t>
            </a: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Taps)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5551" name="Picture 38" descr="m0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6900" y="4576763"/>
            <a:ext cx="2082800" cy="841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552" name="Text Box 39"/>
          <p:cNvSpPr txBox="1">
            <a:spLocks noChangeArrowheads="1"/>
          </p:cNvSpPr>
          <p:nvPr/>
        </p:nvSpPr>
        <p:spPr bwMode="auto">
          <a:xfrm>
            <a:off x="1085850" y="574675"/>
            <a:ext cx="106150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235553" name="Text Box 40"/>
          <p:cNvSpPr txBox="1">
            <a:spLocks noChangeArrowheads="1"/>
          </p:cNvSpPr>
          <p:nvPr/>
        </p:nvSpPr>
        <p:spPr bwMode="auto">
          <a:xfrm>
            <a:off x="3365500" y="574675"/>
            <a:ext cx="67678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54" name="Rectangle 41"/>
          <p:cNvSpPr>
            <a:spLocks noChangeArrowheads="1"/>
          </p:cNvSpPr>
          <p:nvPr/>
        </p:nvSpPr>
        <p:spPr bwMode="auto">
          <a:xfrm>
            <a:off x="3114675" y="5794375"/>
            <a:ext cx="112871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khoét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55" name="Text Box 42"/>
          <p:cNvSpPr txBox="1">
            <a:spLocks noChangeArrowheads="1"/>
          </p:cNvSpPr>
          <p:nvPr/>
        </p:nvSpPr>
        <p:spPr bwMode="auto">
          <a:xfrm>
            <a:off x="5765800" y="5665788"/>
            <a:ext cx="3068638" cy="4186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56" name="Rectangle 43"/>
          <p:cNvSpPr>
            <a:spLocks noChangeArrowheads="1"/>
          </p:cNvSpPr>
          <p:nvPr/>
        </p:nvSpPr>
        <p:spPr bwMode="auto">
          <a:xfrm>
            <a:off x="4724400" y="5794375"/>
            <a:ext cx="6858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khoét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trọng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tâm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5557" name="Picture 44" descr="P101001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0" y="5473700"/>
            <a:ext cx="2089150" cy="890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558" name="Rectangle 45"/>
          <p:cNvSpPr>
            <a:spLocks noChangeArrowheads="1"/>
          </p:cNvSpPr>
          <p:nvPr/>
        </p:nvSpPr>
        <p:spPr bwMode="auto">
          <a:xfrm>
            <a:off x="4445000" y="2908300"/>
            <a:ext cx="1176338" cy="4801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3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vít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+,- 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3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59" name="Rectangle 46"/>
          <p:cNvSpPr>
            <a:spLocks noChangeArrowheads="1"/>
          </p:cNvSpPr>
          <p:nvPr/>
        </p:nvSpPr>
        <p:spPr bwMode="auto">
          <a:xfrm>
            <a:off x="4445000" y="4603750"/>
            <a:ext cx="1193800" cy="72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3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Tap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3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/pitch)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60" name="Text Box 47"/>
          <p:cNvSpPr txBox="1">
            <a:spLocks noChangeArrowheads="1"/>
          </p:cNvSpPr>
          <p:nvPr/>
        </p:nvSpPr>
        <p:spPr bwMode="auto">
          <a:xfrm>
            <a:off x="5794375" y="4716463"/>
            <a:ext cx="304006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thì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Tap, 2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Tap, 3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Tap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61" name="Rectangle 50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62" name="Rectangle 51"/>
          <p:cNvSpPr>
            <a:spLocks noGrp="1" noChangeArrowheads="1"/>
          </p:cNvSpPr>
          <p:nvPr>
            <p:ph type="title" idx="4294967295"/>
          </p:nvPr>
        </p:nvSpPr>
        <p:spPr>
          <a:xfrm>
            <a:off x="4724400" y="-79662"/>
            <a:ext cx="4311650" cy="584775"/>
          </a:xfrm>
        </p:spPr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8558593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4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5D5FB1E2-6C30-413B-8C57-2036C6CFC111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211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47" name="Rectangle 2"/>
          <p:cNvSpPr>
            <a:spLocks noChangeArrowheads="1"/>
          </p:cNvSpPr>
          <p:nvPr/>
        </p:nvSpPr>
        <p:spPr bwMode="auto">
          <a:xfrm>
            <a:off x="385763" y="514350"/>
            <a:ext cx="8424862" cy="3540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endParaRPr lang="ko-KR" altLang="ko-KR" sz="1200" b="1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48" name="Line 3"/>
          <p:cNvSpPr>
            <a:spLocks noChangeShapeType="1"/>
          </p:cNvSpPr>
          <p:nvPr/>
        </p:nvSpPr>
        <p:spPr bwMode="auto">
          <a:xfrm>
            <a:off x="381000" y="876300"/>
            <a:ext cx="845343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49" name="Line 4"/>
          <p:cNvSpPr>
            <a:spLocks noChangeShapeType="1"/>
          </p:cNvSpPr>
          <p:nvPr/>
        </p:nvSpPr>
        <p:spPr bwMode="auto">
          <a:xfrm flipV="1">
            <a:off x="29337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50" name="Line 5"/>
          <p:cNvSpPr>
            <a:spLocks noChangeShapeType="1"/>
          </p:cNvSpPr>
          <p:nvPr/>
        </p:nvSpPr>
        <p:spPr bwMode="auto">
          <a:xfrm flipV="1">
            <a:off x="43815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51" name="Line 6"/>
          <p:cNvSpPr>
            <a:spLocks noChangeShapeType="1"/>
          </p:cNvSpPr>
          <p:nvPr/>
        </p:nvSpPr>
        <p:spPr bwMode="auto">
          <a:xfrm flipV="1">
            <a:off x="57150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52" name="Text Box 7"/>
          <p:cNvSpPr txBox="1">
            <a:spLocks noChangeArrowheads="1"/>
          </p:cNvSpPr>
          <p:nvPr/>
        </p:nvSpPr>
        <p:spPr bwMode="auto">
          <a:xfrm>
            <a:off x="4283968" y="476672"/>
            <a:ext cx="151355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ngữ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53" name="Text Box 8"/>
          <p:cNvSpPr txBox="1">
            <a:spLocks noChangeArrowheads="1"/>
          </p:cNvSpPr>
          <p:nvPr/>
        </p:nvSpPr>
        <p:spPr bwMode="auto">
          <a:xfrm>
            <a:off x="6845300" y="574675"/>
            <a:ext cx="136608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54" name="Rectangle 9"/>
          <p:cNvSpPr>
            <a:spLocks noChangeArrowheads="1"/>
          </p:cNvSpPr>
          <p:nvPr/>
        </p:nvSpPr>
        <p:spPr bwMode="auto">
          <a:xfrm>
            <a:off x="381000" y="522288"/>
            <a:ext cx="8440738" cy="58531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6555" name="Picture 1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3499"/>
          <a:stretch>
            <a:fillRect/>
          </a:stretch>
        </p:blipFill>
        <p:spPr bwMode="auto">
          <a:xfrm>
            <a:off x="1042988" y="1854200"/>
            <a:ext cx="12065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6556" name="Picture 1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939800"/>
            <a:ext cx="2133600" cy="66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557" name="Rectangle 12"/>
          <p:cNvSpPr>
            <a:spLocks noChangeArrowheads="1"/>
          </p:cNvSpPr>
          <p:nvPr/>
        </p:nvSpPr>
        <p:spPr bwMode="auto">
          <a:xfrm>
            <a:off x="3184525" y="3000375"/>
            <a:ext cx="1082675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Counter sink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58" name="Rectangle 13"/>
          <p:cNvSpPr>
            <a:spLocks noChangeArrowheads="1"/>
          </p:cNvSpPr>
          <p:nvPr/>
        </p:nvSpPr>
        <p:spPr bwMode="auto">
          <a:xfrm>
            <a:off x="3205163" y="1143000"/>
            <a:ext cx="97790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Tap Handle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59" name="Rectangle 14"/>
          <p:cNvSpPr>
            <a:spLocks noChangeArrowheads="1"/>
          </p:cNvSpPr>
          <p:nvPr/>
        </p:nvSpPr>
        <p:spPr bwMode="auto">
          <a:xfrm>
            <a:off x="3092450" y="2092325"/>
            <a:ext cx="115570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T-Tap Handle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60" name="Rectangle 15"/>
          <p:cNvSpPr>
            <a:spLocks noChangeArrowheads="1"/>
          </p:cNvSpPr>
          <p:nvPr/>
        </p:nvSpPr>
        <p:spPr bwMode="auto">
          <a:xfrm>
            <a:off x="3116263" y="5654675"/>
            <a:ext cx="1143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Screw 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Exerted </a:t>
            </a: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Tory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61" name="Rectangle 16"/>
          <p:cNvSpPr>
            <a:spLocks noChangeArrowheads="1"/>
          </p:cNvSpPr>
          <p:nvPr/>
        </p:nvSpPr>
        <p:spPr bwMode="auto">
          <a:xfrm>
            <a:off x="4459288" y="2179638"/>
            <a:ext cx="125571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Tap Handle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62" name="Rectangle 17"/>
          <p:cNvSpPr>
            <a:spLocks noChangeArrowheads="1"/>
          </p:cNvSpPr>
          <p:nvPr/>
        </p:nvSpPr>
        <p:spPr bwMode="auto">
          <a:xfrm>
            <a:off x="4749800" y="5803900"/>
            <a:ext cx="5207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Back tap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63" name="Rectangle 18"/>
          <p:cNvSpPr>
            <a:spLocks noChangeArrowheads="1"/>
          </p:cNvSpPr>
          <p:nvPr/>
        </p:nvSpPr>
        <p:spPr bwMode="auto">
          <a:xfrm>
            <a:off x="4656138" y="3000375"/>
            <a:ext cx="71755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vát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mép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36564" name="Group 19"/>
          <p:cNvGrpSpPr>
            <a:grpSpLocks/>
          </p:cNvGrpSpPr>
          <p:nvPr/>
        </p:nvGrpSpPr>
        <p:grpSpPr bwMode="auto">
          <a:xfrm>
            <a:off x="381000" y="876300"/>
            <a:ext cx="8448675" cy="5489575"/>
            <a:chOff x="240" y="552"/>
            <a:chExt cx="5322" cy="3458"/>
          </a:xfrm>
        </p:grpSpPr>
        <p:sp>
          <p:nvSpPr>
            <p:cNvPr id="236585" name="Line 20"/>
            <p:cNvSpPr>
              <a:spLocks noChangeShapeType="1"/>
            </p:cNvSpPr>
            <p:nvPr/>
          </p:nvSpPr>
          <p:spPr bwMode="auto">
            <a:xfrm>
              <a:off x="240" y="1128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6586" name="Line 21"/>
            <p:cNvSpPr>
              <a:spLocks noChangeShapeType="1"/>
            </p:cNvSpPr>
            <p:nvPr/>
          </p:nvSpPr>
          <p:spPr bwMode="auto">
            <a:xfrm>
              <a:off x="240" y="1704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6587" name="Line 22"/>
            <p:cNvSpPr>
              <a:spLocks noChangeShapeType="1"/>
            </p:cNvSpPr>
            <p:nvPr/>
          </p:nvSpPr>
          <p:spPr bwMode="auto">
            <a:xfrm>
              <a:off x="240" y="2280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6588" name="Line 23"/>
            <p:cNvSpPr>
              <a:spLocks noChangeShapeType="1"/>
            </p:cNvSpPr>
            <p:nvPr/>
          </p:nvSpPr>
          <p:spPr bwMode="auto">
            <a:xfrm>
              <a:off x="240" y="2856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6589" name="Line 24"/>
            <p:cNvSpPr>
              <a:spLocks noChangeShapeType="1"/>
            </p:cNvSpPr>
            <p:nvPr/>
          </p:nvSpPr>
          <p:spPr bwMode="auto">
            <a:xfrm>
              <a:off x="240" y="3432"/>
              <a:ext cx="5319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6590" name="Line 25"/>
            <p:cNvSpPr>
              <a:spLocks noChangeShapeType="1"/>
            </p:cNvSpPr>
            <p:nvPr/>
          </p:nvSpPr>
          <p:spPr bwMode="auto">
            <a:xfrm>
              <a:off x="1848" y="552"/>
              <a:ext cx="0" cy="34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6591" name="Line 26"/>
            <p:cNvSpPr>
              <a:spLocks noChangeShapeType="1"/>
            </p:cNvSpPr>
            <p:nvPr/>
          </p:nvSpPr>
          <p:spPr bwMode="auto">
            <a:xfrm>
              <a:off x="2760" y="552"/>
              <a:ext cx="0" cy="344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6592" name="Line 27"/>
            <p:cNvSpPr>
              <a:spLocks noChangeShapeType="1"/>
            </p:cNvSpPr>
            <p:nvPr/>
          </p:nvSpPr>
          <p:spPr bwMode="auto">
            <a:xfrm>
              <a:off x="3600" y="552"/>
              <a:ext cx="0" cy="34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36565" name="Text Box 28"/>
          <p:cNvSpPr txBox="1">
            <a:spLocks noChangeArrowheads="1"/>
          </p:cNvSpPr>
          <p:nvPr/>
        </p:nvSpPr>
        <p:spPr bwMode="auto">
          <a:xfrm>
            <a:off x="1085850" y="574675"/>
            <a:ext cx="106150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236566" name="Text Box 29"/>
          <p:cNvSpPr txBox="1">
            <a:spLocks noChangeArrowheads="1"/>
          </p:cNvSpPr>
          <p:nvPr/>
        </p:nvSpPr>
        <p:spPr bwMode="auto">
          <a:xfrm>
            <a:off x="3365500" y="574675"/>
            <a:ext cx="67678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67" name="Rectangle 30"/>
          <p:cNvSpPr>
            <a:spLocks noChangeArrowheads="1"/>
          </p:cNvSpPr>
          <p:nvPr/>
        </p:nvSpPr>
        <p:spPr bwMode="auto">
          <a:xfrm>
            <a:off x="3116263" y="3870325"/>
            <a:ext cx="114300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Counter bore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69" name="Rectangle 32"/>
          <p:cNvSpPr>
            <a:spLocks noChangeArrowheads="1"/>
          </p:cNvSpPr>
          <p:nvPr/>
        </p:nvSpPr>
        <p:spPr bwMode="auto">
          <a:xfrm>
            <a:off x="3205163" y="4816475"/>
            <a:ext cx="98583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Hole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CAW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70" name="Text Box 33"/>
          <p:cNvSpPr txBox="1">
            <a:spLocks noChangeArrowheads="1"/>
          </p:cNvSpPr>
          <p:nvPr/>
        </p:nvSpPr>
        <p:spPr bwMode="auto">
          <a:xfrm>
            <a:off x="5765800" y="5500688"/>
            <a:ext cx="3059113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xoay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hồ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71" name="Text Box 34"/>
          <p:cNvSpPr txBox="1">
            <a:spLocks noChangeArrowheads="1"/>
          </p:cNvSpPr>
          <p:nvPr/>
        </p:nvSpPr>
        <p:spPr bwMode="auto">
          <a:xfrm>
            <a:off x="5791200" y="1104900"/>
            <a:ext cx="1524776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Tapping.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72" name="Text Box 35"/>
          <p:cNvSpPr txBox="1">
            <a:spLocks noChangeArrowheads="1"/>
          </p:cNvSpPr>
          <p:nvPr/>
        </p:nvSpPr>
        <p:spPr bwMode="auto">
          <a:xfrm>
            <a:off x="5791200" y="1931988"/>
            <a:ext cx="2957264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Tapping,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Box handle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tiện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73" name="Text Box 36"/>
          <p:cNvSpPr txBox="1">
            <a:spLocks noChangeArrowheads="1"/>
          </p:cNvSpPr>
          <p:nvPr/>
        </p:nvSpPr>
        <p:spPr bwMode="auto">
          <a:xfrm>
            <a:off x="5791200" y="2843213"/>
            <a:ext cx="3043238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giũa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miệng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endParaRPr lang="en-US" altLang="ko-KR" sz="10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Bulong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chìm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74" name="Text Box 37"/>
          <p:cNvSpPr txBox="1">
            <a:spLocks noChangeArrowheads="1"/>
          </p:cNvSpPr>
          <p:nvPr/>
        </p:nvSpPr>
        <p:spPr bwMode="auto">
          <a:xfrm>
            <a:off x="5791200" y="3783013"/>
            <a:ext cx="3033713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đục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hóa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75" name="Text Box 38"/>
          <p:cNvSpPr txBox="1">
            <a:spLocks noChangeArrowheads="1"/>
          </p:cNvSpPr>
          <p:nvPr/>
        </p:nvSpPr>
        <p:spPr bwMode="auto">
          <a:xfrm>
            <a:off x="5791200" y="4672013"/>
            <a:ext cx="3019425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Lamp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Cover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tủ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khiển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6576" name="Picture 39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8688" y="5467350"/>
            <a:ext cx="1512887" cy="87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6577" name="Picture 40" descr="P1010018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775" y="3646488"/>
            <a:ext cx="2092325" cy="866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6578" name="Picture 41" descr="홀쏘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1273"/>
          <a:stretch>
            <a:fillRect/>
          </a:stretch>
        </p:blipFill>
        <p:spPr bwMode="auto">
          <a:xfrm>
            <a:off x="601663" y="4610100"/>
            <a:ext cx="2143125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579" name="Rectangle 42"/>
          <p:cNvSpPr>
            <a:spLocks noChangeArrowheads="1"/>
          </p:cNvSpPr>
          <p:nvPr/>
        </p:nvSpPr>
        <p:spPr bwMode="auto">
          <a:xfrm>
            <a:off x="4800600" y="4876800"/>
            <a:ext cx="4572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Hole caw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80" name="Rectangle 43"/>
          <p:cNvSpPr>
            <a:spLocks noChangeArrowheads="1"/>
          </p:cNvSpPr>
          <p:nvPr/>
        </p:nvSpPr>
        <p:spPr bwMode="auto">
          <a:xfrm>
            <a:off x="4459288" y="1219200"/>
            <a:ext cx="114935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Tap Handle 2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6581" name="Picture 44" descr="10524540_1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0413" y="2736850"/>
            <a:ext cx="946150" cy="793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6582" name="Picture 45" descr="회전_10524540_1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63713" y="2740025"/>
            <a:ext cx="83185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583" name="Rectangle 48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84" name="Rectangle 49"/>
          <p:cNvSpPr>
            <a:spLocks noGrp="1" noChangeArrowheads="1"/>
          </p:cNvSpPr>
          <p:nvPr>
            <p:ph type="title" idx="4294967295"/>
          </p:nvPr>
        </p:nvSpPr>
        <p:spPr>
          <a:xfrm>
            <a:off x="4572000" y="-79662"/>
            <a:ext cx="4464050" cy="584775"/>
          </a:xfrm>
        </p:spPr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dirty="0" smtClean="0"/>
          </a:p>
        </p:txBody>
      </p:sp>
      <p:sp>
        <p:nvSpPr>
          <p:cNvPr id="49" name="Rectangle 30"/>
          <p:cNvSpPr>
            <a:spLocks noChangeArrowheads="1"/>
          </p:cNvSpPr>
          <p:nvPr/>
        </p:nvSpPr>
        <p:spPr bwMode="auto">
          <a:xfrm>
            <a:off x="4457700" y="3838059"/>
            <a:ext cx="1143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Đục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779349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9D3F741B-9087-4643-AF3B-B314DEA74961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212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37571" name="Rectangle 2"/>
          <p:cNvSpPr>
            <a:spLocks noChangeArrowheads="1"/>
          </p:cNvSpPr>
          <p:nvPr/>
        </p:nvSpPr>
        <p:spPr bwMode="auto">
          <a:xfrm>
            <a:off x="385763" y="514350"/>
            <a:ext cx="8424862" cy="3540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endParaRPr lang="ko-KR" altLang="ko-KR" sz="1200" b="1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572" name="Line 3"/>
          <p:cNvSpPr>
            <a:spLocks noChangeShapeType="1"/>
          </p:cNvSpPr>
          <p:nvPr/>
        </p:nvSpPr>
        <p:spPr bwMode="auto">
          <a:xfrm>
            <a:off x="381000" y="876300"/>
            <a:ext cx="845343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573" name="Line 4"/>
          <p:cNvSpPr>
            <a:spLocks noChangeShapeType="1"/>
          </p:cNvSpPr>
          <p:nvPr/>
        </p:nvSpPr>
        <p:spPr bwMode="auto">
          <a:xfrm flipV="1">
            <a:off x="29337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574" name="Line 5"/>
          <p:cNvSpPr>
            <a:spLocks noChangeShapeType="1"/>
          </p:cNvSpPr>
          <p:nvPr/>
        </p:nvSpPr>
        <p:spPr bwMode="auto">
          <a:xfrm flipV="1">
            <a:off x="43815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575" name="Line 6"/>
          <p:cNvSpPr>
            <a:spLocks noChangeShapeType="1"/>
          </p:cNvSpPr>
          <p:nvPr/>
        </p:nvSpPr>
        <p:spPr bwMode="auto">
          <a:xfrm flipV="1">
            <a:off x="57150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576" name="Text Box 7"/>
          <p:cNvSpPr txBox="1">
            <a:spLocks noChangeArrowheads="1"/>
          </p:cNvSpPr>
          <p:nvPr/>
        </p:nvSpPr>
        <p:spPr bwMode="auto">
          <a:xfrm>
            <a:off x="4283968" y="476672"/>
            <a:ext cx="151355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ngữ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577" name="Text Box 8"/>
          <p:cNvSpPr txBox="1">
            <a:spLocks noChangeArrowheads="1"/>
          </p:cNvSpPr>
          <p:nvPr/>
        </p:nvSpPr>
        <p:spPr bwMode="auto">
          <a:xfrm>
            <a:off x="6845300" y="574675"/>
            <a:ext cx="136608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578" name="Rectangle 9"/>
          <p:cNvSpPr>
            <a:spLocks noChangeArrowheads="1"/>
          </p:cNvSpPr>
          <p:nvPr/>
        </p:nvSpPr>
        <p:spPr bwMode="auto">
          <a:xfrm>
            <a:off x="381000" y="522288"/>
            <a:ext cx="8440738" cy="58531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7579" name="Picture 10" descr="0010010000082">
            <a:hlinkClick r:id="rId2"/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33780" t="-8438" r="-47173"/>
          <a:stretch>
            <a:fillRect/>
          </a:stretch>
        </p:blipFill>
        <p:spPr bwMode="auto">
          <a:xfrm>
            <a:off x="706438" y="898525"/>
            <a:ext cx="1930400" cy="815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7580" name="Picture 11" descr="0030030000082">
            <a:hlinkClick r:id="rId4"/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677" b="20699"/>
          <a:stretch>
            <a:fillRect/>
          </a:stretch>
        </p:blipFill>
        <p:spPr bwMode="auto">
          <a:xfrm>
            <a:off x="1028700" y="1828800"/>
            <a:ext cx="11811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7581" name="Rectangle 12"/>
          <p:cNvSpPr>
            <a:spLocks noChangeArrowheads="1"/>
          </p:cNvSpPr>
          <p:nvPr/>
        </p:nvSpPr>
        <p:spPr bwMode="auto">
          <a:xfrm>
            <a:off x="3189288" y="4784725"/>
            <a:ext cx="95408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giũa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Set</a:t>
            </a: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(set Files)</a:t>
            </a:r>
          </a:p>
        </p:txBody>
      </p:sp>
      <p:pic>
        <p:nvPicPr>
          <p:cNvPr id="237582" name="Picture 1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6"/>
          <a:stretch>
            <a:fillRect/>
          </a:stretch>
        </p:blipFill>
        <p:spPr bwMode="auto">
          <a:xfrm>
            <a:off x="625475" y="4619625"/>
            <a:ext cx="2066925" cy="750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7583" name="Picture 14" descr="오일 스톤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5475288"/>
            <a:ext cx="2082800" cy="88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7584" name="Picture 15" descr="0020120000012">
            <a:hlinkClick r:id="rId8"/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" y="3644900"/>
            <a:ext cx="1854200" cy="844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7585" name="Rectangle 16"/>
          <p:cNvSpPr>
            <a:spLocks noChangeArrowheads="1"/>
          </p:cNvSpPr>
          <p:nvPr/>
        </p:nvSpPr>
        <p:spPr bwMode="auto">
          <a:xfrm>
            <a:off x="3111500" y="3871913"/>
            <a:ext cx="10922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Súng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hơi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(Air guns)</a:t>
            </a:r>
          </a:p>
        </p:txBody>
      </p:sp>
      <p:sp>
        <p:nvSpPr>
          <p:cNvPr id="237586" name="Text Box 17"/>
          <p:cNvSpPr txBox="1">
            <a:spLocks noChangeArrowheads="1"/>
          </p:cNvSpPr>
          <p:nvPr/>
        </p:nvSpPr>
        <p:spPr bwMode="auto">
          <a:xfrm>
            <a:off x="3167063" y="5678488"/>
            <a:ext cx="1016000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đá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tưới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(Oil stone) </a:t>
            </a:r>
          </a:p>
        </p:txBody>
      </p:sp>
      <p:grpSp>
        <p:nvGrpSpPr>
          <p:cNvPr id="237587" name="Group 18"/>
          <p:cNvGrpSpPr>
            <a:grpSpLocks/>
          </p:cNvGrpSpPr>
          <p:nvPr/>
        </p:nvGrpSpPr>
        <p:grpSpPr bwMode="auto">
          <a:xfrm>
            <a:off x="381000" y="876300"/>
            <a:ext cx="8448675" cy="5489575"/>
            <a:chOff x="240" y="552"/>
            <a:chExt cx="5322" cy="3458"/>
          </a:xfrm>
        </p:grpSpPr>
        <p:sp>
          <p:nvSpPr>
            <p:cNvPr id="237608" name="Line 19"/>
            <p:cNvSpPr>
              <a:spLocks noChangeShapeType="1"/>
            </p:cNvSpPr>
            <p:nvPr/>
          </p:nvSpPr>
          <p:spPr bwMode="auto">
            <a:xfrm>
              <a:off x="240" y="1128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7609" name="Line 20"/>
            <p:cNvSpPr>
              <a:spLocks noChangeShapeType="1"/>
            </p:cNvSpPr>
            <p:nvPr/>
          </p:nvSpPr>
          <p:spPr bwMode="auto">
            <a:xfrm>
              <a:off x="240" y="1704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7610" name="Line 21"/>
            <p:cNvSpPr>
              <a:spLocks noChangeShapeType="1"/>
            </p:cNvSpPr>
            <p:nvPr/>
          </p:nvSpPr>
          <p:spPr bwMode="auto">
            <a:xfrm>
              <a:off x="240" y="2280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7611" name="Line 22"/>
            <p:cNvSpPr>
              <a:spLocks noChangeShapeType="1"/>
            </p:cNvSpPr>
            <p:nvPr/>
          </p:nvSpPr>
          <p:spPr bwMode="auto">
            <a:xfrm>
              <a:off x="240" y="2856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7612" name="Line 23"/>
            <p:cNvSpPr>
              <a:spLocks noChangeShapeType="1"/>
            </p:cNvSpPr>
            <p:nvPr/>
          </p:nvSpPr>
          <p:spPr bwMode="auto">
            <a:xfrm>
              <a:off x="240" y="3432"/>
              <a:ext cx="5319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7613" name="Line 24"/>
            <p:cNvSpPr>
              <a:spLocks noChangeShapeType="1"/>
            </p:cNvSpPr>
            <p:nvPr/>
          </p:nvSpPr>
          <p:spPr bwMode="auto">
            <a:xfrm>
              <a:off x="1848" y="552"/>
              <a:ext cx="0" cy="34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7614" name="Line 25"/>
            <p:cNvSpPr>
              <a:spLocks noChangeShapeType="1"/>
            </p:cNvSpPr>
            <p:nvPr/>
          </p:nvSpPr>
          <p:spPr bwMode="auto">
            <a:xfrm>
              <a:off x="2760" y="552"/>
              <a:ext cx="0" cy="344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7615" name="Line 26"/>
            <p:cNvSpPr>
              <a:spLocks noChangeShapeType="1"/>
            </p:cNvSpPr>
            <p:nvPr/>
          </p:nvSpPr>
          <p:spPr bwMode="auto">
            <a:xfrm>
              <a:off x="3600" y="552"/>
              <a:ext cx="0" cy="34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37588" name="Text Box 27"/>
          <p:cNvSpPr txBox="1">
            <a:spLocks noChangeArrowheads="1"/>
          </p:cNvSpPr>
          <p:nvPr/>
        </p:nvSpPr>
        <p:spPr bwMode="auto">
          <a:xfrm>
            <a:off x="4856623" y="5768975"/>
            <a:ext cx="36420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Đá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7589" name="Picture 28" descr="0010130000023">
            <a:hlinkClick r:id="rId10"/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2768600"/>
            <a:ext cx="1676400" cy="777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7590" name="Text Box 29"/>
          <p:cNvSpPr txBox="1">
            <a:spLocks noChangeArrowheads="1"/>
          </p:cNvSpPr>
          <p:nvPr/>
        </p:nvSpPr>
        <p:spPr bwMode="auto">
          <a:xfrm>
            <a:off x="5765801" y="2884488"/>
            <a:ext cx="3055938" cy="4186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vết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rạn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khe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hở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591" name="Rectangle 30"/>
          <p:cNvSpPr>
            <a:spLocks noChangeArrowheads="1"/>
          </p:cNvSpPr>
          <p:nvPr/>
        </p:nvSpPr>
        <p:spPr bwMode="auto">
          <a:xfrm>
            <a:off x="3109913" y="2876550"/>
            <a:ext cx="11176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(Hemmer)</a:t>
            </a:r>
          </a:p>
        </p:txBody>
      </p:sp>
      <p:sp>
        <p:nvSpPr>
          <p:cNvPr id="237592" name="Text Box 31"/>
          <p:cNvSpPr txBox="1">
            <a:spLocks noChangeArrowheads="1"/>
          </p:cNvSpPr>
          <p:nvPr/>
        </p:nvSpPr>
        <p:spPr bwMode="auto">
          <a:xfrm>
            <a:off x="1085850" y="574675"/>
            <a:ext cx="106150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237593" name="Text Box 32"/>
          <p:cNvSpPr txBox="1">
            <a:spLocks noChangeArrowheads="1"/>
          </p:cNvSpPr>
          <p:nvPr/>
        </p:nvSpPr>
        <p:spPr bwMode="auto">
          <a:xfrm>
            <a:off x="3365500" y="574675"/>
            <a:ext cx="67678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594" name="Rectangle 33"/>
          <p:cNvSpPr>
            <a:spLocks noChangeArrowheads="1"/>
          </p:cNvSpPr>
          <p:nvPr/>
        </p:nvSpPr>
        <p:spPr bwMode="auto">
          <a:xfrm>
            <a:off x="2933700" y="1058863"/>
            <a:ext cx="1422399" cy="495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(Cordless Drill)</a:t>
            </a:r>
          </a:p>
        </p:txBody>
      </p:sp>
      <p:sp>
        <p:nvSpPr>
          <p:cNvPr id="237595" name="Rectangle 34"/>
          <p:cNvSpPr>
            <a:spLocks noChangeArrowheads="1"/>
          </p:cNvSpPr>
          <p:nvPr/>
        </p:nvSpPr>
        <p:spPr bwMode="auto">
          <a:xfrm>
            <a:off x="3027363" y="1981200"/>
            <a:ext cx="1295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(Electric Drill)</a:t>
            </a:r>
          </a:p>
        </p:txBody>
      </p:sp>
      <p:sp>
        <p:nvSpPr>
          <p:cNvPr id="237596" name="Text Box 35"/>
          <p:cNvSpPr txBox="1">
            <a:spLocks noChangeArrowheads="1"/>
          </p:cNvSpPr>
          <p:nvPr/>
        </p:nvSpPr>
        <p:spPr bwMode="auto">
          <a:xfrm>
            <a:off x="5765800" y="4725988"/>
            <a:ext cx="3044825" cy="4186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giũa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597" name="Rectangle 36"/>
          <p:cNvSpPr>
            <a:spLocks noChangeArrowheads="1"/>
          </p:cNvSpPr>
          <p:nvPr/>
        </p:nvSpPr>
        <p:spPr bwMode="auto">
          <a:xfrm>
            <a:off x="4535488" y="4891088"/>
            <a:ext cx="9398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Giũa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598" name="Text Box 37"/>
          <p:cNvSpPr txBox="1">
            <a:spLocks noChangeArrowheads="1"/>
          </p:cNvSpPr>
          <p:nvPr/>
        </p:nvSpPr>
        <p:spPr bwMode="auto">
          <a:xfrm>
            <a:off x="5765801" y="5665788"/>
            <a:ext cx="3068638" cy="6001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giũa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chi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dáng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599" name="Text Box 38"/>
          <p:cNvSpPr txBox="1">
            <a:spLocks noChangeArrowheads="1"/>
          </p:cNvSpPr>
          <p:nvPr/>
        </p:nvSpPr>
        <p:spPr bwMode="auto">
          <a:xfrm>
            <a:off x="5765800" y="3773488"/>
            <a:ext cx="3044825" cy="4186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bỏ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vệ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bụi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bẩn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ở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600" name="Text Box 39"/>
          <p:cNvSpPr txBox="1">
            <a:spLocks noChangeArrowheads="1"/>
          </p:cNvSpPr>
          <p:nvPr/>
        </p:nvSpPr>
        <p:spPr bwMode="auto">
          <a:xfrm>
            <a:off x="5765801" y="979488"/>
            <a:ext cx="3055938" cy="7571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đục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mọi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lúc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mọi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601" name="Text Box 40"/>
          <p:cNvSpPr txBox="1">
            <a:spLocks noChangeArrowheads="1"/>
          </p:cNvSpPr>
          <p:nvPr/>
        </p:nvSpPr>
        <p:spPr bwMode="auto">
          <a:xfrm>
            <a:off x="5765800" y="2095500"/>
            <a:ext cx="3163045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lỗ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602" name="Rectangle 41"/>
          <p:cNvSpPr>
            <a:spLocks noChangeArrowheads="1"/>
          </p:cNvSpPr>
          <p:nvPr/>
        </p:nvSpPr>
        <p:spPr bwMode="auto">
          <a:xfrm>
            <a:off x="4644008" y="4038600"/>
            <a:ext cx="83820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Súng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bắn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hơi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603" name="Rectangle 42"/>
          <p:cNvSpPr>
            <a:spLocks noChangeArrowheads="1"/>
          </p:cNvSpPr>
          <p:nvPr/>
        </p:nvSpPr>
        <p:spPr bwMode="auto">
          <a:xfrm>
            <a:off x="4495800" y="2971800"/>
            <a:ext cx="1143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Uretan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búa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Colk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604" name="Rectangle 43"/>
          <p:cNvSpPr>
            <a:spLocks noChangeArrowheads="1"/>
          </p:cNvSpPr>
          <p:nvPr/>
        </p:nvSpPr>
        <p:spPr bwMode="auto">
          <a:xfrm>
            <a:off x="4355976" y="1066800"/>
            <a:ext cx="1416024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sạc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605" name="Rectangle 44"/>
          <p:cNvSpPr>
            <a:spLocks noChangeArrowheads="1"/>
          </p:cNvSpPr>
          <p:nvPr/>
        </p:nvSpPr>
        <p:spPr bwMode="auto">
          <a:xfrm>
            <a:off x="4283968" y="1844824"/>
            <a:ext cx="1448544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ko-KR" altLang="en-US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đục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kính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606" name="Rectangle 47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607" name="Rectangle 48"/>
          <p:cNvSpPr>
            <a:spLocks noGrp="1" noChangeArrowheads="1"/>
          </p:cNvSpPr>
          <p:nvPr>
            <p:ph type="title" idx="4294967295"/>
          </p:nvPr>
        </p:nvSpPr>
        <p:spPr>
          <a:xfrm>
            <a:off x="4535488" y="-79662"/>
            <a:ext cx="4500562" cy="584775"/>
          </a:xfrm>
        </p:spPr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8698523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55AE33AC-0F78-4881-B7D5-F25A5D932043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213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38595" name="Rectangle 2"/>
          <p:cNvSpPr>
            <a:spLocks noChangeArrowheads="1"/>
          </p:cNvSpPr>
          <p:nvPr/>
        </p:nvSpPr>
        <p:spPr bwMode="auto">
          <a:xfrm>
            <a:off x="385763" y="514350"/>
            <a:ext cx="8424862" cy="3540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endParaRPr lang="ko-KR" altLang="ko-KR" sz="1200" b="1">
              <a:solidFill>
                <a:schemeClr val="tx1"/>
              </a:solidFill>
            </a:endParaRPr>
          </a:p>
        </p:txBody>
      </p:sp>
      <p:sp>
        <p:nvSpPr>
          <p:cNvPr id="238596" name="Line 3"/>
          <p:cNvSpPr>
            <a:spLocks noChangeShapeType="1"/>
          </p:cNvSpPr>
          <p:nvPr/>
        </p:nvSpPr>
        <p:spPr bwMode="auto">
          <a:xfrm>
            <a:off x="381000" y="876300"/>
            <a:ext cx="845343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597" name="Line 4"/>
          <p:cNvSpPr>
            <a:spLocks noChangeShapeType="1"/>
          </p:cNvSpPr>
          <p:nvPr/>
        </p:nvSpPr>
        <p:spPr bwMode="auto">
          <a:xfrm flipV="1">
            <a:off x="29337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238598" name="Line 5"/>
          <p:cNvSpPr>
            <a:spLocks noChangeShapeType="1"/>
          </p:cNvSpPr>
          <p:nvPr/>
        </p:nvSpPr>
        <p:spPr bwMode="auto">
          <a:xfrm flipV="1">
            <a:off x="43815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238599" name="Line 6"/>
          <p:cNvSpPr>
            <a:spLocks noChangeShapeType="1"/>
          </p:cNvSpPr>
          <p:nvPr/>
        </p:nvSpPr>
        <p:spPr bwMode="auto">
          <a:xfrm flipV="1">
            <a:off x="57150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238600" name="Text Box 7"/>
          <p:cNvSpPr txBox="1">
            <a:spLocks noChangeArrowheads="1"/>
          </p:cNvSpPr>
          <p:nvPr/>
        </p:nvSpPr>
        <p:spPr bwMode="auto">
          <a:xfrm>
            <a:off x="4283968" y="476672"/>
            <a:ext cx="151355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ngữ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01" name="Text Box 8"/>
          <p:cNvSpPr txBox="1">
            <a:spLocks noChangeArrowheads="1"/>
          </p:cNvSpPr>
          <p:nvPr/>
        </p:nvSpPr>
        <p:spPr bwMode="auto">
          <a:xfrm>
            <a:off x="6845300" y="574675"/>
            <a:ext cx="136608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02" name="Rectangle 9"/>
          <p:cNvSpPr>
            <a:spLocks noChangeArrowheads="1"/>
          </p:cNvSpPr>
          <p:nvPr/>
        </p:nvSpPr>
        <p:spPr bwMode="auto">
          <a:xfrm>
            <a:off x="3071813" y="1052513"/>
            <a:ext cx="1181100" cy="554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(Nipper)</a:t>
            </a: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(cutting Pliers)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03" name="Rectangle 10"/>
          <p:cNvSpPr>
            <a:spLocks noChangeArrowheads="1"/>
          </p:cNvSpPr>
          <p:nvPr/>
        </p:nvSpPr>
        <p:spPr bwMode="auto">
          <a:xfrm>
            <a:off x="2971800" y="2095500"/>
            <a:ext cx="13970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(Long Nose pliers)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04" name="Rectangle 11"/>
          <p:cNvSpPr>
            <a:spLocks noChangeArrowheads="1"/>
          </p:cNvSpPr>
          <p:nvPr/>
        </p:nvSpPr>
        <p:spPr bwMode="auto">
          <a:xfrm>
            <a:off x="381000" y="522288"/>
            <a:ext cx="8440738" cy="58531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238605" name="Text Box 12"/>
          <p:cNvSpPr txBox="1">
            <a:spLocks noChangeArrowheads="1"/>
          </p:cNvSpPr>
          <p:nvPr/>
        </p:nvSpPr>
        <p:spPr bwMode="auto">
          <a:xfrm>
            <a:off x="3013757" y="3886200"/>
            <a:ext cx="130356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(Hand stripper)</a:t>
            </a:r>
          </a:p>
        </p:txBody>
      </p:sp>
      <p:sp>
        <p:nvSpPr>
          <p:cNvPr id="238606" name="Text Box 13"/>
          <p:cNvSpPr txBox="1">
            <a:spLocks noChangeArrowheads="1"/>
          </p:cNvSpPr>
          <p:nvPr/>
        </p:nvSpPr>
        <p:spPr bwMode="auto">
          <a:xfrm>
            <a:off x="3052414" y="5743575"/>
            <a:ext cx="130356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bấm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07" name="Text Box 14"/>
          <p:cNvSpPr txBox="1">
            <a:spLocks noChangeArrowheads="1"/>
          </p:cNvSpPr>
          <p:nvPr/>
        </p:nvSpPr>
        <p:spPr bwMode="auto">
          <a:xfrm>
            <a:off x="2919413" y="4678363"/>
            <a:ext cx="1455737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bấm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cosse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(Terminal Crimping Tool)</a:t>
            </a:r>
          </a:p>
        </p:txBody>
      </p:sp>
      <p:sp>
        <p:nvSpPr>
          <p:cNvPr id="238608" name="Text Box 15"/>
          <p:cNvSpPr txBox="1">
            <a:spLocks noChangeArrowheads="1"/>
          </p:cNvSpPr>
          <p:nvPr/>
        </p:nvSpPr>
        <p:spPr bwMode="auto">
          <a:xfrm>
            <a:off x="3052914" y="2944813"/>
            <a:ext cx="12490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tuốt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(Auto Stripper)</a:t>
            </a:r>
          </a:p>
        </p:txBody>
      </p:sp>
      <p:grpSp>
        <p:nvGrpSpPr>
          <p:cNvPr id="238609" name="Group 16"/>
          <p:cNvGrpSpPr>
            <a:grpSpLocks/>
          </p:cNvGrpSpPr>
          <p:nvPr/>
        </p:nvGrpSpPr>
        <p:grpSpPr bwMode="auto">
          <a:xfrm>
            <a:off x="381000" y="876300"/>
            <a:ext cx="8448675" cy="5489575"/>
            <a:chOff x="240" y="552"/>
            <a:chExt cx="5322" cy="3458"/>
          </a:xfrm>
        </p:grpSpPr>
        <p:sp>
          <p:nvSpPr>
            <p:cNvPr id="238632" name="Line 17"/>
            <p:cNvSpPr>
              <a:spLocks noChangeShapeType="1"/>
            </p:cNvSpPr>
            <p:nvPr/>
          </p:nvSpPr>
          <p:spPr bwMode="auto">
            <a:xfrm>
              <a:off x="240" y="1128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8633" name="Line 18"/>
            <p:cNvSpPr>
              <a:spLocks noChangeShapeType="1"/>
            </p:cNvSpPr>
            <p:nvPr/>
          </p:nvSpPr>
          <p:spPr bwMode="auto">
            <a:xfrm>
              <a:off x="240" y="1704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8634" name="Line 19"/>
            <p:cNvSpPr>
              <a:spLocks noChangeShapeType="1"/>
            </p:cNvSpPr>
            <p:nvPr/>
          </p:nvSpPr>
          <p:spPr bwMode="auto">
            <a:xfrm>
              <a:off x="240" y="2280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8635" name="Line 20"/>
            <p:cNvSpPr>
              <a:spLocks noChangeShapeType="1"/>
            </p:cNvSpPr>
            <p:nvPr/>
          </p:nvSpPr>
          <p:spPr bwMode="auto">
            <a:xfrm>
              <a:off x="240" y="2856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8636" name="Line 21"/>
            <p:cNvSpPr>
              <a:spLocks noChangeShapeType="1"/>
            </p:cNvSpPr>
            <p:nvPr/>
          </p:nvSpPr>
          <p:spPr bwMode="auto">
            <a:xfrm>
              <a:off x="240" y="3432"/>
              <a:ext cx="5319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8637" name="Line 22"/>
            <p:cNvSpPr>
              <a:spLocks noChangeShapeType="1"/>
            </p:cNvSpPr>
            <p:nvPr/>
          </p:nvSpPr>
          <p:spPr bwMode="auto">
            <a:xfrm>
              <a:off x="1848" y="552"/>
              <a:ext cx="0" cy="34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8638" name="Line 23"/>
            <p:cNvSpPr>
              <a:spLocks noChangeShapeType="1"/>
            </p:cNvSpPr>
            <p:nvPr/>
          </p:nvSpPr>
          <p:spPr bwMode="auto">
            <a:xfrm>
              <a:off x="2760" y="552"/>
              <a:ext cx="0" cy="344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8639" name="Line 24"/>
            <p:cNvSpPr>
              <a:spLocks noChangeShapeType="1"/>
            </p:cNvSpPr>
            <p:nvPr/>
          </p:nvSpPr>
          <p:spPr bwMode="auto">
            <a:xfrm>
              <a:off x="3600" y="552"/>
              <a:ext cx="0" cy="34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38610" name="Text Box 25"/>
          <p:cNvSpPr txBox="1">
            <a:spLocks noChangeArrowheads="1"/>
          </p:cNvSpPr>
          <p:nvPr/>
        </p:nvSpPr>
        <p:spPr bwMode="auto">
          <a:xfrm>
            <a:off x="1085850" y="574675"/>
            <a:ext cx="106150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238611" name="Text Box 26"/>
          <p:cNvSpPr txBox="1">
            <a:spLocks noChangeArrowheads="1"/>
          </p:cNvSpPr>
          <p:nvPr/>
        </p:nvSpPr>
        <p:spPr bwMode="auto">
          <a:xfrm>
            <a:off x="3365500" y="574675"/>
            <a:ext cx="67678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12" name="Text Box 27"/>
          <p:cNvSpPr txBox="1">
            <a:spLocks noChangeArrowheads="1"/>
          </p:cNvSpPr>
          <p:nvPr/>
        </p:nvSpPr>
        <p:spPr bwMode="auto">
          <a:xfrm>
            <a:off x="5765800" y="1004888"/>
            <a:ext cx="3059113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bóc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vỏ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13" name="Text Box 28"/>
          <p:cNvSpPr txBox="1">
            <a:spLocks noChangeArrowheads="1"/>
          </p:cNvSpPr>
          <p:nvPr/>
        </p:nvSpPr>
        <p:spPr bwMode="auto">
          <a:xfrm>
            <a:off x="5765800" y="2019300"/>
            <a:ext cx="2629246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14" name="Text Box 29"/>
          <p:cNvSpPr txBox="1">
            <a:spLocks noChangeArrowheads="1"/>
          </p:cNvSpPr>
          <p:nvPr/>
        </p:nvSpPr>
        <p:spPr bwMode="auto">
          <a:xfrm>
            <a:off x="5765800" y="2846388"/>
            <a:ext cx="2971800" cy="6001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tuốt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vỏ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tiện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lợi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15" name="Text Box 30"/>
          <p:cNvSpPr txBox="1">
            <a:spLocks noChangeArrowheads="1"/>
          </p:cNvSpPr>
          <p:nvPr/>
        </p:nvSpPr>
        <p:spPr bwMode="auto">
          <a:xfrm>
            <a:off x="5765801" y="3836988"/>
            <a:ext cx="3068638" cy="2493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tuốt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vỏ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16" name="Text Box 31"/>
          <p:cNvSpPr txBox="1">
            <a:spLocks noChangeArrowheads="1"/>
          </p:cNvSpPr>
          <p:nvPr/>
        </p:nvSpPr>
        <p:spPr bwMode="auto">
          <a:xfrm>
            <a:off x="5765800" y="4751388"/>
            <a:ext cx="3068639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ngậm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bấm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17" name="Text Box 32"/>
          <p:cNvSpPr txBox="1">
            <a:spLocks noChangeArrowheads="1"/>
          </p:cNvSpPr>
          <p:nvPr/>
        </p:nvSpPr>
        <p:spPr bwMode="auto">
          <a:xfrm>
            <a:off x="5765800" y="5576888"/>
            <a:ext cx="3068639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ngậm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bấm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Connector Pin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8618" name="Picture 33" descr="0010110000072">
            <a:hlinkClick r:id="rId2"/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4700588"/>
            <a:ext cx="1985963" cy="606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8619" name="Picture 34" descr="0010110000052">
            <a:hlinkClick r:id="rId4"/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25" y="5529263"/>
            <a:ext cx="2320925" cy="769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8620" name="Picture 35" descr="0010110000032">
            <a:hlinkClick r:id="rId6"/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3263" y="3789363"/>
            <a:ext cx="1931987" cy="565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8621" name="Picture 36" descr="0010110000043">
            <a:hlinkClick r:id="rId8"/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025" y="2768600"/>
            <a:ext cx="1836738" cy="738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8622" name="Picture 37" descr="라디오뺀찌">
            <a:hlinkClick r:id="rId10"/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114"/>
          <a:stretch>
            <a:fillRect/>
          </a:stretch>
        </p:blipFill>
        <p:spPr bwMode="auto">
          <a:xfrm>
            <a:off x="647700" y="1930400"/>
            <a:ext cx="1981200" cy="687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8623" name="Picture 38" descr="니퍼">
            <a:hlinkClick r:id="rId12"/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0400" y="1016000"/>
            <a:ext cx="1949450" cy="681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8624" name="Rectangle 39"/>
          <p:cNvSpPr>
            <a:spLocks noChangeArrowheads="1"/>
          </p:cNvSpPr>
          <p:nvPr/>
        </p:nvSpPr>
        <p:spPr bwMode="auto">
          <a:xfrm>
            <a:off x="4648200" y="1087438"/>
            <a:ext cx="812800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25" name="Rectangle 40"/>
          <p:cNvSpPr>
            <a:spLocks noChangeArrowheads="1"/>
          </p:cNvSpPr>
          <p:nvPr/>
        </p:nvSpPr>
        <p:spPr bwMode="auto">
          <a:xfrm>
            <a:off x="4499992" y="2052638"/>
            <a:ext cx="10668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mũi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26" name="Rectangle 41"/>
          <p:cNvSpPr>
            <a:spLocks noChangeArrowheads="1"/>
          </p:cNvSpPr>
          <p:nvPr/>
        </p:nvSpPr>
        <p:spPr bwMode="auto">
          <a:xfrm>
            <a:off x="4451350" y="3040063"/>
            <a:ext cx="11176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tuốt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27" name="Rectangle 42"/>
          <p:cNvSpPr>
            <a:spLocks noChangeArrowheads="1"/>
          </p:cNvSpPr>
          <p:nvPr/>
        </p:nvSpPr>
        <p:spPr bwMode="auto">
          <a:xfrm>
            <a:off x="4648200" y="3956050"/>
            <a:ext cx="7620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tuốt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28" name="Rectangle 43"/>
          <p:cNvSpPr>
            <a:spLocks noChangeArrowheads="1"/>
          </p:cNvSpPr>
          <p:nvPr/>
        </p:nvSpPr>
        <p:spPr bwMode="auto">
          <a:xfrm>
            <a:off x="4503738" y="4838700"/>
            <a:ext cx="10668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bấm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cosse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29" name="Rectangle 44"/>
          <p:cNvSpPr>
            <a:spLocks noChangeArrowheads="1"/>
          </p:cNvSpPr>
          <p:nvPr/>
        </p:nvSpPr>
        <p:spPr bwMode="auto">
          <a:xfrm>
            <a:off x="4776788" y="5775325"/>
            <a:ext cx="5334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bấm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30" name="Rectangle 47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31" name="Rectangle 48"/>
          <p:cNvSpPr>
            <a:spLocks noGrp="1" noChangeArrowheads="1"/>
          </p:cNvSpPr>
          <p:nvPr>
            <p:ph type="title" idx="4294967295"/>
          </p:nvPr>
        </p:nvSpPr>
        <p:spPr>
          <a:xfrm>
            <a:off x="4503738" y="-79662"/>
            <a:ext cx="4532312" cy="584775"/>
          </a:xfrm>
        </p:spPr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2112859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8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6A8C2016-5FD2-4EB2-931D-BB3EA4C6C0AA}" type="slidenum">
              <a:rPr lang="en-US" altLang="ko-KR" sz="1400" smtClean="0">
                <a:solidFill>
                  <a:schemeClr val="tx1"/>
                </a:solidFill>
              </a:rPr>
              <a:pPr eaLnBrk="1" hangingPunct="1"/>
              <a:t>214</a:t>
            </a:fld>
            <a:endParaRPr lang="en-US" altLang="ko-KR" sz="1400" smtClean="0">
              <a:solidFill>
                <a:schemeClr val="tx1"/>
              </a:solidFill>
            </a:endParaRPr>
          </a:p>
        </p:txBody>
      </p:sp>
      <p:sp>
        <p:nvSpPr>
          <p:cNvPr id="239619" name="Rectangle 2"/>
          <p:cNvSpPr>
            <a:spLocks noChangeArrowheads="1"/>
          </p:cNvSpPr>
          <p:nvPr/>
        </p:nvSpPr>
        <p:spPr bwMode="auto">
          <a:xfrm>
            <a:off x="385763" y="514350"/>
            <a:ext cx="8424862" cy="3540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endParaRPr lang="ko-KR" altLang="ko-KR" sz="1200" b="1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20" name="Line 3"/>
          <p:cNvSpPr>
            <a:spLocks noChangeShapeType="1"/>
          </p:cNvSpPr>
          <p:nvPr/>
        </p:nvSpPr>
        <p:spPr bwMode="auto">
          <a:xfrm>
            <a:off x="381000" y="876300"/>
            <a:ext cx="845343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21" name="Line 4"/>
          <p:cNvSpPr>
            <a:spLocks noChangeShapeType="1"/>
          </p:cNvSpPr>
          <p:nvPr/>
        </p:nvSpPr>
        <p:spPr bwMode="auto">
          <a:xfrm flipV="1">
            <a:off x="29337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22" name="Line 5"/>
          <p:cNvSpPr>
            <a:spLocks noChangeShapeType="1"/>
          </p:cNvSpPr>
          <p:nvPr/>
        </p:nvSpPr>
        <p:spPr bwMode="auto">
          <a:xfrm flipV="1">
            <a:off x="43815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23" name="Line 6"/>
          <p:cNvSpPr>
            <a:spLocks noChangeShapeType="1"/>
          </p:cNvSpPr>
          <p:nvPr/>
        </p:nvSpPr>
        <p:spPr bwMode="auto">
          <a:xfrm flipV="1">
            <a:off x="57150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24" name="Text Box 7"/>
          <p:cNvSpPr txBox="1">
            <a:spLocks noChangeArrowheads="1"/>
          </p:cNvSpPr>
          <p:nvPr/>
        </p:nvSpPr>
        <p:spPr bwMode="auto">
          <a:xfrm>
            <a:off x="4283968" y="476672"/>
            <a:ext cx="151355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ngữ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25" name="Text Box 8"/>
          <p:cNvSpPr txBox="1">
            <a:spLocks noChangeArrowheads="1"/>
          </p:cNvSpPr>
          <p:nvPr/>
        </p:nvSpPr>
        <p:spPr bwMode="auto">
          <a:xfrm>
            <a:off x="6845300" y="574675"/>
            <a:ext cx="136608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26" name="Rectangle 9"/>
          <p:cNvSpPr>
            <a:spLocks noChangeArrowheads="1"/>
          </p:cNvSpPr>
          <p:nvPr/>
        </p:nvSpPr>
        <p:spPr bwMode="auto">
          <a:xfrm>
            <a:off x="3124200" y="2973388"/>
            <a:ext cx="109220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(Pipe Cutters)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27" name="Rectangle 10"/>
          <p:cNvSpPr>
            <a:spLocks noChangeArrowheads="1"/>
          </p:cNvSpPr>
          <p:nvPr/>
        </p:nvSpPr>
        <p:spPr bwMode="auto">
          <a:xfrm>
            <a:off x="381000" y="522288"/>
            <a:ext cx="8440738" cy="58531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9628" name="Picture 11" descr="0040020000062">
            <a:hlinkClick r:id="rId2"/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4724400"/>
            <a:ext cx="762000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9629" name="Picture 12" descr="0040020000053">
            <a:hlinkClick r:id="rId4"/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4689475"/>
            <a:ext cx="9906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9630" name="Picture 13" descr="0040020000043">
            <a:hlinkClick r:id="rId6"/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4776788"/>
            <a:ext cx="685800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9631" name="Rectangle 14"/>
          <p:cNvSpPr>
            <a:spLocks noChangeArrowheads="1"/>
          </p:cNvSpPr>
          <p:nvPr/>
        </p:nvSpPr>
        <p:spPr bwMode="auto">
          <a:xfrm>
            <a:off x="4572000" y="4800600"/>
            <a:ext cx="952500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9632" name="Picture 15" descr="슈퍼동파이프캇타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700" y="2730500"/>
            <a:ext cx="2019300" cy="876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9633" name="Picture 16" descr="슈퍼파이프확강기셋트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189" b="-258"/>
          <a:stretch>
            <a:fillRect/>
          </a:stretch>
        </p:blipFill>
        <p:spPr bwMode="auto">
          <a:xfrm>
            <a:off x="647700" y="3644900"/>
            <a:ext cx="2019300" cy="871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9634" name="Picture 17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50"/>
          <a:stretch>
            <a:fillRect/>
          </a:stretch>
        </p:blipFill>
        <p:spPr bwMode="auto">
          <a:xfrm>
            <a:off x="800100" y="5545138"/>
            <a:ext cx="1790700" cy="741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39635" name="Group 18"/>
          <p:cNvGrpSpPr>
            <a:grpSpLocks/>
          </p:cNvGrpSpPr>
          <p:nvPr/>
        </p:nvGrpSpPr>
        <p:grpSpPr bwMode="auto">
          <a:xfrm>
            <a:off x="381000" y="876300"/>
            <a:ext cx="8448675" cy="5489575"/>
            <a:chOff x="240" y="552"/>
            <a:chExt cx="5322" cy="3458"/>
          </a:xfrm>
        </p:grpSpPr>
        <p:sp>
          <p:nvSpPr>
            <p:cNvPr id="239658" name="Line 19"/>
            <p:cNvSpPr>
              <a:spLocks noChangeShapeType="1"/>
            </p:cNvSpPr>
            <p:nvPr/>
          </p:nvSpPr>
          <p:spPr bwMode="auto">
            <a:xfrm>
              <a:off x="240" y="1128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9659" name="Line 20"/>
            <p:cNvSpPr>
              <a:spLocks noChangeShapeType="1"/>
            </p:cNvSpPr>
            <p:nvPr/>
          </p:nvSpPr>
          <p:spPr bwMode="auto">
            <a:xfrm>
              <a:off x="240" y="1704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9660" name="Line 21"/>
            <p:cNvSpPr>
              <a:spLocks noChangeShapeType="1"/>
            </p:cNvSpPr>
            <p:nvPr/>
          </p:nvSpPr>
          <p:spPr bwMode="auto">
            <a:xfrm>
              <a:off x="240" y="2280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9661" name="Line 22"/>
            <p:cNvSpPr>
              <a:spLocks noChangeShapeType="1"/>
            </p:cNvSpPr>
            <p:nvPr/>
          </p:nvSpPr>
          <p:spPr bwMode="auto">
            <a:xfrm>
              <a:off x="240" y="2856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9662" name="Line 23"/>
            <p:cNvSpPr>
              <a:spLocks noChangeShapeType="1"/>
            </p:cNvSpPr>
            <p:nvPr/>
          </p:nvSpPr>
          <p:spPr bwMode="auto">
            <a:xfrm>
              <a:off x="240" y="3432"/>
              <a:ext cx="5319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9663" name="Line 24"/>
            <p:cNvSpPr>
              <a:spLocks noChangeShapeType="1"/>
            </p:cNvSpPr>
            <p:nvPr/>
          </p:nvSpPr>
          <p:spPr bwMode="auto">
            <a:xfrm>
              <a:off x="1848" y="552"/>
              <a:ext cx="0" cy="34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9664" name="Line 25"/>
            <p:cNvSpPr>
              <a:spLocks noChangeShapeType="1"/>
            </p:cNvSpPr>
            <p:nvPr/>
          </p:nvSpPr>
          <p:spPr bwMode="auto">
            <a:xfrm>
              <a:off x="2760" y="552"/>
              <a:ext cx="0" cy="344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9665" name="Line 26"/>
            <p:cNvSpPr>
              <a:spLocks noChangeShapeType="1"/>
            </p:cNvSpPr>
            <p:nvPr/>
          </p:nvSpPr>
          <p:spPr bwMode="auto">
            <a:xfrm>
              <a:off x="3600" y="552"/>
              <a:ext cx="0" cy="34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39636" name="Text Box 27"/>
          <p:cNvSpPr txBox="1">
            <a:spLocks noChangeArrowheads="1"/>
          </p:cNvSpPr>
          <p:nvPr/>
        </p:nvSpPr>
        <p:spPr bwMode="auto">
          <a:xfrm>
            <a:off x="1085850" y="574675"/>
            <a:ext cx="106150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239637" name="Text Box 28"/>
          <p:cNvSpPr txBox="1">
            <a:spLocks noChangeArrowheads="1"/>
          </p:cNvSpPr>
          <p:nvPr/>
        </p:nvSpPr>
        <p:spPr bwMode="auto">
          <a:xfrm>
            <a:off x="3365500" y="574675"/>
            <a:ext cx="67678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38" name="Rectangle 29"/>
          <p:cNvSpPr>
            <a:spLocks noChangeArrowheads="1"/>
          </p:cNvSpPr>
          <p:nvPr/>
        </p:nvSpPr>
        <p:spPr bwMode="auto">
          <a:xfrm>
            <a:off x="3022476" y="3886200"/>
            <a:ext cx="13335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(Pipe Cuter Set)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39" name="Rectangle 30"/>
          <p:cNvSpPr>
            <a:spLocks noChangeArrowheads="1"/>
          </p:cNvSpPr>
          <p:nvPr/>
        </p:nvSpPr>
        <p:spPr bwMode="auto">
          <a:xfrm>
            <a:off x="3124200" y="4710113"/>
            <a:ext cx="1092200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PVP 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(PVP Cutter)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40" name="Rectangle 31"/>
          <p:cNvSpPr>
            <a:spLocks noChangeArrowheads="1"/>
          </p:cNvSpPr>
          <p:nvPr/>
        </p:nvSpPr>
        <p:spPr bwMode="auto">
          <a:xfrm>
            <a:off x="3036888" y="5715000"/>
            <a:ext cx="12192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(Pipe Wrenches)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41" name="Text Box 32"/>
          <p:cNvSpPr txBox="1">
            <a:spLocks noChangeArrowheads="1"/>
          </p:cNvSpPr>
          <p:nvPr/>
        </p:nvSpPr>
        <p:spPr bwMode="auto">
          <a:xfrm>
            <a:off x="5791201" y="5638800"/>
            <a:ext cx="3030538" cy="7571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nước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gas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rộng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42" name="Text Box 33"/>
          <p:cNvSpPr txBox="1">
            <a:spLocks noChangeArrowheads="1"/>
          </p:cNvSpPr>
          <p:nvPr/>
        </p:nvSpPr>
        <p:spPr bwMode="auto">
          <a:xfrm>
            <a:off x="5791200" y="3049588"/>
            <a:ext cx="2282997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43" name="Text Box 34"/>
          <p:cNvSpPr txBox="1">
            <a:spLocks noChangeArrowheads="1"/>
          </p:cNvSpPr>
          <p:nvPr/>
        </p:nvSpPr>
        <p:spPr bwMode="auto">
          <a:xfrm>
            <a:off x="5791200" y="3962400"/>
            <a:ext cx="817853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44" name="Text Box 35"/>
          <p:cNvSpPr txBox="1">
            <a:spLocks noChangeArrowheads="1"/>
          </p:cNvSpPr>
          <p:nvPr/>
        </p:nvSpPr>
        <p:spPr bwMode="auto">
          <a:xfrm>
            <a:off x="5791200" y="4660900"/>
            <a:ext cx="1946367" cy="6001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PVC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PVC 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45" name="Rectangle 36"/>
          <p:cNvSpPr>
            <a:spLocks noChangeArrowheads="1"/>
          </p:cNvSpPr>
          <p:nvPr/>
        </p:nvSpPr>
        <p:spPr bwMode="auto">
          <a:xfrm>
            <a:off x="4470400" y="2973388"/>
            <a:ext cx="1092200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riêng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46" name="Rectangle 37"/>
          <p:cNvSpPr>
            <a:spLocks noChangeArrowheads="1"/>
          </p:cNvSpPr>
          <p:nvPr/>
        </p:nvSpPr>
        <p:spPr bwMode="auto">
          <a:xfrm>
            <a:off x="4470400" y="3962400"/>
            <a:ext cx="1168400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riêng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47" name="Rectangle 38"/>
          <p:cNvSpPr>
            <a:spLocks noChangeArrowheads="1"/>
          </p:cNvSpPr>
          <p:nvPr/>
        </p:nvSpPr>
        <p:spPr bwMode="auto">
          <a:xfrm>
            <a:off x="4419600" y="5518150"/>
            <a:ext cx="1295400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lết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ngậm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ngậm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9648" name="Picture 39" descr="뻰찌2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" y="990600"/>
            <a:ext cx="1752600" cy="71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9649" name="Rectangle 40"/>
          <p:cNvSpPr>
            <a:spLocks noChangeArrowheads="1"/>
          </p:cNvSpPr>
          <p:nvPr/>
        </p:nvSpPr>
        <p:spPr bwMode="auto">
          <a:xfrm>
            <a:off x="3048000" y="1082675"/>
            <a:ext cx="1219200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(Side cutting </a:t>
            </a: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pliers)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50" name="Text Box 41"/>
          <p:cNvSpPr txBox="1">
            <a:spLocks noChangeArrowheads="1"/>
          </p:cNvSpPr>
          <p:nvPr/>
        </p:nvSpPr>
        <p:spPr bwMode="auto">
          <a:xfrm>
            <a:off x="5791200" y="1066800"/>
            <a:ext cx="2311851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dây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10000"/>
              </a:lnSpc>
            </a:pP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51" name="Rectangle 42"/>
          <p:cNvSpPr>
            <a:spLocks noChangeArrowheads="1"/>
          </p:cNvSpPr>
          <p:nvPr/>
        </p:nvSpPr>
        <p:spPr bwMode="auto">
          <a:xfrm>
            <a:off x="4470400" y="1066800"/>
            <a:ext cx="109220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52" name="Rectangle 43"/>
          <p:cNvSpPr>
            <a:spLocks noChangeArrowheads="1"/>
          </p:cNvSpPr>
          <p:nvPr/>
        </p:nvSpPr>
        <p:spPr bwMode="auto">
          <a:xfrm>
            <a:off x="3048000" y="2025650"/>
            <a:ext cx="12192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Ê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tô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(Bench vices)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53" name="Text Box 44"/>
          <p:cNvSpPr txBox="1">
            <a:spLocks noChangeArrowheads="1"/>
          </p:cNvSpPr>
          <p:nvPr/>
        </p:nvSpPr>
        <p:spPr bwMode="auto">
          <a:xfrm>
            <a:off x="5791200" y="2009775"/>
            <a:ext cx="3019425" cy="5879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ngậm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giũa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giáp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54" name="Rectangle 45"/>
          <p:cNvSpPr>
            <a:spLocks noChangeArrowheads="1"/>
          </p:cNvSpPr>
          <p:nvPr/>
        </p:nvSpPr>
        <p:spPr bwMode="auto">
          <a:xfrm>
            <a:off x="4470400" y="1844824"/>
            <a:ext cx="1092200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miệng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39655" name="Picture 46" descr="탁상바이스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550" y="1866900"/>
            <a:ext cx="1409700" cy="74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9656" name="Rectangle 49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57" name="Rectangle 50"/>
          <p:cNvSpPr>
            <a:spLocks noGrp="1" noChangeArrowheads="1"/>
          </p:cNvSpPr>
          <p:nvPr>
            <p:ph type="title" idx="4294967295"/>
          </p:nvPr>
        </p:nvSpPr>
        <p:spPr>
          <a:xfrm>
            <a:off x="4607719" y="-79662"/>
            <a:ext cx="4428331" cy="584775"/>
          </a:xfrm>
        </p:spPr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726463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2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71C7C05A-B976-4BAC-BE33-37D90CE2286E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215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43" name="Rectangle 2"/>
          <p:cNvSpPr>
            <a:spLocks noChangeArrowheads="1"/>
          </p:cNvSpPr>
          <p:nvPr/>
        </p:nvSpPr>
        <p:spPr bwMode="auto">
          <a:xfrm>
            <a:off x="385763" y="514350"/>
            <a:ext cx="8424862" cy="3540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endParaRPr lang="ko-KR" altLang="ko-KR" sz="1200" b="1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44" name="Line 3"/>
          <p:cNvSpPr>
            <a:spLocks noChangeShapeType="1"/>
          </p:cNvSpPr>
          <p:nvPr/>
        </p:nvSpPr>
        <p:spPr bwMode="auto">
          <a:xfrm>
            <a:off x="381000" y="876300"/>
            <a:ext cx="845343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45" name="Line 4"/>
          <p:cNvSpPr>
            <a:spLocks noChangeShapeType="1"/>
          </p:cNvSpPr>
          <p:nvPr/>
        </p:nvSpPr>
        <p:spPr bwMode="auto">
          <a:xfrm flipV="1">
            <a:off x="29337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46" name="Line 5"/>
          <p:cNvSpPr>
            <a:spLocks noChangeShapeType="1"/>
          </p:cNvSpPr>
          <p:nvPr/>
        </p:nvSpPr>
        <p:spPr bwMode="auto">
          <a:xfrm flipV="1">
            <a:off x="43815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47" name="Line 6"/>
          <p:cNvSpPr>
            <a:spLocks noChangeShapeType="1"/>
          </p:cNvSpPr>
          <p:nvPr/>
        </p:nvSpPr>
        <p:spPr bwMode="auto">
          <a:xfrm flipV="1">
            <a:off x="57150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48" name="Rectangle 7"/>
          <p:cNvSpPr>
            <a:spLocks noChangeArrowheads="1"/>
          </p:cNvSpPr>
          <p:nvPr/>
        </p:nvSpPr>
        <p:spPr bwMode="auto">
          <a:xfrm>
            <a:off x="381000" y="522288"/>
            <a:ext cx="8440738" cy="58531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40649" name="Group 8"/>
          <p:cNvGrpSpPr>
            <a:grpSpLocks/>
          </p:cNvGrpSpPr>
          <p:nvPr/>
        </p:nvGrpSpPr>
        <p:grpSpPr bwMode="auto">
          <a:xfrm>
            <a:off x="381000" y="876300"/>
            <a:ext cx="8448675" cy="5489575"/>
            <a:chOff x="240" y="552"/>
            <a:chExt cx="5322" cy="3458"/>
          </a:xfrm>
        </p:grpSpPr>
        <p:sp>
          <p:nvSpPr>
            <p:cNvPr id="240686" name="Line 9"/>
            <p:cNvSpPr>
              <a:spLocks noChangeShapeType="1"/>
            </p:cNvSpPr>
            <p:nvPr/>
          </p:nvSpPr>
          <p:spPr bwMode="auto">
            <a:xfrm>
              <a:off x="240" y="1128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0687" name="Line 10"/>
            <p:cNvSpPr>
              <a:spLocks noChangeShapeType="1"/>
            </p:cNvSpPr>
            <p:nvPr/>
          </p:nvSpPr>
          <p:spPr bwMode="auto">
            <a:xfrm>
              <a:off x="240" y="1704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0688" name="Line 11"/>
            <p:cNvSpPr>
              <a:spLocks noChangeShapeType="1"/>
            </p:cNvSpPr>
            <p:nvPr/>
          </p:nvSpPr>
          <p:spPr bwMode="auto">
            <a:xfrm>
              <a:off x="240" y="2280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0689" name="Line 12"/>
            <p:cNvSpPr>
              <a:spLocks noChangeShapeType="1"/>
            </p:cNvSpPr>
            <p:nvPr/>
          </p:nvSpPr>
          <p:spPr bwMode="auto">
            <a:xfrm>
              <a:off x="240" y="2856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0690" name="Line 13"/>
            <p:cNvSpPr>
              <a:spLocks noChangeShapeType="1"/>
            </p:cNvSpPr>
            <p:nvPr/>
          </p:nvSpPr>
          <p:spPr bwMode="auto">
            <a:xfrm>
              <a:off x="240" y="3432"/>
              <a:ext cx="5319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0691" name="Line 14"/>
            <p:cNvSpPr>
              <a:spLocks noChangeShapeType="1"/>
            </p:cNvSpPr>
            <p:nvPr/>
          </p:nvSpPr>
          <p:spPr bwMode="auto">
            <a:xfrm>
              <a:off x="1848" y="552"/>
              <a:ext cx="0" cy="34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0692" name="Line 15"/>
            <p:cNvSpPr>
              <a:spLocks noChangeShapeType="1"/>
            </p:cNvSpPr>
            <p:nvPr/>
          </p:nvSpPr>
          <p:spPr bwMode="auto">
            <a:xfrm>
              <a:off x="2760" y="552"/>
              <a:ext cx="0" cy="344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0693" name="Line 16"/>
            <p:cNvSpPr>
              <a:spLocks noChangeShapeType="1"/>
            </p:cNvSpPr>
            <p:nvPr/>
          </p:nvSpPr>
          <p:spPr bwMode="auto">
            <a:xfrm>
              <a:off x="3600" y="552"/>
              <a:ext cx="0" cy="34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40650" name="Text Box 17"/>
          <p:cNvSpPr txBox="1">
            <a:spLocks noChangeArrowheads="1"/>
          </p:cNvSpPr>
          <p:nvPr/>
        </p:nvSpPr>
        <p:spPr bwMode="auto">
          <a:xfrm>
            <a:off x="4283968" y="476672"/>
            <a:ext cx="151355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ngữ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51" name="Text Box 18"/>
          <p:cNvSpPr txBox="1">
            <a:spLocks noChangeArrowheads="1"/>
          </p:cNvSpPr>
          <p:nvPr/>
        </p:nvSpPr>
        <p:spPr bwMode="auto">
          <a:xfrm>
            <a:off x="6845300" y="574675"/>
            <a:ext cx="136608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52" name="Rectangle 19"/>
          <p:cNvSpPr>
            <a:spLocks noChangeArrowheads="1"/>
          </p:cNvSpPr>
          <p:nvPr/>
        </p:nvSpPr>
        <p:spPr bwMode="auto">
          <a:xfrm>
            <a:off x="3079810" y="3810000"/>
            <a:ext cx="1136529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test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(Digital Insolation</a:t>
            </a: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Tester)</a:t>
            </a:r>
          </a:p>
        </p:txBody>
      </p:sp>
      <p:sp>
        <p:nvSpPr>
          <p:cNvPr id="240653" name="Rectangle 20"/>
          <p:cNvSpPr>
            <a:spLocks noChangeArrowheads="1"/>
          </p:cNvSpPr>
          <p:nvPr/>
        </p:nvSpPr>
        <p:spPr bwMode="auto">
          <a:xfrm>
            <a:off x="7227888" y="3581400"/>
            <a:ext cx="9525" cy="952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54" name="Rectangle 21"/>
          <p:cNvSpPr>
            <a:spLocks noChangeArrowheads="1"/>
          </p:cNvSpPr>
          <p:nvPr/>
        </p:nvSpPr>
        <p:spPr bwMode="auto">
          <a:xfrm>
            <a:off x="3154583" y="4724400"/>
            <a:ext cx="939360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dò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(Feeler </a:t>
            </a:r>
            <a:r>
              <a:rPr lang="en-US" altLang="ko-KR" sz="120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galhge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(Liner Shim)</a:t>
            </a:r>
          </a:p>
        </p:txBody>
      </p:sp>
      <p:sp>
        <p:nvSpPr>
          <p:cNvPr id="240655" name="Rectangle 22"/>
          <p:cNvSpPr>
            <a:spLocks noChangeArrowheads="1"/>
          </p:cNvSpPr>
          <p:nvPr/>
        </p:nvSpPr>
        <p:spPr bwMode="auto">
          <a:xfrm>
            <a:off x="4648200" y="5730875"/>
            <a:ext cx="105157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dày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hở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56" name="Text Box 23"/>
          <p:cNvSpPr txBox="1">
            <a:spLocks noChangeArrowheads="1"/>
          </p:cNvSpPr>
          <p:nvPr/>
        </p:nvSpPr>
        <p:spPr bwMode="auto">
          <a:xfrm>
            <a:off x="1085850" y="573088"/>
            <a:ext cx="106150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240657" name="Text Box 24"/>
          <p:cNvSpPr txBox="1">
            <a:spLocks noChangeArrowheads="1"/>
          </p:cNvSpPr>
          <p:nvPr/>
        </p:nvSpPr>
        <p:spPr bwMode="auto">
          <a:xfrm>
            <a:off x="3365500" y="561975"/>
            <a:ext cx="67678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58" name="Rectangle 25"/>
          <p:cNvSpPr>
            <a:spLocks noChangeArrowheads="1"/>
          </p:cNvSpPr>
          <p:nvPr/>
        </p:nvSpPr>
        <p:spPr bwMode="auto">
          <a:xfrm>
            <a:off x="3059141" y="2971800"/>
            <a:ext cx="114294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(Precision Square)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59" name="Rectangle 26"/>
          <p:cNvSpPr>
            <a:spLocks noChangeArrowheads="1"/>
          </p:cNvSpPr>
          <p:nvPr/>
        </p:nvSpPr>
        <p:spPr bwMode="auto">
          <a:xfrm>
            <a:off x="3165323" y="2057400"/>
            <a:ext cx="97026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C-Type Clamps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60" name="Rectangle 27"/>
          <p:cNvSpPr>
            <a:spLocks noChangeArrowheads="1"/>
          </p:cNvSpPr>
          <p:nvPr/>
        </p:nvSpPr>
        <p:spPr bwMode="auto">
          <a:xfrm>
            <a:off x="3352800" y="1265238"/>
            <a:ext cx="56906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Nhổ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40661" name="Picture 28" descr="P101000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0400" y="901700"/>
            <a:ext cx="2006600" cy="87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0662" name="Picture 29" descr="P101001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7225" y="3641725"/>
            <a:ext cx="2009775" cy="879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0663" name="Picture 30" descr="P101001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0400" y="1816100"/>
            <a:ext cx="2006600" cy="869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0664" name="Picture 31" descr="P1010017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050" y="2733675"/>
            <a:ext cx="2012950" cy="876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0665" name="Picture 32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5"/>
          <a:stretch>
            <a:fillRect/>
          </a:stretch>
        </p:blipFill>
        <p:spPr bwMode="auto">
          <a:xfrm>
            <a:off x="774700" y="4598988"/>
            <a:ext cx="1752600" cy="806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0666" name="Picture 33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5487988"/>
            <a:ext cx="1428750" cy="874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0667" name="Rectangle 34"/>
          <p:cNvSpPr>
            <a:spLocks noChangeArrowheads="1"/>
          </p:cNvSpPr>
          <p:nvPr/>
        </p:nvSpPr>
        <p:spPr bwMode="auto">
          <a:xfrm>
            <a:off x="5872163" y="3886200"/>
            <a:ext cx="2741135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áp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dòng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68" name="Rectangle 35"/>
          <p:cNvSpPr>
            <a:spLocks noChangeArrowheads="1"/>
          </p:cNvSpPr>
          <p:nvPr/>
        </p:nvSpPr>
        <p:spPr bwMode="auto">
          <a:xfrm>
            <a:off x="7307263" y="3581400"/>
            <a:ext cx="9525" cy="952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69" name="Line 36"/>
          <p:cNvSpPr>
            <a:spLocks noChangeShapeType="1"/>
          </p:cNvSpPr>
          <p:nvPr/>
        </p:nvSpPr>
        <p:spPr bwMode="auto">
          <a:xfrm>
            <a:off x="7380288" y="1371600"/>
            <a:ext cx="1587" cy="15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70" name="Rectangle 37"/>
          <p:cNvSpPr>
            <a:spLocks noChangeArrowheads="1"/>
          </p:cNvSpPr>
          <p:nvPr/>
        </p:nvSpPr>
        <p:spPr bwMode="auto">
          <a:xfrm>
            <a:off x="7380288" y="1371600"/>
            <a:ext cx="9525" cy="11113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71" name="Line 38"/>
          <p:cNvSpPr>
            <a:spLocks noChangeShapeType="1"/>
          </p:cNvSpPr>
          <p:nvPr/>
        </p:nvSpPr>
        <p:spPr bwMode="auto">
          <a:xfrm>
            <a:off x="7459663" y="1600200"/>
            <a:ext cx="1587" cy="15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72" name="Rectangle 39"/>
          <p:cNvSpPr>
            <a:spLocks noChangeArrowheads="1"/>
          </p:cNvSpPr>
          <p:nvPr/>
        </p:nvSpPr>
        <p:spPr bwMode="auto">
          <a:xfrm>
            <a:off x="7459663" y="1600200"/>
            <a:ext cx="9525" cy="952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73" name="Rectangle 40"/>
          <p:cNvSpPr>
            <a:spLocks noChangeArrowheads="1"/>
          </p:cNvSpPr>
          <p:nvPr/>
        </p:nvSpPr>
        <p:spPr bwMode="auto">
          <a:xfrm>
            <a:off x="5872163" y="2133600"/>
            <a:ext cx="15949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74" name="Rectangle 41"/>
          <p:cNvSpPr>
            <a:spLocks noChangeArrowheads="1"/>
          </p:cNvSpPr>
          <p:nvPr/>
        </p:nvSpPr>
        <p:spPr bwMode="auto">
          <a:xfrm>
            <a:off x="5872163" y="2933700"/>
            <a:ext cx="286937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hay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ráp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75" name="Rectangle 42"/>
          <p:cNvSpPr>
            <a:spLocks noChangeArrowheads="1"/>
          </p:cNvSpPr>
          <p:nvPr/>
        </p:nvSpPr>
        <p:spPr bwMode="auto">
          <a:xfrm>
            <a:off x="5872163" y="1219200"/>
            <a:ext cx="2586037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nhổ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Pin ở Connector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76" name="Rectangle 43"/>
          <p:cNvSpPr>
            <a:spLocks noChangeArrowheads="1"/>
          </p:cNvSpPr>
          <p:nvPr/>
        </p:nvSpPr>
        <p:spPr bwMode="auto">
          <a:xfrm>
            <a:off x="5872163" y="4648200"/>
            <a:ext cx="2949575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bù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đắp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cỡ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thỏa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mãn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77" name="Rectangle 44"/>
          <p:cNvSpPr>
            <a:spLocks noChangeArrowheads="1"/>
          </p:cNvSpPr>
          <p:nvPr/>
        </p:nvSpPr>
        <p:spPr bwMode="auto">
          <a:xfrm>
            <a:off x="5872163" y="5638800"/>
            <a:ext cx="2720296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kheo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hở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hẹp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tấm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thép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chồng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(0.05 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~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2.0mm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0.05)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78" name="Rectangle 45"/>
          <p:cNvSpPr>
            <a:spLocks noChangeArrowheads="1"/>
          </p:cNvSpPr>
          <p:nvPr/>
        </p:nvSpPr>
        <p:spPr bwMode="auto">
          <a:xfrm>
            <a:off x="3083787" y="5722938"/>
            <a:ext cx="113492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dày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(Thickness gauge)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79" name="Rectangle 46"/>
          <p:cNvSpPr>
            <a:spLocks noChangeArrowheads="1"/>
          </p:cNvSpPr>
          <p:nvPr/>
        </p:nvSpPr>
        <p:spPr bwMode="auto">
          <a:xfrm>
            <a:off x="4648200" y="4922838"/>
            <a:ext cx="94577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thăm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dò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80" name="Rectangle 47"/>
          <p:cNvSpPr>
            <a:spLocks noChangeArrowheads="1"/>
          </p:cNvSpPr>
          <p:nvPr/>
        </p:nvSpPr>
        <p:spPr bwMode="auto">
          <a:xfrm>
            <a:off x="4724400" y="3962400"/>
            <a:ext cx="535403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test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81" name="Rectangle 48"/>
          <p:cNvSpPr>
            <a:spLocks noChangeArrowheads="1"/>
          </p:cNvSpPr>
          <p:nvPr/>
        </p:nvSpPr>
        <p:spPr bwMode="auto">
          <a:xfrm>
            <a:off x="4724400" y="3048000"/>
            <a:ext cx="828753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vuông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82" name="Rectangle 49"/>
          <p:cNvSpPr>
            <a:spLocks noChangeArrowheads="1"/>
          </p:cNvSpPr>
          <p:nvPr/>
        </p:nvSpPr>
        <p:spPr bwMode="auto">
          <a:xfrm>
            <a:off x="4679950" y="2133600"/>
            <a:ext cx="66524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83" name="Rectangle 50"/>
          <p:cNvSpPr>
            <a:spLocks noChangeArrowheads="1"/>
          </p:cNvSpPr>
          <p:nvPr/>
        </p:nvSpPr>
        <p:spPr bwMode="auto">
          <a:xfrm>
            <a:off x="4480452" y="1268413"/>
            <a:ext cx="10996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nhổ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84" name="Rectangle 53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85" name="Rectangle 54"/>
          <p:cNvSpPr>
            <a:spLocks noGrp="1" noChangeArrowheads="1"/>
          </p:cNvSpPr>
          <p:nvPr>
            <p:ph type="title" idx="4294967295"/>
          </p:nvPr>
        </p:nvSpPr>
        <p:spPr>
          <a:xfrm>
            <a:off x="4648200" y="-79662"/>
            <a:ext cx="4387850" cy="584775"/>
          </a:xfrm>
        </p:spPr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1248295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66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97912174-8FCB-4F44-AC74-DA49C827D4C5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216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67" name="Rectangle 2"/>
          <p:cNvSpPr>
            <a:spLocks noChangeArrowheads="1"/>
          </p:cNvSpPr>
          <p:nvPr/>
        </p:nvSpPr>
        <p:spPr bwMode="auto">
          <a:xfrm>
            <a:off x="385763" y="514350"/>
            <a:ext cx="8424862" cy="3540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endParaRPr lang="ko-KR" altLang="ko-KR" sz="1200" b="1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68" name="Line 3"/>
          <p:cNvSpPr>
            <a:spLocks noChangeShapeType="1"/>
          </p:cNvSpPr>
          <p:nvPr/>
        </p:nvSpPr>
        <p:spPr bwMode="auto">
          <a:xfrm>
            <a:off x="381000" y="876300"/>
            <a:ext cx="845343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69" name="Line 4"/>
          <p:cNvSpPr>
            <a:spLocks noChangeShapeType="1"/>
          </p:cNvSpPr>
          <p:nvPr/>
        </p:nvSpPr>
        <p:spPr bwMode="auto">
          <a:xfrm flipV="1">
            <a:off x="29337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70" name="Line 5"/>
          <p:cNvSpPr>
            <a:spLocks noChangeShapeType="1"/>
          </p:cNvSpPr>
          <p:nvPr/>
        </p:nvSpPr>
        <p:spPr bwMode="auto">
          <a:xfrm flipV="1">
            <a:off x="43815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71" name="Line 6"/>
          <p:cNvSpPr>
            <a:spLocks noChangeShapeType="1"/>
          </p:cNvSpPr>
          <p:nvPr/>
        </p:nvSpPr>
        <p:spPr bwMode="auto">
          <a:xfrm flipV="1">
            <a:off x="57150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72" name="Rectangle 7"/>
          <p:cNvSpPr>
            <a:spLocks noChangeArrowheads="1"/>
          </p:cNvSpPr>
          <p:nvPr/>
        </p:nvSpPr>
        <p:spPr bwMode="auto">
          <a:xfrm>
            <a:off x="381000" y="522288"/>
            <a:ext cx="8440738" cy="58531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41673" name="Picture 8" descr="0120050000032">
            <a:hlinkClick r:id="rId2"/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2746375"/>
            <a:ext cx="1905000" cy="785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1674" name="Picture 9" descr="0120050000012">
            <a:hlinkClick r:id="rId4"/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1828800"/>
            <a:ext cx="2057400" cy="801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1675" name="Rectangle 10"/>
          <p:cNvSpPr>
            <a:spLocks noChangeArrowheads="1"/>
          </p:cNvSpPr>
          <p:nvPr/>
        </p:nvSpPr>
        <p:spPr bwMode="auto">
          <a:xfrm>
            <a:off x="2955925" y="1989138"/>
            <a:ext cx="1371600" cy="48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hiển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hồ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(Dial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Calipersa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241676" name="Rectangle 11"/>
          <p:cNvSpPr>
            <a:spLocks noChangeArrowheads="1"/>
          </p:cNvSpPr>
          <p:nvPr/>
        </p:nvSpPr>
        <p:spPr bwMode="auto">
          <a:xfrm>
            <a:off x="2967038" y="2919413"/>
            <a:ext cx="13589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tử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Digimatic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Calipersa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eaLnBrk="1" latinLnBrk="1" hangingPunct="1">
              <a:lnSpc>
                <a:spcPct val="100000"/>
              </a:lnSpc>
            </a:pP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41677" name="Picture 12" descr="0120050000022">
            <a:hlinkClick r:id="rId6"/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" y="914400"/>
            <a:ext cx="1981200" cy="860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1678" name="Rectangle 13"/>
          <p:cNvSpPr>
            <a:spLocks noChangeArrowheads="1"/>
          </p:cNvSpPr>
          <p:nvPr/>
        </p:nvSpPr>
        <p:spPr bwMode="auto">
          <a:xfrm>
            <a:off x="2973388" y="1082675"/>
            <a:ext cx="1362075" cy="40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Vernier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(Vernier Calipers)</a:t>
            </a:r>
          </a:p>
        </p:txBody>
      </p:sp>
      <p:pic>
        <p:nvPicPr>
          <p:cNvPr id="241679" name="Picture 14" descr="0120060000012">
            <a:hlinkClick r:id="rId8"/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5497513"/>
            <a:ext cx="722312" cy="865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1680" name="Rectangle 15"/>
          <p:cNvSpPr>
            <a:spLocks noChangeArrowheads="1"/>
          </p:cNvSpPr>
          <p:nvPr/>
        </p:nvSpPr>
        <p:spPr bwMode="auto">
          <a:xfrm>
            <a:off x="2981325" y="5486400"/>
            <a:ext cx="1362075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tử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Digimatic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Height Gauges)</a:t>
            </a:r>
          </a:p>
        </p:txBody>
      </p:sp>
      <p:pic>
        <p:nvPicPr>
          <p:cNvPr id="241681" name="Picture 16" descr="0070010000162">
            <a:hlinkClick r:id="rId10"/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4554538"/>
            <a:ext cx="2133600" cy="850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1682" name="Rectangle 17"/>
          <p:cNvSpPr>
            <a:spLocks noChangeArrowheads="1"/>
          </p:cNvSpPr>
          <p:nvPr/>
        </p:nvSpPr>
        <p:spPr bwMode="auto">
          <a:xfrm>
            <a:off x="2933700" y="4572000"/>
            <a:ext cx="1409700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Digimatic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Micrometers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41683" name="Picture 18" descr="외경마이크로미터">
            <a:hlinkClick r:id="rId12"/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3657600"/>
            <a:ext cx="1862138" cy="836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41684" name="Group 19"/>
          <p:cNvGrpSpPr>
            <a:grpSpLocks/>
          </p:cNvGrpSpPr>
          <p:nvPr/>
        </p:nvGrpSpPr>
        <p:grpSpPr bwMode="auto">
          <a:xfrm>
            <a:off x="381000" y="876300"/>
            <a:ext cx="8448675" cy="5489575"/>
            <a:chOff x="240" y="552"/>
            <a:chExt cx="5322" cy="3458"/>
          </a:xfrm>
        </p:grpSpPr>
        <p:sp>
          <p:nvSpPr>
            <p:cNvPr id="241704" name="Line 20"/>
            <p:cNvSpPr>
              <a:spLocks noChangeShapeType="1"/>
            </p:cNvSpPr>
            <p:nvPr/>
          </p:nvSpPr>
          <p:spPr bwMode="auto">
            <a:xfrm>
              <a:off x="240" y="1128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1705" name="Line 21"/>
            <p:cNvSpPr>
              <a:spLocks noChangeShapeType="1"/>
            </p:cNvSpPr>
            <p:nvPr/>
          </p:nvSpPr>
          <p:spPr bwMode="auto">
            <a:xfrm>
              <a:off x="240" y="1704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1706" name="Line 22"/>
            <p:cNvSpPr>
              <a:spLocks noChangeShapeType="1"/>
            </p:cNvSpPr>
            <p:nvPr/>
          </p:nvSpPr>
          <p:spPr bwMode="auto">
            <a:xfrm>
              <a:off x="240" y="2280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1707" name="Line 23"/>
            <p:cNvSpPr>
              <a:spLocks noChangeShapeType="1"/>
            </p:cNvSpPr>
            <p:nvPr/>
          </p:nvSpPr>
          <p:spPr bwMode="auto">
            <a:xfrm>
              <a:off x="240" y="2856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1708" name="Line 24"/>
            <p:cNvSpPr>
              <a:spLocks noChangeShapeType="1"/>
            </p:cNvSpPr>
            <p:nvPr/>
          </p:nvSpPr>
          <p:spPr bwMode="auto">
            <a:xfrm>
              <a:off x="240" y="3432"/>
              <a:ext cx="5319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1709" name="Line 25"/>
            <p:cNvSpPr>
              <a:spLocks noChangeShapeType="1"/>
            </p:cNvSpPr>
            <p:nvPr/>
          </p:nvSpPr>
          <p:spPr bwMode="auto">
            <a:xfrm>
              <a:off x="1848" y="552"/>
              <a:ext cx="0" cy="34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1710" name="Line 26"/>
            <p:cNvSpPr>
              <a:spLocks noChangeShapeType="1"/>
            </p:cNvSpPr>
            <p:nvPr/>
          </p:nvSpPr>
          <p:spPr bwMode="auto">
            <a:xfrm>
              <a:off x="2760" y="552"/>
              <a:ext cx="0" cy="344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1711" name="Line 27"/>
            <p:cNvSpPr>
              <a:spLocks noChangeShapeType="1"/>
            </p:cNvSpPr>
            <p:nvPr/>
          </p:nvSpPr>
          <p:spPr bwMode="auto">
            <a:xfrm>
              <a:off x="3600" y="552"/>
              <a:ext cx="0" cy="34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41685" name="Text Box 28"/>
          <p:cNvSpPr txBox="1">
            <a:spLocks noChangeArrowheads="1"/>
          </p:cNvSpPr>
          <p:nvPr/>
        </p:nvSpPr>
        <p:spPr bwMode="auto">
          <a:xfrm>
            <a:off x="4283968" y="476672"/>
            <a:ext cx="151355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ngữ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86" name="Text Box 29"/>
          <p:cNvSpPr txBox="1">
            <a:spLocks noChangeArrowheads="1"/>
          </p:cNvSpPr>
          <p:nvPr/>
        </p:nvSpPr>
        <p:spPr bwMode="auto">
          <a:xfrm>
            <a:off x="6845300" y="574675"/>
            <a:ext cx="136608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87" name="Rectangle 30"/>
          <p:cNvSpPr>
            <a:spLocks noChangeArrowheads="1"/>
          </p:cNvSpPr>
          <p:nvPr/>
        </p:nvSpPr>
        <p:spPr bwMode="auto">
          <a:xfrm>
            <a:off x="2984778" y="3794125"/>
            <a:ext cx="138691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Outside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Micrometers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88" name="Text Box 31"/>
          <p:cNvSpPr txBox="1">
            <a:spLocks noChangeArrowheads="1"/>
          </p:cNvSpPr>
          <p:nvPr/>
        </p:nvSpPr>
        <p:spPr bwMode="auto">
          <a:xfrm>
            <a:off x="1085850" y="574675"/>
            <a:ext cx="106150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ko-KR" alt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241689" name="Text Box 32"/>
          <p:cNvSpPr txBox="1">
            <a:spLocks noChangeArrowheads="1"/>
          </p:cNvSpPr>
          <p:nvPr/>
        </p:nvSpPr>
        <p:spPr bwMode="auto">
          <a:xfrm>
            <a:off x="3365500" y="574675"/>
            <a:ext cx="67678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90" name="Rectangle 33"/>
          <p:cNvSpPr>
            <a:spLocks noChangeArrowheads="1"/>
          </p:cNvSpPr>
          <p:nvPr/>
        </p:nvSpPr>
        <p:spPr bwMode="auto">
          <a:xfrm>
            <a:off x="4419600" y="1066799"/>
            <a:ext cx="1219200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Vernier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vernier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caliper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91" name="Text Box 34"/>
          <p:cNvSpPr txBox="1">
            <a:spLocks noChangeArrowheads="1"/>
          </p:cNvSpPr>
          <p:nvPr/>
        </p:nvSpPr>
        <p:spPr bwMode="auto">
          <a:xfrm>
            <a:off x="5765801" y="1004888"/>
            <a:ext cx="3073400" cy="6001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0.05mm.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nhìn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92" name="Text Box 35"/>
          <p:cNvSpPr txBox="1">
            <a:spLocks noChangeArrowheads="1"/>
          </p:cNvSpPr>
          <p:nvPr/>
        </p:nvSpPr>
        <p:spPr bwMode="auto">
          <a:xfrm>
            <a:off x="5765801" y="1957388"/>
            <a:ext cx="3068638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0.01mm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241693" name="Text Box 36"/>
          <p:cNvSpPr txBox="1">
            <a:spLocks noChangeArrowheads="1"/>
          </p:cNvSpPr>
          <p:nvPr/>
        </p:nvSpPr>
        <p:spPr bwMode="auto">
          <a:xfrm>
            <a:off x="5765800" y="2719388"/>
            <a:ext cx="3052763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tới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0.01mm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hầu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nhìn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94" name="Text Box 37"/>
          <p:cNvSpPr txBox="1">
            <a:spLocks noChangeArrowheads="1"/>
          </p:cNvSpPr>
          <p:nvPr/>
        </p:nvSpPr>
        <p:spPr bwMode="auto">
          <a:xfrm>
            <a:off x="5765800" y="3684588"/>
            <a:ext cx="3044825" cy="6001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0.01mm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tùy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nhìn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241695" name="Text Box 38"/>
          <p:cNvSpPr txBox="1">
            <a:spLocks noChangeArrowheads="1"/>
          </p:cNvSpPr>
          <p:nvPr/>
        </p:nvSpPr>
        <p:spPr bwMode="auto">
          <a:xfrm>
            <a:off x="5765800" y="4533900"/>
            <a:ext cx="3073400" cy="6001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tới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Microm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nhìn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96" name="Text Box 39"/>
          <p:cNvSpPr txBox="1">
            <a:spLocks noChangeArrowheads="1"/>
          </p:cNvSpPr>
          <p:nvPr/>
        </p:nvSpPr>
        <p:spPr bwMode="auto">
          <a:xfrm>
            <a:off x="5765800" y="5487988"/>
            <a:ext cx="3044825" cy="9387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vạch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lẫn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u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song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phảng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Microm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97" name="Rectangle 40"/>
          <p:cNvSpPr>
            <a:spLocks noChangeArrowheads="1"/>
          </p:cNvSpPr>
          <p:nvPr/>
        </p:nvSpPr>
        <p:spPr bwMode="auto">
          <a:xfrm>
            <a:off x="4419600" y="1952625"/>
            <a:ext cx="1219200" cy="638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Dial Vernier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vernier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caliper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98" name="Rectangle 41"/>
          <p:cNvSpPr>
            <a:spLocks noChangeArrowheads="1"/>
          </p:cNvSpPr>
          <p:nvPr/>
        </p:nvSpPr>
        <p:spPr bwMode="auto">
          <a:xfrm>
            <a:off x="4419600" y="2819400"/>
            <a:ext cx="12192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Digital Vernier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 </a:t>
            </a:r>
            <a:r>
              <a:rPr lang="en-US" altLang="ko-KR" sz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vernier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caliper 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99" name="Rectangle 42"/>
          <p:cNvSpPr>
            <a:spLocks noChangeArrowheads="1"/>
          </p:cNvSpPr>
          <p:nvPr/>
        </p:nvSpPr>
        <p:spPr bwMode="auto">
          <a:xfrm>
            <a:off x="4495800" y="3962400"/>
            <a:ext cx="107914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Outside Micro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700" name="Rectangle 43"/>
          <p:cNvSpPr>
            <a:spLocks noChangeArrowheads="1"/>
          </p:cNvSpPr>
          <p:nvPr/>
        </p:nvSpPr>
        <p:spPr bwMode="auto">
          <a:xfrm>
            <a:off x="4506618" y="4724400"/>
            <a:ext cx="101341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Digital micro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701" name="Rectangle 44"/>
          <p:cNvSpPr>
            <a:spLocks noChangeArrowheads="1"/>
          </p:cNvSpPr>
          <p:nvPr/>
        </p:nvSpPr>
        <p:spPr bwMode="auto">
          <a:xfrm>
            <a:off x="4308652" y="5638800"/>
            <a:ext cx="14093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en-US" altLang="ko-KR" sz="12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702" name="Rectangle 47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703" name="Rectangle 48"/>
          <p:cNvSpPr>
            <a:spLocks noGrp="1" noChangeArrowheads="1"/>
          </p:cNvSpPr>
          <p:nvPr>
            <p:ph type="title" idx="4294967295"/>
          </p:nvPr>
        </p:nvSpPr>
        <p:spPr>
          <a:xfrm>
            <a:off x="4613275" y="-79662"/>
            <a:ext cx="4422775" cy="584775"/>
          </a:xfrm>
        </p:spPr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8409622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FEA078C8-F924-4B5D-A05D-9D3349EA9808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217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691" name="Rectangle 2"/>
          <p:cNvSpPr>
            <a:spLocks noChangeArrowheads="1"/>
          </p:cNvSpPr>
          <p:nvPr/>
        </p:nvSpPr>
        <p:spPr bwMode="auto">
          <a:xfrm>
            <a:off x="385763" y="514350"/>
            <a:ext cx="8424862" cy="3540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endParaRPr lang="ko-KR" altLang="ko-KR" sz="1200" b="1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692" name="Line 3"/>
          <p:cNvSpPr>
            <a:spLocks noChangeShapeType="1"/>
          </p:cNvSpPr>
          <p:nvPr/>
        </p:nvSpPr>
        <p:spPr bwMode="auto">
          <a:xfrm>
            <a:off x="381000" y="876300"/>
            <a:ext cx="845343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693" name="Line 4"/>
          <p:cNvSpPr>
            <a:spLocks noChangeShapeType="1"/>
          </p:cNvSpPr>
          <p:nvPr/>
        </p:nvSpPr>
        <p:spPr bwMode="auto">
          <a:xfrm flipV="1">
            <a:off x="29337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694" name="Line 5"/>
          <p:cNvSpPr>
            <a:spLocks noChangeShapeType="1"/>
          </p:cNvSpPr>
          <p:nvPr/>
        </p:nvSpPr>
        <p:spPr bwMode="auto">
          <a:xfrm flipV="1">
            <a:off x="43815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695" name="Line 6"/>
          <p:cNvSpPr>
            <a:spLocks noChangeShapeType="1"/>
          </p:cNvSpPr>
          <p:nvPr/>
        </p:nvSpPr>
        <p:spPr bwMode="auto">
          <a:xfrm flipV="1">
            <a:off x="57150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696" name="Rectangle 7"/>
          <p:cNvSpPr>
            <a:spLocks noChangeArrowheads="1"/>
          </p:cNvSpPr>
          <p:nvPr/>
        </p:nvSpPr>
        <p:spPr bwMode="auto">
          <a:xfrm>
            <a:off x="381000" y="522288"/>
            <a:ext cx="8440738" cy="58531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42697" name="Group 8"/>
          <p:cNvGrpSpPr>
            <a:grpSpLocks/>
          </p:cNvGrpSpPr>
          <p:nvPr/>
        </p:nvGrpSpPr>
        <p:grpSpPr bwMode="auto">
          <a:xfrm>
            <a:off x="381000" y="876300"/>
            <a:ext cx="8448675" cy="5489575"/>
            <a:chOff x="240" y="552"/>
            <a:chExt cx="5322" cy="3458"/>
          </a:xfrm>
        </p:grpSpPr>
        <p:sp>
          <p:nvSpPr>
            <p:cNvPr id="242736" name="Line 9"/>
            <p:cNvSpPr>
              <a:spLocks noChangeShapeType="1"/>
            </p:cNvSpPr>
            <p:nvPr/>
          </p:nvSpPr>
          <p:spPr bwMode="auto">
            <a:xfrm>
              <a:off x="240" y="1128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2737" name="Line 10"/>
            <p:cNvSpPr>
              <a:spLocks noChangeShapeType="1"/>
            </p:cNvSpPr>
            <p:nvPr/>
          </p:nvSpPr>
          <p:spPr bwMode="auto">
            <a:xfrm>
              <a:off x="240" y="1704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2738" name="Line 11"/>
            <p:cNvSpPr>
              <a:spLocks noChangeShapeType="1"/>
            </p:cNvSpPr>
            <p:nvPr/>
          </p:nvSpPr>
          <p:spPr bwMode="auto">
            <a:xfrm>
              <a:off x="240" y="2280"/>
              <a:ext cx="5322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2739" name="Line 12"/>
            <p:cNvSpPr>
              <a:spLocks noChangeShapeType="1"/>
            </p:cNvSpPr>
            <p:nvPr/>
          </p:nvSpPr>
          <p:spPr bwMode="auto">
            <a:xfrm>
              <a:off x="240" y="2856"/>
              <a:ext cx="5317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2740" name="Line 13"/>
            <p:cNvSpPr>
              <a:spLocks noChangeShapeType="1"/>
            </p:cNvSpPr>
            <p:nvPr/>
          </p:nvSpPr>
          <p:spPr bwMode="auto">
            <a:xfrm>
              <a:off x="240" y="3432"/>
              <a:ext cx="5319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2741" name="Line 14"/>
            <p:cNvSpPr>
              <a:spLocks noChangeShapeType="1"/>
            </p:cNvSpPr>
            <p:nvPr/>
          </p:nvSpPr>
          <p:spPr bwMode="auto">
            <a:xfrm>
              <a:off x="1848" y="552"/>
              <a:ext cx="0" cy="34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2742" name="Line 15"/>
            <p:cNvSpPr>
              <a:spLocks noChangeShapeType="1"/>
            </p:cNvSpPr>
            <p:nvPr/>
          </p:nvSpPr>
          <p:spPr bwMode="auto">
            <a:xfrm>
              <a:off x="2760" y="552"/>
              <a:ext cx="0" cy="344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2743" name="Line 16"/>
            <p:cNvSpPr>
              <a:spLocks noChangeShapeType="1"/>
            </p:cNvSpPr>
            <p:nvPr/>
          </p:nvSpPr>
          <p:spPr bwMode="auto">
            <a:xfrm>
              <a:off x="3600" y="552"/>
              <a:ext cx="0" cy="34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42698" name="Text Box 17"/>
          <p:cNvSpPr txBox="1">
            <a:spLocks noChangeArrowheads="1"/>
          </p:cNvSpPr>
          <p:nvPr/>
        </p:nvSpPr>
        <p:spPr bwMode="auto">
          <a:xfrm>
            <a:off x="4283968" y="476672"/>
            <a:ext cx="151355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Thuật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ngữ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tại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699" name="Text Box 18"/>
          <p:cNvSpPr txBox="1">
            <a:spLocks noChangeArrowheads="1"/>
          </p:cNvSpPr>
          <p:nvPr/>
        </p:nvSpPr>
        <p:spPr bwMode="auto">
          <a:xfrm>
            <a:off x="6845300" y="574675"/>
            <a:ext cx="136608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00" name="Rectangle 19"/>
          <p:cNvSpPr>
            <a:spLocks noChangeArrowheads="1"/>
          </p:cNvSpPr>
          <p:nvPr/>
        </p:nvSpPr>
        <p:spPr bwMode="auto">
          <a:xfrm>
            <a:off x="3158071" y="3886200"/>
            <a:ext cx="946669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Insert </a:t>
            </a: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coil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Taps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01" name="Rectangle 20"/>
          <p:cNvSpPr>
            <a:spLocks noChangeArrowheads="1"/>
          </p:cNvSpPr>
          <p:nvPr/>
        </p:nvSpPr>
        <p:spPr bwMode="auto">
          <a:xfrm>
            <a:off x="7227888" y="3581400"/>
            <a:ext cx="9525" cy="952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02" name="Rectangle 21"/>
          <p:cNvSpPr>
            <a:spLocks noChangeArrowheads="1"/>
          </p:cNvSpPr>
          <p:nvPr/>
        </p:nvSpPr>
        <p:spPr bwMode="auto">
          <a:xfrm>
            <a:off x="2955925" y="4752975"/>
            <a:ext cx="141763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Inside 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micrometers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03" name="Text Box 22"/>
          <p:cNvSpPr txBox="1">
            <a:spLocks noChangeArrowheads="1"/>
          </p:cNvSpPr>
          <p:nvPr/>
        </p:nvSpPr>
        <p:spPr bwMode="auto">
          <a:xfrm>
            <a:off x="1085850" y="573088"/>
            <a:ext cx="106150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ko-KR" altLang="en-US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04" name="Text Box 23"/>
          <p:cNvSpPr txBox="1">
            <a:spLocks noChangeArrowheads="1"/>
          </p:cNvSpPr>
          <p:nvPr/>
        </p:nvSpPr>
        <p:spPr bwMode="auto">
          <a:xfrm>
            <a:off x="3365500" y="561975"/>
            <a:ext cx="67678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altLang="ko-KR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gọi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05" name="Rectangle 24"/>
          <p:cNvSpPr>
            <a:spLocks noChangeArrowheads="1"/>
          </p:cNvSpPr>
          <p:nvPr/>
        </p:nvSpPr>
        <p:spPr bwMode="auto">
          <a:xfrm>
            <a:off x="3062342" y="2971800"/>
            <a:ext cx="1138132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ruột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gà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(Extracting Tools)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06" name="Rectangle 25"/>
          <p:cNvSpPr>
            <a:spLocks noChangeArrowheads="1"/>
          </p:cNvSpPr>
          <p:nvPr/>
        </p:nvSpPr>
        <p:spPr bwMode="auto">
          <a:xfrm>
            <a:off x="3276972" y="2057400"/>
            <a:ext cx="7437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(Pipe vise)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07" name="Rectangle 26"/>
          <p:cNvSpPr>
            <a:spLocks noChangeArrowheads="1"/>
          </p:cNvSpPr>
          <p:nvPr/>
        </p:nvSpPr>
        <p:spPr bwMode="auto">
          <a:xfrm>
            <a:off x="2909249" y="1143000"/>
            <a:ext cx="144590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(Level)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08" name="Rectangle 27"/>
          <p:cNvSpPr>
            <a:spLocks noChangeArrowheads="1"/>
          </p:cNvSpPr>
          <p:nvPr/>
        </p:nvSpPr>
        <p:spPr bwMode="auto">
          <a:xfrm>
            <a:off x="5872163" y="3886200"/>
            <a:ext cx="296227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Tap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Tap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ko-KR" altLang="en-US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Tap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chuyên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Coil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insert</a:t>
            </a:r>
            <a:endParaRPr lang="ko-KR" altLang="en-US" sz="10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09" name="Rectangle 28"/>
          <p:cNvSpPr>
            <a:spLocks noChangeArrowheads="1"/>
          </p:cNvSpPr>
          <p:nvPr/>
        </p:nvSpPr>
        <p:spPr bwMode="auto">
          <a:xfrm>
            <a:off x="7307263" y="3581400"/>
            <a:ext cx="9525" cy="952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10" name="Line 29"/>
          <p:cNvSpPr>
            <a:spLocks noChangeShapeType="1"/>
          </p:cNvSpPr>
          <p:nvPr/>
        </p:nvSpPr>
        <p:spPr bwMode="auto">
          <a:xfrm>
            <a:off x="7380288" y="1371600"/>
            <a:ext cx="1587" cy="15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11" name="Rectangle 30"/>
          <p:cNvSpPr>
            <a:spLocks noChangeArrowheads="1"/>
          </p:cNvSpPr>
          <p:nvPr/>
        </p:nvSpPr>
        <p:spPr bwMode="auto">
          <a:xfrm>
            <a:off x="7380288" y="1371600"/>
            <a:ext cx="9525" cy="11113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12" name="Line 31"/>
          <p:cNvSpPr>
            <a:spLocks noChangeShapeType="1"/>
          </p:cNvSpPr>
          <p:nvPr/>
        </p:nvSpPr>
        <p:spPr bwMode="auto">
          <a:xfrm>
            <a:off x="7459663" y="1600200"/>
            <a:ext cx="1587" cy="15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13" name="Rectangle 32"/>
          <p:cNvSpPr>
            <a:spLocks noChangeArrowheads="1"/>
          </p:cNvSpPr>
          <p:nvPr/>
        </p:nvSpPr>
        <p:spPr bwMode="auto">
          <a:xfrm>
            <a:off x="7459663" y="1600200"/>
            <a:ext cx="9525" cy="952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14" name="Rectangle 33"/>
          <p:cNvSpPr>
            <a:spLocks noChangeArrowheads="1"/>
          </p:cNvSpPr>
          <p:nvPr/>
        </p:nvSpPr>
        <p:spPr bwMode="auto">
          <a:xfrm>
            <a:off x="5872163" y="2133600"/>
            <a:ext cx="173925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15" name="Rectangle 34"/>
          <p:cNvSpPr>
            <a:spLocks noChangeArrowheads="1"/>
          </p:cNvSpPr>
          <p:nvPr/>
        </p:nvSpPr>
        <p:spPr bwMode="auto">
          <a:xfrm>
            <a:off x="5853113" y="3078163"/>
            <a:ext cx="287097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ruột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gà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lắp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lệch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16" name="Rectangle 35"/>
          <p:cNvSpPr>
            <a:spLocks noChangeArrowheads="1"/>
          </p:cNvSpPr>
          <p:nvPr/>
        </p:nvSpPr>
        <p:spPr bwMode="auto">
          <a:xfrm>
            <a:off x="5872163" y="1219200"/>
            <a:ext cx="2586037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0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nghiêng</a:t>
            </a:r>
            <a:endParaRPr lang="ko-KR" altLang="en-US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17" name="Rectangle 36"/>
          <p:cNvSpPr>
            <a:spLocks noChangeArrowheads="1"/>
          </p:cNvSpPr>
          <p:nvPr/>
        </p:nvSpPr>
        <p:spPr bwMode="auto">
          <a:xfrm>
            <a:off x="4497682" y="4797425"/>
            <a:ext cx="1088439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Inside Micro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18" name="Rectangle 37"/>
          <p:cNvSpPr>
            <a:spLocks noChangeArrowheads="1"/>
          </p:cNvSpPr>
          <p:nvPr/>
        </p:nvSpPr>
        <p:spPr bwMode="auto">
          <a:xfrm>
            <a:off x="4648200" y="3946525"/>
            <a:ext cx="616451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Insert Tap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19" name="Rectangle 38"/>
          <p:cNvSpPr>
            <a:spLocks noChangeArrowheads="1"/>
          </p:cNvSpPr>
          <p:nvPr/>
        </p:nvSpPr>
        <p:spPr bwMode="auto">
          <a:xfrm>
            <a:off x="4427984" y="3043238"/>
            <a:ext cx="130163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lót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20" name="Rectangle 39"/>
          <p:cNvSpPr>
            <a:spLocks noChangeArrowheads="1"/>
          </p:cNvSpPr>
          <p:nvPr/>
        </p:nvSpPr>
        <p:spPr bwMode="auto">
          <a:xfrm>
            <a:off x="4572000" y="2117725"/>
            <a:ext cx="743793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kẹp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21" name="Rectangle 40"/>
          <p:cNvSpPr>
            <a:spLocks noChangeArrowheads="1"/>
          </p:cNvSpPr>
          <p:nvPr/>
        </p:nvSpPr>
        <p:spPr bwMode="auto">
          <a:xfrm>
            <a:off x="4490032" y="1114425"/>
            <a:ext cx="102912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Level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altLang="ko-KR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42722" name="Picture 41" descr="수평-수준기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914400"/>
            <a:ext cx="1981200" cy="849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2723" name="Picture 42" descr="파이프바이스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1828800"/>
            <a:ext cx="8382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2724" name="Picture 43" descr="외경마이크로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4648200"/>
            <a:ext cx="2133600" cy="709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2725" name="Text Box 44"/>
          <p:cNvSpPr txBox="1">
            <a:spLocks noChangeArrowheads="1"/>
          </p:cNvSpPr>
          <p:nvPr/>
        </p:nvSpPr>
        <p:spPr bwMode="auto">
          <a:xfrm>
            <a:off x="5765800" y="4703763"/>
            <a:ext cx="3044825" cy="6001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10000"/>
              </a:lnSpc>
              <a:buFontTx/>
              <a:buChar char="•"/>
            </a:pP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kích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vòng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tùng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tới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0.01mm,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do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góc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nhìn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luyện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</a:t>
            </a:r>
            <a:r>
              <a:rPr lang="ko-KR" altLang="en-US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1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42726" name="Picture 45" descr="EXTRACTING%20TOOL%2044%20M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8" y="2743200"/>
            <a:ext cx="1008062" cy="808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2727" name="Picture 46" descr="25%20045%20COIL%20INSERT%20M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13" y="5562600"/>
            <a:ext cx="1008062" cy="774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2728" name="Rectangle 47"/>
          <p:cNvSpPr>
            <a:spLocks noChangeArrowheads="1"/>
          </p:cNvSpPr>
          <p:nvPr/>
        </p:nvSpPr>
        <p:spPr bwMode="auto">
          <a:xfrm>
            <a:off x="5778500" y="5478761"/>
            <a:ext cx="3055938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-"/>
            </a:pPr>
            <a:r>
              <a:rPr lang="en-US" altLang="ko-KR" sz="9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vặn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cứng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mềm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nhẹ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nhôm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magie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),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đúc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nhựa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gỗ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</a:t>
            </a:r>
            <a:r>
              <a:rPr lang="ko-KR" altLang="en-US" sz="9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ko-KR" altLang="en-US" sz="9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altLang="ko-KR" sz="9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mài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mòn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biệt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long do rung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lắc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chạm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rất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9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altLang="ko-KR" sz="9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ko-KR" sz="9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29" name="Rectangle 48"/>
          <p:cNvSpPr>
            <a:spLocks noChangeArrowheads="1"/>
          </p:cNvSpPr>
          <p:nvPr/>
        </p:nvSpPr>
        <p:spPr bwMode="auto">
          <a:xfrm>
            <a:off x="4485845" y="5767388"/>
            <a:ext cx="107401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ruột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gà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30" name="Rectangle 49"/>
          <p:cNvSpPr>
            <a:spLocks noChangeArrowheads="1"/>
          </p:cNvSpPr>
          <p:nvPr/>
        </p:nvSpPr>
        <p:spPr bwMode="auto">
          <a:xfrm>
            <a:off x="3141663" y="5584825"/>
            <a:ext cx="12586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xoắn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ruột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gà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ko-KR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Coil Insert)</a:t>
            </a:r>
            <a:endParaRPr lang="en-US" altLang="ko-KR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42731" name="Picture 50" descr="TAP%204488%20M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088" y="3644900"/>
            <a:ext cx="881062" cy="881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2732" name="Picture 51" descr="TAP%204488%20M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7813" y="3644900"/>
            <a:ext cx="881062" cy="881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2733" name="Picture 52" descr="50002%20E%20T%20M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63713" y="2716213"/>
            <a:ext cx="936625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2734" name="Rectangle 55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35" name="Rectangle 56"/>
          <p:cNvSpPr>
            <a:spLocks noGrp="1" noChangeArrowheads="1"/>
          </p:cNvSpPr>
          <p:nvPr>
            <p:ph type="title" idx="4294967295"/>
          </p:nvPr>
        </p:nvSpPr>
        <p:spPr>
          <a:xfrm>
            <a:off x="4419600" y="-79662"/>
            <a:ext cx="4616450" cy="584775"/>
          </a:xfrm>
        </p:spPr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8257138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슬라이드 번호 개체 틀 1"/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fld id="{B7EECB1B-4F63-4A4B-8F40-9CCF626545C8}" type="slidenum">
              <a:rPr lang="en-US" altLang="ko-KR" sz="14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pPr eaLnBrk="1" hangingPunct="1"/>
              <a:t>218</a:t>
            </a:fld>
            <a:endParaRPr lang="en-US" altLang="ko-KR" sz="140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15" name="Rectangle 2"/>
          <p:cNvSpPr>
            <a:spLocks noChangeArrowheads="1"/>
          </p:cNvSpPr>
          <p:nvPr/>
        </p:nvSpPr>
        <p:spPr bwMode="auto">
          <a:xfrm>
            <a:off x="385763" y="514350"/>
            <a:ext cx="8424862" cy="3540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  <a:spcBef>
                <a:spcPct val="20000"/>
              </a:spcBef>
            </a:pPr>
            <a:endParaRPr lang="ko-KR" altLang="ko-KR" sz="1200" b="1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16" name="Line 3"/>
          <p:cNvSpPr>
            <a:spLocks noChangeShapeType="1"/>
          </p:cNvSpPr>
          <p:nvPr/>
        </p:nvSpPr>
        <p:spPr bwMode="auto">
          <a:xfrm>
            <a:off x="381000" y="876300"/>
            <a:ext cx="845343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17" name="Line 4"/>
          <p:cNvSpPr>
            <a:spLocks noChangeShapeType="1"/>
          </p:cNvSpPr>
          <p:nvPr/>
        </p:nvSpPr>
        <p:spPr bwMode="auto">
          <a:xfrm flipV="1">
            <a:off x="3167063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18" name="Line 5"/>
          <p:cNvSpPr>
            <a:spLocks noChangeShapeType="1"/>
          </p:cNvSpPr>
          <p:nvPr/>
        </p:nvSpPr>
        <p:spPr bwMode="auto">
          <a:xfrm flipV="1">
            <a:off x="4170363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19" name="Rectangle 6"/>
          <p:cNvSpPr>
            <a:spLocks noChangeArrowheads="1"/>
          </p:cNvSpPr>
          <p:nvPr/>
        </p:nvSpPr>
        <p:spPr bwMode="auto">
          <a:xfrm>
            <a:off x="381000" y="522288"/>
            <a:ext cx="8440738" cy="58531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20" name="Line 7"/>
          <p:cNvSpPr>
            <a:spLocks noChangeShapeType="1"/>
          </p:cNvSpPr>
          <p:nvPr/>
        </p:nvSpPr>
        <p:spPr bwMode="auto">
          <a:xfrm>
            <a:off x="1535113" y="1492250"/>
            <a:ext cx="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21" name="Line 8"/>
          <p:cNvSpPr>
            <a:spLocks noChangeShapeType="1"/>
          </p:cNvSpPr>
          <p:nvPr/>
        </p:nvSpPr>
        <p:spPr bwMode="auto">
          <a:xfrm>
            <a:off x="657225" y="1771650"/>
            <a:ext cx="0" cy="15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22" name="Line 9"/>
          <p:cNvSpPr>
            <a:spLocks noChangeShapeType="1"/>
          </p:cNvSpPr>
          <p:nvPr/>
        </p:nvSpPr>
        <p:spPr bwMode="auto">
          <a:xfrm>
            <a:off x="1685925" y="1771650"/>
            <a:ext cx="0" cy="15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23" name="Line 10"/>
          <p:cNvSpPr>
            <a:spLocks noChangeShapeType="1"/>
          </p:cNvSpPr>
          <p:nvPr/>
        </p:nvSpPr>
        <p:spPr bwMode="auto">
          <a:xfrm>
            <a:off x="381000" y="1790700"/>
            <a:ext cx="8448675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24" name="Line 11"/>
          <p:cNvSpPr>
            <a:spLocks noChangeShapeType="1"/>
          </p:cNvSpPr>
          <p:nvPr/>
        </p:nvSpPr>
        <p:spPr bwMode="auto">
          <a:xfrm>
            <a:off x="381000" y="2705100"/>
            <a:ext cx="8440738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25" name="Line 12"/>
          <p:cNvSpPr>
            <a:spLocks noChangeShapeType="1"/>
          </p:cNvSpPr>
          <p:nvPr/>
        </p:nvSpPr>
        <p:spPr bwMode="auto">
          <a:xfrm>
            <a:off x="381000" y="3619500"/>
            <a:ext cx="8448675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26" name="Line 13"/>
          <p:cNvSpPr>
            <a:spLocks noChangeShapeType="1"/>
          </p:cNvSpPr>
          <p:nvPr/>
        </p:nvSpPr>
        <p:spPr bwMode="auto">
          <a:xfrm>
            <a:off x="381000" y="4533900"/>
            <a:ext cx="8440738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27" name="Line 14"/>
          <p:cNvSpPr>
            <a:spLocks noChangeShapeType="1"/>
          </p:cNvSpPr>
          <p:nvPr/>
        </p:nvSpPr>
        <p:spPr bwMode="auto">
          <a:xfrm>
            <a:off x="381000" y="5448300"/>
            <a:ext cx="8443913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28" name="Line 15"/>
          <p:cNvSpPr>
            <a:spLocks noChangeShapeType="1"/>
          </p:cNvSpPr>
          <p:nvPr/>
        </p:nvSpPr>
        <p:spPr bwMode="auto">
          <a:xfrm>
            <a:off x="3167063" y="876300"/>
            <a:ext cx="0" cy="5489575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29" name="Line 16"/>
          <p:cNvSpPr>
            <a:spLocks noChangeShapeType="1"/>
          </p:cNvSpPr>
          <p:nvPr/>
        </p:nvSpPr>
        <p:spPr bwMode="auto">
          <a:xfrm>
            <a:off x="4170363" y="876300"/>
            <a:ext cx="0" cy="547370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30" name="Text Box 17"/>
          <p:cNvSpPr txBox="1">
            <a:spLocks noChangeArrowheads="1"/>
          </p:cNvSpPr>
          <p:nvPr/>
        </p:nvSpPr>
        <p:spPr bwMode="auto">
          <a:xfrm>
            <a:off x="1085850" y="574675"/>
            <a:ext cx="90601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31" name="Text Box 18"/>
          <p:cNvSpPr txBox="1">
            <a:spLocks noChangeArrowheads="1"/>
          </p:cNvSpPr>
          <p:nvPr/>
        </p:nvSpPr>
        <p:spPr bwMode="auto">
          <a:xfrm>
            <a:off x="3131840" y="574675"/>
            <a:ext cx="101983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endParaRPr lang="en-US" altLang="ko-KR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32" name="Text Box 19"/>
          <p:cNvSpPr txBox="1">
            <a:spLocks noChangeArrowheads="1"/>
          </p:cNvSpPr>
          <p:nvPr/>
        </p:nvSpPr>
        <p:spPr bwMode="auto">
          <a:xfrm>
            <a:off x="5994400" y="574675"/>
            <a:ext cx="136608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33" name="Text Box 20"/>
          <p:cNvSpPr txBox="1">
            <a:spLocks noChangeArrowheads="1"/>
          </p:cNvSpPr>
          <p:nvPr/>
        </p:nvSpPr>
        <p:spPr bwMode="auto">
          <a:xfrm>
            <a:off x="2592328" y="946150"/>
            <a:ext cx="400110" cy="715963"/>
          </a:xfrm>
          <a:prstGeom prst="rect">
            <a:avLst/>
          </a:prstGeom>
          <a:solidFill>
            <a:srgbClr val="99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en-US" altLang="ko-KR" sz="14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ím</a:t>
            </a:r>
            <a:r>
              <a:rPr lang="ko-KR" altLang="en-US" sz="14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ko-KR" altLang="en-US" sz="14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34" name="Text Box 21"/>
          <p:cNvSpPr txBox="1">
            <a:spLocks noChangeArrowheads="1"/>
          </p:cNvSpPr>
          <p:nvPr/>
        </p:nvSpPr>
        <p:spPr bwMode="auto">
          <a:xfrm>
            <a:off x="2592328" y="1800870"/>
            <a:ext cx="400110" cy="908050"/>
          </a:xfrm>
          <a:prstGeom prst="rect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squar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4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Xanh</a:t>
            </a:r>
            <a:r>
              <a:rPr lang="en-US" altLang="ko-KR" sz="14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lam</a:t>
            </a:r>
            <a:endParaRPr lang="ko-KR" altLang="en-US" sz="14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35" name="Text Box 22"/>
          <p:cNvSpPr txBox="1">
            <a:spLocks noChangeArrowheads="1"/>
          </p:cNvSpPr>
          <p:nvPr/>
        </p:nvSpPr>
        <p:spPr bwMode="auto">
          <a:xfrm>
            <a:off x="2592328" y="2819400"/>
            <a:ext cx="400110" cy="730250"/>
          </a:xfrm>
          <a:prstGeom prst="rect">
            <a:avLst/>
          </a:prstGeom>
          <a:solidFill>
            <a:srgbClr val="FF33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4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Đỏ</a:t>
            </a:r>
            <a:endParaRPr lang="ko-KR" altLang="en-US" sz="14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36" name="Text Box 23"/>
          <p:cNvSpPr txBox="1">
            <a:spLocks noChangeArrowheads="1"/>
          </p:cNvSpPr>
          <p:nvPr/>
        </p:nvSpPr>
        <p:spPr bwMode="auto">
          <a:xfrm>
            <a:off x="2516287" y="5562600"/>
            <a:ext cx="615553" cy="704850"/>
          </a:xfrm>
          <a:prstGeom prst="rect">
            <a:avLst/>
          </a:prstGeom>
          <a:solidFill>
            <a:srgbClr val="00C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1" hangingPunct="1">
              <a:lnSpc>
                <a:spcPct val="100000"/>
              </a:lnSpc>
            </a:pPr>
            <a:r>
              <a:rPr lang="en-US" altLang="ko-KR" sz="14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4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Xanh</a:t>
            </a:r>
            <a:r>
              <a:rPr lang="en-US" altLang="ko-KR" sz="14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lá</a:t>
            </a:r>
            <a:r>
              <a:rPr lang="en-US" altLang="ko-KR" sz="14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4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endParaRPr lang="ko-KR" altLang="en-US" sz="14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37" name="Text Box 24"/>
          <p:cNvSpPr txBox="1">
            <a:spLocks noChangeArrowheads="1"/>
          </p:cNvSpPr>
          <p:nvPr/>
        </p:nvSpPr>
        <p:spPr bwMode="auto">
          <a:xfrm>
            <a:off x="2592328" y="3733800"/>
            <a:ext cx="400110" cy="704850"/>
          </a:xfrm>
          <a:prstGeom prst="rect">
            <a:avLst/>
          </a:prstGeom>
          <a:solidFill>
            <a:srgbClr val="FF33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4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Đỏ</a:t>
            </a:r>
            <a:endParaRPr lang="ko-KR" altLang="en-US" sz="14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38" name="Text Box 25"/>
          <p:cNvSpPr txBox="1">
            <a:spLocks noChangeArrowheads="1"/>
          </p:cNvSpPr>
          <p:nvPr/>
        </p:nvSpPr>
        <p:spPr bwMode="auto">
          <a:xfrm>
            <a:off x="2592328" y="4648200"/>
            <a:ext cx="400110" cy="704850"/>
          </a:xfrm>
          <a:prstGeom prst="rect">
            <a:avLst/>
          </a:prstGeom>
          <a:solidFill>
            <a:srgbClr val="FF33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ko-KR" sz="1400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Đỏ</a:t>
            </a:r>
            <a:endParaRPr lang="ko-KR" altLang="en-US" sz="14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39" name="Line 26"/>
          <p:cNvSpPr>
            <a:spLocks noChangeShapeType="1"/>
          </p:cNvSpPr>
          <p:nvPr/>
        </p:nvSpPr>
        <p:spPr bwMode="auto">
          <a:xfrm flipV="1">
            <a:off x="2438400" y="528638"/>
            <a:ext cx="0" cy="3476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40" name="Text Box 27"/>
          <p:cNvSpPr txBox="1">
            <a:spLocks noChangeArrowheads="1"/>
          </p:cNvSpPr>
          <p:nvPr/>
        </p:nvSpPr>
        <p:spPr bwMode="auto">
          <a:xfrm>
            <a:off x="2532063" y="574675"/>
            <a:ext cx="49244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200" b="1" dirty="0" err="1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Màu</a:t>
            </a:r>
            <a:endParaRPr lang="ko-KR" altLang="en-US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41" name="Line 28"/>
          <p:cNvSpPr>
            <a:spLocks noChangeShapeType="1"/>
          </p:cNvSpPr>
          <p:nvPr/>
        </p:nvSpPr>
        <p:spPr bwMode="auto">
          <a:xfrm>
            <a:off x="2438400" y="876300"/>
            <a:ext cx="0" cy="5489575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42" name="Rectangle 29"/>
          <p:cNvSpPr>
            <a:spLocks noChangeArrowheads="1"/>
          </p:cNvSpPr>
          <p:nvPr/>
        </p:nvSpPr>
        <p:spPr bwMode="auto">
          <a:xfrm>
            <a:off x="3517900" y="1219200"/>
            <a:ext cx="26930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222</a:t>
            </a:r>
            <a:endParaRPr lang="en-US" altLang="ko-KR" sz="14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43" name="Rectangle 30"/>
          <p:cNvSpPr>
            <a:spLocks noChangeArrowheads="1"/>
          </p:cNvSpPr>
          <p:nvPr/>
        </p:nvSpPr>
        <p:spPr bwMode="auto">
          <a:xfrm>
            <a:off x="3500438" y="2133600"/>
            <a:ext cx="26930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243</a:t>
            </a:r>
            <a:endParaRPr lang="en-US" altLang="ko-KR" sz="14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44" name="Rectangle 31"/>
          <p:cNvSpPr>
            <a:spLocks noChangeArrowheads="1"/>
          </p:cNvSpPr>
          <p:nvPr/>
        </p:nvSpPr>
        <p:spPr bwMode="auto">
          <a:xfrm>
            <a:off x="3505200" y="3048000"/>
            <a:ext cx="26930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262</a:t>
            </a:r>
            <a:endParaRPr lang="en-US" altLang="ko-KR" sz="14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45" name="Rectangle 32"/>
          <p:cNvSpPr>
            <a:spLocks noChangeArrowheads="1"/>
          </p:cNvSpPr>
          <p:nvPr/>
        </p:nvSpPr>
        <p:spPr bwMode="auto">
          <a:xfrm>
            <a:off x="3517900" y="3949700"/>
            <a:ext cx="26930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272</a:t>
            </a:r>
            <a:endParaRPr lang="en-US" altLang="ko-KR" sz="14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46" name="Rectangle 33"/>
          <p:cNvSpPr>
            <a:spLocks noChangeArrowheads="1"/>
          </p:cNvSpPr>
          <p:nvPr/>
        </p:nvSpPr>
        <p:spPr bwMode="auto">
          <a:xfrm>
            <a:off x="3517900" y="4864100"/>
            <a:ext cx="26930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277</a:t>
            </a:r>
            <a:endParaRPr lang="en-US" altLang="ko-KR" sz="14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47" name="Rectangle 34"/>
          <p:cNvSpPr>
            <a:spLocks noChangeArrowheads="1"/>
          </p:cNvSpPr>
          <p:nvPr/>
        </p:nvSpPr>
        <p:spPr bwMode="auto">
          <a:xfrm>
            <a:off x="3517900" y="5791200"/>
            <a:ext cx="26930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290</a:t>
            </a:r>
            <a:endParaRPr lang="en-US" altLang="ko-KR" sz="140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48" name="Rectangle 35"/>
          <p:cNvSpPr>
            <a:spLocks noChangeArrowheads="1"/>
          </p:cNvSpPr>
          <p:nvPr/>
        </p:nvSpPr>
        <p:spPr bwMode="auto">
          <a:xfrm>
            <a:off x="4648200" y="1066800"/>
            <a:ext cx="39624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nhỏ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phận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tháo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thủ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49" name="Rectangle 36"/>
          <p:cNvSpPr>
            <a:spLocks noChangeArrowheads="1"/>
          </p:cNvSpPr>
          <p:nvPr/>
        </p:nvSpPr>
        <p:spPr bwMode="auto">
          <a:xfrm>
            <a:off x="4648200" y="1981200"/>
            <a:ext cx="35814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dầu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trung-cao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dày</a:t>
            </a: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M20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50" name="Rectangle 37"/>
          <p:cNvSpPr>
            <a:spLocks noChangeArrowheads="1"/>
          </p:cNvSpPr>
          <p:nvPr/>
        </p:nvSpPr>
        <p:spPr bwMode="auto">
          <a:xfrm>
            <a:off x="4648200" y="3048000"/>
            <a:ext cx="294813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vĩnh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cửu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51" name="Rectangle 38"/>
          <p:cNvSpPr>
            <a:spLocks noChangeArrowheads="1"/>
          </p:cNvSpPr>
          <p:nvPr/>
        </p:nvSpPr>
        <p:spPr bwMode="auto">
          <a:xfrm>
            <a:off x="4651375" y="5581650"/>
            <a:ext cx="3881438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thẩm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bền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ko-KR" altLang="en-US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thẩm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nên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rạn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nối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dẻo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thấp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52" name="Line 39"/>
          <p:cNvSpPr>
            <a:spLocks noChangeShapeType="1"/>
          </p:cNvSpPr>
          <p:nvPr/>
        </p:nvSpPr>
        <p:spPr bwMode="auto">
          <a:xfrm>
            <a:off x="7285038" y="5543550"/>
            <a:ext cx="1587" cy="15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53" name="Rectangle 40"/>
          <p:cNvSpPr>
            <a:spLocks noChangeArrowheads="1"/>
          </p:cNvSpPr>
          <p:nvPr/>
        </p:nvSpPr>
        <p:spPr bwMode="auto">
          <a:xfrm>
            <a:off x="4643438" y="4724400"/>
            <a:ext cx="416718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Bolt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chống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dẻo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en-US" altLang="ko-KR" sz="1200" dirty="0" smtClean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ko-KR" altLang="en-US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hủy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54" name="Rectangle 41"/>
          <p:cNvSpPr>
            <a:spLocks noChangeArrowheads="1"/>
          </p:cNvSpPr>
          <p:nvPr/>
        </p:nvSpPr>
        <p:spPr bwMode="auto">
          <a:xfrm>
            <a:off x="4638552" y="3962400"/>
            <a:ext cx="238526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buFontTx/>
              <a:buChar char="•"/>
            </a:pPr>
            <a:r>
              <a:rPr lang="en-US" altLang="ko-KR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ốc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chịu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</a:t>
            </a:r>
            <a:r>
              <a:rPr lang="en-US" altLang="ko-KR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200" dirty="0" err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endParaRPr lang="ko-KR" altLang="en-US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55" name="Line 42"/>
          <p:cNvSpPr>
            <a:spLocks noChangeShapeType="1"/>
          </p:cNvSpPr>
          <p:nvPr/>
        </p:nvSpPr>
        <p:spPr bwMode="auto">
          <a:xfrm>
            <a:off x="1687513" y="1644650"/>
            <a:ext cx="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56" name="Line 43"/>
          <p:cNvSpPr>
            <a:spLocks noChangeShapeType="1"/>
          </p:cNvSpPr>
          <p:nvPr/>
        </p:nvSpPr>
        <p:spPr bwMode="auto">
          <a:xfrm>
            <a:off x="809625" y="1924050"/>
            <a:ext cx="0" cy="15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57" name="Line 44"/>
          <p:cNvSpPr>
            <a:spLocks noChangeShapeType="1"/>
          </p:cNvSpPr>
          <p:nvPr/>
        </p:nvSpPr>
        <p:spPr bwMode="auto">
          <a:xfrm>
            <a:off x="1838325" y="1924050"/>
            <a:ext cx="0" cy="15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43758" name="Picture 4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0250" y="901700"/>
            <a:ext cx="1382713" cy="865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3759" name="Picture 4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188" y="1816100"/>
            <a:ext cx="1384300" cy="869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3760" name="Picture 4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70"/>
          <a:stretch>
            <a:fillRect/>
          </a:stretch>
        </p:blipFill>
        <p:spPr bwMode="auto">
          <a:xfrm>
            <a:off x="738188" y="2724150"/>
            <a:ext cx="1395412" cy="871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3761" name="Picture 48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188" y="3649663"/>
            <a:ext cx="1395412" cy="868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3762" name="Picture 49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0250" y="5473700"/>
            <a:ext cx="1403350" cy="890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3763" name="Picture 50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0250" y="4559300"/>
            <a:ext cx="1403350" cy="87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3764" name="Line 51"/>
          <p:cNvSpPr>
            <a:spLocks noChangeShapeType="1"/>
          </p:cNvSpPr>
          <p:nvPr/>
        </p:nvSpPr>
        <p:spPr bwMode="auto">
          <a:xfrm>
            <a:off x="2438400" y="876300"/>
            <a:ext cx="0" cy="5489575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65" name="Rectangle 54"/>
          <p:cNvSpPr>
            <a:spLocks noChangeArrowheads="1"/>
          </p:cNvSpPr>
          <p:nvPr/>
        </p:nvSpPr>
        <p:spPr bwMode="auto">
          <a:xfrm>
            <a:off x="44450" y="58738"/>
            <a:ext cx="15748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</a:pPr>
            <a:r>
              <a:rPr lang="en-US" altLang="ko-KR" sz="1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sz="1800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sz="1800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sz="18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66" name="Rectangle 55"/>
          <p:cNvSpPr>
            <a:spLocks noGrp="1" noChangeArrowheads="1"/>
          </p:cNvSpPr>
          <p:nvPr>
            <p:ph type="title" idx="4294967295"/>
          </p:nvPr>
        </p:nvSpPr>
        <p:spPr>
          <a:xfrm>
            <a:off x="4607719" y="-79662"/>
            <a:ext cx="4428331" cy="584775"/>
          </a:xfrm>
        </p:spPr>
        <p:txBody>
          <a:bodyPr/>
          <a:lstStyle/>
          <a:p>
            <a:pPr eaLnBrk="1" hangingPunct="1"/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Chủng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ko-KR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ko-KR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endParaRPr lang="ko-KR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0840952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8" name="Rectangle 2"/>
          <p:cNvSpPr>
            <a:spLocks noChangeArrowheads="1"/>
          </p:cNvSpPr>
          <p:nvPr/>
        </p:nvSpPr>
        <p:spPr bwMode="auto">
          <a:xfrm>
            <a:off x="1774825" y="1914525"/>
            <a:ext cx="5689600" cy="2090738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hangingPunct="1"/>
            <a:endParaRPr lang="ko-KR" altLang="en-US"/>
          </a:p>
        </p:txBody>
      </p:sp>
      <p:sp>
        <p:nvSpPr>
          <p:cNvPr id="244739" name="Text Box 3"/>
          <p:cNvSpPr txBox="1">
            <a:spLocks noChangeArrowheads="1"/>
          </p:cNvSpPr>
          <p:nvPr/>
        </p:nvSpPr>
        <p:spPr bwMode="auto">
          <a:xfrm>
            <a:off x="1773238" y="1914525"/>
            <a:ext cx="5654675" cy="4548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6623" tIns="58311" rIns="116623" bIns="58311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lvl="0" eaLnBrk="1" hangingPunct="1"/>
            <a:r>
              <a:rPr lang="en-US" altLang="ko-KR" sz="2000" kern="10" dirty="0" err="1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Quá</a:t>
            </a:r>
            <a:r>
              <a:rPr lang="en-US" altLang="ko-KR" sz="20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 </a:t>
            </a:r>
            <a:r>
              <a:rPr lang="en-US" altLang="ko-KR" sz="2000" kern="10" dirty="0" err="1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trình</a:t>
            </a:r>
            <a:r>
              <a:rPr lang="en-US" altLang="ko-KR" sz="20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 </a:t>
            </a:r>
            <a:r>
              <a:rPr lang="en-US" altLang="ko-KR" sz="2000" kern="10" dirty="0" err="1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cơ</a:t>
            </a:r>
            <a:r>
              <a:rPr lang="en-US" altLang="ko-KR" sz="20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 </a:t>
            </a:r>
            <a:r>
              <a:rPr lang="en-US" altLang="ko-KR" sz="2000" kern="10" dirty="0" err="1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bản</a:t>
            </a:r>
            <a:r>
              <a:rPr lang="en-US" altLang="ko-KR" sz="20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 </a:t>
            </a:r>
            <a:r>
              <a:rPr lang="en-US" altLang="ko-KR" sz="2000" kern="10" dirty="0" err="1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về</a:t>
            </a:r>
            <a:r>
              <a:rPr lang="en-US" altLang="ko-KR" sz="20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 </a:t>
            </a:r>
            <a:r>
              <a:rPr lang="en-US" altLang="ko-KR" sz="2000" kern="10" dirty="0" err="1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linh</a:t>
            </a:r>
            <a:r>
              <a:rPr lang="en-US" altLang="ko-KR" sz="20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 </a:t>
            </a:r>
            <a:r>
              <a:rPr lang="en-US" altLang="ko-KR" sz="2000" kern="10" dirty="0" err="1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kiện</a:t>
            </a:r>
            <a:r>
              <a:rPr lang="en-US" altLang="ko-KR" sz="20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 </a:t>
            </a:r>
            <a:r>
              <a:rPr lang="en-US" altLang="ko-KR" sz="2000" kern="10" dirty="0" err="1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ea typeface="HY견고딕"/>
                <a:cs typeface="Times New Roman" panose="02020603050405020304" pitchFamily="18" charset="0"/>
              </a:rPr>
              <a:t>máy</a:t>
            </a:r>
            <a:endParaRPr lang="ko-KR" altLang="en-US" sz="2000" kern="10" dirty="0">
              <a:ln w="9525">
                <a:solidFill>
                  <a:srgbClr val="000000"/>
                </a:solidFill>
                <a:round/>
                <a:headEnd/>
                <a:tailEnd/>
              </a:ln>
              <a:solidFill>
                <a:srgbClr val="FFFFFF"/>
              </a:solidFill>
              <a:latin typeface="Times New Roman" panose="02020603050405020304" pitchFamily="18" charset="0"/>
              <a:ea typeface="HY견고딕"/>
              <a:cs typeface="Times New Roman" panose="02020603050405020304" pitchFamily="18" charset="0"/>
            </a:endParaRPr>
          </a:p>
        </p:txBody>
      </p:sp>
      <p:sp>
        <p:nvSpPr>
          <p:cNvPr id="244740" name="Line 4"/>
          <p:cNvSpPr>
            <a:spLocks noChangeShapeType="1"/>
          </p:cNvSpPr>
          <p:nvPr/>
        </p:nvSpPr>
        <p:spPr bwMode="auto">
          <a:xfrm>
            <a:off x="1768475" y="2405063"/>
            <a:ext cx="5695950" cy="0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244741" name="Text Box 5"/>
          <p:cNvSpPr txBox="1">
            <a:spLocks noChangeArrowheads="1"/>
          </p:cNvSpPr>
          <p:nvPr/>
        </p:nvSpPr>
        <p:spPr bwMode="auto">
          <a:xfrm>
            <a:off x="1957388" y="2600325"/>
            <a:ext cx="5278437" cy="1238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6623" tIns="58311" rIns="116623" bIns="58311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40000"/>
              </a:lnSpc>
              <a:spcBef>
                <a:spcPct val="50000"/>
              </a:spcBef>
              <a:buFont typeface="-윤명조220" pitchFamily="18" charset="-127"/>
              <a:buChar char="□"/>
            </a:pPr>
            <a:r>
              <a:rPr lang="en-US" altLang="ko-KR" sz="140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 </a:t>
            </a:r>
            <a:r>
              <a:rPr lang="ko-KR" altLang="en-US" sz="140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발행부서 </a:t>
            </a:r>
            <a:r>
              <a:rPr lang="en-US" altLang="ko-KR" sz="140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: LG Display </a:t>
            </a:r>
            <a:r>
              <a:rPr lang="ko-KR" altLang="en-US" sz="140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생산기술센터</a:t>
            </a:r>
          </a:p>
          <a:p>
            <a:pPr algn="l" eaLnBrk="1" latinLnBrk="1" hangingPunct="1">
              <a:lnSpc>
                <a:spcPct val="140000"/>
              </a:lnSpc>
              <a:spcBef>
                <a:spcPct val="50000"/>
              </a:spcBef>
              <a:buFont typeface="-윤명조220" pitchFamily="18" charset="-127"/>
              <a:buChar char="□"/>
            </a:pPr>
            <a:r>
              <a:rPr lang="ko-KR" altLang="en-US" sz="140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 발행부수 </a:t>
            </a:r>
            <a:r>
              <a:rPr lang="en-US" altLang="ko-KR" sz="140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: 00</a:t>
            </a:r>
            <a:r>
              <a:rPr lang="ko-KR" altLang="en-US" sz="140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부 </a:t>
            </a:r>
            <a:r>
              <a:rPr lang="en-US" altLang="ko-KR" sz="140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&lt;</a:t>
            </a:r>
            <a:r>
              <a:rPr lang="ko-KR" altLang="en-US" sz="140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초판</a:t>
            </a:r>
            <a:r>
              <a:rPr lang="en-US" altLang="ko-KR" sz="140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&gt; 2009. 00. 00</a:t>
            </a:r>
          </a:p>
          <a:p>
            <a:pPr algn="l" eaLnBrk="1" latinLnBrk="1" hangingPunct="1">
              <a:lnSpc>
                <a:spcPct val="140000"/>
              </a:lnSpc>
              <a:spcBef>
                <a:spcPct val="50000"/>
              </a:spcBef>
              <a:buFont typeface="-윤명조220" pitchFamily="18" charset="-127"/>
              <a:buChar char="□"/>
            </a:pPr>
            <a:r>
              <a:rPr lang="en-US" altLang="ko-KR" sz="140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 </a:t>
            </a:r>
            <a:r>
              <a:rPr lang="ko-KR" altLang="en-US" sz="140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발행일자 </a:t>
            </a:r>
            <a:r>
              <a:rPr lang="en-US" altLang="ko-KR" sz="140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: 2014. 00. 00</a:t>
            </a:r>
          </a:p>
        </p:txBody>
      </p:sp>
      <p:sp>
        <p:nvSpPr>
          <p:cNvPr id="244742" name="Text Box 6"/>
          <p:cNvSpPr txBox="1">
            <a:spLocks noChangeArrowheads="1"/>
          </p:cNvSpPr>
          <p:nvPr/>
        </p:nvSpPr>
        <p:spPr bwMode="auto">
          <a:xfrm>
            <a:off x="1766888" y="4157663"/>
            <a:ext cx="5948362" cy="315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6623" tIns="58311" rIns="116623" bIns="58311">
            <a:spAutoFit/>
          </a:bodyPr>
          <a:lstStyle>
            <a:lvl1pPr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accent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latin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30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※ </a:t>
            </a:r>
            <a:r>
              <a:rPr lang="ko-KR" altLang="en-US" sz="130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이 책의 일부 또는 전부를 허가 없이 임의로 복제하는 것을 금합니다</a:t>
            </a:r>
            <a:r>
              <a:rPr lang="en-US" altLang="ko-KR" sz="130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. </a:t>
            </a:r>
          </a:p>
        </p:txBody>
      </p:sp>
      <p:pic>
        <p:nvPicPr>
          <p:cNvPr id="244743" name="Picture 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51200" y="6057900"/>
            <a:ext cx="2844800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49777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1 기계요소 기본_교재_v4.5">
  <a:themeElements>
    <a:clrScheme name="디자인 사용자 지정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디자인 사용자 지정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2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0" i="0" u="none" strike="noStrike" cap="none" normalizeH="0" baseline="0" smtClean="0">
            <a:ln>
              <a:noFill/>
            </a:ln>
            <a:solidFill>
              <a:schemeClr val="accent2"/>
            </a:solidFill>
            <a:effectLst/>
            <a:latin typeface="굴림" pitchFamily="50" charset="-127"/>
            <a:ea typeface="굴림" pitchFamily="50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2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0" i="0" u="none" strike="noStrike" cap="none" normalizeH="0" baseline="0" smtClean="0">
            <a:ln>
              <a:noFill/>
            </a:ln>
            <a:solidFill>
              <a:schemeClr val="accent2"/>
            </a:solidFill>
            <a:effectLst/>
            <a:latin typeface="굴림" pitchFamily="50" charset="-127"/>
            <a:ea typeface="굴림" pitchFamily="50" charset="-127"/>
          </a:defRPr>
        </a:defPPr>
      </a:lstStyle>
    </a:lnDef>
  </a:objectDefaults>
  <a:extraClrSchemeLst>
    <a:extraClrScheme>
      <a:clrScheme name="디자인 사용자 지정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1 기계요소 기본_교재_v4.5">
  <a:themeElements>
    <a:clrScheme name="디자인 사용자 지정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디자인 사용자 지정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2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0" i="0" u="none" strike="noStrike" cap="none" normalizeH="0" baseline="0" smtClean="0">
            <a:ln>
              <a:noFill/>
            </a:ln>
            <a:solidFill>
              <a:schemeClr val="accent2"/>
            </a:solidFill>
            <a:effectLst/>
            <a:latin typeface="굴림" pitchFamily="50" charset="-127"/>
            <a:ea typeface="굴림" pitchFamily="50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2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0" i="0" u="none" strike="noStrike" cap="none" normalizeH="0" baseline="0" smtClean="0">
            <a:ln>
              <a:noFill/>
            </a:ln>
            <a:solidFill>
              <a:schemeClr val="accent2"/>
            </a:solidFill>
            <a:effectLst/>
            <a:latin typeface="굴림" pitchFamily="50" charset="-127"/>
            <a:ea typeface="굴림" pitchFamily="50" charset="-127"/>
          </a:defRPr>
        </a:defPPr>
      </a:lstStyle>
    </a:lnDef>
  </a:objectDefaults>
  <a:extraClrSchemeLst>
    <a:extraClrScheme>
      <a:clrScheme name="디자인 사용자 지정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2_1 기계요소 기본_교재_v4.5">
  <a:themeElements>
    <a:clrScheme name="디자인 사용자 지정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디자인 사용자 지정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2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0" i="0" u="none" strike="noStrike" cap="none" normalizeH="0" baseline="0" smtClean="0">
            <a:ln>
              <a:noFill/>
            </a:ln>
            <a:solidFill>
              <a:schemeClr val="accent2"/>
            </a:solidFill>
            <a:effectLst/>
            <a:latin typeface="굴림" pitchFamily="50" charset="-127"/>
            <a:ea typeface="굴림" pitchFamily="50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2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0" i="0" u="none" strike="noStrike" cap="none" normalizeH="0" baseline="0" smtClean="0">
            <a:ln>
              <a:noFill/>
            </a:ln>
            <a:solidFill>
              <a:schemeClr val="accent2"/>
            </a:solidFill>
            <a:effectLst/>
            <a:latin typeface="굴림" pitchFamily="50" charset="-127"/>
            <a:ea typeface="굴림" pitchFamily="50" charset="-127"/>
          </a:defRPr>
        </a:defPPr>
      </a:lstStyle>
    </a:lnDef>
  </a:objectDefaults>
  <a:extraClrSchemeLst>
    <a:extraClrScheme>
      <a:clrScheme name="디자인 사용자 지정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1 기계요소 기본_교재_v4.5</Template>
  <TotalTime>5063</TotalTime>
  <Words>45546</Words>
  <Application>Microsoft Office PowerPoint</Application>
  <PresentationFormat>On-screen Show (4:3)</PresentationFormat>
  <Paragraphs>5712</Paragraphs>
  <Slides>219</Slides>
  <Notes>68</Notes>
  <HiddenSlides>0</HiddenSlides>
  <MMClips>0</MMClips>
  <ScaleCrop>false</ScaleCrop>
  <HeadingPairs>
    <vt:vector size="4" baseType="variant">
      <vt:variant>
        <vt:lpstr>Theme</vt:lpstr>
      </vt:variant>
      <vt:variant>
        <vt:i4>3</vt:i4>
      </vt:variant>
      <vt:variant>
        <vt:lpstr>Slide Titles</vt:lpstr>
      </vt:variant>
      <vt:variant>
        <vt:i4>219</vt:i4>
      </vt:variant>
    </vt:vector>
  </HeadingPairs>
  <TitlesOfParts>
    <vt:vector size="222" baseType="lpstr">
      <vt:lpstr>1 기계요소 기본_교재_v4.5</vt:lpstr>
      <vt:lpstr>1_1 기계요소 기본_교재_v4.5</vt:lpstr>
      <vt:lpstr>2_1 기계요소 기본_교재_v4.5</vt:lpstr>
      <vt:lpstr>PowerPoint Presentation</vt:lpstr>
      <vt:lpstr>PowerPoint Presentation</vt:lpstr>
      <vt:lpstr>PowerPoint Presentation</vt:lpstr>
      <vt:lpstr>PowerPoint Presentation</vt:lpstr>
      <vt:lpstr>▶▶1. 기계 및 축계요소</vt:lpstr>
      <vt:lpstr>1. Máy móc</vt:lpstr>
      <vt:lpstr>PowerPoint Presentation</vt:lpstr>
      <vt:lpstr>1. Máy móc</vt:lpstr>
      <vt:lpstr>PowerPoint Presentation</vt:lpstr>
      <vt:lpstr>1. Máy móc</vt:lpstr>
      <vt:lpstr>PowerPoint Presentation</vt:lpstr>
      <vt:lpstr>1. Máy móc</vt:lpstr>
      <vt:lpstr>1. Máy móc</vt:lpstr>
      <vt:lpstr>PowerPoint Presentation</vt:lpstr>
      <vt:lpstr>2. Trục (Shaft)</vt:lpstr>
      <vt:lpstr>2. Trục (Shaft)</vt:lpstr>
      <vt:lpstr>2. Trục (Shaft)</vt:lpstr>
      <vt:lpstr>2. Trục (Shaft)</vt:lpstr>
      <vt:lpstr>2. 축 (Shaft)</vt:lpstr>
      <vt:lpstr>2. Trục (Shaft)</vt:lpstr>
      <vt:lpstr>2. Trục (Shaft)</vt:lpstr>
      <vt:lpstr>2. Trục (Shaft)</vt:lpstr>
      <vt:lpstr>PowerPoint Presentation</vt:lpstr>
      <vt:lpstr>2. Trục (Shaft)</vt:lpstr>
      <vt:lpstr>2. Trục (Shaft)</vt:lpstr>
      <vt:lpstr>PowerPoint Presentation</vt:lpstr>
      <vt:lpstr>3. Trục nối</vt:lpstr>
      <vt:lpstr>3. Trục nối</vt:lpstr>
      <vt:lpstr>3. Trục nối</vt:lpstr>
      <vt:lpstr>3. 축 이음</vt:lpstr>
      <vt:lpstr>PowerPoint Presentation</vt:lpstr>
      <vt:lpstr>3. Trục nối</vt:lpstr>
      <vt:lpstr>4. Bearing</vt:lpstr>
      <vt:lpstr>PowerPoint Presentation</vt:lpstr>
      <vt:lpstr>4. Bearing</vt:lpstr>
      <vt:lpstr>4. Bearing</vt:lpstr>
      <vt:lpstr>4. Bearing</vt:lpstr>
      <vt:lpstr>4. Bearing</vt:lpstr>
      <vt:lpstr>4. Bearing</vt:lpstr>
      <vt:lpstr>4. Bearing</vt:lpstr>
      <vt:lpstr>4. Bearing</vt:lpstr>
      <vt:lpstr>4. Bearing</vt:lpstr>
      <vt:lpstr>4. Bearing</vt:lpstr>
      <vt:lpstr>4. Bearing</vt:lpstr>
      <vt:lpstr>4. Bearing</vt:lpstr>
      <vt:lpstr>▶▶2. 결합요소</vt:lpstr>
      <vt:lpstr>1. Đinh ốc (Bolt, Nut)</vt:lpstr>
      <vt:lpstr>1. Đinh ốc (Bolt, Nut)</vt:lpstr>
      <vt:lpstr>1. Đinh ốc (Bolt, Nut)</vt:lpstr>
      <vt:lpstr>1. Đinh ốc (Bolt, Nut)</vt:lpstr>
      <vt:lpstr>1. Đinh ốc (Bolt, Nut)</vt:lpstr>
      <vt:lpstr>1. Đinh ốc (Bolt, Nut)</vt:lpstr>
      <vt:lpstr>1. Đinh ốc (Bolt, Nut)</vt:lpstr>
      <vt:lpstr>1. Đinh ốc (Bolt, Nut)</vt:lpstr>
      <vt:lpstr>1. Đinh ốc (Bolt, Nut)</vt:lpstr>
      <vt:lpstr>1. Đinh ốc (Bolt, Nut)</vt:lpstr>
      <vt:lpstr>1. Đinh ốc (Bolt, Nut)</vt:lpstr>
      <vt:lpstr>1. Đinh ốc (Bolt, Nut)</vt:lpstr>
      <vt:lpstr>1. Đinh ốc (Bolt, Nut)</vt:lpstr>
      <vt:lpstr>1. Đinh ốc (Bolt, Nut)</vt:lpstr>
      <vt:lpstr>1. Đinh ốc (Bolt, Nut)</vt:lpstr>
      <vt:lpstr>1. Đinh ốc (Bolt, Nut)</vt:lpstr>
      <vt:lpstr>2. Pin</vt:lpstr>
      <vt:lpstr>2. Pin</vt:lpstr>
      <vt:lpstr>2. Pin</vt:lpstr>
      <vt:lpstr>3. Khóa</vt:lpstr>
      <vt:lpstr>3. Key</vt:lpstr>
      <vt:lpstr>▶▶3. 전동요소</vt:lpstr>
      <vt:lpstr>1. Gear</vt:lpstr>
      <vt:lpstr>1. Gear</vt:lpstr>
      <vt:lpstr>1. Gear</vt:lpstr>
      <vt:lpstr>1. Gear</vt:lpstr>
      <vt:lpstr>1. Gear</vt:lpstr>
      <vt:lpstr>1. Gear</vt:lpstr>
      <vt:lpstr>1. Gear</vt:lpstr>
      <vt:lpstr>1. Gear</vt:lpstr>
      <vt:lpstr>1. Gear</vt:lpstr>
      <vt:lpstr>1. Gear</vt:lpstr>
      <vt:lpstr>1. Gear</vt:lpstr>
      <vt:lpstr>1. Gear</vt:lpstr>
      <vt:lpstr>1. Gear</vt:lpstr>
      <vt:lpstr>2. Máy giảm tốc</vt:lpstr>
      <vt:lpstr>2. Máy giảm tốc</vt:lpstr>
      <vt:lpstr>2. Máy giảm tốc</vt:lpstr>
      <vt:lpstr>2. Máy giảm tốc</vt:lpstr>
      <vt:lpstr>2. Máy giảm tốc</vt:lpstr>
      <vt:lpstr>2. Máy giảm tốc</vt:lpstr>
      <vt:lpstr>2. Máy giảm tốc</vt:lpstr>
      <vt:lpstr>2. Máy giảm tốc</vt:lpstr>
      <vt:lpstr>2. Máy giảm tốc</vt:lpstr>
      <vt:lpstr>2. Máy giảm tốc</vt:lpstr>
      <vt:lpstr>2. Máy giảm tốc</vt:lpstr>
      <vt:lpstr>2. Máy giảm tốc</vt:lpstr>
      <vt:lpstr>2. Máy giảm tốc</vt:lpstr>
      <vt:lpstr>2. Máy giảm tốc</vt:lpstr>
      <vt:lpstr>3. Belt</vt:lpstr>
      <vt:lpstr>3. Belt</vt:lpstr>
      <vt:lpstr>3. Belt</vt:lpstr>
      <vt:lpstr>3. Belt</vt:lpstr>
      <vt:lpstr>3. Belt</vt:lpstr>
      <vt:lpstr>3. Belt</vt:lpstr>
      <vt:lpstr>3. Belt</vt:lpstr>
      <vt:lpstr>3. Belt</vt:lpstr>
      <vt:lpstr>3. Belt</vt:lpstr>
      <vt:lpstr>3. Belt</vt:lpstr>
      <vt:lpstr>3. Belt</vt:lpstr>
      <vt:lpstr>3. Belt</vt:lpstr>
      <vt:lpstr>3. Belt</vt:lpstr>
      <vt:lpstr>3. Belt</vt:lpstr>
      <vt:lpstr>3. Belt</vt:lpstr>
      <vt:lpstr>3. Belt</vt:lpstr>
      <vt:lpstr>4 Chain</vt:lpstr>
      <vt:lpstr>4 Chain</vt:lpstr>
      <vt:lpstr>4 Chain</vt:lpstr>
      <vt:lpstr>▶▶4. 직동요소</vt:lpstr>
      <vt:lpstr>1. Phương thức dẫn động thẳng</vt:lpstr>
      <vt:lpstr>▶▶4. 직동요소</vt:lpstr>
      <vt:lpstr>PowerPoint Presentation</vt:lpstr>
      <vt:lpstr>1. Phương thức dẫn động thẳng</vt:lpstr>
      <vt:lpstr>1. Phương thức dẫn động thẳng</vt:lpstr>
      <vt:lpstr>1. Phương thức dẫn động thẳng</vt:lpstr>
      <vt:lpstr>2. LM Guide</vt:lpstr>
      <vt:lpstr>2. LM Guide</vt:lpstr>
      <vt:lpstr>2. LM Guide</vt:lpstr>
      <vt:lpstr>2. LM Guide</vt:lpstr>
      <vt:lpstr>2. LM Guide</vt:lpstr>
      <vt:lpstr>2. LM Guide</vt:lpstr>
      <vt:lpstr>2. LM Guide</vt:lpstr>
      <vt:lpstr>2. LM Guide</vt:lpstr>
      <vt:lpstr>3. Linear Bush</vt:lpstr>
      <vt:lpstr>3. Linear Bush</vt:lpstr>
      <vt:lpstr>3. Linear Bush</vt:lpstr>
      <vt:lpstr>3. Linear Bush</vt:lpstr>
      <vt:lpstr>4. Ball Spline</vt:lpstr>
      <vt:lpstr>4. Ball Spline</vt:lpstr>
      <vt:lpstr>4. Ball Spline</vt:lpstr>
      <vt:lpstr>4. Ball Spline</vt:lpstr>
      <vt:lpstr>4. Ball Spline</vt:lpstr>
      <vt:lpstr>5. Ball Screw</vt:lpstr>
      <vt:lpstr>5. Ball Screw</vt:lpstr>
      <vt:lpstr>5. Ball Screw</vt:lpstr>
      <vt:lpstr>5. Ball Screw</vt:lpstr>
      <vt:lpstr>5. Ball Screw</vt:lpstr>
      <vt:lpstr>5. Ball Screw</vt:lpstr>
      <vt:lpstr>5. Ball Screw</vt:lpstr>
      <vt:lpstr>5. Ball Screw</vt:lpstr>
      <vt:lpstr>▶▶5. 윤활</vt:lpstr>
      <vt:lpstr>1. Phân loại, mục đích, quy cách của dầu bôi trơn</vt:lpstr>
      <vt:lpstr>1. Phân loại, mục đích, quy cách của dầu bôi trơn </vt:lpstr>
      <vt:lpstr>1. Phân loại, mục đích, quy cách của dầu bôi trơn</vt:lpstr>
      <vt:lpstr>1. Phân loại, mục đích, quy cách của dầu bôi trơn</vt:lpstr>
      <vt:lpstr>1. Phân loại, mục đích, quy cách của dầu bôi trơn</vt:lpstr>
      <vt:lpstr>2. Quản lý, lựa chọn, sự hỏng chất bôi trơn</vt:lpstr>
      <vt:lpstr>2. Quản lý, lựa chọn, sự hỏng chất bôi trơn</vt:lpstr>
      <vt:lpstr>2. Quản lý, lựa chọn, sự hỏng chất bôi trơn</vt:lpstr>
      <vt:lpstr>2. Quản lý, lựa chọn, sự hỏng chất bôi trơn</vt:lpstr>
      <vt:lpstr>2. Quản lý, lựa chọn, sự hỏng chất bôi trơn</vt:lpstr>
      <vt:lpstr>2. Quản lý, lựa chọn, sự hỏng chất bôi trơn</vt:lpstr>
      <vt:lpstr>2. Quản lý, lựa chọn, sự hỏng chất bôi trơn</vt:lpstr>
      <vt:lpstr>2. Quản lý, lựa chọn, sự hỏng chất bôi trơn</vt:lpstr>
      <vt:lpstr>2. Quản lý, lựa chọn, sự hỏng chất bôi trơn</vt:lpstr>
      <vt:lpstr>3. Mỡ của công ty</vt:lpstr>
      <vt:lpstr>3. Mỡ của công ty</vt:lpstr>
      <vt:lpstr>3. Mỡ của công ty</vt:lpstr>
      <vt:lpstr>3. Mỡ của công ty</vt:lpstr>
      <vt:lpstr>3. Mỡ của công ty</vt:lpstr>
      <vt:lpstr>▶▶6. 제도</vt:lpstr>
      <vt:lpstr>1. Định nghĩa và quy cách của vẽ kỹ thuật</vt:lpstr>
      <vt:lpstr>2. Điều kiện của bản vẽ</vt:lpstr>
      <vt:lpstr>2. Điều kiện của bản vẽ</vt:lpstr>
      <vt:lpstr>2. Điều kiện của bản vẽ</vt:lpstr>
      <vt:lpstr>3. Tìm hiểu về dung sai</vt:lpstr>
      <vt:lpstr>4. Phương pháp chiếu góc thứ nhất và góc thứ 3</vt:lpstr>
      <vt:lpstr>5. Các loại đường kẻ và mục đích sử dụng</vt:lpstr>
      <vt:lpstr>5. Các loại đường kẻ và mục đích sử dụng</vt:lpstr>
      <vt:lpstr>▶▶7. 공구</vt:lpstr>
      <vt:lpstr>1. Thao tác an toàn công cụ cầm tay</vt:lpstr>
      <vt:lpstr>1. Thao tác an toàn công cụ cầm tay</vt:lpstr>
      <vt:lpstr>1. Thao tác an toàn công cụ cầm tay</vt:lpstr>
      <vt:lpstr>2. Công cụ chính</vt:lpstr>
      <vt:lpstr>2. Công cụ chính</vt:lpstr>
      <vt:lpstr>2. Công cụ chính</vt:lpstr>
      <vt:lpstr>2. Công cụ chính</vt:lpstr>
      <vt:lpstr>2. Công cụ chính</vt:lpstr>
      <vt:lpstr>2. Công cụ chính</vt:lpstr>
      <vt:lpstr>2. Công cụ chính</vt:lpstr>
      <vt:lpstr>2. Công cụ chính</vt:lpstr>
      <vt:lpstr>2. Công cụ chính</vt:lpstr>
      <vt:lpstr>2. Công cụ chính</vt:lpstr>
      <vt:lpstr>2. Công cụ chính</vt:lpstr>
      <vt:lpstr>2. Công cụ chính</vt:lpstr>
      <vt:lpstr>3. Tìm hiểu về máy đo đạc</vt:lpstr>
      <vt:lpstr>3. Tìm hiểu về máy đo đạc</vt:lpstr>
      <vt:lpstr>3. Tìm hiểu về máy đo đạc</vt:lpstr>
      <vt:lpstr>3. Tìm hiểu về máy đo đạc</vt:lpstr>
      <vt:lpstr>3. Tìm hiểu về máy đo đạc</vt:lpstr>
      <vt:lpstr>3. Tìm hiểu về máy đo đạc</vt:lpstr>
      <vt:lpstr>3. Tìm hiểu về máy đo đạc</vt:lpstr>
      <vt:lpstr>3. Tìm hiểu về máy đo đạc</vt:lpstr>
      <vt:lpstr>3. Tìm hiểu về máy đo đạc</vt:lpstr>
      <vt:lpstr>3. Tìm hiểu về máy đo đạc</vt:lpstr>
      <vt:lpstr>3. Tìm hiểu về máy đo đạc</vt:lpstr>
      <vt:lpstr>3. Tìm hiểu về máy đo đạc</vt:lpstr>
      <vt:lpstr>3. Tìm hiểu về máy đo đạc</vt:lpstr>
      <vt:lpstr>3. Tìm hiểu về máy đo đạc</vt:lpstr>
      <vt:lpstr>3. Tìm hiểu về máy đo đạc</vt:lpstr>
      <vt:lpstr>4. Chủng loại và mục đích sử dụng của công cụ</vt:lpstr>
      <vt:lpstr>4. Chủng loại và mục đích sử dụng của công cụ</vt:lpstr>
      <vt:lpstr>4. Chủng loại và mục đích sử dụng của công cụ</vt:lpstr>
      <vt:lpstr>4. Chủng loại và mục đích sử dụng của công cụ</vt:lpstr>
      <vt:lpstr>4. Chủng loại và mục đích sử dụng của công cụ</vt:lpstr>
      <vt:lpstr>4. Chủng loại và mục đích sử dụng của công cụ</vt:lpstr>
      <vt:lpstr>4. Chủng loại và mục đích sử dụng của công cụ</vt:lpstr>
      <vt:lpstr>4. Chủng loại và mục đích sử dụng của công cụ</vt:lpstr>
      <vt:lpstr>4. Chủng loại và mục đích sử dụng của công cụ</vt:lpstr>
      <vt:lpstr>4. Chủng loại và mục đích sử dụng của công cụ</vt:lpstr>
      <vt:lpstr>4. Chủng loại và mục đích sử dụng của công cụ</vt:lpstr>
      <vt:lpstr>4. Chủng loại và mục đích sử dụng của công cụ</vt:lpstr>
      <vt:lpstr>PowerPoint Presentation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슬라이드 1</dc:title>
  <dc:creator>LGD</dc:creator>
  <cp:lastModifiedBy>levandoanh</cp:lastModifiedBy>
  <cp:revision>784</cp:revision>
  <dcterms:created xsi:type="dcterms:W3CDTF">2013-01-15T05:26:46Z</dcterms:created>
  <dcterms:modified xsi:type="dcterms:W3CDTF">2018-04-03T03:46:31Z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NXTAG2">
    <vt:lpwstr>00080092bd000000000001023720</vt:lpwstr>
  </property>
</Properties>
</file>