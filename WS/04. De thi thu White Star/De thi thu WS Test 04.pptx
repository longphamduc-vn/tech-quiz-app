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
  </p:notesMasterIdLst>
  <p:handoutMasterIdLst>
    <p:handoutMasterId r:id="rId12"/>
  </p:handoutMasterIdLst>
  <p:sldIdLst>
    <p:sldId id="310" r:id="rId2"/>
    <p:sldId id="317" r:id="rId3"/>
    <p:sldId id="325" r:id="rId4"/>
    <p:sldId id="326" r:id="rId5"/>
    <p:sldId id="313" r:id="rId6"/>
    <p:sldId id="314" r:id="rId7"/>
    <p:sldId id="315" r:id="rId8"/>
    <p:sldId id="316" r:id="rId9"/>
    <p:sldId id="327" r:id="rId10"/>
  </p:sldIdLst>
  <p:sldSz cx="6858000" cy="9906000" type="A4"/>
  <p:notesSz cx="6797675" cy="9874250"/>
  <p:defaultTextStyle>
    <a:defPPr>
      <a:defRPr lang="ko-KR"/>
    </a:defPPr>
    <a:lvl1pPr algn="l" rtl="0" fontAlgn="base" latinLnBrk="1">
      <a:spcBef>
        <a:spcPct val="0"/>
      </a:spcBef>
      <a:spcAft>
        <a:spcPct val="0"/>
      </a:spcAft>
      <a:defRPr kumimoji="1" sz="900" kern="1200">
        <a:solidFill>
          <a:schemeClr val="tx1"/>
        </a:solidFill>
        <a:latin typeface="Dotum" pitchFamily="34" charset="-127"/>
        <a:ea typeface="Dotum" pitchFamily="34" charset="-127"/>
        <a:cs typeface="+mn-cs"/>
      </a:defRPr>
    </a:lvl1pPr>
    <a:lvl2pPr marL="457200" algn="l" rtl="0" fontAlgn="base" latinLnBrk="1">
      <a:spcBef>
        <a:spcPct val="0"/>
      </a:spcBef>
      <a:spcAft>
        <a:spcPct val="0"/>
      </a:spcAft>
      <a:defRPr kumimoji="1" sz="900" kern="1200">
        <a:solidFill>
          <a:schemeClr val="tx1"/>
        </a:solidFill>
        <a:latin typeface="Dotum" pitchFamily="34" charset="-127"/>
        <a:ea typeface="Dotum" pitchFamily="34" charset="-127"/>
        <a:cs typeface="+mn-cs"/>
      </a:defRPr>
    </a:lvl2pPr>
    <a:lvl3pPr marL="914400" algn="l" rtl="0" fontAlgn="base" latinLnBrk="1">
      <a:spcBef>
        <a:spcPct val="0"/>
      </a:spcBef>
      <a:spcAft>
        <a:spcPct val="0"/>
      </a:spcAft>
      <a:defRPr kumimoji="1" sz="900" kern="1200">
        <a:solidFill>
          <a:schemeClr val="tx1"/>
        </a:solidFill>
        <a:latin typeface="Dotum" pitchFamily="34" charset="-127"/>
        <a:ea typeface="Dotum" pitchFamily="34" charset="-127"/>
        <a:cs typeface="+mn-cs"/>
      </a:defRPr>
    </a:lvl3pPr>
    <a:lvl4pPr marL="1371600" algn="l" rtl="0" fontAlgn="base" latinLnBrk="1">
      <a:spcBef>
        <a:spcPct val="0"/>
      </a:spcBef>
      <a:spcAft>
        <a:spcPct val="0"/>
      </a:spcAft>
      <a:defRPr kumimoji="1" sz="900" kern="1200">
        <a:solidFill>
          <a:schemeClr val="tx1"/>
        </a:solidFill>
        <a:latin typeface="Dotum" pitchFamily="34" charset="-127"/>
        <a:ea typeface="Dotum" pitchFamily="34" charset="-127"/>
        <a:cs typeface="+mn-cs"/>
      </a:defRPr>
    </a:lvl4pPr>
    <a:lvl5pPr marL="1828800" algn="l" rtl="0" fontAlgn="base" latinLnBrk="1">
      <a:spcBef>
        <a:spcPct val="0"/>
      </a:spcBef>
      <a:spcAft>
        <a:spcPct val="0"/>
      </a:spcAft>
      <a:defRPr kumimoji="1" sz="900" kern="1200">
        <a:solidFill>
          <a:schemeClr val="tx1"/>
        </a:solidFill>
        <a:latin typeface="Dotum" pitchFamily="34" charset="-127"/>
        <a:ea typeface="Dotum" pitchFamily="34" charset="-127"/>
        <a:cs typeface="+mn-cs"/>
      </a:defRPr>
    </a:lvl5pPr>
    <a:lvl6pPr marL="2286000" algn="l" defTabSz="914400" rtl="0" eaLnBrk="1" latinLnBrk="1" hangingPunct="1">
      <a:defRPr kumimoji="1" sz="900" kern="1200">
        <a:solidFill>
          <a:schemeClr val="tx1"/>
        </a:solidFill>
        <a:latin typeface="Dotum" pitchFamily="34" charset="-127"/>
        <a:ea typeface="Dotum" pitchFamily="34" charset="-127"/>
        <a:cs typeface="+mn-cs"/>
      </a:defRPr>
    </a:lvl6pPr>
    <a:lvl7pPr marL="2743200" algn="l" defTabSz="914400" rtl="0" eaLnBrk="1" latinLnBrk="1" hangingPunct="1">
      <a:defRPr kumimoji="1" sz="900" kern="1200">
        <a:solidFill>
          <a:schemeClr val="tx1"/>
        </a:solidFill>
        <a:latin typeface="Dotum" pitchFamily="34" charset="-127"/>
        <a:ea typeface="Dotum" pitchFamily="34" charset="-127"/>
        <a:cs typeface="+mn-cs"/>
      </a:defRPr>
    </a:lvl7pPr>
    <a:lvl8pPr marL="3200400" algn="l" defTabSz="914400" rtl="0" eaLnBrk="1" latinLnBrk="1" hangingPunct="1">
      <a:defRPr kumimoji="1" sz="900" kern="1200">
        <a:solidFill>
          <a:schemeClr val="tx1"/>
        </a:solidFill>
        <a:latin typeface="Dotum" pitchFamily="34" charset="-127"/>
        <a:ea typeface="Dotum" pitchFamily="34" charset="-127"/>
        <a:cs typeface="+mn-cs"/>
      </a:defRPr>
    </a:lvl8pPr>
    <a:lvl9pPr marL="3657600" algn="l" defTabSz="914400" rtl="0" eaLnBrk="1" latinLnBrk="1" hangingPunct="1">
      <a:defRPr kumimoji="1" sz="900" kern="1200">
        <a:solidFill>
          <a:schemeClr val="tx1"/>
        </a:solidFill>
        <a:latin typeface="Dotum" pitchFamily="34" charset="-127"/>
        <a:ea typeface="Dotum" pitchFamily="34" charset="-127"/>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70" autoAdjust="0"/>
    <p:restoredTop sz="94660"/>
  </p:normalViewPr>
  <p:slideViewPr>
    <p:cSldViewPr>
      <p:cViewPr>
        <p:scale>
          <a:sx n="150" d="100"/>
          <a:sy n="150" d="100"/>
        </p:scale>
        <p:origin x="-1860" y="2040"/>
      </p:cViewPr>
      <p:guideLst>
        <p:guide orient="horz" pos="503"/>
        <p:guide orient="horz" pos="6114"/>
        <p:guide pos="197"/>
        <p:guide pos="41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7" name="Rectangle 3"/>
          <p:cNvSpPr>
            <a:spLocks noGrp="1" noChangeArrowheads="1"/>
          </p:cNvSpPr>
          <p:nvPr>
            <p:ph type="dt" sz="quarter"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1268" name="Rectangle 4"/>
          <p:cNvSpPr>
            <a:spLocks noGrp="1" noChangeArrowheads="1"/>
          </p:cNvSpPr>
          <p:nvPr>
            <p:ph type="ftr" sz="quarter" idx="2"/>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9" name="Rectangle 5"/>
          <p:cNvSpPr>
            <a:spLocks noGrp="1" noChangeArrowheads="1"/>
          </p:cNvSpPr>
          <p:nvPr>
            <p:ph type="sldNum" sz="quarter" idx="3"/>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itchFamily="50" charset="-127"/>
                <a:ea typeface="굴림" pitchFamily="50" charset="-127"/>
              </a:defRPr>
            </a:lvl1pPr>
          </a:lstStyle>
          <a:p>
            <a:pPr>
              <a:defRPr/>
            </a:pPr>
            <a:fld id="{8C6D12AA-D3DC-403B-B497-016CAC591FCB}" type="slidenum">
              <a:rPr lang="en-US" altLang="ko-KR"/>
              <a:pPr>
                <a:defRPr/>
              </a:pPr>
              <a:t>‹#›</a:t>
            </a:fld>
            <a:endParaRPr lang="en-US" altLang="ko-KR"/>
          </a:p>
        </p:txBody>
      </p:sp>
    </p:spTree>
    <p:extLst>
      <p:ext uri="{BB962C8B-B14F-4D97-AF65-F5344CB8AC3E}">
        <p14:creationId xmlns:p14="http://schemas.microsoft.com/office/powerpoint/2010/main" val="23156826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5" name="Rectangle 3"/>
          <p:cNvSpPr>
            <a:spLocks noGrp="1" noChangeArrowheads="1"/>
          </p:cNvSpPr>
          <p:nvPr>
            <p:ph type="dt"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7412" name="Rectangle 4"/>
          <p:cNvSpPr>
            <a:spLocks noGrp="1" noRot="1" noChangeAspect="1" noChangeArrowheads="1" noTextEdit="1"/>
          </p:cNvSpPr>
          <p:nvPr>
            <p:ph type="sldImg" idx="2"/>
          </p:nvPr>
        </p:nvSpPr>
        <p:spPr bwMode="auto">
          <a:xfrm>
            <a:off x="2117725" y="741363"/>
            <a:ext cx="2562225"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06463" y="4691063"/>
            <a:ext cx="4984750" cy="4443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3078" name="Rectangle 6"/>
          <p:cNvSpPr>
            <a:spLocks noGrp="1" noChangeArrowheads="1"/>
          </p:cNvSpPr>
          <p:nvPr>
            <p:ph type="ftr" sz="quarter" idx="4"/>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9" name="Rectangle 7"/>
          <p:cNvSpPr>
            <a:spLocks noGrp="1" noChangeArrowheads="1"/>
          </p:cNvSpPr>
          <p:nvPr>
            <p:ph type="sldNum" sz="quarter" idx="5"/>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itchFamily="50" charset="-127"/>
                <a:ea typeface="굴림" pitchFamily="50" charset="-127"/>
              </a:defRPr>
            </a:lvl1pPr>
          </a:lstStyle>
          <a:p>
            <a:pPr>
              <a:defRPr/>
            </a:pPr>
            <a:fld id="{1BA4380B-0A9B-49EE-9843-E297FBA912D5}" type="slidenum">
              <a:rPr lang="en-US" altLang="ko-KR"/>
              <a:pPr>
                <a:defRPr/>
              </a:pPr>
              <a:t>‹#›</a:t>
            </a:fld>
            <a:endParaRPr lang="en-US" altLang="ko-KR"/>
          </a:p>
        </p:txBody>
      </p:sp>
    </p:spTree>
    <p:extLst>
      <p:ext uri="{BB962C8B-B14F-4D97-AF65-F5344CB8AC3E}">
        <p14:creationId xmlns:p14="http://schemas.microsoft.com/office/powerpoint/2010/main" val="3713865734"/>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34" charset="-127"/>
                <a:ea typeface="굴림" pitchFamily="34" charset="-127"/>
              </a:defRPr>
            </a:lvl1pPr>
            <a:lvl2pPr marL="742950" indent="-285750" eaLnBrk="0" hangingPunct="0">
              <a:spcBef>
                <a:spcPct val="30000"/>
              </a:spcBef>
              <a:defRPr kumimoji="1" sz="1200">
                <a:solidFill>
                  <a:schemeClr val="tx1"/>
                </a:solidFill>
                <a:latin typeface="굴림" pitchFamily="34" charset="-127"/>
                <a:ea typeface="굴림" pitchFamily="34" charset="-127"/>
              </a:defRPr>
            </a:lvl2pPr>
            <a:lvl3pPr marL="1143000" indent="-228600" eaLnBrk="0" hangingPunct="0">
              <a:spcBef>
                <a:spcPct val="30000"/>
              </a:spcBef>
              <a:defRPr kumimoji="1" sz="1200">
                <a:solidFill>
                  <a:schemeClr val="tx1"/>
                </a:solidFill>
                <a:latin typeface="굴림" pitchFamily="34" charset="-127"/>
                <a:ea typeface="굴림" pitchFamily="34" charset="-127"/>
              </a:defRPr>
            </a:lvl3pPr>
            <a:lvl4pPr marL="1600200" indent="-228600" eaLnBrk="0" hangingPunct="0">
              <a:spcBef>
                <a:spcPct val="30000"/>
              </a:spcBef>
              <a:defRPr kumimoji="1" sz="1200">
                <a:solidFill>
                  <a:schemeClr val="tx1"/>
                </a:solidFill>
                <a:latin typeface="굴림" pitchFamily="34" charset="-127"/>
                <a:ea typeface="굴림" pitchFamily="34" charset="-127"/>
              </a:defRPr>
            </a:lvl4pPr>
            <a:lvl5pPr marL="2057400" indent="-228600" eaLnBrk="0" hangingPunct="0">
              <a:spcBef>
                <a:spcPct val="30000"/>
              </a:spcBef>
              <a:defRPr kumimoji="1" sz="1200">
                <a:solidFill>
                  <a:schemeClr val="tx1"/>
                </a:solidFill>
                <a:latin typeface="굴림" pitchFamily="34" charset="-127"/>
                <a:ea typeface="굴림" pitchFamily="34" charset="-127"/>
              </a:defRPr>
            </a:lvl5pPr>
            <a:lvl6pPr marL="25146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6pPr>
            <a:lvl7pPr marL="29718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7pPr>
            <a:lvl8pPr marL="34290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8pPr>
            <a:lvl9pPr marL="38862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9pPr>
          </a:lstStyle>
          <a:p>
            <a:pPr eaLnBrk="1" hangingPunct="1">
              <a:spcBef>
                <a:spcPct val="0"/>
              </a:spcBef>
            </a:pPr>
            <a:fld id="{A6BD7883-6B9F-44E3-9C8C-D3EC9C49B559}" type="slidenum">
              <a:rPr lang="en-US" altLang="ko-KR" smtClean="0">
                <a:solidFill>
                  <a:srgbClr val="000000"/>
                </a:solidFill>
              </a:rPr>
              <a:pPr eaLnBrk="1" hangingPunct="1">
                <a:spcBef>
                  <a:spcPct val="0"/>
                </a:spcBef>
              </a:pPr>
              <a:t>1</a:t>
            </a:fld>
            <a:endParaRPr lang="en-US" altLang="ko-KR" smtClean="0">
              <a:solidFill>
                <a:srgbClr val="000000"/>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pitchFamily="34" charset="-127"/>
              <a:ea typeface="굴림" pitchFamily="34"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34" charset="-127"/>
                <a:ea typeface="굴림" pitchFamily="34" charset="-127"/>
              </a:defRPr>
            </a:lvl1pPr>
            <a:lvl2pPr marL="742950" indent="-285750" eaLnBrk="0" hangingPunct="0">
              <a:spcBef>
                <a:spcPct val="30000"/>
              </a:spcBef>
              <a:defRPr kumimoji="1" sz="1200">
                <a:solidFill>
                  <a:schemeClr val="tx1"/>
                </a:solidFill>
                <a:latin typeface="굴림" pitchFamily="34" charset="-127"/>
                <a:ea typeface="굴림" pitchFamily="34" charset="-127"/>
              </a:defRPr>
            </a:lvl2pPr>
            <a:lvl3pPr marL="1143000" indent="-228600" eaLnBrk="0" hangingPunct="0">
              <a:spcBef>
                <a:spcPct val="30000"/>
              </a:spcBef>
              <a:defRPr kumimoji="1" sz="1200">
                <a:solidFill>
                  <a:schemeClr val="tx1"/>
                </a:solidFill>
                <a:latin typeface="굴림" pitchFamily="34" charset="-127"/>
                <a:ea typeface="굴림" pitchFamily="34" charset="-127"/>
              </a:defRPr>
            </a:lvl3pPr>
            <a:lvl4pPr marL="1600200" indent="-228600" eaLnBrk="0" hangingPunct="0">
              <a:spcBef>
                <a:spcPct val="30000"/>
              </a:spcBef>
              <a:defRPr kumimoji="1" sz="1200">
                <a:solidFill>
                  <a:schemeClr val="tx1"/>
                </a:solidFill>
                <a:latin typeface="굴림" pitchFamily="34" charset="-127"/>
                <a:ea typeface="굴림" pitchFamily="34" charset="-127"/>
              </a:defRPr>
            </a:lvl4pPr>
            <a:lvl5pPr marL="2057400" indent="-228600" eaLnBrk="0" hangingPunct="0">
              <a:spcBef>
                <a:spcPct val="30000"/>
              </a:spcBef>
              <a:defRPr kumimoji="1" sz="1200">
                <a:solidFill>
                  <a:schemeClr val="tx1"/>
                </a:solidFill>
                <a:latin typeface="굴림" pitchFamily="34" charset="-127"/>
                <a:ea typeface="굴림" pitchFamily="34" charset="-127"/>
              </a:defRPr>
            </a:lvl5pPr>
            <a:lvl6pPr marL="25146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6pPr>
            <a:lvl7pPr marL="29718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7pPr>
            <a:lvl8pPr marL="34290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8pPr>
            <a:lvl9pPr marL="38862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9pPr>
          </a:lstStyle>
          <a:p>
            <a:pPr eaLnBrk="1" hangingPunct="1">
              <a:spcBef>
                <a:spcPct val="0"/>
              </a:spcBef>
            </a:pPr>
            <a:fld id="{9EB064D3-437E-414F-B533-28770B32E792}" type="slidenum">
              <a:rPr lang="en-US" altLang="ko-KR" smtClean="0">
                <a:solidFill>
                  <a:srgbClr val="000000"/>
                </a:solidFill>
              </a:rPr>
              <a:pPr eaLnBrk="1" hangingPunct="1">
                <a:spcBef>
                  <a:spcPct val="0"/>
                </a:spcBef>
              </a:pPr>
              <a:t>2</a:t>
            </a:fld>
            <a:endParaRPr lang="en-US" altLang="ko-KR" smtClean="0">
              <a:solidFill>
                <a:srgbClr val="000000"/>
              </a:solidFill>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pitchFamily="34" charset="-127"/>
              <a:ea typeface="굴림" pitchFamily="34" charset="-127"/>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0AED8F5A-A739-4E13-89EE-C2632BD414CB}" type="slidenum">
              <a:rPr lang="en-US" altLang="ko-KR" smtClean="0"/>
              <a:pPr eaLnBrk="1" hangingPunct="1">
                <a:spcBef>
                  <a:spcPct val="0"/>
                </a:spcBef>
              </a:pPr>
              <a:t>3</a:t>
            </a:fld>
            <a:endParaRPr lang="en-US" altLang="ko-KR" smtClean="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50" charset="-127"/>
                <a:ea typeface="굴림" pitchFamily="50" charset="-127"/>
              </a:defRPr>
            </a:lvl1pPr>
            <a:lvl2pPr marL="742950" indent="-285750" eaLnBrk="0" hangingPunct="0">
              <a:spcBef>
                <a:spcPct val="30000"/>
              </a:spcBef>
              <a:defRPr kumimoji="1" sz="1200">
                <a:solidFill>
                  <a:schemeClr val="tx1"/>
                </a:solidFill>
                <a:latin typeface="굴림" pitchFamily="50" charset="-127"/>
                <a:ea typeface="굴림" pitchFamily="50" charset="-127"/>
              </a:defRPr>
            </a:lvl2pPr>
            <a:lvl3pPr marL="1143000" indent="-228600" eaLnBrk="0" hangingPunct="0">
              <a:spcBef>
                <a:spcPct val="30000"/>
              </a:spcBef>
              <a:defRPr kumimoji="1" sz="1200">
                <a:solidFill>
                  <a:schemeClr val="tx1"/>
                </a:solidFill>
                <a:latin typeface="굴림" pitchFamily="50" charset="-127"/>
                <a:ea typeface="굴림" pitchFamily="50" charset="-127"/>
              </a:defRPr>
            </a:lvl3pPr>
            <a:lvl4pPr marL="1600200" indent="-228600" eaLnBrk="0" hangingPunct="0">
              <a:spcBef>
                <a:spcPct val="30000"/>
              </a:spcBef>
              <a:defRPr kumimoji="1" sz="1200">
                <a:solidFill>
                  <a:schemeClr val="tx1"/>
                </a:solidFill>
                <a:latin typeface="굴림" pitchFamily="50" charset="-127"/>
                <a:ea typeface="굴림" pitchFamily="50" charset="-127"/>
              </a:defRPr>
            </a:lvl4pPr>
            <a:lvl5pPr marL="2057400" indent="-228600" eaLnBrk="0" hangingPunct="0">
              <a:spcBef>
                <a:spcPct val="30000"/>
              </a:spcBef>
              <a:defRPr kumimoji="1" sz="1200">
                <a:solidFill>
                  <a:schemeClr val="tx1"/>
                </a:solidFill>
                <a:latin typeface="굴림" pitchFamily="50" charset="-127"/>
                <a:ea typeface="굴림" pitchFamily="50" charset="-127"/>
              </a:defRPr>
            </a:lvl5pPr>
            <a:lvl6pPr marL="25146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6pPr>
            <a:lvl7pPr marL="29718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7pPr>
            <a:lvl8pPr marL="34290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8pPr>
            <a:lvl9pPr marL="3886200" indent="-228600" eaLnBrk="0" fontAlgn="base" hangingPunct="0">
              <a:spcBef>
                <a:spcPct val="30000"/>
              </a:spcBef>
              <a:spcAft>
                <a:spcPct val="0"/>
              </a:spcAft>
              <a:defRPr kumimoji="1" sz="1200">
                <a:solidFill>
                  <a:schemeClr val="tx1"/>
                </a:solidFill>
                <a:latin typeface="굴림" pitchFamily="50" charset="-127"/>
                <a:ea typeface="굴림" pitchFamily="50" charset="-127"/>
              </a:defRPr>
            </a:lvl9pPr>
          </a:lstStyle>
          <a:p>
            <a:pPr eaLnBrk="1" hangingPunct="1">
              <a:spcBef>
                <a:spcPct val="0"/>
              </a:spcBef>
            </a:pPr>
            <a:fld id="{10748178-1465-46E8-BB46-31183A632F34}" type="slidenum">
              <a:rPr lang="en-US" altLang="ko-KR" smtClean="0"/>
              <a:pPr eaLnBrk="1" hangingPunct="1">
                <a:spcBef>
                  <a:spcPct val="0"/>
                </a:spcBef>
              </a:pPr>
              <a:t>4</a:t>
            </a:fld>
            <a:endParaRPr lang="en-US" altLang="ko-KR" smtClean="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kumimoji="1" sz="1200">
                <a:solidFill>
                  <a:schemeClr val="tx1"/>
                </a:solidFill>
                <a:latin typeface="굴림" pitchFamily="34" charset="-127"/>
                <a:ea typeface="굴림" pitchFamily="34" charset="-127"/>
              </a:defRPr>
            </a:lvl1pPr>
            <a:lvl2pPr marL="742950" indent="-285750" eaLnBrk="0" hangingPunct="0">
              <a:spcBef>
                <a:spcPct val="30000"/>
              </a:spcBef>
              <a:defRPr kumimoji="1" sz="1200">
                <a:solidFill>
                  <a:schemeClr val="tx1"/>
                </a:solidFill>
                <a:latin typeface="굴림" pitchFamily="34" charset="-127"/>
                <a:ea typeface="굴림" pitchFamily="34" charset="-127"/>
              </a:defRPr>
            </a:lvl2pPr>
            <a:lvl3pPr marL="1143000" indent="-228600" eaLnBrk="0" hangingPunct="0">
              <a:spcBef>
                <a:spcPct val="30000"/>
              </a:spcBef>
              <a:defRPr kumimoji="1" sz="1200">
                <a:solidFill>
                  <a:schemeClr val="tx1"/>
                </a:solidFill>
                <a:latin typeface="굴림" pitchFamily="34" charset="-127"/>
                <a:ea typeface="굴림" pitchFamily="34" charset="-127"/>
              </a:defRPr>
            </a:lvl3pPr>
            <a:lvl4pPr marL="1600200" indent="-228600" eaLnBrk="0" hangingPunct="0">
              <a:spcBef>
                <a:spcPct val="30000"/>
              </a:spcBef>
              <a:defRPr kumimoji="1" sz="1200">
                <a:solidFill>
                  <a:schemeClr val="tx1"/>
                </a:solidFill>
                <a:latin typeface="굴림" pitchFamily="34" charset="-127"/>
                <a:ea typeface="굴림" pitchFamily="34" charset="-127"/>
              </a:defRPr>
            </a:lvl4pPr>
            <a:lvl5pPr marL="2057400" indent="-228600" eaLnBrk="0" hangingPunct="0">
              <a:spcBef>
                <a:spcPct val="30000"/>
              </a:spcBef>
              <a:defRPr kumimoji="1" sz="1200">
                <a:solidFill>
                  <a:schemeClr val="tx1"/>
                </a:solidFill>
                <a:latin typeface="굴림" pitchFamily="34" charset="-127"/>
                <a:ea typeface="굴림" pitchFamily="34" charset="-127"/>
              </a:defRPr>
            </a:lvl5pPr>
            <a:lvl6pPr marL="25146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6pPr>
            <a:lvl7pPr marL="29718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7pPr>
            <a:lvl8pPr marL="34290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8pPr>
            <a:lvl9pPr marL="38862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9pPr>
          </a:lstStyle>
          <a:p>
            <a:pPr algn="r" eaLnBrk="1" hangingPunct="1">
              <a:spcBef>
                <a:spcPct val="0"/>
              </a:spcBef>
            </a:pPr>
            <a:fld id="{DD03A950-0E85-4C7E-9615-5696D47D56C9}" type="slidenum">
              <a:rPr lang="en-US" altLang="ko-KR">
                <a:solidFill>
                  <a:srgbClr val="000000"/>
                </a:solidFill>
              </a:rPr>
              <a:pPr algn="r" eaLnBrk="1" hangingPunct="1">
                <a:spcBef>
                  <a:spcPct val="0"/>
                </a:spcBef>
              </a:pPr>
              <a:t>5</a:t>
            </a:fld>
            <a:endParaRPr lang="en-US" altLang="ko-KR">
              <a:solidFill>
                <a:srgbClr val="000000"/>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latin typeface="굴림" pitchFamily="34" charset="-127"/>
              <a:ea typeface="굴림" pitchFamily="34" charset="-127"/>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kumimoji="1" sz="1200">
                <a:solidFill>
                  <a:schemeClr val="tx1"/>
                </a:solidFill>
                <a:latin typeface="굴림" pitchFamily="34" charset="-127"/>
                <a:ea typeface="굴림" pitchFamily="34" charset="-127"/>
              </a:defRPr>
            </a:lvl1pPr>
            <a:lvl2pPr marL="742950" indent="-285750" eaLnBrk="0" hangingPunct="0">
              <a:spcBef>
                <a:spcPct val="30000"/>
              </a:spcBef>
              <a:defRPr kumimoji="1" sz="1200">
                <a:solidFill>
                  <a:schemeClr val="tx1"/>
                </a:solidFill>
                <a:latin typeface="굴림" pitchFamily="34" charset="-127"/>
                <a:ea typeface="굴림" pitchFamily="34" charset="-127"/>
              </a:defRPr>
            </a:lvl2pPr>
            <a:lvl3pPr marL="1143000" indent="-228600" eaLnBrk="0" hangingPunct="0">
              <a:spcBef>
                <a:spcPct val="30000"/>
              </a:spcBef>
              <a:defRPr kumimoji="1" sz="1200">
                <a:solidFill>
                  <a:schemeClr val="tx1"/>
                </a:solidFill>
                <a:latin typeface="굴림" pitchFamily="34" charset="-127"/>
                <a:ea typeface="굴림" pitchFamily="34" charset="-127"/>
              </a:defRPr>
            </a:lvl3pPr>
            <a:lvl4pPr marL="1600200" indent="-228600" eaLnBrk="0" hangingPunct="0">
              <a:spcBef>
                <a:spcPct val="30000"/>
              </a:spcBef>
              <a:defRPr kumimoji="1" sz="1200">
                <a:solidFill>
                  <a:schemeClr val="tx1"/>
                </a:solidFill>
                <a:latin typeface="굴림" pitchFamily="34" charset="-127"/>
                <a:ea typeface="굴림" pitchFamily="34" charset="-127"/>
              </a:defRPr>
            </a:lvl4pPr>
            <a:lvl5pPr marL="2057400" indent="-228600" eaLnBrk="0" hangingPunct="0">
              <a:spcBef>
                <a:spcPct val="30000"/>
              </a:spcBef>
              <a:defRPr kumimoji="1" sz="1200">
                <a:solidFill>
                  <a:schemeClr val="tx1"/>
                </a:solidFill>
                <a:latin typeface="굴림" pitchFamily="34" charset="-127"/>
                <a:ea typeface="굴림" pitchFamily="34" charset="-127"/>
              </a:defRPr>
            </a:lvl5pPr>
            <a:lvl6pPr marL="25146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6pPr>
            <a:lvl7pPr marL="29718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7pPr>
            <a:lvl8pPr marL="34290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8pPr>
            <a:lvl9pPr marL="38862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9pPr>
          </a:lstStyle>
          <a:p>
            <a:pPr algn="r" eaLnBrk="1" hangingPunct="1">
              <a:spcBef>
                <a:spcPct val="0"/>
              </a:spcBef>
            </a:pPr>
            <a:fld id="{79B90A9D-F455-47DF-815A-3411BCC5C4B9}" type="slidenum">
              <a:rPr lang="en-US" altLang="ko-KR">
                <a:solidFill>
                  <a:srgbClr val="000000"/>
                </a:solidFill>
              </a:rPr>
              <a:pPr algn="r" eaLnBrk="1" hangingPunct="1">
                <a:spcBef>
                  <a:spcPct val="0"/>
                </a:spcBef>
              </a:pPr>
              <a:t>6</a:t>
            </a:fld>
            <a:endParaRPr lang="en-US" altLang="ko-KR">
              <a:solidFill>
                <a:srgbClr val="000000"/>
              </a:solidFill>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latin typeface="굴림" pitchFamily="34" charset="-127"/>
              <a:ea typeface="굴림" pitchFamily="34"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34" charset="-127"/>
                <a:ea typeface="굴림" pitchFamily="34" charset="-127"/>
              </a:defRPr>
            </a:lvl1pPr>
            <a:lvl2pPr marL="742950" indent="-285750" eaLnBrk="0" hangingPunct="0">
              <a:spcBef>
                <a:spcPct val="30000"/>
              </a:spcBef>
              <a:defRPr kumimoji="1" sz="1200">
                <a:solidFill>
                  <a:schemeClr val="tx1"/>
                </a:solidFill>
                <a:latin typeface="굴림" pitchFamily="34" charset="-127"/>
                <a:ea typeface="굴림" pitchFamily="34" charset="-127"/>
              </a:defRPr>
            </a:lvl2pPr>
            <a:lvl3pPr marL="1143000" indent="-228600" eaLnBrk="0" hangingPunct="0">
              <a:spcBef>
                <a:spcPct val="30000"/>
              </a:spcBef>
              <a:defRPr kumimoji="1" sz="1200">
                <a:solidFill>
                  <a:schemeClr val="tx1"/>
                </a:solidFill>
                <a:latin typeface="굴림" pitchFamily="34" charset="-127"/>
                <a:ea typeface="굴림" pitchFamily="34" charset="-127"/>
              </a:defRPr>
            </a:lvl3pPr>
            <a:lvl4pPr marL="1600200" indent="-228600" eaLnBrk="0" hangingPunct="0">
              <a:spcBef>
                <a:spcPct val="30000"/>
              </a:spcBef>
              <a:defRPr kumimoji="1" sz="1200">
                <a:solidFill>
                  <a:schemeClr val="tx1"/>
                </a:solidFill>
                <a:latin typeface="굴림" pitchFamily="34" charset="-127"/>
                <a:ea typeface="굴림" pitchFamily="34" charset="-127"/>
              </a:defRPr>
            </a:lvl4pPr>
            <a:lvl5pPr marL="2057400" indent="-228600" eaLnBrk="0" hangingPunct="0">
              <a:spcBef>
                <a:spcPct val="30000"/>
              </a:spcBef>
              <a:defRPr kumimoji="1" sz="1200">
                <a:solidFill>
                  <a:schemeClr val="tx1"/>
                </a:solidFill>
                <a:latin typeface="굴림" pitchFamily="34" charset="-127"/>
                <a:ea typeface="굴림" pitchFamily="34" charset="-127"/>
              </a:defRPr>
            </a:lvl5pPr>
            <a:lvl6pPr marL="25146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6pPr>
            <a:lvl7pPr marL="29718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7pPr>
            <a:lvl8pPr marL="34290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8pPr>
            <a:lvl9pPr marL="38862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9pPr>
          </a:lstStyle>
          <a:p>
            <a:pPr eaLnBrk="1" hangingPunct="1">
              <a:spcBef>
                <a:spcPct val="0"/>
              </a:spcBef>
            </a:pPr>
            <a:fld id="{D0025E1B-CFE6-4434-A732-8DEC8588374E}" type="slidenum">
              <a:rPr lang="en-US" altLang="ko-KR" smtClean="0">
                <a:solidFill>
                  <a:srgbClr val="000000"/>
                </a:solidFill>
              </a:rPr>
              <a:pPr eaLnBrk="1" hangingPunct="1">
                <a:spcBef>
                  <a:spcPct val="0"/>
                </a:spcBef>
              </a:pPr>
              <a:t>7</a:t>
            </a:fld>
            <a:endParaRPr lang="en-US" altLang="ko-KR" smtClean="0">
              <a:solidFill>
                <a:srgbClr val="000000"/>
              </a:solidFill>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pitchFamily="34" charset="-127"/>
              <a:ea typeface="굴림" pitchFamily="34" charset="-127"/>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pitchFamily="34" charset="-127"/>
                <a:ea typeface="굴림" pitchFamily="34" charset="-127"/>
              </a:defRPr>
            </a:lvl1pPr>
            <a:lvl2pPr marL="742950" indent="-285750" eaLnBrk="0" hangingPunct="0">
              <a:spcBef>
                <a:spcPct val="30000"/>
              </a:spcBef>
              <a:defRPr kumimoji="1" sz="1200">
                <a:solidFill>
                  <a:schemeClr val="tx1"/>
                </a:solidFill>
                <a:latin typeface="굴림" pitchFamily="34" charset="-127"/>
                <a:ea typeface="굴림" pitchFamily="34" charset="-127"/>
              </a:defRPr>
            </a:lvl2pPr>
            <a:lvl3pPr marL="1143000" indent="-228600" eaLnBrk="0" hangingPunct="0">
              <a:spcBef>
                <a:spcPct val="30000"/>
              </a:spcBef>
              <a:defRPr kumimoji="1" sz="1200">
                <a:solidFill>
                  <a:schemeClr val="tx1"/>
                </a:solidFill>
                <a:latin typeface="굴림" pitchFamily="34" charset="-127"/>
                <a:ea typeface="굴림" pitchFamily="34" charset="-127"/>
              </a:defRPr>
            </a:lvl3pPr>
            <a:lvl4pPr marL="1600200" indent="-228600" eaLnBrk="0" hangingPunct="0">
              <a:spcBef>
                <a:spcPct val="30000"/>
              </a:spcBef>
              <a:defRPr kumimoji="1" sz="1200">
                <a:solidFill>
                  <a:schemeClr val="tx1"/>
                </a:solidFill>
                <a:latin typeface="굴림" pitchFamily="34" charset="-127"/>
                <a:ea typeface="굴림" pitchFamily="34" charset="-127"/>
              </a:defRPr>
            </a:lvl4pPr>
            <a:lvl5pPr marL="2057400" indent="-228600" eaLnBrk="0" hangingPunct="0">
              <a:spcBef>
                <a:spcPct val="30000"/>
              </a:spcBef>
              <a:defRPr kumimoji="1" sz="1200">
                <a:solidFill>
                  <a:schemeClr val="tx1"/>
                </a:solidFill>
                <a:latin typeface="굴림" pitchFamily="34" charset="-127"/>
                <a:ea typeface="굴림" pitchFamily="34" charset="-127"/>
              </a:defRPr>
            </a:lvl5pPr>
            <a:lvl6pPr marL="25146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6pPr>
            <a:lvl7pPr marL="29718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7pPr>
            <a:lvl8pPr marL="34290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8pPr>
            <a:lvl9pPr marL="3886200" indent="-228600" eaLnBrk="0" fontAlgn="base" hangingPunct="0">
              <a:spcBef>
                <a:spcPct val="30000"/>
              </a:spcBef>
              <a:spcAft>
                <a:spcPct val="0"/>
              </a:spcAft>
              <a:defRPr kumimoji="1" sz="1200">
                <a:solidFill>
                  <a:schemeClr val="tx1"/>
                </a:solidFill>
                <a:latin typeface="굴림" pitchFamily="34" charset="-127"/>
                <a:ea typeface="굴림" pitchFamily="34" charset="-127"/>
              </a:defRPr>
            </a:lvl9pPr>
          </a:lstStyle>
          <a:p>
            <a:pPr eaLnBrk="1" hangingPunct="1">
              <a:spcBef>
                <a:spcPct val="0"/>
              </a:spcBef>
            </a:pPr>
            <a:fld id="{8F2ECCB1-AAF6-48B6-ADCF-2CCBB65DDC69}" type="slidenum">
              <a:rPr lang="en-US" altLang="ko-KR" smtClean="0">
                <a:solidFill>
                  <a:srgbClr val="000000"/>
                </a:solidFill>
              </a:rPr>
              <a:pPr eaLnBrk="1" hangingPunct="1">
                <a:spcBef>
                  <a:spcPct val="0"/>
                </a:spcBef>
              </a:pPr>
              <a:t>8</a:t>
            </a:fld>
            <a:endParaRPr lang="en-US" altLang="ko-KR" smtClean="0">
              <a:solidFill>
                <a:srgbClr val="000000"/>
              </a:solidFill>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pitchFamily="34" charset="-127"/>
              <a:ea typeface="굴림" pitchFamily="34"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907009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777998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10627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55154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937754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546666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7876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004052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935308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700538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668793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defRPr>
            </a:lvl1pPr>
          </a:lstStyle>
          <a:p>
            <a:pPr>
              <a:defRPr/>
            </a:pPr>
            <a:endParaRPr lang="en-US" altLang="ko-K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pPr>
              <a:defRPr/>
            </a:pPr>
            <a:endParaRPr lang="en-US" altLang="ko-K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78182" name="Text Box 6"/>
          <p:cNvSpPr txBox="1">
            <a:spLocks noChangeArrowheads="1"/>
          </p:cNvSpPr>
          <p:nvPr/>
        </p:nvSpPr>
        <p:spPr bwMode="auto">
          <a:xfrm>
            <a:off x="123825" y="228600"/>
            <a:ext cx="85690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defRPr/>
            </a:pPr>
            <a:r>
              <a:rPr lang="en-US" altLang="ko-KR" sz="1600" b="1"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Máy</a:t>
            </a:r>
            <a:endParaRPr lang="en-US" altLang="ko-KR" sz="1600" b="1" dirty="0"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endParaRPr>
          </a:p>
        </p:txBody>
      </p:sp>
      <p:sp>
        <p:nvSpPr>
          <p:cNvPr id="2052" name="Rectangle 5"/>
          <p:cNvSpPr>
            <a:spLocks noChangeArrowheads="1"/>
          </p:cNvSpPr>
          <p:nvPr/>
        </p:nvSpPr>
        <p:spPr bwMode="auto">
          <a:xfrm>
            <a:off x="3384550" y="776288"/>
            <a:ext cx="3214688"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en-US" altLang="ko-KR" sz="900">
              <a:latin typeface="Dotum" pitchFamily="34" charset="-127"/>
              <a:ea typeface="Dotum" pitchFamily="34" charset="-127"/>
            </a:endParaRPr>
          </a:p>
        </p:txBody>
      </p:sp>
      <p:sp>
        <p:nvSpPr>
          <p:cNvPr id="2053" name="Text Box 6"/>
          <p:cNvSpPr txBox="1">
            <a:spLocks noChangeArrowheads="1"/>
          </p:cNvSpPr>
          <p:nvPr/>
        </p:nvSpPr>
        <p:spPr bwMode="auto">
          <a:xfrm>
            <a:off x="292100" y="817563"/>
            <a:ext cx="12202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1000" b="1">
                <a:latin typeface="Times New Roman" panose="02020603050405020304" pitchFamily="18" charset="0"/>
                <a:ea typeface="Dotum" pitchFamily="34" charset="-127"/>
                <a:cs typeface="Times New Roman" panose="02020603050405020304" pitchFamily="18" charset="0"/>
              </a:rPr>
              <a:t>※ </a:t>
            </a:r>
            <a:r>
              <a:rPr lang="en-US" altLang="ko-KR" sz="1000" b="1" smtClean="0">
                <a:latin typeface="Times New Roman" panose="02020603050405020304" pitchFamily="18" charset="0"/>
                <a:ea typeface="Dotum" pitchFamily="34" charset="-127"/>
                <a:cs typeface="Times New Roman" panose="02020603050405020304" pitchFamily="18" charset="0"/>
              </a:rPr>
              <a:t>Máy: Câu1</a:t>
            </a:r>
            <a:r>
              <a:rPr lang="ko-KR" altLang="en-US" sz="1000" b="1" smtClean="0">
                <a:latin typeface="Times New Roman" panose="02020603050405020304" pitchFamily="18" charset="0"/>
                <a:ea typeface="Dotum" pitchFamily="34" charset="-127"/>
                <a:cs typeface="Times New Roman" panose="02020603050405020304" pitchFamily="18" charset="0"/>
              </a:rPr>
              <a:t> </a:t>
            </a:r>
            <a:r>
              <a:rPr lang="en-US" altLang="ko-KR" sz="1000" b="1">
                <a:latin typeface="Times New Roman" panose="02020603050405020304" pitchFamily="18" charset="0"/>
                <a:ea typeface="Dotum" pitchFamily="34" charset="-127"/>
                <a:cs typeface="Times New Roman" panose="02020603050405020304" pitchFamily="18" charset="0"/>
              </a:rPr>
              <a:t>~ </a:t>
            </a:r>
            <a:r>
              <a:rPr lang="en-US" altLang="ko-KR" sz="1000" b="1" smtClean="0">
                <a:latin typeface="Times New Roman" panose="02020603050405020304" pitchFamily="18" charset="0"/>
                <a:ea typeface="Dotum" pitchFamily="34" charset="-127"/>
                <a:cs typeface="Times New Roman" panose="02020603050405020304" pitchFamily="18" charset="0"/>
              </a:rPr>
              <a:t>20</a:t>
            </a:r>
            <a:endParaRPr lang="ko-KR" altLang="en-US" sz="1000" b="1">
              <a:latin typeface="Times New Roman" panose="02020603050405020304" pitchFamily="18" charset="0"/>
              <a:ea typeface="Dotum" pitchFamily="34" charset="-127"/>
              <a:cs typeface="Times New Roman" panose="02020603050405020304" pitchFamily="18" charset="0"/>
            </a:endParaRPr>
          </a:p>
        </p:txBody>
      </p:sp>
      <p:sp>
        <p:nvSpPr>
          <p:cNvPr id="2054" name="Rectangle 5"/>
          <p:cNvSpPr>
            <a:spLocks noChangeArrowheads="1"/>
          </p:cNvSpPr>
          <p:nvPr/>
        </p:nvSpPr>
        <p:spPr bwMode="auto">
          <a:xfrm>
            <a:off x="169863" y="776288"/>
            <a:ext cx="3214687"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en-US" altLang="ko-KR" sz="900">
              <a:latin typeface="Dotum" pitchFamily="34" charset="-127"/>
              <a:ea typeface="Dotum" pitchFamily="34" charset="-127"/>
            </a:endParaRPr>
          </a:p>
        </p:txBody>
      </p:sp>
      <p:sp>
        <p:nvSpPr>
          <p:cNvPr id="2055" name="직사각형 1"/>
          <p:cNvSpPr>
            <a:spLocks noChangeArrowheads="1"/>
          </p:cNvSpPr>
          <p:nvPr/>
        </p:nvSpPr>
        <p:spPr bwMode="auto">
          <a:xfrm>
            <a:off x="188913" y="1041400"/>
            <a:ext cx="3195637" cy="83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marL="228600" indent="-228600" eaLnBrk="1" hangingPunct="1">
              <a:spcBef>
                <a:spcPct val="0"/>
              </a:spcBef>
              <a:buFontTx/>
              <a:buAutoNum type="arabicPeriod"/>
            </a:pPr>
            <a:r>
              <a:rPr lang="en-US" altLang="ko-KR" sz="900" smtClean="0">
                <a:latin typeface="Times New Roman" panose="02020603050405020304" pitchFamily="18" charset="0"/>
                <a:ea typeface="Dotum" pitchFamily="34" charset="-127"/>
                <a:cs typeface="Times New Roman" panose="02020603050405020304" pitchFamily="18" charset="0"/>
              </a:rPr>
              <a:t>Đáp án </a:t>
            </a:r>
            <a:r>
              <a:rPr lang="en-US" altLang="ko-KR" sz="900">
                <a:latin typeface="Times New Roman" panose="02020603050405020304" pitchFamily="18" charset="0"/>
                <a:ea typeface="Dotum" pitchFamily="34" charset="-127"/>
                <a:cs typeface="Times New Roman" panose="02020603050405020304" pitchFamily="18" charset="0"/>
              </a:rPr>
              <a:t>không phù hợp với </a:t>
            </a:r>
            <a:r>
              <a:rPr lang="en-US" altLang="ko-KR" sz="900" smtClean="0">
                <a:latin typeface="Times New Roman" panose="02020603050405020304" pitchFamily="18" charset="0"/>
                <a:ea typeface="Dotum" pitchFamily="34" charset="-127"/>
                <a:cs typeface="Times New Roman" panose="02020603050405020304" pitchFamily="18" charset="0"/>
              </a:rPr>
              <a:t>ký hiệu </a:t>
            </a:r>
            <a:r>
              <a:rPr lang="en-US" altLang="ko-KR" sz="900">
                <a:latin typeface="Times New Roman" panose="02020603050405020304" pitchFamily="18" charset="0"/>
                <a:ea typeface="Dotum" pitchFamily="34" charset="-127"/>
                <a:cs typeface="Times New Roman" panose="02020603050405020304" pitchFamily="18" charset="0"/>
              </a:rPr>
              <a:t>tiêu chuẩn công nghiệp của mỗi quốc gia</a:t>
            </a:r>
            <a:r>
              <a:rPr lang="en-US" altLang="ko-KR" sz="900" smtClean="0">
                <a:latin typeface="Times New Roman" panose="02020603050405020304" pitchFamily="18" charset="0"/>
                <a:ea typeface="Dotum" pitchFamily="34" charset="-127"/>
                <a:cs typeface="Times New Roman" panose="02020603050405020304" pitchFamily="18" charset="0"/>
              </a:rPr>
              <a:t>?</a:t>
            </a:r>
          </a:p>
          <a:p>
            <a:pPr marL="228600" indent="-228600" eaLnBrk="1" hangingPunct="1">
              <a:spcBef>
                <a:spcPct val="0"/>
              </a:spcBef>
              <a:buFontTx/>
              <a:buAutoNum type="arabicPeriod"/>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Đức - DN </a:t>
            </a:r>
            <a:r>
              <a:rPr lang="en-US" altLang="ko-KR" sz="900" smtClean="0">
                <a:latin typeface="Times New Roman" panose="02020603050405020304" pitchFamily="18" charset="0"/>
                <a:ea typeface="Dotum" pitchFamily="34" charset="-127"/>
                <a:cs typeface="Times New Roman" panose="02020603050405020304" pitchFamily="18" charset="0"/>
              </a:rPr>
              <a:t>                ② </a:t>
            </a:r>
            <a:r>
              <a:rPr lang="en-US" altLang="ko-KR" sz="900">
                <a:latin typeface="Times New Roman" panose="02020603050405020304" pitchFamily="18" charset="0"/>
                <a:ea typeface="Dotum" pitchFamily="34" charset="-127"/>
                <a:cs typeface="Times New Roman" panose="02020603050405020304" pitchFamily="18" charset="0"/>
              </a:rPr>
              <a:t>Anh - BS</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Thụy Sĩ-VSM </a:t>
            </a:r>
            <a:r>
              <a:rPr lang="en-US" altLang="ko-KR" sz="900" smtClean="0">
                <a:latin typeface="Times New Roman" panose="02020603050405020304" pitchFamily="18" charset="0"/>
                <a:ea typeface="Dotum" pitchFamily="34" charset="-127"/>
                <a:cs typeface="Times New Roman" panose="02020603050405020304" pitchFamily="18" charset="0"/>
              </a:rPr>
              <a:t>         ④ </a:t>
            </a:r>
            <a:r>
              <a:rPr lang="en-US" altLang="ko-KR" sz="900">
                <a:latin typeface="Times New Roman" panose="02020603050405020304" pitchFamily="18" charset="0"/>
                <a:ea typeface="Dotum" pitchFamily="34" charset="-127"/>
                <a:cs typeface="Times New Roman" panose="02020603050405020304" pitchFamily="18" charset="0"/>
              </a:rPr>
              <a:t>Nhật Bản-JIS</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2. Điều gì không </a:t>
            </a:r>
            <a:r>
              <a:rPr lang="en-US" altLang="ko-KR" sz="900" smtClean="0">
                <a:latin typeface="Times New Roman" panose="02020603050405020304" pitchFamily="18" charset="0"/>
                <a:ea typeface="Dotum" pitchFamily="34" charset="-127"/>
                <a:cs typeface="Times New Roman" panose="02020603050405020304" pitchFamily="18" charset="0"/>
              </a:rPr>
              <a:t>đúng </a:t>
            </a:r>
            <a:r>
              <a:rPr lang="en-US" altLang="ko-KR" sz="900">
                <a:latin typeface="Times New Roman" panose="02020603050405020304" pitchFamily="18" charset="0"/>
                <a:ea typeface="Dotum" pitchFamily="34" charset="-127"/>
                <a:cs typeface="Times New Roman" panose="02020603050405020304" pitchFamily="18" charset="0"/>
              </a:rPr>
              <a:t>với mô tả về trục </a:t>
            </a:r>
            <a:r>
              <a:rPr lang="en-US" altLang="ko-KR" sz="900" smtClean="0">
                <a:latin typeface="Times New Roman" panose="02020603050405020304" pitchFamily="18" charset="0"/>
                <a:ea typeface="Dotum" pitchFamily="34" charset="-127"/>
                <a:cs typeface="Times New Roman" panose="02020603050405020304" pitchFamily="18" charset="0"/>
              </a:rPr>
              <a:t>Spindle?</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Đường kính trục lớn và chiều dài ngắn.</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② </a:t>
            </a:r>
            <a:r>
              <a:rPr lang="en-US" altLang="ko-KR" sz="900">
                <a:latin typeface="Times New Roman" panose="02020603050405020304" pitchFamily="18" charset="0"/>
                <a:ea typeface="Dotum" pitchFamily="34" charset="-127"/>
                <a:cs typeface="Times New Roman" panose="02020603050405020304" pitchFamily="18" charset="0"/>
              </a:rPr>
              <a:t>Q</a:t>
            </a:r>
            <a:r>
              <a:rPr lang="vi-VN" altLang="ko-KR" sz="900" smtClean="0">
                <a:latin typeface="Times New Roman" panose="02020603050405020304" pitchFamily="18" charset="0"/>
                <a:ea typeface="Dotum" pitchFamily="34" charset="-127"/>
                <a:cs typeface="Times New Roman" panose="02020603050405020304" pitchFamily="18" charset="0"/>
              </a:rPr>
              <a:t>uay </a:t>
            </a:r>
            <a:r>
              <a:rPr lang="vi-VN" altLang="ko-KR" sz="900">
                <a:latin typeface="Times New Roman" panose="02020603050405020304" pitchFamily="18" charset="0"/>
                <a:ea typeface="Dotum" pitchFamily="34" charset="-127"/>
                <a:cs typeface="Times New Roman" panose="02020603050405020304" pitchFamily="18" charset="0"/>
              </a:rPr>
              <a:t>với tốc độ cao khoảng 10000 </a:t>
            </a:r>
            <a:r>
              <a:rPr lang="vi-VN" altLang="ko-KR" sz="900" smtClean="0">
                <a:latin typeface="Times New Roman" panose="02020603050405020304" pitchFamily="18" charset="0"/>
                <a:ea typeface="Dotum" pitchFamily="34" charset="-127"/>
                <a:cs typeface="Times New Roman" panose="02020603050405020304" pitchFamily="18" charset="0"/>
              </a:rPr>
              <a:t>vòng/phút</a:t>
            </a:r>
            <a:r>
              <a:rPr lang="vi-VN" altLang="ko-KR" sz="900">
                <a:latin typeface="Times New Roman" panose="02020603050405020304" pitchFamily="18" charset="0"/>
                <a:ea typeface="Dotum" pitchFamily="34" charset="-127"/>
                <a:cs typeface="Times New Roman" panose="02020603050405020304" pitchFamily="18" charset="0"/>
              </a:rPr>
              <a:t>.</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a:t>
            </a:r>
            <a:r>
              <a:rPr lang="en-US" altLang="ko-KR" sz="900" smtClean="0">
                <a:latin typeface="Times New Roman" panose="02020603050405020304" pitchFamily="18" charset="0"/>
                <a:ea typeface="Dotum" pitchFamily="34" charset="-127"/>
                <a:cs typeface="Times New Roman" panose="02020603050405020304" pitchFamily="18" charset="0"/>
              </a:rPr>
              <a:t>Có thể bẻ cong và bẻ ngược</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④ Lượng biến dạng phải cực kỳ nhỏ</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3. </a:t>
            </a:r>
            <a:r>
              <a:rPr lang="en-US" altLang="ko-KR" sz="900" smtClean="0">
                <a:latin typeface="Times New Roman" panose="02020603050405020304" pitchFamily="18" charset="0"/>
                <a:ea typeface="Dotum" pitchFamily="34" charset="-127"/>
                <a:cs typeface="Times New Roman" panose="02020603050405020304" pitchFamily="18" charset="0"/>
              </a:rPr>
              <a:t>Chọn đáp án không thuộc </a:t>
            </a:r>
            <a:r>
              <a:rPr lang="en-US" altLang="ko-KR" sz="900">
                <a:latin typeface="Times New Roman" panose="02020603050405020304" pitchFamily="18" charset="0"/>
                <a:ea typeface="Dotum" pitchFamily="34" charset="-127"/>
                <a:cs typeface="Times New Roman" panose="02020603050405020304" pitchFamily="18" charset="0"/>
              </a:rPr>
              <a:t>về phân </a:t>
            </a:r>
            <a:r>
              <a:rPr lang="en-US" altLang="ko-KR" sz="900" smtClean="0">
                <a:latin typeface="Times New Roman" panose="02020603050405020304" pitchFamily="18" charset="0"/>
                <a:ea typeface="Dotum" pitchFamily="34" charset="-127"/>
                <a:cs typeface="Times New Roman" panose="02020603050405020304" pitchFamily="18" charset="0"/>
              </a:rPr>
              <a:t>loại trục </a:t>
            </a:r>
            <a:r>
              <a:rPr lang="en-US" altLang="ko-KR" sz="900">
                <a:latin typeface="Times New Roman" panose="02020603050405020304" pitchFamily="18" charset="0"/>
                <a:ea typeface="Dotum" pitchFamily="34" charset="-127"/>
                <a:cs typeface="Times New Roman" panose="02020603050405020304" pitchFamily="18" charset="0"/>
              </a:rPr>
              <a:t>theo hình </a:t>
            </a:r>
            <a:r>
              <a:rPr lang="en-US" altLang="ko-KR" sz="900" smtClean="0">
                <a:latin typeface="Times New Roman" panose="02020603050405020304" pitchFamily="18" charset="0"/>
                <a:ea typeface="Dotum" pitchFamily="34" charset="-127"/>
                <a:cs typeface="Times New Roman" panose="02020603050405020304" pitchFamily="18" charset="0"/>
              </a:rPr>
              <a:t>dạng?</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vi-VN" altLang="ko-KR" sz="900" smtClean="0">
                <a:latin typeface="Times New Roman" panose="02020603050405020304" pitchFamily="18" charset="0"/>
                <a:ea typeface="Dotum" pitchFamily="34" charset="-127"/>
                <a:cs typeface="Times New Roman" panose="02020603050405020304" pitchFamily="18" charset="0"/>
              </a:rPr>
              <a:t>Trục</a:t>
            </a:r>
            <a:r>
              <a:rPr lang="en-US" altLang="ko-KR" sz="900" smtClean="0">
                <a:latin typeface="Times New Roman" panose="02020603050405020304" pitchFamily="18" charset="0"/>
                <a:ea typeface="Dotum" pitchFamily="34" charset="-127"/>
                <a:cs typeface="Times New Roman" panose="02020603050405020304" pitchFamily="18" charset="0"/>
              </a:rPr>
              <a:t> Alxe</a:t>
            </a:r>
            <a:r>
              <a:rPr lang="vi-VN" altLang="ko-KR" sz="900" smtClean="0">
                <a:latin typeface="Times New Roman" panose="02020603050405020304" pitchFamily="18" charset="0"/>
                <a:ea typeface="Dotum" pitchFamily="34" charset="-127"/>
                <a:cs typeface="Times New Roman" panose="02020603050405020304" pitchFamily="18" charset="0"/>
              </a:rPr>
              <a:t>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Trục </a:t>
            </a:r>
            <a:r>
              <a:rPr lang="en-US" altLang="ko-KR" sz="900" smtClean="0">
                <a:latin typeface="Times New Roman" panose="02020603050405020304" pitchFamily="18" charset="0"/>
                <a:ea typeface="Dotum" pitchFamily="34" charset="-127"/>
                <a:cs typeface="Times New Roman" panose="02020603050405020304" pitchFamily="18" charset="0"/>
              </a:rPr>
              <a:t>Liner</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Trục </a:t>
            </a:r>
            <a:r>
              <a:rPr lang="en-US" altLang="ko-KR" sz="900" smtClean="0">
                <a:latin typeface="Times New Roman" panose="02020603050405020304" pitchFamily="18" charset="0"/>
                <a:ea typeface="Dotum" pitchFamily="34" charset="-127"/>
                <a:cs typeface="Times New Roman" panose="02020603050405020304" pitchFamily="18" charset="0"/>
              </a:rPr>
              <a:t>Crank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④ </a:t>
            </a:r>
            <a:r>
              <a:rPr lang="en-US" altLang="ko-KR" sz="900" smtClean="0">
                <a:latin typeface="Times New Roman" panose="02020603050405020304" pitchFamily="18" charset="0"/>
                <a:ea typeface="Dotum" pitchFamily="34" charset="-127"/>
                <a:cs typeface="Times New Roman" panose="02020603050405020304" pitchFamily="18" charset="0"/>
              </a:rPr>
              <a:t>Trục </a:t>
            </a:r>
            <a:r>
              <a:rPr lang="vi-VN" altLang="ko-KR" sz="900" baseline="30000"/>
              <a:t> </a:t>
            </a:r>
            <a:r>
              <a:rPr lang="vi-VN" altLang="ko-KR" sz="900">
                <a:latin typeface="Times New Roman" panose="02020603050405020304" pitchFamily="18" charset="0"/>
                <a:ea typeface="Dotum" pitchFamily="34" charset="-127"/>
                <a:cs typeface="Times New Roman" panose="02020603050405020304" pitchFamily="18" charset="0"/>
              </a:rPr>
              <a:t>Journal</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4. </a:t>
            </a:r>
            <a:r>
              <a:rPr lang="en-US" altLang="ko-KR" sz="900" smtClean="0">
                <a:latin typeface="Times New Roman" panose="02020603050405020304" pitchFamily="18" charset="0"/>
                <a:ea typeface="Dotum" pitchFamily="34" charset="-127"/>
                <a:cs typeface="Times New Roman" panose="02020603050405020304" pitchFamily="18" charset="0"/>
              </a:rPr>
              <a:t>Dung </a:t>
            </a:r>
            <a:r>
              <a:rPr lang="vi-VN" altLang="ko-KR" sz="900" smtClean="0">
                <a:latin typeface="Times New Roman" panose="02020603050405020304" pitchFamily="18" charset="0"/>
                <a:ea typeface="Dotum" pitchFamily="34" charset="-127"/>
                <a:cs typeface="Times New Roman" panose="02020603050405020304" pitchFamily="18" charset="0"/>
              </a:rPr>
              <a:t>sai </a:t>
            </a:r>
            <a:r>
              <a:rPr lang="vi-VN" altLang="ko-KR" sz="900">
                <a:latin typeface="Times New Roman" panose="02020603050405020304" pitchFamily="18" charset="0"/>
                <a:ea typeface="Dotum" pitchFamily="34" charset="-127"/>
                <a:cs typeface="Times New Roman" panose="02020603050405020304" pitchFamily="18" charset="0"/>
              </a:rPr>
              <a:t>kích thước là gì</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Là k</a:t>
            </a:r>
            <a:r>
              <a:rPr lang="vi-VN" altLang="ko-KR" sz="900" smtClean="0">
                <a:latin typeface="Times New Roman" panose="02020603050405020304" pitchFamily="18" charset="0"/>
                <a:ea typeface="Dotum" pitchFamily="34" charset="-127"/>
                <a:cs typeface="Times New Roman" panose="02020603050405020304" pitchFamily="18" charset="0"/>
              </a:rPr>
              <a:t>ích </a:t>
            </a:r>
            <a:r>
              <a:rPr lang="vi-VN" altLang="ko-KR" sz="900">
                <a:latin typeface="Times New Roman" panose="02020603050405020304" pitchFamily="18" charset="0"/>
                <a:ea typeface="Dotum" pitchFamily="34" charset="-127"/>
                <a:cs typeface="Times New Roman" panose="02020603050405020304" pitchFamily="18" charset="0"/>
              </a:rPr>
              <a:t>thước tối đa cho phép đối với kích thước thực tế</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② </a:t>
            </a:r>
            <a:r>
              <a:rPr lang="en-US" altLang="ko-KR" sz="900" smtClean="0">
                <a:latin typeface="Times New Roman" panose="02020603050405020304" pitchFamily="18" charset="0"/>
                <a:ea typeface="Dotum" pitchFamily="34" charset="-127"/>
                <a:cs typeface="Times New Roman" panose="02020603050405020304" pitchFamily="18" charset="0"/>
              </a:rPr>
              <a:t>Là k</a:t>
            </a:r>
            <a:r>
              <a:rPr lang="vi-VN" altLang="ko-KR" sz="900" smtClean="0">
                <a:latin typeface="Times New Roman" panose="02020603050405020304" pitchFamily="18" charset="0"/>
                <a:ea typeface="Dotum" pitchFamily="34" charset="-127"/>
                <a:cs typeface="Times New Roman" panose="02020603050405020304" pitchFamily="18" charset="0"/>
              </a:rPr>
              <a:t>ích </a:t>
            </a:r>
            <a:r>
              <a:rPr lang="vi-VN" altLang="ko-KR" sz="900">
                <a:latin typeface="Times New Roman" panose="02020603050405020304" pitchFamily="18" charset="0"/>
                <a:ea typeface="Dotum" pitchFamily="34" charset="-127"/>
                <a:cs typeface="Times New Roman" panose="02020603050405020304" pitchFamily="18" charset="0"/>
              </a:rPr>
              <a:t>thước tối thiểu cho phép đối với kích thước thực tế</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a:t>
            </a:r>
            <a:r>
              <a:rPr lang="en-US" altLang="ko-KR" sz="900" smtClean="0">
                <a:latin typeface="Times New Roman" panose="02020603050405020304" pitchFamily="18" charset="0"/>
                <a:ea typeface="Dotum" pitchFamily="34" charset="-127"/>
                <a:cs typeface="Times New Roman" panose="02020603050405020304" pitchFamily="18" charset="0"/>
              </a:rPr>
              <a:t>Là k</a:t>
            </a:r>
            <a:r>
              <a:rPr lang="vi-VN" altLang="ko-KR" sz="900" smtClean="0">
                <a:latin typeface="Times New Roman" panose="02020603050405020304" pitchFamily="18" charset="0"/>
                <a:ea typeface="Dotum" pitchFamily="34" charset="-127"/>
                <a:cs typeface="Times New Roman" panose="02020603050405020304" pitchFamily="18" charset="0"/>
              </a:rPr>
              <a:t>ích </a:t>
            </a:r>
            <a:r>
              <a:rPr lang="vi-VN" altLang="ko-KR" sz="900">
                <a:latin typeface="Times New Roman" panose="02020603050405020304" pitchFamily="18" charset="0"/>
                <a:ea typeface="Dotum" pitchFamily="34" charset="-127"/>
                <a:cs typeface="Times New Roman" panose="02020603050405020304" pitchFamily="18" charset="0"/>
              </a:rPr>
              <a:t>thước tối đa </a:t>
            </a:r>
            <a:r>
              <a:rPr lang="en-US" altLang="ko-KR" sz="900" smtClean="0">
                <a:latin typeface="Times New Roman" panose="02020603050405020304" pitchFamily="18" charset="0"/>
                <a:ea typeface="Dotum" pitchFamily="34" charset="-127"/>
                <a:cs typeface="Times New Roman" panose="02020603050405020304" pitchFamily="18" charset="0"/>
              </a:rPr>
              <a:t>cho phép trừ k</a:t>
            </a:r>
            <a:r>
              <a:rPr lang="vi-VN" altLang="ko-KR" sz="900" smtClean="0">
                <a:latin typeface="Times New Roman" panose="02020603050405020304" pitchFamily="18" charset="0"/>
                <a:ea typeface="Dotum" pitchFamily="34" charset="-127"/>
                <a:cs typeface="Times New Roman" panose="02020603050405020304" pitchFamily="18" charset="0"/>
              </a:rPr>
              <a:t>ích </a:t>
            </a:r>
            <a:r>
              <a:rPr lang="vi-VN" altLang="ko-KR" sz="900">
                <a:latin typeface="Times New Roman" panose="02020603050405020304" pitchFamily="18" charset="0"/>
                <a:ea typeface="Dotum" pitchFamily="34" charset="-127"/>
                <a:cs typeface="Times New Roman" panose="02020603050405020304" pitchFamily="18" charset="0"/>
              </a:rPr>
              <a:t>thước tối thiểu </a:t>
            </a:r>
            <a:r>
              <a:rPr lang="en-US" altLang="ko-KR" sz="900" smtClean="0">
                <a:latin typeface="Times New Roman" panose="02020603050405020304" pitchFamily="18" charset="0"/>
                <a:ea typeface="Dotum" pitchFamily="34" charset="-127"/>
                <a:cs typeface="Times New Roman" panose="02020603050405020304" pitchFamily="18" charset="0"/>
              </a:rPr>
              <a:t>cho phép</a:t>
            </a:r>
          </a:p>
          <a:p>
            <a:pPr eaLnBrk="1" hangingPunct="1">
              <a:spcBef>
                <a:spcPct val="0"/>
              </a:spcBef>
              <a:buNone/>
            </a:pPr>
            <a:r>
              <a:rPr lang="en-US" altLang="ko-KR" sz="90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en-US" altLang="ko-KR" sz="900" smtClean="0">
                <a:latin typeface="Times New Roman" panose="02020603050405020304" pitchFamily="18" charset="0"/>
                <a:ea typeface="Dotum" pitchFamily="34" charset="-127"/>
                <a:cs typeface="Times New Roman" panose="02020603050405020304" pitchFamily="18" charset="0"/>
              </a:rPr>
              <a:t>Là k</a:t>
            </a:r>
            <a:r>
              <a:rPr lang="vi-VN" altLang="ko-KR" sz="900" smtClean="0">
                <a:latin typeface="Times New Roman" panose="02020603050405020304" pitchFamily="18" charset="0"/>
                <a:ea typeface="Dotum" pitchFamily="34" charset="-127"/>
                <a:cs typeface="Times New Roman" panose="02020603050405020304" pitchFamily="18" charset="0"/>
              </a:rPr>
              <a:t>ích </a:t>
            </a:r>
            <a:r>
              <a:rPr lang="vi-VN" altLang="ko-KR" sz="900">
                <a:latin typeface="Times New Roman" panose="02020603050405020304" pitchFamily="18" charset="0"/>
                <a:ea typeface="Dotum" pitchFamily="34" charset="-127"/>
                <a:cs typeface="Times New Roman" panose="02020603050405020304" pitchFamily="18" charset="0"/>
              </a:rPr>
              <a:t>thước </a:t>
            </a:r>
            <a:r>
              <a:rPr lang="vi-VN" altLang="ko-KR" sz="900" smtClean="0">
                <a:latin typeface="Times New Roman" panose="02020603050405020304" pitchFamily="18" charset="0"/>
                <a:ea typeface="Dotum" pitchFamily="34" charset="-127"/>
                <a:cs typeface="Times New Roman" panose="02020603050405020304" pitchFamily="18" charset="0"/>
              </a:rPr>
              <a:t>tối </a:t>
            </a:r>
            <a:r>
              <a:rPr lang="vi-VN" altLang="ko-KR" sz="900">
                <a:latin typeface="Times New Roman" panose="02020603050405020304" pitchFamily="18" charset="0"/>
                <a:ea typeface="Dotum" pitchFamily="34" charset="-127"/>
                <a:cs typeface="Times New Roman" panose="02020603050405020304" pitchFamily="18" charset="0"/>
              </a:rPr>
              <a:t>đa </a:t>
            </a:r>
            <a:r>
              <a:rPr lang="en-US" altLang="ko-KR" sz="900" smtClean="0">
                <a:latin typeface="Times New Roman" panose="02020603050405020304" pitchFamily="18" charset="0"/>
                <a:ea typeface="Dotum" pitchFamily="34" charset="-127"/>
                <a:cs typeface="Times New Roman" panose="02020603050405020304" pitchFamily="18" charset="0"/>
              </a:rPr>
              <a:t>cho phép</a:t>
            </a:r>
            <a:r>
              <a:rPr lang="en-US" altLang="ko-KR" sz="90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cộng</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kích thước tối </a:t>
            </a:r>
            <a:r>
              <a:rPr lang="vi-VN" altLang="ko-KR" sz="900" smtClean="0">
                <a:latin typeface="Times New Roman" panose="02020603050405020304" pitchFamily="18" charset="0"/>
                <a:ea typeface="Dotum" pitchFamily="34" charset="-127"/>
                <a:cs typeface="Times New Roman" panose="02020603050405020304" pitchFamily="18" charset="0"/>
              </a:rPr>
              <a:t>thiểu</a:t>
            </a:r>
            <a:r>
              <a:rPr lang="en-US" altLang="ko-KR" sz="900" smtClean="0">
                <a:latin typeface="Times New Roman" panose="02020603050405020304" pitchFamily="18" charset="0"/>
                <a:ea typeface="Dotum" pitchFamily="34" charset="-127"/>
                <a:cs typeface="Times New Roman" panose="02020603050405020304" pitchFamily="18" charset="0"/>
              </a:rPr>
              <a:t> cho phép</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5. </a:t>
            </a:r>
            <a:r>
              <a:rPr lang="en-US" altLang="ko-KR" sz="900" smtClean="0">
                <a:latin typeface="Times New Roman" panose="02020603050405020304" pitchFamily="18" charset="0"/>
                <a:ea typeface="Dotum" pitchFamily="34" charset="-127"/>
                <a:cs typeface="Times New Roman" panose="02020603050405020304" pitchFamily="18" charset="0"/>
              </a:rPr>
              <a:t>Coupling</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nào được sử dụng khi các đường trục cắt nhau</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baseline="30000" smtClean="0"/>
              <a:t> </a:t>
            </a:r>
            <a:r>
              <a:rPr lang="vi-VN" altLang="ko-KR" sz="900">
                <a:latin typeface="Times New Roman" panose="02020603050405020304" pitchFamily="18" charset="0"/>
                <a:ea typeface="Dotum" pitchFamily="34" charset="-127"/>
                <a:cs typeface="Times New Roman" panose="02020603050405020304" pitchFamily="18" charset="0"/>
              </a:rPr>
              <a:t>① Cylindrical coupling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② </a:t>
            </a:r>
            <a:r>
              <a:rPr lang="vi-VN" altLang="ko-KR" sz="900">
                <a:latin typeface="Times New Roman" panose="02020603050405020304" pitchFamily="18" charset="0"/>
                <a:ea typeface="Dotum" pitchFamily="34" charset="-127"/>
                <a:cs typeface="Times New Roman" panose="02020603050405020304" pitchFamily="18" charset="0"/>
              </a:rPr>
              <a:t>Flange coupling</a:t>
            </a:r>
          </a:p>
          <a:p>
            <a:pPr>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③ Seller coupling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vi-VN" altLang="ko-KR" sz="900">
                <a:latin typeface="Times New Roman" panose="02020603050405020304" pitchFamily="18" charset="0"/>
                <a:ea typeface="Dotum" pitchFamily="34" charset="-127"/>
                <a:cs typeface="Times New Roman" panose="02020603050405020304" pitchFamily="18" charset="0"/>
              </a:rPr>
              <a:t>Universal coupling</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smtClean="0">
                <a:latin typeface="Times New Roman" panose="02020603050405020304" pitchFamily="18" charset="0"/>
                <a:ea typeface="Dotum" pitchFamily="34" charset="-127"/>
                <a:cs typeface="Times New Roman" panose="02020603050405020304" pitchFamily="18" charset="0"/>
              </a:rPr>
              <a:t>6</a:t>
            </a:r>
            <a:r>
              <a:rPr lang="vi-VN" altLang="ko-KR" sz="900">
                <a:latin typeface="Times New Roman" panose="02020603050405020304" pitchFamily="18" charset="0"/>
                <a:ea typeface="Dotum" pitchFamily="34" charset="-127"/>
                <a:cs typeface="Times New Roman" panose="02020603050405020304" pitchFamily="18" charset="0"/>
              </a:rPr>
              <a:t>. Đặc tính đúng của </a:t>
            </a:r>
            <a:r>
              <a:rPr lang="en-US" altLang="ko-KR" sz="900" smtClean="0">
                <a:latin typeface="Times New Roman" panose="02020603050405020304" pitchFamily="18" charset="0"/>
                <a:ea typeface="Dotum" pitchFamily="34" charset="-127"/>
                <a:cs typeface="Times New Roman" panose="02020603050405020304" pitchFamily="18" charset="0"/>
              </a:rPr>
              <a:t>Clamp Coupling</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là gì</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a:buNone/>
            </a:pPr>
            <a:r>
              <a:rPr lang="en-US" altLang="ko-KR" sz="900" smtClean="0"/>
              <a:t> </a:t>
            </a:r>
            <a:r>
              <a:rPr lang="vi-VN" altLang="ko-KR" sz="900" smtClean="0"/>
              <a:t> </a:t>
            </a:r>
            <a:r>
              <a:rPr lang="vi-VN" altLang="ko-KR" sz="900">
                <a:latin typeface="Times New Roman" panose="02020603050405020304" pitchFamily="18" charset="0"/>
                <a:ea typeface="Dotum" pitchFamily="34" charset="-127"/>
                <a:cs typeface="Times New Roman" panose="02020603050405020304" pitchFamily="18" charset="0"/>
              </a:rPr>
              <a:t>① Dễ dàng tháo rời và lắp </a:t>
            </a:r>
            <a:r>
              <a:rPr lang="vi-VN" altLang="ko-KR" sz="900" smtClean="0">
                <a:latin typeface="Times New Roman" panose="02020603050405020304" pitchFamily="18" charset="0"/>
                <a:ea typeface="Dotum" pitchFamily="34" charset="-127"/>
                <a:cs typeface="Times New Roman" panose="02020603050405020304" pitchFamily="18" charset="0"/>
              </a:rPr>
              <a:t>ráp, </a:t>
            </a:r>
            <a:r>
              <a:rPr lang="vi-VN" altLang="ko-KR" sz="900">
                <a:latin typeface="Times New Roman" panose="02020603050405020304" pitchFamily="18" charset="0"/>
                <a:ea typeface="Dotum" pitchFamily="34" charset="-127"/>
                <a:cs typeface="Times New Roman" panose="02020603050405020304" pitchFamily="18" charset="0"/>
              </a:rPr>
              <a:t>được sử dụng cho đường kính trục nhỏ hơn 200mm.</a:t>
            </a:r>
          </a:p>
          <a:p>
            <a:pPr>
              <a:buNone/>
            </a:pPr>
            <a:r>
              <a:rPr lang="vi-VN" altLang="ko-KR" sz="900">
                <a:latin typeface="Times New Roman" panose="02020603050405020304" pitchFamily="18" charset="0"/>
                <a:ea typeface="Dotum" pitchFamily="34" charset="-127"/>
                <a:cs typeface="Times New Roman" panose="02020603050405020304" pitchFamily="18" charset="0"/>
              </a:rPr>
              <a:t>  ② Sau khi kết hợp với 3 bu lông </a:t>
            </a:r>
            <a:r>
              <a:rPr lang="vi-VN" altLang="ko-KR" sz="900" smtClean="0">
                <a:latin typeface="Times New Roman" panose="02020603050405020304" pitchFamily="18" charset="0"/>
                <a:ea typeface="Dotum" pitchFamily="34" charset="-127"/>
                <a:cs typeface="Times New Roman" panose="02020603050405020304" pitchFamily="18" charset="0"/>
              </a:rPr>
              <a:t>dài,</a:t>
            </a:r>
            <a:r>
              <a:rPr lang="en-US" altLang="ko-KR" sz="900" smtClean="0">
                <a:latin typeface="Times New Roman" panose="02020603050405020304" pitchFamily="18" charset="0"/>
                <a:ea typeface="Dotum" pitchFamily="34" charset="-127"/>
                <a:cs typeface="Times New Roman" panose="02020603050405020304" pitchFamily="18" charset="0"/>
              </a:rPr>
              <a:t> được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cố </a:t>
            </a:r>
            <a:r>
              <a:rPr lang="vi-VN" altLang="ko-KR" sz="900" smtClean="0">
                <a:latin typeface="Times New Roman" panose="02020603050405020304" pitchFamily="18" charset="0"/>
                <a:ea typeface="Dotum" pitchFamily="34" charset="-127"/>
                <a:cs typeface="Times New Roman" panose="02020603050405020304" pitchFamily="18" charset="0"/>
              </a:rPr>
              <a:t>định </a:t>
            </a:r>
            <a:r>
              <a:rPr lang="vi-VN" altLang="ko-KR" sz="900">
                <a:latin typeface="Times New Roman" panose="02020603050405020304" pitchFamily="18" charset="0"/>
                <a:ea typeface="Dotum" pitchFamily="34" charset="-127"/>
                <a:cs typeface="Times New Roman" panose="02020603050405020304" pitchFamily="18" charset="0"/>
              </a:rPr>
              <a:t>feather </a:t>
            </a:r>
            <a:r>
              <a:rPr lang="vi-VN" altLang="ko-KR" sz="900" smtClean="0">
                <a:latin typeface="Times New Roman" panose="02020603050405020304" pitchFamily="18" charset="0"/>
                <a:ea typeface="Dotum" pitchFamily="34" charset="-127"/>
                <a:cs typeface="Times New Roman" panose="02020603050405020304" pitchFamily="18" charset="0"/>
              </a:rPr>
              <a:t>key </a:t>
            </a:r>
            <a:r>
              <a:rPr lang="vi-VN" altLang="ko-KR" sz="900">
                <a:latin typeface="Times New Roman" panose="02020603050405020304" pitchFamily="18" charset="0"/>
                <a:ea typeface="Dotum" pitchFamily="34" charset="-127"/>
                <a:cs typeface="Times New Roman" panose="02020603050405020304" pitchFamily="18" charset="0"/>
              </a:rPr>
              <a:t>trên cả hai trục.</a:t>
            </a:r>
          </a:p>
          <a:p>
            <a:pPr>
              <a:buNone/>
            </a:pPr>
            <a:r>
              <a:rPr lang="vi-VN" altLang="ko-KR" sz="900">
                <a:latin typeface="Times New Roman" panose="02020603050405020304" pitchFamily="18" charset="0"/>
                <a:ea typeface="Dotum" pitchFamily="34" charset="-127"/>
                <a:cs typeface="Times New Roman" panose="02020603050405020304" pitchFamily="18" charset="0"/>
              </a:rPr>
              <a:t>  ③ Đặt </a:t>
            </a:r>
            <a:r>
              <a:rPr lang="en-US" altLang="ko-KR" sz="900" smtClean="0">
                <a:latin typeface="Times New Roman" panose="02020603050405020304" pitchFamily="18" charset="0"/>
                <a:ea typeface="Dotum" pitchFamily="34" charset="-127"/>
                <a:cs typeface="Times New Roman" panose="02020603050405020304" pitchFamily="18" charset="0"/>
              </a:rPr>
              <a:t>phần</a:t>
            </a: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flanges</a:t>
            </a: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vào </a:t>
            </a:r>
            <a:r>
              <a:rPr lang="vi-VN" altLang="ko-KR" sz="900">
                <a:latin typeface="Times New Roman" panose="02020603050405020304" pitchFamily="18" charset="0"/>
                <a:ea typeface="Dotum" pitchFamily="34" charset="-127"/>
                <a:cs typeface="Times New Roman" panose="02020603050405020304" pitchFamily="18" charset="0"/>
              </a:rPr>
              <a:t>đầu của hai trục, cố định chúng bằng </a:t>
            </a:r>
            <a:r>
              <a:rPr lang="en-US" altLang="ko-KR" sz="900" smtClean="0">
                <a:latin typeface="Times New Roman" panose="02020603050405020304" pitchFamily="18" charset="0"/>
                <a:ea typeface="Dotum" pitchFamily="34" charset="-127"/>
                <a:cs typeface="Times New Roman" panose="02020603050405020304" pitchFamily="18" charset="0"/>
              </a:rPr>
              <a:t>key</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và kết nối chúng bằng bu lông doa.</a:t>
            </a:r>
          </a:p>
          <a:p>
            <a:pPr>
              <a:buNone/>
            </a:pPr>
            <a:r>
              <a:rPr lang="vi-VN" altLang="ko-KR" sz="900">
                <a:latin typeface="Times New Roman" panose="02020603050405020304" pitchFamily="18" charset="0"/>
                <a:ea typeface="Dotum" pitchFamily="34" charset="-127"/>
                <a:cs typeface="Times New Roman" panose="02020603050405020304" pitchFamily="18" charset="0"/>
              </a:rPr>
              <a:t>  ④ Nó được sử dụng khi hai trục song song và khoảng cách giữa hai trục tương đối ngắn</a:t>
            </a:r>
            <a:r>
              <a:rPr lang="vi-VN" altLang="ko-KR" sz="900" smtClean="0"/>
              <a:t>.</a:t>
            </a:r>
            <a:endParaRPr lang="en-US" altLang="ko-KR" sz="900" smtClean="0"/>
          </a:p>
          <a:p>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7. </a:t>
            </a:r>
            <a:r>
              <a:rPr lang="vi-VN" altLang="ko-KR" sz="900" smtClean="0">
                <a:latin typeface="Times New Roman" panose="02020603050405020304" pitchFamily="18" charset="0"/>
                <a:ea typeface="Dotum" pitchFamily="34" charset="-127"/>
                <a:cs typeface="Times New Roman" panose="02020603050405020304" pitchFamily="18" charset="0"/>
              </a:rPr>
              <a:t>Điều </a:t>
            </a:r>
            <a:r>
              <a:rPr lang="vi-VN" altLang="ko-KR" sz="900">
                <a:latin typeface="Times New Roman" panose="02020603050405020304" pitchFamily="18" charset="0"/>
                <a:ea typeface="Dotum" pitchFamily="34" charset="-127"/>
                <a:cs typeface="Times New Roman" panose="02020603050405020304" pitchFamily="18" charset="0"/>
              </a:rPr>
              <a:t>gì không phải là đặc điểm của ổ bi tiếp xúc </a:t>
            </a:r>
            <a:r>
              <a:rPr lang="vi-VN" altLang="ko-KR" sz="900" smtClean="0">
                <a:latin typeface="Times New Roman" panose="02020603050405020304" pitchFamily="18" charset="0"/>
                <a:ea typeface="Dotum" pitchFamily="34" charset="-127"/>
                <a:cs typeface="Times New Roman" panose="02020603050405020304" pitchFamily="18" charset="0"/>
              </a:rPr>
              <a:t>4 </a:t>
            </a:r>
            <a:r>
              <a:rPr lang="vi-VN" altLang="ko-KR" sz="900">
                <a:latin typeface="Times New Roman" panose="02020603050405020304" pitchFamily="18" charset="0"/>
                <a:ea typeface="Dotum" pitchFamily="34" charset="-127"/>
                <a:cs typeface="Times New Roman" panose="02020603050405020304" pitchFamily="18" charset="0"/>
              </a:rPr>
              <a:t>điểm</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Vòng trong được chia thành hai</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② Góc tiếp xúc giữa vòng trong và vòng ngoài là 35 </a:t>
            </a:r>
            <a:r>
              <a:rPr lang="vi-VN" altLang="ko-KR" sz="900" smtClean="0">
                <a:latin typeface="Times New Roman" panose="02020603050405020304" pitchFamily="18" charset="0"/>
                <a:ea typeface="Dotum" pitchFamily="34" charset="-127"/>
                <a:cs typeface="Times New Roman" panose="02020603050405020304" pitchFamily="18" charset="0"/>
              </a:rPr>
              <a:t>độ</a:t>
            </a:r>
            <a:r>
              <a:rPr lang="vi-VN" altLang="ko-KR" sz="900">
                <a:latin typeface="Times New Roman" panose="02020603050405020304" pitchFamily="18" charset="0"/>
                <a:ea typeface="Dotum" pitchFamily="34" charset="-127"/>
                <a:cs typeface="Times New Roman" panose="02020603050405020304" pitchFamily="18" charset="0"/>
              </a:rPr>
              <a:t>.</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Có thể được sử dụng thay cho </a:t>
            </a:r>
            <a:r>
              <a:rPr lang="vi-VN" altLang="ko-KR" sz="900" baseline="30000"/>
              <a:t> </a:t>
            </a:r>
            <a:r>
              <a:rPr lang="vi-VN" altLang="ko-KR" sz="900">
                <a:latin typeface="Times New Roman" panose="02020603050405020304" pitchFamily="18" charset="0"/>
                <a:ea typeface="Dotum" pitchFamily="34" charset="-127"/>
                <a:cs typeface="Times New Roman" panose="02020603050405020304" pitchFamily="18" charset="0"/>
              </a:rPr>
              <a:t>angular ball bearing</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④ </a:t>
            </a:r>
            <a:r>
              <a:rPr lang="en-US" altLang="ko-KR" sz="900" smtClean="0">
                <a:latin typeface="Times New Roman" panose="02020603050405020304" pitchFamily="18" charset="0"/>
                <a:ea typeface="Dotum" pitchFamily="34" charset="-127"/>
                <a:cs typeface="Times New Roman" panose="02020603050405020304" pitchFamily="18" charset="0"/>
              </a:rPr>
              <a:t>Khi </a:t>
            </a:r>
            <a:r>
              <a:rPr lang="vi-VN" altLang="ko-KR" sz="900" smtClean="0">
                <a:latin typeface="Times New Roman" panose="02020603050405020304" pitchFamily="18" charset="0"/>
                <a:ea typeface="Dotum" pitchFamily="34" charset="-127"/>
                <a:cs typeface="Times New Roman" panose="02020603050405020304" pitchFamily="18" charset="0"/>
              </a:rPr>
              <a:t>được </a:t>
            </a:r>
            <a:r>
              <a:rPr lang="vi-VN" altLang="ko-KR" sz="900">
                <a:latin typeface="Times New Roman" panose="02020603050405020304" pitchFamily="18" charset="0"/>
                <a:ea typeface="Dotum" pitchFamily="34" charset="-127"/>
                <a:cs typeface="Times New Roman" panose="02020603050405020304" pitchFamily="18" charset="0"/>
              </a:rPr>
              <a:t>sử </a:t>
            </a:r>
            <a:r>
              <a:rPr lang="vi-VN" altLang="ko-KR" sz="900" smtClean="0">
                <a:latin typeface="Times New Roman" panose="02020603050405020304" pitchFamily="18" charset="0"/>
                <a:ea typeface="Dotum" pitchFamily="34" charset="-127"/>
                <a:cs typeface="Times New Roman" panose="02020603050405020304" pitchFamily="18" charset="0"/>
              </a:rPr>
              <a:t>dụng</a:t>
            </a:r>
            <a:r>
              <a:rPr lang="en-US" altLang="ko-KR" sz="900" smtClean="0">
                <a:latin typeface="Times New Roman" panose="02020603050405020304" pitchFamily="18" charset="0"/>
                <a:ea typeface="Dotum" pitchFamily="34" charset="-127"/>
                <a:cs typeface="Times New Roman" panose="02020603050405020304" pitchFamily="18" charset="0"/>
              </a:rPr>
              <a:t>, nó được giữ bởi một tấm thép.</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8. </a:t>
            </a:r>
            <a:r>
              <a:rPr lang="en-US" altLang="ko-KR" sz="900" smtClean="0">
                <a:latin typeface="Times New Roman" panose="02020603050405020304" pitchFamily="18" charset="0"/>
                <a:ea typeface="Dotum" pitchFamily="34" charset="-127"/>
                <a:cs typeface="Times New Roman" panose="02020603050405020304" pitchFamily="18" charset="0"/>
              </a:rPr>
              <a:t>Đáp án</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phù hợp cho </a:t>
            </a:r>
            <a:r>
              <a:rPr lang="en-US" altLang="ko-KR" sz="900" smtClean="0">
                <a:latin typeface="Times New Roman" panose="02020603050405020304" pitchFamily="18" charset="0"/>
                <a:ea typeface="Dotum" pitchFamily="34" charset="-127"/>
                <a:cs typeface="Times New Roman" panose="02020603050405020304" pitchFamily="18" charset="0"/>
              </a:rPr>
              <a:t>s</a:t>
            </a:r>
            <a:r>
              <a:rPr lang="vi-VN" altLang="ko-KR" sz="900">
                <a:latin typeface="Times New Roman" panose="02020603050405020304" pitchFamily="18" charset="0"/>
                <a:ea typeface="Dotum" pitchFamily="34" charset="-127"/>
                <a:cs typeface="Times New Roman" panose="02020603050405020304" pitchFamily="18" charset="0"/>
              </a:rPr>
              <a:t>elf-aligning ball </a:t>
            </a:r>
            <a:r>
              <a:rPr lang="vi-VN" altLang="ko-KR" sz="900" smtClean="0">
                <a:latin typeface="Times New Roman" panose="02020603050405020304" pitchFamily="18" charset="0"/>
                <a:ea typeface="Dotum" pitchFamily="34" charset="-127"/>
                <a:cs typeface="Times New Roman" panose="02020603050405020304" pitchFamily="18" charset="0"/>
              </a:rPr>
              <a:t>bearing</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là </a:t>
            </a:r>
            <a:r>
              <a:rPr lang="en-US" altLang="ko-KR" sz="900" smtClean="0">
                <a:latin typeface="Times New Roman" panose="02020603050405020304" pitchFamily="18" charset="0"/>
                <a:ea typeface="Dotum" pitchFamily="34" charset="-127"/>
                <a:cs typeface="Times New Roman" panose="02020603050405020304" pitchFamily="18" charset="0"/>
              </a:rPr>
              <a:t>gì</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a:latin typeface="Times New Roman" panose="02020603050405020304" pitchFamily="18" charset="0"/>
                <a:ea typeface="Dotum" pitchFamily="34" charset="-127"/>
                <a:cs typeface="Times New Roman" panose="02020603050405020304" pitchFamily="18" charset="0"/>
              </a:rPr>
              <a:t>②                 </a:t>
            </a:r>
            <a:r>
              <a:rPr lang="en-US" altLang="ko-KR" sz="900" smtClean="0">
                <a:latin typeface="Times New Roman" panose="02020603050405020304" pitchFamily="18" charset="0"/>
                <a:ea typeface="Dotum" pitchFamily="34" charset="-127"/>
                <a:cs typeface="Times New Roman" panose="02020603050405020304" pitchFamily="18" charset="0"/>
              </a:rPr>
              <a:t>        ③                       </a:t>
            </a:r>
            <a:r>
              <a:rPr lang="en-US" altLang="ko-KR" sz="900">
                <a:latin typeface="Times New Roman" panose="02020603050405020304" pitchFamily="18" charset="0"/>
                <a:ea typeface="Dotum" pitchFamily="34" charset="-127"/>
                <a:cs typeface="Times New Roman" panose="02020603050405020304" pitchFamily="18" charset="0"/>
              </a:rPr>
              <a:t>④</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2056" name="직사각형 2"/>
          <p:cNvSpPr>
            <a:spLocks noChangeArrowheads="1"/>
          </p:cNvSpPr>
          <p:nvPr/>
        </p:nvSpPr>
        <p:spPr bwMode="auto">
          <a:xfrm>
            <a:off x="3384550" y="849313"/>
            <a:ext cx="3214688" cy="8180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buNone/>
            </a:pPr>
            <a:r>
              <a:rPr lang="vi-VN" altLang="ko-KR" sz="900">
                <a:latin typeface="Times New Roman" panose="02020603050405020304" pitchFamily="18" charset="0"/>
                <a:ea typeface="Dotum" pitchFamily="34" charset="-127"/>
                <a:cs typeface="Times New Roman" panose="02020603050405020304" pitchFamily="18" charset="0"/>
              </a:rPr>
              <a:t> 9. </a:t>
            </a:r>
            <a:r>
              <a:rPr lang="en-US" altLang="ko-KR" sz="900" smtClean="0">
                <a:latin typeface="Times New Roman" panose="02020603050405020304" pitchFamily="18" charset="0"/>
                <a:ea typeface="Dotum" pitchFamily="34" charset="-127"/>
                <a:cs typeface="Times New Roman" panose="02020603050405020304" pitchFamily="18" charset="0"/>
              </a:rPr>
              <a:t>Đinh ốc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nào được sử dụng khi hướng của áp suất không đổi, chẳng hạn như một máy ép</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a:buNone/>
            </a:pPr>
            <a:endParaRPr lang="vi-VN" altLang="ko-KR" sz="900">
              <a:latin typeface="Times New Roman" panose="02020603050405020304" pitchFamily="18" charset="0"/>
              <a:ea typeface="Dotum" pitchFamily="34" charset="-127"/>
              <a:cs typeface="Times New Roman" panose="02020603050405020304" pitchFamily="18" charset="0"/>
            </a:endParaRPr>
          </a:p>
          <a:p>
            <a:pPr>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Đinh ốc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vuông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② </a:t>
            </a:r>
            <a:r>
              <a:rPr lang="en-US" altLang="ko-KR" sz="900" smtClean="0">
                <a:latin typeface="Times New Roman" panose="02020603050405020304" pitchFamily="18" charset="0"/>
                <a:ea typeface="Dotum" pitchFamily="34" charset="-127"/>
                <a:cs typeface="Times New Roman" panose="02020603050405020304" pitchFamily="18" charset="0"/>
              </a:rPr>
              <a:t>Đinh ốc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hình thang</a:t>
            </a:r>
          </a:p>
          <a:p>
            <a:pPr>
              <a:buNone/>
            </a:pPr>
            <a:r>
              <a:rPr lang="vi-VN" altLang="ko-KR" sz="900">
                <a:latin typeface="Times New Roman" panose="02020603050405020304" pitchFamily="18" charset="0"/>
                <a:ea typeface="Dotum" pitchFamily="34" charset="-127"/>
                <a:cs typeface="Times New Roman" panose="02020603050405020304" pitchFamily="18" charset="0"/>
              </a:rPr>
              <a:t> ③ </a:t>
            </a:r>
            <a:r>
              <a:rPr lang="en-US" altLang="ko-KR" sz="900" smtClean="0">
                <a:latin typeface="Times New Roman" panose="02020603050405020304" pitchFamily="18" charset="0"/>
                <a:ea typeface="Dotum" pitchFamily="34" charset="-127"/>
                <a:cs typeface="Times New Roman" panose="02020603050405020304" pitchFamily="18" charset="0"/>
              </a:rPr>
              <a:t>Đinh ốc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răng cưa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en-US" altLang="ko-KR" sz="900" smtClean="0">
                <a:latin typeface="Times New Roman" panose="02020603050405020304" pitchFamily="18" charset="0"/>
                <a:ea typeface="Dotum" pitchFamily="34" charset="-127"/>
                <a:cs typeface="Times New Roman" panose="02020603050405020304" pitchFamily="18" charset="0"/>
              </a:rPr>
              <a:t>Đinh ốc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Knuckle</a:t>
            </a:r>
            <a:endParaRPr lang="en-US" altLang="ko-KR" sz="900">
              <a:latin typeface="Times New Roman" panose="02020603050405020304" pitchFamily="18" charset="0"/>
              <a:ea typeface="Dotum" pitchFamily="34" charset="-127"/>
              <a:cs typeface="Times New Roman" panose="02020603050405020304" pitchFamily="18" charset="0"/>
            </a:endParaRPr>
          </a:p>
          <a:p>
            <a:pPr>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10. </a:t>
            </a:r>
            <a:r>
              <a:rPr lang="en-US" altLang="ko-KR" sz="900" smtClean="0">
                <a:latin typeface="Times New Roman" panose="02020603050405020304" pitchFamily="18" charset="0"/>
                <a:ea typeface="Dotum" pitchFamily="34" charset="-127"/>
                <a:cs typeface="Times New Roman" panose="02020603050405020304" pitchFamily="18" charset="0"/>
              </a:rPr>
              <a:t>Đáp án </a:t>
            </a:r>
            <a:r>
              <a:rPr lang="en-US" altLang="ko-KR" sz="900">
                <a:latin typeface="Times New Roman" panose="02020603050405020304" pitchFamily="18" charset="0"/>
                <a:ea typeface="Dotum" pitchFamily="34" charset="-127"/>
                <a:cs typeface="Times New Roman" panose="02020603050405020304" pitchFamily="18" charset="0"/>
              </a:rPr>
              <a:t>không </a:t>
            </a:r>
            <a:r>
              <a:rPr lang="en-US" altLang="ko-KR" sz="900" smtClean="0">
                <a:latin typeface="Times New Roman" panose="02020603050405020304" pitchFamily="18" charset="0"/>
                <a:ea typeface="Dotum" pitchFamily="34" charset="-127"/>
                <a:cs typeface="Times New Roman" panose="02020603050405020304" pitchFamily="18" charset="0"/>
              </a:rPr>
              <a:t>đúng khi </a:t>
            </a:r>
            <a:r>
              <a:rPr lang="en-US" altLang="ko-KR" sz="900">
                <a:latin typeface="Times New Roman" panose="02020603050405020304" pitchFamily="18" charset="0"/>
                <a:ea typeface="Dotum" pitchFamily="34" charset="-127"/>
                <a:cs typeface="Times New Roman" panose="02020603050405020304" pitchFamily="18" charset="0"/>
              </a:rPr>
              <a:t>mô tả </a:t>
            </a:r>
            <a:r>
              <a:rPr lang="en-US" altLang="ko-KR" sz="900" smtClean="0">
                <a:latin typeface="Times New Roman" panose="02020603050405020304" pitchFamily="18" charset="0"/>
                <a:ea typeface="Dotum" pitchFamily="34" charset="-127"/>
                <a:cs typeface="Times New Roman" panose="02020603050405020304" pitchFamily="18" charset="0"/>
              </a:rPr>
              <a:t>của chốt Pin?</a:t>
            </a:r>
            <a:endParaRPr lang="en-US" altLang="ko-KR" sz="900">
              <a:latin typeface="Times New Roman" panose="02020603050405020304" pitchFamily="18" charset="0"/>
              <a:ea typeface="Dotum" pitchFamily="34" charset="-127"/>
              <a:cs typeface="Times New Roman" panose="02020603050405020304" pitchFamily="18" charset="0"/>
            </a:endParaRPr>
          </a:p>
          <a:p>
            <a:pPr>
              <a:buNone/>
            </a:pPr>
            <a:r>
              <a:rPr lang="vi-VN" altLang="ko-KR" sz="900"/>
              <a:t> </a:t>
            </a:r>
            <a:r>
              <a:rPr lang="vi-VN" altLang="ko-KR" sz="900">
                <a:latin typeface="Times New Roman" panose="02020603050405020304" pitchFamily="18" charset="0"/>
                <a:ea typeface="Dotum" pitchFamily="34" charset="-127"/>
                <a:cs typeface="Times New Roman" panose="02020603050405020304" pitchFamily="18" charset="0"/>
              </a:rPr>
              <a:t>① </a:t>
            </a:r>
            <a:r>
              <a:rPr lang="en-US" altLang="ko-KR" sz="900" smtClean="0">
                <a:latin typeface="Times New Roman" panose="02020603050405020304" pitchFamily="18" charset="0"/>
                <a:ea typeface="Dotum" pitchFamily="34" charset="-127"/>
                <a:cs typeface="Times New Roman" panose="02020603050405020304" pitchFamily="18" charset="0"/>
              </a:rPr>
              <a:t>Chốt Pin</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được sử dụng khi tải trọng tác dụng lên puli, bánh răng, ...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và cách lắp đặt đơn giản.</a:t>
            </a:r>
          </a:p>
          <a:p>
            <a:pPr>
              <a:buNone/>
            </a:pPr>
            <a:r>
              <a:rPr lang="vi-VN" altLang="ko-KR" sz="900">
                <a:latin typeface="Times New Roman" panose="02020603050405020304" pitchFamily="18" charset="0"/>
                <a:ea typeface="Dotum" pitchFamily="34" charset="-127"/>
                <a:cs typeface="Times New Roman" panose="02020603050405020304" pitchFamily="18" charset="0"/>
              </a:rPr>
              <a:t> ② Chốt côn có các đầu bị chẻ ngọn và không thể gãy được.</a:t>
            </a:r>
          </a:p>
          <a:p>
            <a:pPr>
              <a:buNone/>
            </a:pPr>
            <a:r>
              <a:rPr lang="vi-VN" altLang="ko-KR" sz="900">
                <a:latin typeface="Times New Roman" panose="02020603050405020304" pitchFamily="18" charset="0"/>
                <a:ea typeface="Dotum" pitchFamily="34" charset="-127"/>
                <a:cs typeface="Times New Roman" panose="02020603050405020304" pitchFamily="18" charset="0"/>
              </a:rPr>
              <a:t> ③ Chốt knuckle</a:t>
            </a: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được kết nối để hai </a:t>
            </a:r>
            <a:r>
              <a:rPr lang="vi-VN" altLang="ko-KR" sz="900" smtClean="0">
                <a:latin typeface="Times New Roman" panose="02020603050405020304" pitchFamily="18" charset="0"/>
                <a:ea typeface="Dotum" pitchFamily="34" charset="-127"/>
                <a:cs typeface="Times New Roman" panose="02020603050405020304" pitchFamily="18" charset="0"/>
              </a:rPr>
              <a:t>thanh có thể thực hiện</a:t>
            </a:r>
            <a:r>
              <a:rPr lang="en-US" altLang="ko-KR" sz="900" smtClean="0">
                <a:latin typeface="Times New Roman" panose="02020603050405020304" pitchFamily="18" charset="0"/>
                <a:ea typeface="Dotum" pitchFamily="34" charset="-127"/>
                <a:cs typeface="Times New Roman" panose="02020603050405020304" pitchFamily="18" charset="0"/>
              </a:rPr>
              <a:t> chuyển động</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riêng</a:t>
            </a:r>
            <a:endParaRPr lang="vi-VN" altLang="ko-KR" sz="900">
              <a:latin typeface="Times New Roman" panose="02020603050405020304" pitchFamily="18" charset="0"/>
              <a:ea typeface="Dotum" pitchFamily="34" charset="-127"/>
              <a:cs typeface="Times New Roman" panose="02020603050405020304" pitchFamily="18" charset="0"/>
            </a:endParaRPr>
          </a:p>
          <a:p>
            <a:pPr>
              <a:buNone/>
            </a:pPr>
            <a:r>
              <a:rPr lang="vi-VN" altLang="ko-KR" sz="900">
                <a:latin typeface="Times New Roman" panose="02020603050405020304" pitchFamily="18" charset="0"/>
                <a:ea typeface="Dotum" pitchFamily="34" charset="-127"/>
                <a:cs typeface="Times New Roman" panose="02020603050405020304" pitchFamily="18" charset="0"/>
              </a:rPr>
              <a:t> ④ </a:t>
            </a:r>
            <a:r>
              <a:rPr lang="en-US" altLang="ko-KR" sz="900">
                <a:latin typeface="Times New Roman" panose="02020603050405020304" pitchFamily="18" charset="0"/>
                <a:ea typeface="Dotum" pitchFamily="34" charset="-127"/>
                <a:cs typeface="Times New Roman" panose="02020603050405020304" pitchFamily="18" charset="0"/>
              </a:rPr>
              <a:t>Chốt </a:t>
            </a:r>
            <a:r>
              <a:rPr lang="vi-VN" altLang="ko-KR" sz="900">
                <a:latin typeface="Times New Roman" panose="02020603050405020304" pitchFamily="18" charset="0"/>
                <a:ea typeface="Dotum" pitchFamily="34" charset="-127"/>
                <a:cs typeface="Times New Roman" panose="02020603050405020304" pitchFamily="18" charset="0"/>
              </a:rPr>
              <a:t>Parallel</a:t>
            </a: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được sử dụng để kết nối các thanh.</a:t>
            </a:r>
            <a:endParaRPr lang="en-US" altLang="ko-KR" sz="900">
              <a:latin typeface="Times New Roman" panose="02020603050405020304" pitchFamily="18" charset="0"/>
              <a:ea typeface="Dotum" pitchFamily="34" charset="-127"/>
              <a:cs typeface="Times New Roman" panose="02020603050405020304" pitchFamily="18" charset="0"/>
            </a:endParaRPr>
          </a:p>
          <a:p>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11. </a:t>
            </a:r>
            <a:r>
              <a:rPr lang="en-US" altLang="ko-KR" sz="900" smtClean="0">
                <a:latin typeface="Times New Roman" panose="02020603050405020304" pitchFamily="18" charset="0"/>
                <a:ea typeface="Dotum" pitchFamily="34" charset="-127"/>
                <a:cs typeface="Times New Roman" panose="02020603050405020304" pitchFamily="18" charset="0"/>
              </a:rPr>
              <a:t>Key</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nào làm giảm sức bền của trục do độ sâu của rãnh?</a:t>
            </a:r>
          </a:p>
          <a:p>
            <a:pPr>
              <a:buNone/>
            </a:pP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① </a:t>
            </a:r>
            <a:r>
              <a:rPr lang="vi-VN" altLang="ko-KR" sz="900">
                <a:latin typeface="Times New Roman" panose="02020603050405020304" pitchFamily="18" charset="0"/>
                <a:ea typeface="Dotum" pitchFamily="34" charset="-127"/>
                <a:cs typeface="Times New Roman" panose="02020603050405020304" pitchFamily="18" charset="0"/>
              </a:rPr>
              <a:t>Saddle </a:t>
            </a:r>
            <a:r>
              <a:rPr lang="vi-VN" altLang="ko-KR" sz="900" smtClean="0">
                <a:latin typeface="Times New Roman" panose="02020603050405020304" pitchFamily="18" charset="0"/>
                <a:ea typeface="Dotum" pitchFamily="34" charset="-127"/>
                <a:cs typeface="Times New Roman" panose="02020603050405020304" pitchFamily="18" charset="0"/>
              </a:rPr>
              <a:t>key</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Sliding key</a:t>
            </a:r>
          </a:p>
          <a:p>
            <a:pPr>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③ Pyeong key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vi-VN" altLang="ko-KR" sz="900">
                <a:latin typeface="Times New Roman" panose="02020603050405020304" pitchFamily="18" charset="0"/>
                <a:ea typeface="Dotum" pitchFamily="34" charset="-127"/>
                <a:cs typeface="Times New Roman" panose="02020603050405020304" pitchFamily="18" charset="0"/>
              </a:rPr>
              <a:t>Vandal key</a:t>
            </a:r>
            <a:r>
              <a:rPr lang="en-US" altLang="ko-KR" sz="900">
                <a:latin typeface="Times New Roman" panose="02020603050405020304" pitchFamily="18" charset="0"/>
                <a:ea typeface="Dotum" pitchFamily="34" charset="-127"/>
                <a:cs typeface="Times New Roman" panose="02020603050405020304" pitchFamily="18" charset="0"/>
              </a:rPr>
              <a:t> </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12. Điều gì không phù hợp với đặc tính bánh răng?</a:t>
            </a:r>
          </a:p>
          <a:p>
            <a:pPr eaLnBrk="1" hangingPunct="1">
              <a:spcBef>
                <a:spcPct val="0"/>
              </a:spcBef>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solidFill>
                  <a:schemeClr val="tx1"/>
                </a:solidFill>
                <a:latin typeface="Times New Roman" panose="02020603050405020304" pitchFamily="18" charset="0"/>
                <a:cs typeface="Times New Roman" panose="02020603050405020304" pitchFamily="18" charset="0"/>
              </a:rPr>
              <a:t>Truyền động lực hay động lực quay chính xác</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② </a:t>
            </a:r>
            <a:r>
              <a:rPr lang="en-US" altLang="ko-KR" sz="900" smtClean="0">
                <a:latin typeface="Times New Roman" panose="02020603050405020304" pitchFamily="18" charset="0"/>
                <a:ea typeface="Dotum" pitchFamily="34" charset="-127"/>
                <a:cs typeface="Times New Roman" panose="02020603050405020304" pitchFamily="18" charset="0"/>
              </a:rPr>
              <a:t>T</a:t>
            </a:r>
            <a:r>
              <a:rPr lang="en-US" altLang="ko-KR" sz="900" smtClean="0">
                <a:solidFill>
                  <a:schemeClr val="tx1"/>
                </a:solidFill>
                <a:latin typeface="Times New Roman" panose="02020603050405020304" pitchFamily="18" charset="0"/>
                <a:cs typeface="Times New Roman" panose="02020603050405020304" pitchFamily="18" charset="0"/>
              </a:rPr>
              <a:t>ỷ lệ tốc độ vòng quay kém chính xác</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Cấu trúc tương đối đơn giản</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④ </a:t>
            </a:r>
            <a:r>
              <a:rPr lang="en-US" altLang="ko-KR" sz="900" smtClean="0">
                <a:latin typeface="Times New Roman" panose="02020603050405020304" pitchFamily="18" charset="0"/>
                <a:ea typeface="Dotum" pitchFamily="34" charset="-127"/>
                <a:cs typeface="Times New Roman" panose="02020603050405020304" pitchFamily="18" charset="0"/>
              </a:rPr>
              <a:t>Ít tiêu tốn điện năng</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13. Bánh răng nào dùng cho trục so le?</a:t>
            </a:r>
          </a:p>
          <a:p>
            <a:pPr>
              <a:buNone/>
            </a:pPr>
            <a:r>
              <a:rPr lang="vi-VN" altLang="ko-KR" sz="900">
                <a:latin typeface="Times New Roman" panose="02020603050405020304" pitchFamily="18" charset="0"/>
                <a:ea typeface="Dotum" pitchFamily="34" charset="-127"/>
                <a:cs typeface="Times New Roman" panose="02020603050405020304" pitchFamily="18" charset="0"/>
              </a:rPr>
              <a:t>   ① Spur </a:t>
            </a:r>
            <a:r>
              <a:rPr lang="vi-VN" altLang="ko-KR" sz="900" smtClean="0">
                <a:latin typeface="Times New Roman" panose="02020603050405020304" pitchFamily="18" charset="0"/>
                <a:ea typeface="Dotum" pitchFamily="34" charset="-127"/>
                <a:cs typeface="Times New Roman" panose="02020603050405020304" pitchFamily="18" charset="0"/>
              </a:rPr>
              <a:t>Gear</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Internal Gear</a:t>
            </a:r>
          </a:p>
          <a:p>
            <a:pPr>
              <a:buNone/>
            </a:pPr>
            <a:r>
              <a:rPr lang="vi-VN" altLang="ko-KR" sz="900">
                <a:latin typeface="Times New Roman" panose="02020603050405020304" pitchFamily="18" charset="0"/>
                <a:ea typeface="Dotum" pitchFamily="34" charset="-127"/>
                <a:cs typeface="Times New Roman" panose="02020603050405020304" pitchFamily="18" charset="0"/>
              </a:rPr>
              <a:t>   ③ Screw gear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vi-VN" altLang="ko-KR" sz="900">
                <a:latin typeface="Times New Roman" panose="02020603050405020304" pitchFamily="18" charset="0"/>
                <a:ea typeface="Dotum" pitchFamily="34" charset="-127"/>
                <a:cs typeface="Times New Roman" panose="02020603050405020304" pitchFamily="18" charset="0"/>
              </a:rPr>
              <a:t>Helical </a:t>
            </a:r>
            <a:r>
              <a:rPr lang="vi-VN" altLang="ko-KR" sz="900" smtClean="0">
                <a:latin typeface="Times New Roman" panose="02020603050405020304" pitchFamily="18" charset="0"/>
                <a:ea typeface="Dotum" pitchFamily="34" charset="-127"/>
                <a:cs typeface="Times New Roman" panose="02020603050405020304" pitchFamily="18" charset="0"/>
              </a:rPr>
              <a:t>gear</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14. Bánh răng nào được sử dụng khi hai trục cắt trên cùng một mặt </a:t>
            </a:r>
            <a:r>
              <a:rPr lang="vi-VN" altLang="ko-KR" sz="900" smtClean="0">
                <a:latin typeface="Times New Roman" panose="02020603050405020304" pitchFamily="18" charset="0"/>
                <a:ea typeface="Dotum" pitchFamily="34" charset="-127"/>
                <a:cs typeface="Times New Roman" panose="02020603050405020304" pitchFamily="18" charset="0"/>
              </a:rPr>
              <a:t>phẳng</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có răng </a:t>
            </a:r>
            <a:r>
              <a:rPr lang="vi-VN" altLang="ko-KR" sz="900">
                <a:latin typeface="Times New Roman" panose="02020603050405020304" pitchFamily="18" charset="0"/>
                <a:ea typeface="Dotum" pitchFamily="34" charset="-127"/>
                <a:cs typeface="Times New Roman" panose="02020603050405020304" pitchFamily="18" charset="0"/>
              </a:rPr>
              <a:t>trên bề mặt hình nón</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a:buNone/>
            </a:pPr>
            <a:r>
              <a:rPr lang="en-US" altLang="ko-KR" sz="900">
                <a:latin typeface="Times New Roman" panose="02020603050405020304" pitchFamily="18" charset="0"/>
                <a:ea typeface="Dotum" pitchFamily="34" charset="-127"/>
                <a:cs typeface="Times New Roman" panose="02020603050405020304" pitchFamily="18" charset="0"/>
              </a:rPr>
              <a:t>       ① Helicon </a:t>
            </a:r>
            <a:r>
              <a:rPr lang="en-US" altLang="ko-KR" sz="900" smtClean="0">
                <a:latin typeface="Times New Roman" panose="02020603050405020304" pitchFamily="18" charset="0"/>
                <a:ea typeface="Dotum" pitchFamily="34" charset="-127"/>
                <a:cs typeface="Times New Roman" panose="02020603050405020304" pitchFamily="18" charset="0"/>
              </a:rPr>
              <a:t>gear          </a:t>
            </a:r>
            <a:r>
              <a:rPr lang="en-US" altLang="ko-KR" sz="900">
                <a:latin typeface="Times New Roman" panose="02020603050405020304" pitchFamily="18" charset="0"/>
                <a:ea typeface="Dotum" pitchFamily="34" charset="-127"/>
                <a:cs typeface="Times New Roman" panose="02020603050405020304" pitchFamily="18" charset="0"/>
              </a:rPr>
              <a:t>② Straight bevel gear</a:t>
            </a:r>
          </a:p>
          <a:p>
            <a:pPr>
              <a:buNone/>
            </a:pPr>
            <a:r>
              <a:rPr lang="en-US" altLang="ko-KR" sz="900">
                <a:latin typeface="Times New Roman" panose="02020603050405020304" pitchFamily="18" charset="0"/>
                <a:ea typeface="Dotum" pitchFamily="34" charset="-127"/>
                <a:cs typeface="Times New Roman" panose="02020603050405020304" pitchFamily="18" charset="0"/>
              </a:rPr>
              <a:t>       ③ Spiral bevel gear </a:t>
            </a:r>
            <a:r>
              <a:rPr lang="en-US" altLang="ko-KR" sz="900" smtClean="0">
                <a:latin typeface="Times New Roman" panose="02020603050405020304" pitchFamily="18" charset="0"/>
                <a:ea typeface="Dotum" pitchFamily="34" charset="-127"/>
                <a:cs typeface="Times New Roman" panose="02020603050405020304" pitchFamily="18" charset="0"/>
              </a:rPr>
              <a:t>   ④ </a:t>
            </a:r>
            <a:r>
              <a:rPr lang="en-US" altLang="ko-KR" sz="900">
                <a:latin typeface="Times New Roman" panose="02020603050405020304" pitchFamily="18" charset="0"/>
                <a:ea typeface="Dotum" pitchFamily="34" charset="-127"/>
                <a:cs typeface="Times New Roman" panose="02020603050405020304" pitchFamily="18" charset="0"/>
              </a:rPr>
              <a:t>Rack </a:t>
            </a:r>
            <a:r>
              <a:rPr lang="en-US" altLang="ko-KR" sz="900" smtClean="0">
                <a:latin typeface="Times New Roman" panose="02020603050405020304" pitchFamily="18" charset="0"/>
                <a:ea typeface="Dotum" pitchFamily="34" charset="-127"/>
                <a:cs typeface="Times New Roman" panose="02020603050405020304" pitchFamily="18" charset="0"/>
              </a:rPr>
              <a:t>gear</a:t>
            </a:r>
          </a:p>
          <a:p>
            <a:pPr>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15. Điều gì không phù hợp với mô tả của bộ giảm tốc?</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Hộp giảm tốc bánh răng xoắn có hai trục </a:t>
            </a:r>
            <a:r>
              <a:rPr lang="en-US" altLang="ko-KR" sz="900" smtClean="0">
                <a:latin typeface="Times New Roman" panose="02020603050405020304" pitchFamily="18" charset="0"/>
                <a:ea typeface="Dotum" pitchFamily="34" charset="-127"/>
                <a:cs typeface="Times New Roman" panose="02020603050405020304" pitchFamily="18" charset="0"/>
              </a:rPr>
              <a:t>so le</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nhau.</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② Đối với hộp giảm tốc bánh răng côn, 2 trục cắt nhau tại một điểm.</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Ổ đĩa </a:t>
            </a:r>
            <a:r>
              <a:rPr lang="en-US" altLang="ko-KR" sz="900" smtClean="0">
                <a:latin typeface="Times New Roman" panose="02020603050405020304" pitchFamily="18" charset="0"/>
                <a:ea typeface="Dotum" pitchFamily="34" charset="-127"/>
                <a:cs typeface="Times New Roman" panose="02020603050405020304" pitchFamily="18" charset="0"/>
              </a:rPr>
              <a:t>Harmonic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có </a:t>
            </a:r>
            <a:r>
              <a:rPr lang="en-US" altLang="ko-KR" sz="900" smtClean="0">
                <a:latin typeface="Times New Roman" panose="02020603050405020304" pitchFamily="18" charset="0"/>
                <a:ea typeface="Dotum" pitchFamily="34" charset="-127"/>
                <a:cs typeface="Times New Roman" panose="02020603050405020304" pitchFamily="18" charset="0"/>
              </a:rPr>
              <a:t>Backlash nhỏ</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④ </a:t>
            </a:r>
            <a:r>
              <a:rPr lang="en-US" altLang="ko-KR" sz="900" smtClean="0">
                <a:latin typeface="Times New Roman" panose="02020603050405020304" pitchFamily="18" charset="0"/>
                <a:ea typeface="Dotum" pitchFamily="34" charset="-127"/>
                <a:cs typeface="Times New Roman" panose="02020603050405020304" pitchFamily="18" charset="0"/>
              </a:rPr>
              <a:t>Bộ</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giảm tốc </a:t>
            </a:r>
            <a:r>
              <a:rPr lang="en-US" altLang="ko-KR" sz="900" smtClean="0">
                <a:latin typeface="Times New Roman" panose="02020603050405020304" pitchFamily="18" charset="0"/>
                <a:ea typeface="Dotum" pitchFamily="34" charset="-127"/>
                <a:cs typeface="Times New Roman" panose="02020603050405020304" pitchFamily="18" charset="0"/>
              </a:rPr>
              <a:t>đa</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tầng </a:t>
            </a:r>
            <a:r>
              <a:rPr lang="en-US" altLang="ko-KR" sz="900" smtClean="0">
                <a:latin typeface="Times New Roman" panose="02020603050405020304" pitchFamily="18" charset="0"/>
                <a:ea typeface="Dotum" pitchFamily="34" charset="-127"/>
                <a:cs typeface="Times New Roman" panose="02020603050405020304" pitchFamily="18" charset="0"/>
              </a:rPr>
              <a:t>được sử dụng</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cho tải trọng cao.</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16. Điều gì không phù hợp với đặc điểm của hộp giảm tốc bánh răng </a:t>
            </a:r>
            <a:r>
              <a:rPr lang="en-US" altLang="ko-KR" sz="900" smtClean="0">
                <a:latin typeface="Times New Roman" panose="02020603050405020304" pitchFamily="18" charset="0"/>
                <a:ea typeface="Dotum" pitchFamily="34" charset="-127"/>
                <a:cs typeface="Times New Roman" panose="02020603050405020304" pitchFamily="18" charset="0"/>
              </a:rPr>
              <a:t>worm</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lnSpc>
                <a:spcPct val="110000"/>
              </a:lnSpc>
              <a:buNone/>
            </a:pPr>
            <a:r>
              <a:rPr lang="vi-VN" altLang="ko-KR" sz="90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① </a:t>
            </a:r>
            <a:r>
              <a:rPr lang="en-US" altLang="ko-KR" sz="900">
                <a:solidFill>
                  <a:srgbClr val="000000"/>
                </a:solidFill>
                <a:latin typeface="Times New Roman" panose="02020603050405020304" pitchFamily="18" charset="0"/>
                <a:cs typeface="Times New Roman" panose="02020603050405020304" pitchFamily="18" charset="0"/>
              </a:rPr>
              <a:t>Do có cấu tạo đơn giản</a:t>
            </a:r>
            <a:r>
              <a:rPr lang="ko-KR" altLang="en-US" sz="900">
                <a:solidFill>
                  <a:srgbClr val="000000"/>
                </a:solidFill>
                <a:latin typeface="Times New Roman" panose="02020603050405020304" pitchFamily="18" charset="0"/>
                <a:cs typeface="Times New Roman" panose="02020603050405020304" pitchFamily="18" charset="0"/>
              </a:rPr>
              <a:t> </a:t>
            </a:r>
            <a:r>
              <a:rPr lang="en-US" altLang="ko-KR" sz="900">
                <a:solidFill>
                  <a:srgbClr val="000000"/>
                </a:solidFill>
                <a:latin typeface="Times New Roman" panose="02020603050405020304" pitchFamily="18" charset="0"/>
                <a:cs typeface="Times New Roman" panose="02020603050405020304" pitchFamily="18" charset="0"/>
              </a:rPr>
              <a:t>nên có tính kinh tế cao, tiếng ồn, rung khi </a:t>
            </a:r>
            <a:r>
              <a:rPr lang="en-US" altLang="ko-KR" sz="900" smtClean="0">
                <a:solidFill>
                  <a:srgbClr val="000000"/>
                </a:solidFill>
                <a:latin typeface="Times New Roman" panose="02020603050405020304" pitchFamily="18" charset="0"/>
                <a:cs typeface="Times New Roman" panose="02020603050405020304" pitchFamily="18" charset="0"/>
              </a:rPr>
              <a:t>chuyển </a:t>
            </a:r>
            <a:r>
              <a:rPr lang="en-US" altLang="ko-KR" sz="900">
                <a:solidFill>
                  <a:srgbClr val="000000"/>
                </a:solidFill>
                <a:latin typeface="Times New Roman" panose="02020603050405020304" pitchFamily="18" charset="0"/>
                <a:cs typeface="Times New Roman" panose="02020603050405020304" pitchFamily="18" charset="0"/>
              </a:rPr>
              <a:t>động thấp</a:t>
            </a:r>
            <a:r>
              <a:rPr lang="en-US" altLang="ko-KR" sz="900" smtClean="0">
                <a:latin typeface="Times New Roman" panose="02020603050405020304" pitchFamily="18" charset="0"/>
                <a:ea typeface="Dotum" pitchFamily="34" charset="-127"/>
                <a:cs typeface="Times New Roman" panose="02020603050405020304" pitchFamily="18" charset="0"/>
              </a:rPr>
              <a:t>  </a:t>
            </a:r>
          </a:p>
          <a:p>
            <a:pPr eaLnBrk="1" hangingPunct="1">
              <a:lnSpc>
                <a:spcPct val="110000"/>
              </a:lnSpc>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② </a:t>
            </a:r>
            <a:r>
              <a:rPr lang="en-US" altLang="ko-KR" sz="900">
                <a:solidFill>
                  <a:srgbClr val="000000"/>
                </a:solidFill>
                <a:latin typeface="Times New Roman" panose="02020603050405020304" pitchFamily="18" charset="0"/>
                <a:cs typeface="Times New Roman" panose="02020603050405020304" pitchFamily="18" charset="0"/>
              </a:rPr>
              <a:t>Chịu tải trọng lớn, do có cấu tạo trục giao nhau vuông góc </a:t>
            </a:r>
            <a:r>
              <a:rPr lang="en-US" altLang="ko-KR" sz="900" smtClean="0">
                <a:solidFill>
                  <a:srgbClr val="000000"/>
                </a:solidFill>
                <a:latin typeface="Times New Roman" panose="02020603050405020304" pitchFamily="18" charset="0"/>
                <a:cs typeface="Times New Roman" panose="02020603050405020304" pitchFamily="18" charset="0"/>
              </a:rPr>
              <a:t>nên có </a:t>
            </a:r>
            <a:r>
              <a:rPr lang="en-US" altLang="ko-KR" sz="900">
                <a:solidFill>
                  <a:srgbClr val="000000"/>
                </a:solidFill>
                <a:latin typeface="Times New Roman" panose="02020603050405020304" pitchFamily="18" charset="0"/>
                <a:cs typeface="Times New Roman" panose="02020603050405020304" pitchFamily="18" charset="0"/>
              </a:rPr>
              <a:t>thể </a:t>
            </a:r>
            <a:r>
              <a:rPr lang="en-US" altLang="ko-KR" sz="900" smtClean="0">
                <a:solidFill>
                  <a:srgbClr val="000000"/>
                </a:solidFill>
                <a:latin typeface="Times New Roman" panose="02020603050405020304" pitchFamily="18" charset="0"/>
                <a:cs typeface="Times New Roman" panose="02020603050405020304" pitchFamily="18" charset="0"/>
              </a:rPr>
              <a:t>truyền, nhận </a:t>
            </a:r>
            <a:r>
              <a:rPr lang="en-US" altLang="ko-KR" sz="900">
                <a:solidFill>
                  <a:srgbClr val="000000"/>
                </a:solidFill>
                <a:latin typeface="Times New Roman" panose="02020603050405020304" pitchFamily="18" charset="0"/>
                <a:cs typeface="Times New Roman" panose="02020603050405020304" pitchFamily="18" charset="0"/>
              </a:rPr>
              <a:t>lực theo cả hai hướng</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a:t>
            </a:r>
            <a:r>
              <a:rPr lang="en-US" altLang="ko-KR" sz="900">
                <a:solidFill>
                  <a:srgbClr val="000000"/>
                </a:solidFill>
                <a:latin typeface="Times New Roman" panose="02020603050405020304" pitchFamily="18" charset="0"/>
                <a:cs typeface="Times New Roman" panose="02020603050405020304" pitchFamily="18" charset="0"/>
              </a:rPr>
              <a:t>Cần vận hành một cách phù hợp </a:t>
            </a:r>
            <a:r>
              <a:rPr lang="vi-VN" altLang="ko-KR" sz="900" smtClean="0">
                <a:latin typeface="Times New Roman" panose="02020603050405020304" pitchFamily="18" charset="0"/>
                <a:ea typeface="Dotum" pitchFamily="34" charset="-127"/>
                <a:cs typeface="Times New Roman" panose="02020603050405020304" pitchFamily="18" charset="0"/>
              </a:rPr>
              <a:t>và </a:t>
            </a:r>
            <a:r>
              <a:rPr lang="en-US" altLang="ko-KR" sz="900" smtClean="0">
                <a:latin typeface="Times New Roman" panose="02020603050405020304" pitchFamily="18" charset="0"/>
                <a:ea typeface="Dotum" pitchFamily="34" charset="-127"/>
                <a:cs typeface="Times New Roman" panose="02020603050405020304" pitchFamily="18" charset="0"/>
              </a:rPr>
              <a:t>ít </a:t>
            </a:r>
            <a:r>
              <a:rPr lang="vi-VN" altLang="ko-KR" sz="900" smtClean="0">
                <a:latin typeface="Times New Roman" panose="02020603050405020304" pitchFamily="18" charset="0"/>
                <a:ea typeface="Dotum" pitchFamily="34" charset="-127"/>
                <a:cs typeface="Times New Roman" panose="02020603050405020304" pitchFamily="18" charset="0"/>
              </a:rPr>
              <a:t>sinh nhiệt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④ </a:t>
            </a:r>
            <a:r>
              <a:rPr lang="en-US" altLang="ko-KR" sz="900">
                <a:solidFill>
                  <a:srgbClr val="000000"/>
                </a:solidFill>
                <a:latin typeface="Times New Roman" panose="02020603050405020304" pitchFamily="18" charset="0"/>
                <a:cs typeface="Times New Roman" panose="02020603050405020304" pitchFamily="18" charset="0"/>
              </a:rPr>
              <a:t>Tỷ lệ giảm tốc lớn, hiệu suất </a:t>
            </a:r>
            <a:r>
              <a:rPr lang="en-US" altLang="ko-KR" sz="900" smtClean="0">
                <a:solidFill>
                  <a:srgbClr val="000000"/>
                </a:solidFill>
                <a:latin typeface="Times New Roman" panose="02020603050405020304" pitchFamily="18" charset="0"/>
                <a:cs typeface="Times New Roman" panose="02020603050405020304" pitchFamily="18" charset="0"/>
              </a:rPr>
              <a:t>xấu </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17. </a:t>
            </a:r>
            <a:r>
              <a:rPr lang="vi-VN" altLang="ko-KR" sz="900" smtClean="0">
                <a:latin typeface="Times New Roman" panose="02020603050405020304" pitchFamily="18" charset="0"/>
                <a:ea typeface="Dotum" pitchFamily="34" charset="-127"/>
                <a:cs typeface="Times New Roman" panose="02020603050405020304" pitchFamily="18" charset="0"/>
              </a:rPr>
              <a:t>Đ</a:t>
            </a:r>
            <a:r>
              <a:rPr lang="en-US" altLang="ko-KR" sz="900" smtClean="0">
                <a:latin typeface="Times New Roman" panose="02020603050405020304" pitchFamily="18" charset="0"/>
                <a:ea typeface="Dotum" pitchFamily="34" charset="-127"/>
                <a:cs typeface="Times New Roman" panose="02020603050405020304" pitchFamily="18" charset="0"/>
              </a:rPr>
              <a:t>áp án</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không phù hợp với thành phần và chất liệu của </a:t>
            </a:r>
            <a:r>
              <a:rPr lang="en-US" altLang="ko-KR" sz="900" smtClean="0">
                <a:latin typeface="Times New Roman" panose="02020603050405020304" pitchFamily="18" charset="0"/>
                <a:ea typeface="Dotum" pitchFamily="34" charset="-127"/>
                <a:cs typeface="Times New Roman" panose="02020603050405020304" pitchFamily="18" charset="0"/>
              </a:rPr>
              <a:t>Timing Belt</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Sợi gia cường                      </a:t>
            </a:r>
            <a:r>
              <a:rPr lang="vi-VN" altLang="ko-KR" sz="900" smtClean="0">
                <a:latin typeface="Times New Roman" panose="02020603050405020304" pitchFamily="18" charset="0"/>
                <a:ea typeface="Dotum" pitchFamily="34" charset="-127"/>
                <a:cs typeface="Times New Roman" panose="02020603050405020304" pitchFamily="18" charset="0"/>
              </a:rPr>
              <a:t>② </a:t>
            </a:r>
            <a:r>
              <a:rPr lang="en-US" altLang="ko-KR" sz="900" smtClean="0">
                <a:latin typeface="Times New Roman" panose="02020603050405020304" pitchFamily="18" charset="0"/>
                <a:ea typeface="Dotum" pitchFamily="34" charset="-127"/>
                <a:cs typeface="Times New Roman" panose="02020603050405020304" pitchFamily="18" charset="0"/>
              </a:rPr>
              <a:t>Răng c</a:t>
            </a:r>
            <a:r>
              <a:rPr lang="vi-VN" altLang="ko-KR" sz="900" smtClean="0">
                <a:latin typeface="Times New Roman" panose="02020603050405020304" pitchFamily="18" charset="0"/>
                <a:ea typeface="Dotum" pitchFamily="34" charset="-127"/>
                <a:cs typeface="Times New Roman" panose="02020603050405020304" pitchFamily="18" charset="0"/>
              </a:rPr>
              <a:t>ao su</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Cao su </a:t>
            </a:r>
            <a:r>
              <a:rPr lang="en-US" altLang="ko-KR" sz="900" smtClean="0">
                <a:latin typeface="Times New Roman" panose="02020603050405020304" pitchFamily="18" charset="0"/>
                <a:ea typeface="Dotum" pitchFamily="34" charset="-127"/>
                <a:cs typeface="Times New Roman" panose="02020603050405020304" pitchFamily="18" charset="0"/>
              </a:rPr>
              <a:t>mặt </a:t>
            </a:r>
            <a:r>
              <a:rPr lang="vi-VN" altLang="ko-KR" sz="900" smtClean="0">
                <a:latin typeface="Times New Roman" panose="02020603050405020304" pitchFamily="18" charset="0"/>
                <a:ea typeface="Dotum" pitchFamily="34" charset="-127"/>
                <a:cs typeface="Times New Roman" panose="02020603050405020304" pitchFamily="18" charset="0"/>
              </a:rPr>
              <a:t>bên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en-US" altLang="ko-KR" sz="900" smtClean="0">
                <a:latin typeface="Times New Roman" panose="02020603050405020304" pitchFamily="18" charset="0"/>
                <a:ea typeface="Dotum" pitchFamily="34" charset="-127"/>
                <a:cs typeface="Times New Roman" panose="02020603050405020304" pitchFamily="18" charset="0"/>
              </a:rPr>
              <a:t>Vải b</a:t>
            </a:r>
            <a:r>
              <a:rPr lang="vi-VN" altLang="ko-KR" sz="900" smtClean="0">
                <a:latin typeface="Times New Roman" panose="02020603050405020304" pitchFamily="18" charset="0"/>
                <a:ea typeface="Dotum" pitchFamily="34" charset="-127"/>
                <a:cs typeface="Times New Roman" panose="02020603050405020304" pitchFamily="18" charset="0"/>
              </a:rPr>
              <a:t>ạt </a:t>
            </a:r>
            <a:r>
              <a:rPr lang="vi-VN" altLang="ko-KR" sz="900">
                <a:latin typeface="Times New Roman" panose="02020603050405020304" pitchFamily="18" charset="0"/>
                <a:ea typeface="Dotum" pitchFamily="34" charset="-127"/>
                <a:cs typeface="Times New Roman" panose="02020603050405020304" pitchFamily="18" charset="0"/>
              </a:rPr>
              <a:t>dưới</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pic>
        <p:nvPicPr>
          <p:cNvPr id="2057" name="Picture 142"/>
          <p:cNvPicPr>
            <a:picLocks noChangeAspect="1" noChangeArrowheads="1"/>
          </p:cNvPicPr>
          <p:nvPr/>
        </p:nvPicPr>
        <p:blipFill>
          <a:blip r:embed="rId3">
            <a:clrChange>
              <a:clrFrom>
                <a:srgbClr val="ACCFED"/>
              </a:clrFrom>
              <a:clrTo>
                <a:srgbClr val="ACCFED">
                  <a:alpha val="0"/>
                </a:srgbClr>
              </a:clrTo>
            </a:clrChange>
            <a:extLst>
              <a:ext uri="{28A0092B-C50C-407E-A947-70E740481C1C}">
                <a14:useLocalDpi xmlns:a14="http://schemas.microsoft.com/office/drawing/2010/main" val="0"/>
              </a:ext>
            </a:extLst>
          </a:blip>
          <a:srcRect/>
          <a:stretch>
            <a:fillRect/>
          </a:stretch>
        </p:blipFill>
        <p:spPr bwMode="auto">
          <a:xfrm>
            <a:off x="531912" y="8625408"/>
            <a:ext cx="304800"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8" name="Picture 144"/>
          <p:cNvPicPr>
            <a:picLocks noChangeAspect="1" noChangeArrowheads="1"/>
          </p:cNvPicPr>
          <p:nvPr/>
        </p:nvPicPr>
        <p:blipFill>
          <a:blip r:embed="rId4">
            <a:clrChange>
              <a:clrFrom>
                <a:srgbClr val="ACCFED"/>
              </a:clrFrom>
              <a:clrTo>
                <a:srgbClr val="ACCFED">
                  <a:alpha val="0"/>
                </a:srgbClr>
              </a:clrTo>
            </a:clrChange>
            <a:extLst>
              <a:ext uri="{28A0092B-C50C-407E-A947-70E740481C1C}">
                <a14:useLocalDpi xmlns:a14="http://schemas.microsoft.com/office/drawing/2010/main" val="0"/>
              </a:ext>
            </a:extLst>
          </a:blip>
          <a:srcRect l="19229" r="20000" b="82082"/>
          <a:stretch>
            <a:fillRect/>
          </a:stretch>
        </p:blipFill>
        <p:spPr bwMode="auto">
          <a:xfrm>
            <a:off x="1180554" y="8625408"/>
            <a:ext cx="376238"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9" name="Picture 147"/>
          <p:cNvPicPr>
            <a:picLocks noChangeAspect="1" noChangeArrowheads="1"/>
          </p:cNvPicPr>
          <p:nvPr/>
        </p:nvPicPr>
        <p:blipFill>
          <a:blip r:embed="rId4">
            <a:clrChange>
              <a:clrFrom>
                <a:srgbClr val="ACCFED"/>
              </a:clrFrom>
              <a:clrTo>
                <a:srgbClr val="ACCFED">
                  <a:alpha val="0"/>
                </a:srgbClr>
              </a:clrTo>
            </a:clrChange>
            <a:extLst>
              <a:ext uri="{28A0092B-C50C-407E-A947-70E740481C1C}">
                <a14:useLocalDpi xmlns:a14="http://schemas.microsoft.com/office/drawing/2010/main" val="0"/>
              </a:ext>
            </a:extLst>
          </a:blip>
          <a:srcRect l="4102" t="61264" r="256" b="21870"/>
          <a:stretch>
            <a:fillRect/>
          </a:stretch>
        </p:blipFill>
        <p:spPr bwMode="auto">
          <a:xfrm>
            <a:off x="2011313" y="8632453"/>
            <a:ext cx="409575"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60" name="Picture 148"/>
          <p:cNvPicPr>
            <a:picLocks noChangeAspect="1" noChangeArrowheads="1"/>
          </p:cNvPicPr>
          <p:nvPr/>
        </p:nvPicPr>
        <p:blipFill>
          <a:blip r:embed="rId4">
            <a:clrChange>
              <a:clrFrom>
                <a:srgbClr val="ACCFED"/>
              </a:clrFrom>
              <a:clrTo>
                <a:srgbClr val="ACCFED">
                  <a:alpha val="0"/>
                </a:srgbClr>
              </a:clrTo>
            </a:clrChange>
            <a:extLst>
              <a:ext uri="{28A0092B-C50C-407E-A947-70E740481C1C}">
                <a14:useLocalDpi xmlns:a14="http://schemas.microsoft.com/office/drawing/2010/main" val="0"/>
              </a:ext>
            </a:extLst>
          </a:blip>
          <a:srcRect l="14357" t="81685" r="10768" b="-459"/>
          <a:stretch>
            <a:fillRect/>
          </a:stretch>
        </p:blipFill>
        <p:spPr bwMode="auto">
          <a:xfrm>
            <a:off x="2772668" y="8625408"/>
            <a:ext cx="368300"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3076" name="Rectangle 5"/>
          <p:cNvSpPr>
            <a:spLocks noChangeArrowheads="1"/>
          </p:cNvSpPr>
          <p:nvPr/>
        </p:nvSpPr>
        <p:spPr bwMode="auto">
          <a:xfrm>
            <a:off x="3384550" y="776288"/>
            <a:ext cx="3214688"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en-US" altLang="ko-KR" sz="900">
              <a:latin typeface="Dotum" pitchFamily="34" charset="-127"/>
              <a:ea typeface="Dotum" pitchFamily="34" charset="-127"/>
            </a:endParaRPr>
          </a:p>
        </p:txBody>
      </p:sp>
      <p:sp>
        <p:nvSpPr>
          <p:cNvPr id="3078" name="Rectangle 5"/>
          <p:cNvSpPr>
            <a:spLocks noChangeArrowheads="1"/>
          </p:cNvSpPr>
          <p:nvPr/>
        </p:nvSpPr>
        <p:spPr bwMode="auto">
          <a:xfrm>
            <a:off x="169863" y="776288"/>
            <a:ext cx="3214687"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ko-KR" altLang="en-US" sz="900">
              <a:latin typeface="Dotum" pitchFamily="34" charset="-127"/>
              <a:ea typeface="Dotum" pitchFamily="34" charset="-127"/>
            </a:endParaRPr>
          </a:p>
          <a:p>
            <a:pPr eaLnBrk="1" hangingPunct="1">
              <a:spcBef>
                <a:spcPct val="0"/>
              </a:spcBef>
              <a:buFontTx/>
              <a:buNone/>
            </a:pPr>
            <a:endParaRPr lang="en-US" altLang="ko-KR" sz="900">
              <a:latin typeface="Dotum" pitchFamily="34" charset="-127"/>
              <a:ea typeface="Dotum" pitchFamily="34" charset="-127"/>
            </a:endParaRPr>
          </a:p>
        </p:txBody>
      </p:sp>
      <p:sp>
        <p:nvSpPr>
          <p:cNvPr id="3079" name="Rectangle 1"/>
          <p:cNvSpPr>
            <a:spLocks noChangeArrowheads="1"/>
          </p:cNvSpPr>
          <p:nvPr/>
        </p:nvSpPr>
        <p:spPr bwMode="auto">
          <a:xfrm>
            <a:off x="169863" y="1208088"/>
            <a:ext cx="3221037"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18. Đâu không phải là phương pháp </a:t>
            </a:r>
            <a:r>
              <a:rPr lang="en-US" altLang="ko-KR" sz="900" smtClean="0">
                <a:latin typeface="Times New Roman" panose="02020603050405020304" pitchFamily="18" charset="0"/>
                <a:ea typeface="Dotum" pitchFamily="34" charset="-127"/>
                <a:cs typeface="Times New Roman" panose="02020603050405020304" pitchFamily="18" charset="0"/>
              </a:rPr>
              <a:t>Preload </a:t>
            </a:r>
            <a:r>
              <a:rPr lang="vi-VN" altLang="ko-KR" sz="900" smtClean="0">
                <a:latin typeface="Times New Roman" panose="02020603050405020304" pitchFamily="18" charset="0"/>
                <a:ea typeface="Dotum" pitchFamily="34" charset="-127"/>
                <a:cs typeface="Times New Roman" panose="02020603050405020304" pitchFamily="18" charset="0"/>
              </a:rPr>
              <a:t>trục </a:t>
            </a:r>
            <a:r>
              <a:rPr lang="en-US" altLang="ko-KR" sz="900" smtClean="0">
                <a:latin typeface="Times New Roman" panose="02020603050405020304" pitchFamily="18" charset="0"/>
                <a:ea typeface="Dotum" pitchFamily="34" charset="-127"/>
                <a:cs typeface="Times New Roman" panose="02020603050405020304" pitchFamily="18" charset="0"/>
              </a:rPr>
              <a:t>Ballscrew</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a:latin typeface="Times New Roman" panose="02020603050405020304" pitchFamily="18" charset="0"/>
                <a:cs typeface="Times New Roman" panose="02020603050405020304" pitchFamily="18" charset="0"/>
              </a:rPr>
              <a:t>Static Pressure Preload Type</a:t>
            </a:r>
          </a:p>
          <a:p>
            <a:pPr>
              <a:buNone/>
            </a:pP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Deflector method</a:t>
            </a:r>
          </a:p>
          <a:p>
            <a:pPr>
              <a:buNone/>
            </a:pPr>
            <a:r>
              <a:rPr lang="vi-VN" altLang="ko-KR" sz="900">
                <a:latin typeface="Times New Roman" panose="02020603050405020304" pitchFamily="18" charset="0"/>
                <a:ea typeface="Dotum" pitchFamily="34" charset="-127"/>
                <a:cs typeface="Times New Roman" panose="02020603050405020304" pitchFamily="18" charset="0"/>
              </a:rPr>
              <a:t> </a:t>
            </a: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   ③ Double nut method</a:t>
            </a:r>
          </a:p>
          <a:p>
            <a:pPr>
              <a:buNone/>
            </a:pP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    ④ Offset method</a:t>
            </a:r>
            <a:endParaRPr lang="en-US" altLang="ko-KR" sz="900">
              <a:latin typeface="Times New Roman" panose="02020603050405020304" pitchFamily="18" charset="0"/>
              <a:ea typeface="Dotum" pitchFamily="34" charset="-127"/>
              <a:cs typeface="Times New Roman" panose="02020603050405020304" pitchFamily="18" charset="0"/>
            </a:endParaRPr>
          </a:p>
          <a:p>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19. Điều gì được mô tả </a:t>
            </a:r>
            <a:r>
              <a:rPr lang="vi-VN" altLang="ko-KR" sz="900" smtClean="0">
                <a:latin typeface="Times New Roman" panose="02020603050405020304" pitchFamily="18" charset="0"/>
                <a:ea typeface="Dotum" pitchFamily="34" charset="-127"/>
                <a:cs typeface="Times New Roman" panose="02020603050405020304" pitchFamily="18" charset="0"/>
              </a:rPr>
              <a:t>sai </a:t>
            </a:r>
            <a:r>
              <a:rPr lang="vi-VN" altLang="ko-KR" sz="900">
                <a:latin typeface="Times New Roman" panose="02020603050405020304" pitchFamily="18" charset="0"/>
                <a:ea typeface="Dotum" pitchFamily="34" charset="-127"/>
                <a:cs typeface="Times New Roman" panose="02020603050405020304" pitchFamily="18" charset="0"/>
              </a:rPr>
              <a:t>đặc điểm của phương pháp dẫn </a:t>
            </a:r>
            <a:r>
              <a:rPr lang="vi-VN" altLang="ko-KR" sz="900" smtClean="0">
                <a:latin typeface="Times New Roman" panose="02020603050405020304" pitchFamily="18" charset="0"/>
                <a:ea typeface="Dotum" pitchFamily="34" charset="-127"/>
                <a:cs typeface="Times New Roman" panose="02020603050405020304" pitchFamily="18" charset="0"/>
              </a:rPr>
              <a:t>hướng</a:t>
            </a:r>
            <a:r>
              <a:rPr lang="en-US" altLang="ko-KR" sz="900" smtClean="0">
                <a:latin typeface="Times New Roman" panose="02020603050405020304" pitchFamily="18" charset="0"/>
                <a:ea typeface="Dotum" pitchFamily="34" charset="-127"/>
                <a:cs typeface="Times New Roman" panose="02020603050405020304" pitchFamily="18" charset="0"/>
              </a:rPr>
              <a:t> Linear</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a:buNone/>
            </a:pPr>
            <a:r>
              <a:rPr lang="vi-VN" altLang="ko-KR" sz="900">
                <a:latin typeface="Times New Roman" panose="02020603050405020304" pitchFamily="18" charset="0"/>
                <a:ea typeface="Dotum" pitchFamily="34" charset="-127"/>
                <a:cs typeface="Times New Roman" panose="02020603050405020304" pitchFamily="18" charset="0"/>
              </a:rPr>
              <a:t>   ① Phương pháp dẫn hướng trượt có hệ số ma sát lớn, hiệu quả kém.</a:t>
            </a:r>
          </a:p>
          <a:p>
            <a:pPr>
              <a:buNone/>
            </a:pPr>
            <a:r>
              <a:rPr lang="vi-VN" altLang="ko-KR" sz="900">
                <a:latin typeface="Times New Roman" panose="02020603050405020304" pitchFamily="18" charset="0"/>
                <a:ea typeface="Dotum" pitchFamily="34" charset="-127"/>
                <a:cs typeface="Times New Roman" panose="02020603050405020304" pitchFamily="18" charset="0"/>
              </a:rPr>
              <a:t>   ② </a:t>
            </a:r>
            <a:r>
              <a:rPr lang="en-US" altLang="ko-KR" sz="900" smtClean="0">
                <a:latin typeface="Times New Roman" panose="02020603050405020304" pitchFamily="18" charset="0"/>
                <a:ea typeface="Dotum" pitchFamily="34" charset="-127"/>
                <a:cs typeface="Times New Roman" panose="02020603050405020304" pitchFamily="18" charset="0"/>
              </a:rPr>
              <a:t>Linear Bush </a:t>
            </a:r>
            <a:r>
              <a:rPr lang="vi-VN" altLang="ko-KR" sz="900" smtClean="0">
                <a:latin typeface="Times New Roman" panose="02020603050405020304" pitchFamily="18" charset="0"/>
                <a:ea typeface="Dotum" pitchFamily="34" charset="-127"/>
                <a:cs typeface="Times New Roman" panose="02020603050405020304" pitchFamily="18" charset="0"/>
              </a:rPr>
              <a:t>có </a:t>
            </a:r>
            <a:r>
              <a:rPr lang="vi-VN" altLang="ko-KR" sz="900">
                <a:latin typeface="Times New Roman" panose="02020603050405020304" pitchFamily="18" charset="0"/>
                <a:ea typeface="Dotum" pitchFamily="34" charset="-127"/>
                <a:cs typeface="Times New Roman" panose="02020603050405020304" pitchFamily="18" charset="0"/>
              </a:rPr>
              <a:t>tải trọng cho phép lớn.</a:t>
            </a:r>
          </a:p>
          <a:p>
            <a:pPr>
              <a:buNone/>
            </a:pPr>
            <a:r>
              <a:rPr lang="vi-VN" altLang="ko-KR" sz="900">
                <a:latin typeface="Times New Roman" panose="02020603050405020304" pitchFamily="18" charset="0"/>
                <a:ea typeface="Dotum" pitchFamily="34" charset="-127"/>
                <a:cs typeface="Times New Roman" panose="02020603050405020304" pitchFamily="18" charset="0"/>
              </a:rPr>
              <a:t>   ③ Thanh dẫn hướng LM hầu như không có hiện tượng trượt thanh và mất chuyển động.</a:t>
            </a:r>
          </a:p>
          <a:p>
            <a:pPr>
              <a:buNone/>
            </a:pPr>
            <a:r>
              <a:rPr lang="vi-VN" altLang="ko-KR" sz="900">
                <a:latin typeface="Times New Roman" panose="02020603050405020304" pitchFamily="18" charset="0"/>
                <a:ea typeface="Dotum" pitchFamily="34" charset="-127"/>
                <a:cs typeface="Times New Roman" panose="02020603050405020304" pitchFamily="18" charset="0"/>
              </a:rPr>
              <a:t>   ④ </a:t>
            </a:r>
            <a:r>
              <a:rPr lang="en-US" altLang="ko-KR" sz="900" smtClean="0">
                <a:latin typeface="Times New Roman" panose="02020603050405020304" pitchFamily="18" charset="0"/>
                <a:ea typeface="Dotum" pitchFamily="34" charset="-127"/>
                <a:cs typeface="Times New Roman" panose="02020603050405020304" pitchFamily="18" charset="0"/>
              </a:rPr>
              <a:t>Ball screw </a:t>
            </a:r>
            <a:r>
              <a:rPr lang="vi-VN" altLang="ko-KR" sz="900" smtClean="0">
                <a:latin typeface="Times New Roman" panose="02020603050405020304" pitchFamily="18" charset="0"/>
                <a:ea typeface="Dotum" pitchFamily="34" charset="-127"/>
                <a:cs typeface="Times New Roman" panose="02020603050405020304" pitchFamily="18" charset="0"/>
              </a:rPr>
              <a:t>có </a:t>
            </a:r>
            <a:r>
              <a:rPr lang="vi-VN" altLang="ko-KR" sz="900">
                <a:latin typeface="Times New Roman" panose="02020603050405020304" pitchFamily="18" charset="0"/>
                <a:ea typeface="Dotum" pitchFamily="34" charset="-127"/>
                <a:cs typeface="Times New Roman" panose="02020603050405020304" pitchFamily="18" charset="0"/>
              </a:rPr>
              <a:t>thể giảm thiểu </a:t>
            </a:r>
            <a:r>
              <a:rPr lang="en-US" altLang="ko-KR" sz="900" smtClean="0">
                <a:latin typeface="Times New Roman" panose="02020603050405020304" pitchFamily="18" charset="0"/>
                <a:ea typeface="Dotum" pitchFamily="34" charset="-127"/>
                <a:cs typeface="Times New Roman" panose="02020603050405020304" pitchFamily="18" charset="0"/>
              </a:rPr>
              <a:t>Backlash</a:t>
            </a:r>
            <a:endParaRPr lang="en-US" altLang="ko-KR" sz="900">
              <a:latin typeface="Times New Roman" panose="02020603050405020304" pitchFamily="18" charset="0"/>
              <a:ea typeface="Dotum" pitchFamily="34" charset="-127"/>
              <a:cs typeface="Times New Roman" panose="02020603050405020304" pitchFamily="18" charset="0"/>
            </a:endParaRPr>
          </a:p>
          <a:p>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20. Trong số các </a:t>
            </a:r>
            <a:r>
              <a:rPr lang="en-US" altLang="ko-KR" sz="900" smtClean="0">
                <a:latin typeface="Times New Roman" panose="02020603050405020304" pitchFamily="18" charset="0"/>
                <a:ea typeface="Dotum" pitchFamily="34" charset="-127"/>
                <a:cs typeface="Times New Roman" panose="02020603050405020304" pitchFamily="18" charset="0"/>
              </a:rPr>
              <a:t>chức năng</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của</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bôi trơn, chức năng nào kéo dài tuổi thọ máy bằng cách giảm ma sát và </a:t>
            </a:r>
            <a:r>
              <a:rPr lang="en-US" altLang="ko-KR" sz="900" smtClean="0">
                <a:latin typeface="Times New Roman" panose="02020603050405020304" pitchFamily="18" charset="0"/>
                <a:ea typeface="Dotum" pitchFamily="34" charset="-127"/>
                <a:cs typeface="Times New Roman" panose="02020603050405020304" pitchFamily="18" charset="0"/>
              </a:rPr>
              <a:t>hỏng hóc</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a:latin typeface="Times New Roman" panose="02020603050405020304" pitchFamily="18" charset="0"/>
                <a:ea typeface="Dotum" pitchFamily="34" charset="-127"/>
                <a:cs typeface="Times New Roman" panose="02020603050405020304" pitchFamily="18" charset="0"/>
              </a:rPr>
              <a:t>L</a:t>
            </a:r>
            <a:r>
              <a:rPr lang="vi-VN" altLang="ko-KR" sz="900" smtClean="0">
                <a:latin typeface="Times New Roman" panose="02020603050405020304" pitchFamily="18" charset="0"/>
                <a:ea typeface="Dotum" pitchFamily="34" charset="-127"/>
                <a:cs typeface="Times New Roman" panose="02020603050405020304" pitchFamily="18" charset="0"/>
              </a:rPr>
              <a:t>àm </a:t>
            </a:r>
            <a:r>
              <a:rPr lang="vi-VN" altLang="ko-KR" sz="900">
                <a:latin typeface="Times New Roman" panose="02020603050405020304" pitchFamily="18" charset="0"/>
                <a:ea typeface="Dotum" pitchFamily="34" charset="-127"/>
                <a:cs typeface="Times New Roman" panose="02020603050405020304" pitchFamily="18" charset="0"/>
              </a:rPr>
              <a:t>mát</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② </a:t>
            </a:r>
            <a:r>
              <a:rPr lang="en-US" altLang="ko-KR" sz="900">
                <a:latin typeface="Times New Roman" panose="02020603050405020304" pitchFamily="18" charset="0"/>
                <a:ea typeface="Dotum" pitchFamily="34" charset="-127"/>
                <a:cs typeface="Times New Roman" panose="02020603050405020304" pitchFamily="18" charset="0"/>
              </a:rPr>
              <a:t>P</a:t>
            </a:r>
            <a:r>
              <a:rPr lang="vi-VN" altLang="ko-KR" sz="900" smtClean="0">
                <a:latin typeface="Times New Roman" panose="02020603050405020304" pitchFamily="18" charset="0"/>
                <a:ea typeface="Dotum" pitchFamily="34" charset="-127"/>
                <a:cs typeface="Times New Roman" panose="02020603050405020304" pitchFamily="18" charset="0"/>
              </a:rPr>
              <a:t>hân </a:t>
            </a:r>
            <a:r>
              <a:rPr lang="vi-VN" altLang="ko-KR" sz="900">
                <a:latin typeface="Times New Roman" panose="02020603050405020304" pitchFamily="18" charset="0"/>
                <a:ea typeface="Dotum" pitchFamily="34" charset="-127"/>
                <a:cs typeface="Times New Roman" panose="02020603050405020304" pitchFamily="18" charset="0"/>
              </a:rPr>
              <a:t>tán </a:t>
            </a:r>
            <a:r>
              <a:rPr lang="en-US" altLang="ko-KR" sz="900" smtClean="0">
                <a:latin typeface="Times New Roman" panose="02020603050405020304" pitchFamily="18" charset="0"/>
                <a:ea typeface="Dotum" pitchFamily="34" charset="-127"/>
                <a:cs typeface="Times New Roman" panose="02020603050405020304" pitchFamily="18" charset="0"/>
              </a:rPr>
              <a:t>tải trọng</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a:t>
            </a:r>
            <a:r>
              <a:rPr lang="en-US" altLang="ko-KR" sz="900">
                <a:latin typeface="Times New Roman" panose="02020603050405020304" pitchFamily="18" charset="0"/>
                <a:ea typeface="Dotum" pitchFamily="34" charset="-127"/>
                <a:cs typeface="Times New Roman" panose="02020603050405020304" pitchFamily="18" charset="0"/>
              </a:rPr>
              <a:t>N</a:t>
            </a:r>
            <a:r>
              <a:rPr lang="vi-VN" altLang="ko-KR" sz="900" smtClean="0">
                <a:latin typeface="Times New Roman" panose="02020603050405020304" pitchFamily="18" charset="0"/>
                <a:ea typeface="Dotum" pitchFamily="34" charset="-127"/>
                <a:cs typeface="Times New Roman" panose="02020603050405020304" pitchFamily="18" charset="0"/>
              </a:rPr>
              <a:t>iêm </a:t>
            </a:r>
            <a:r>
              <a:rPr lang="vi-VN" altLang="ko-KR" sz="900">
                <a:latin typeface="Times New Roman" panose="02020603050405020304" pitchFamily="18" charset="0"/>
                <a:ea typeface="Dotum" pitchFamily="34" charset="-127"/>
                <a:cs typeface="Times New Roman" panose="02020603050405020304" pitchFamily="18" charset="0"/>
              </a:rPr>
              <a:t>phong</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④ </a:t>
            </a:r>
            <a:r>
              <a:rPr lang="en-US" altLang="ko-KR" sz="900" smtClean="0">
                <a:latin typeface="Times New Roman" panose="02020603050405020304" pitchFamily="18" charset="0"/>
                <a:ea typeface="Dotum" pitchFamily="34" charset="-127"/>
                <a:cs typeface="Times New Roman" panose="02020603050405020304" pitchFamily="18" charset="0"/>
              </a:rPr>
              <a:t>Giảm mài mòn</a:t>
            </a:r>
            <a:endParaRPr lang="vi-VN" altLang="ko-KR" sz="900">
              <a:latin typeface="Times New Roman" panose="02020603050405020304" pitchFamily="18" charset="0"/>
              <a:ea typeface="Dotum" pitchFamily="34" charset="-127"/>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2051" name="Rectangle 3"/>
          <p:cNvSpPr>
            <a:spLocks noChangeArrowheads="1"/>
          </p:cNvSpPr>
          <p:nvPr/>
        </p:nvSpPr>
        <p:spPr bwMode="auto">
          <a:xfrm>
            <a:off x="304800" y="776288"/>
            <a:ext cx="3124200" cy="9047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54000"/>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en-US" altLang="ko-KR" sz="900">
              <a:latin typeface="돋움" pitchFamily="50" charset="-127"/>
              <a:ea typeface="돋움" pitchFamily="50" charset="-127"/>
            </a:endParaRPr>
          </a:p>
          <a:p>
            <a:pPr eaLnBrk="1" hangingPunct="1">
              <a:spcBef>
                <a:spcPct val="0"/>
              </a:spcBef>
              <a:buFontTx/>
              <a:buNone/>
            </a:pPr>
            <a:endParaRPr lang="en-US" altLang="ko-KR" sz="900">
              <a:latin typeface="돋움" pitchFamily="50" charset="-127"/>
              <a:ea typeface="돋움" pitchFamily="50" charset="-127"/>
            </a:endParaRPr>
          </a:p>
        </p:txBody>
      </p:sp>
      <p:sp>
        <p:nvSpPr>
          <p:cNvPr id="2052" name="Rectangle 4"/>
          <p:cNvSpPr>
            <a:spLocks noChangeArrowheads="1"/>
          </p:cNvSpPr>
          <p:nvPr/>
        </p:nvSpPr>
        <p:spPr bwMode="auto">
          <a:xfrm>
            <a:off x="3429000" y="776288"/>
            <a:ext cx="3124200" cy="9047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latin typeface="돋움" pitchFamily="50" charset="-127"/>
              <a:ea typeface="돋움" pitchFamily="50" charset="-127"/>
            </a:endParaRPr>
          </a:p>
        </p:txBody>
      </p:sp>
      <p:sp>
        <p:nvSpPr>
          <p:cNvPr id="2053" name="Text Box 6"/>
          <p:cNvSpPr txBox="1">
            <a:spLocks noChangeArrowheads="1"/>
          </p:cNvSpPr>
          <p:nvPr/>
        </p:nvSpPr>
        <p:spPr bwMode="auto">
          <a:xfrm>
            <a:off x="292100" y="817563"/>
            <a:ext cx="1292225" cy="2460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000" b="1">
                <a:latin typeface="Times New Roman" pitchFamily="18" charset="0"/>
                <a:ea typeface="돋움" pitchFamily="50" charset="-127"/>
                <a:cs typeface="Times New Roman" pitchFamily="18" charset="0"/>
              </a:rPr>
              <a:t>※ Điện</a:t>
            </a:r>
            <a:r>
              <a:rPr lang="ko-KR" altLang="en-US" sz="1000" b="1">
                <a:latin typeface="Times New Roman" pitchFamily="18" charset="0"/>
                <a:ea typeface="돋움" pitchFamily="50" charset="-127"/>
                <a:cs typeface="Times New Roman" pitchFamily="18" charset="0"/>
              </a:rPr>
              <a:t> </a:t>
            </a:r>
            <a:r>
              <a:rPr lang="en-US" altLang="ko-KR" sz="1000" b="1">
                <a:latin typeface="Times New Roman" pitchFamily="18" charset="0"/>
                <a:ea typeface="돋움" pitchFamily="50" charset="-127"/>
                <a:cs typeface="Times New Roman" pitchFamily="18" charset="0"/>
              </a:rPr>
              <a:t>: Câu 1</a:t>
            </a:r>
            <a:r>
              <a:rPr lang="ko-KR" altLang="en-US" sz="1000" b="1">
                <a:latin typeface="Times New Roman" pitchFamily="18" charset="0"/>
                <a:ea typeface="돋움" pitchFamily="50" charset="-127"/>
                <a:cs typeface="Times New Roman" pitchFamily="18" charset="0"/>
              </a:rPr>
              <a:t> </a:t>
            </a:r>
            <a:r>
              <a:rPr lang="en-US" altLang="ko-KR" sz="1000" b="1">
                <a:latin typeface="Times New Roman" pitchFamily="18" charset="0"/>
                <a:ea typeface="돋움" pitchFamily="50" charset="-127"/>
                <a:cs typeface="Times New Roman" pitchFamily="18" charset="0"/>
              </a:rPr>
              <a:t>~ 20</a:t>
            </a:r>
            <a:endParaRPr lang="ko-KR" altLang="en-US" sz="1000" b="1">
              <a:latin typeface="Times New Roman" pitchFamily="18" charset="0"/>
              <a:ea typeface="돋움" pitchFamily="50" charset="-127"/>
              <a:cs typeface="Times New Roman" pitchFamily="18" charset="0"/>
            </a:endParaRPr>
          </a:p>
        </p:txBody>
      </p:sp>
      <p:sp>
        <p:nvSpPr>
          <p:cNvPr id="50" name="Text Box 6"/>
          <p:cNvSpPr txBox="1">
            <a:spLocks noChangeArrowheads="1"/>
          </p:cNvSpPr>
          <p:nvPr/>
        </p:nvSpPr>
        <p:spPr bwMode="auto">
          <a:xfrm>
            <a:off x="123825" y="228600"/>
            <a:ext cx="612668" cy="338554"/>
          </a:xfrm>
          <a:prstGeom prst="rect">
            <a:avLst/>
          </a:prstGeom>
          <a:noFill/>
          <a:ln w="9525">
            <a:noFill/>
            <a:miter lim="800000"/>
            <a:headEnd/>
            <a:tailEnd/>
          </a:ln>
          <a:effectLst/>
        </p:spPr>
        <p:txBody>
          <a:bodyPr wrap="none">
            <a:spAutoFit/>
          </a:bodyPr>
          <a:lstStyle/>
          <a:p>
            <a:pPr>
              <a:defRPr/>
            </a:pP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endParaRPr lang="ko-KR" altLang="en-US" sz="16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2055" name="Rectangle 7"/>
          <p:cNvSpPr>
            <a:spLocks noChangeArrowheads="1"/>
          </p:cNvSpPr>
          <p:nvPr/>
        </p:nvSpPr>
        <p:spPr bwMode="auto">
          <a:xfrm>
            <a:off x="255588" y="1004888"/>
            <a:ext cx="3186112" cy="798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1. Ý nào không đúng khi giải thích về</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cấu tạo của nguyên tử?</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vi-VN" altLang="ko-KR" sz="900">
                <a:latin typeface="Times New Roman" pitchFamily="18" charset="0"/>
                <a:ea typeface="돋움" pitchFamily="50" charset="-127"/>
                <a:cs typeface="Times New Roman" pitchFamily="18" charset="0"/>
              </a:rPr>
              <a:t>Hạt nhân nguyên tử: gồm proton và nơtron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vi-VN" altLang="ko-KR" sz="900">
                <a:latin typeface="Times New Roman" pitchFamily="18" charset="0"/>
                <a:ea typeface="돋움" pitchFamily="50" charset="-127"/>
                <a:cs typeface="Times New Roman" pitchFamily="18" charset="0"/>
              </a:rPr>
              <a:t>Các proton và neutron có khối lượng gần như</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bằng nhau, và  các electron có hạt lớn hơn khoảng 1840 lần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Số</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proton Z = số</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điện tích = số</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hiệu nguyên tử</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=&gt; giống số</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electron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vi-VN" altLang="ko-KR" sz="900">
                <a:latin typeface="Times New Roman" pitchFamily="18" charset="0"/>
                <a:ea typeface="돋움" pitchFamily="50" charset="-127"/>
                <a:cs typeface="Times New Roman" pitchFamily="18" charset="0"/>
              </a:rPr>
              <a:t>Lượng hạt điện tích dương là chính xác nhưng lượng hạt trung tính có thể</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hơn kém vài đơn vị</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2. Điện năng do các êlectron tự</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do di chuyển giữa các nguyên tử</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tạo ra được gọi là?</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vi-VN" altLang="ko-KR" sz="900">
                <a:latin typeface="Times New Roman" pitchFamily="18" charset="0"/>
                <a:ea typeface="돋움" pitchFamily="50" charset="-127"/>
                <a:cs typeface="Times New Roman" pitchFamily="18" charset="0"/>
              </a:rPr>
              <a:t>Nhiễm điện</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Ion hóa</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Điện tích</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Điện ly</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3. Trong số</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nhiễu dao động điện áp, hiện tượng mất đi 1 phần pha của dòng điện xoay chiều thường gặp gọi là gì?</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a:t>
            </a: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vi-VN" altLang="ko-KR" sz="900">
                <a:latin typeface="Times New Roman" pitchFamily="18" charset="0"/>
                <a:ea typeface="돋움" pitchFamily="50" charset="-127"/>
                <a:cs typeface="Times New Roman" pitchFamily="18" charset="0"/>
              </a:rPr>
              <a:t>Mất điện tức thời</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vi-VN" altLang="ko-KR" sz="900">
                <a:latin typeface="Times New Roman" pitchFamily="18" charset="0"/>
                <a:ea typeface="돋움" pitchFamily="50" charset="-127"/>
                <a:cs typeface="Times New Roman" pitchFamily="18" charset="0"/>
              </a:rPr>
              <a:t>Giảm điện áp tức thời</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Sấm sét</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vi-VN" altLang="ko-KR" sz="900">
                <a:latin typeface="Times New Roman" pitchFamily="18" charset="0"/>
                <a:ea typeface="돋움" pitchFamily="50" charset="-127"/>
                <a:cs typeface="Times New Roman" pitchFamily="18" charset="0"/>
              </a:rPr>
              <a:t>Nháy điện</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4. Dạng sóng có giá trị</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đỉnh-đỉnh là</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20V. Vậy giá</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trị</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Vave là bao nhiêu?</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6,37V</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7,07V</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12,74V</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14,14V</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fr-FR" altLang="ko-KR" sz="900">
                <a:latin typeface="Times New Roman" pitchFamily="18" charset="0"/>
                <a:ea typeface="돋움" pitchFamily="50" charset="-127"/>
                <a:cs typeface="Times New Roman" pitchFamily="18" charset="0"/>
              </a:rPr>
              <a:t>5. Đâu không phải là</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chế</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độ</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thu nhận của máy hiện sóng?</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Chu kỳ</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Đỉnh</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Trung bình</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Xung</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6. Loại điện trở</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nào được mô</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tả</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dưới đây?</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[Bởi vì nó là một loại nhựa không cháy, nó không bắt lửa ngay cả</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ở</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nhiệt độ</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cao. Nó</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rất dễ</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lắp đặt do đặc tính cách nhiệt phong phú]</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cố</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định màng carbon nhỏ</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②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phim kim loại</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③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xi măng</a:t>
            </a:r>
            <a:endParaRPr lang="ko-KR" altLang="en-US" sz="900">
              <a:latin typeface="Times New Roman" pitchFamily="18" charset="0"/>
              <a:ea typeface="돋움" pitchFamily="50" charset="-127"/>
              <a:cs typeface="Times New Roman" pitchFamily="18" charset="0"/>
            </a:endParaRPr>
          </a:p>
          <a:p>
            <a:pPr eaLnBrk="1" hangingPunct="1">
              <a:spcBef>
                <a:spcPct val="0"/>
              </a:spcBef>
              <a:buFontTx/>
              <a:buNone/>
            </a:pPr>
            <a:r>
              <a:rPr lang="ko-KR" altLang="en-US" sz="900">
                <a:latin typeface="Times New Roman" pitchFamily="18" charset="0"/>
                <a:ea typeface="돋움" pitchFamily="50" charset="-127"/>
                <a:cs typeface="Times New Roman" pitchFamily="18" charset="0"/>
              </a:rPr>
              <a:t> ④ </a:t>
            </a:r>
            <a:r>
              <a:rPr lang="en-US" altLang="ko-KR" sz="900">
                <a:latin typeface="Times New Roman" pitchFamily="18" charset="0"/>
                <a:ea typeface="돋움" pitchFamily="50" charset="-127"/>
                <a:cs typeface="Times New Roman" pitchFamily="18" charset="0"/>
              </a:rPr>
              <a:t>Điện trở</a:t>
            </a:r>
            <a:r>
              <a:rPr lang="ko-KR" altLang="en-US" sz="90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khả biến</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7. Theo cấu tạo, đâu không phải là một loại biến trở ?</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Loại màng carbon</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Loại màng kim loại</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Loại phủ sứ</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Loại cuộn cảm</a:t>
            </a:r>
          </a:p>
        </p:txBody>
      </p:sp>
      <p:sp>
        <p:nvSpPr>
          <p:cNvPr id="2056" name="Rectangle 7"/>
          <p:cNvSpPr>
            <a:spLocks noChangeArrowheads="1"/>
          </p:cNvSpPr>
          <p:nvPr/>
        </p:nvSpPr>
        <p:spPr bwMode="auto">
          <a:xfrm>
            <a:off x="3363913" y="788988"/>
            <a:ext cx="3186112" cy="840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8. </a:t>
            </a:r>
            <a:r>
              <a:rPr lang="en-US" altLang="ko-KR" sz="900">
                <a:latin typeface="Times New Roman" pitchFamily="18" charset="0"/>
                <a:ea typeface="돋움" pitchFamily="50" charset="-127"/>
                <a:cs typeface="Times New Roman" pitchFamily="18" charset="0"/>
              </a:rPr>
              <a:t>Tụ nào thông thường sử dụng ở mạch ghép hoặc mạch hằng số thời gian nhanh</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Tụ </a:t>
            </a:r>
            <a:r>
              <a:rPr lang="en-US" altLang="ko-KR" sz="900">
                <a:latin typeface="Times New Roman" pitchFamily="18" charset="0"/>
                <a:ea typeface="돋움" pitchFamily="50" charset="-127"/>
                <a:cs typeface="Times New Roman" pitchFamily="18" charset="0"/>
              </a:rPr>
              <a:t>hóa</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Tụ Mylar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Tụ sứ</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Tụ Tantal</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9. Suất điện động sinh ra khi từ thông đi qua cuộn dây bị thay đổi.</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Hiện tượng </a:t>
            </a:r>
            <a:r>
              <a:rPr lang="en-US" altLang="ko-KR" sz="900">
                <a:latin typeface="Times New Roman" pitchFamily="18" charset="0"/>
                <a:ea typeface="돋움" pitchFamily="50" charset="-127"/>
                <a:cs typeface="Times New Roman" pitchFamily="18" charset="0"/>
              </a:rPr>
              <a:t>đó </a:t>
            </a:r>
            <a:r>
              <a:rPr lang="vi-VN" altLang="ko-KR" sz="900">
                <a:latin typeface="Times New Roman" pitchFamily="18" charset="0"/>
                <a:ea typeface="돋움" pitchFamily="50" charset="-127"/>
                <a:cs typeface="Times New Roman" pitchFamily="18" charset="0"/>
              </a:rPr>
              <a:t>được gọi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a:t>
            </a:r>
            <a:r>
              <a:rPr lang="en-US" altLang="ko-KR" sz="900">
                <a:latin typeface="Times New Roman" pitchFamily="18" charset="0"/>
                <a:ea typeface="돋움" pitchFamily="50" charset="-127"/>
                <a:cs typeface="Times New Roman" pitchFamily="18" charset="0"/>
              </a:rPr>
              <a:t>C</a:t>
            </a:r>
            <a:r>
              <a:rPr lang="vi-VN" altLang="ko-KR" sz="900">
                <a:latin typeface="Times New Roman" pitchFamily="18" charset="0"/>
                <a:ea typeface="돋움" pitchFamily="50" charset="-127"/>
                <a:cs typeface="Times New Roman" pitchFamily="18" charset="0"/>
              </a:rPr>
              <a:t>ảm ứng điện từ</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Suất điện động</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Định luật Lenz</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Điện cảm tương hỗ</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10. Tụ điện mắc song song trước sau là loại cuộn dây nào?</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RFC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FCZ</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IFT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Cuộn cảm cho nguồn điện</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11. </a:t>
            </a:r>
            <a:r>
              <a:rPr lang="en-US" altLang="ko-KR" sz="900">
                <a:solidFill>
                  <a:srgbClr val="000000"/>
                </a:solidFill>
                <a:latin typeface="Times New Roman" pitchFamily="18" charset="0"/>
                <a:ea typeface="돋움" pitchFamily="50" charset="-127"/>
                <a:cs typeface="Times New Roman" pitchFamily="18" charset="0"/>
              </a:rPr>
              <a:t>Là phần tử đóng mở, chuyên sử dụng cho điện áp ngược cao, dòng điện cao </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TR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SCR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TRIAC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SSR</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12. Điều gì không phải là đặc điểm của SSR?</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Tiếng ồn thấp</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Không phát ra tiếng</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Chức năng cao</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Khả năng chịu nhiệt</a:t>
            </a:r>
            <a:r>
              <a:rPr lang="en-US" altLang="ko-KR" sz="900">
                <a:latin typeface="Times New Roman" pitchFamily="18" charset="0"/>
                <a:ea typeface="돋움" pitchFamily="50" charset="-127"/>
                <a:cs typeface="Times New Roman" pitchFamily="18" charset="0"/>
              </a:rPr>
              <a:t> tốt</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13. Thành phần phù hợp của Photo Coupler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LED + Diode</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LED + Photo Diode</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Diode phát quang + Photo TR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Diode phát quang + Photo Diode</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14. Trong số các loại điện trở</a:t>
            </a:r>
            <a:r>
              <a:rPr lang="en-US" altLang="ko-KR" sz="900">
                <a:latin typeface="Times New Roman" pitchFamily="18" charset="0"/>
                <a:ea typeface="돋움" pitchFamily="50" charset="-127"/>
                <a:cs typeface="Times New Roman" pitchFamily="18" charset="0"/>
              </a:rPr>
              <a:t> nhiệt</a:t>
            </a:r>
            <a:r>
              <a:rPr lang="vi-VN" altLang="ko-KR" sz="900">
                <a:latin typeface="Times New Roman" pitchFamily="18" charset="0"/>
                <a:ea typeface="돋움" pitchFamily="50" charset="-127"/>
                <a:cs typeface="Times New Roman" pitchFamily="18" charset="0"/>
              </a:rPr>
              <a:t>,</a:t>
            </a:r>
            <a:r>
              <a:rPr lang="en-US" altLang="ko-KR" sz="900">
                <a:latin typeface="Times New Roman" pitchFamily="18" charset="0"/>
                <a:ea typeface="돋움" pitchFamily="50" charset="-127"/>
                <a:cs typeface="Times New Roman" pitchFamily="18" charset="0"/>
              </a:rPr>
              <a:t> loại nào</a:t>
            </a:r>
            <a:r>
              <a:rPr lang="vi-VN" altLang="ko-KR" sz="900">
                <a:latin typeface="Times New Roman" pitchFamily="18" charset="0"/>
                <a:ea typeface="돋움" pitchFamily="50" charset="-127"/>
                <a:cs typeface="Times New Roman" pitchFamily="18" charset="0"/>
              </a:rPr>
              <a:t> khi nhiệt độ tăng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thì giá trị điện trở giảm</a:t>
            </a:r>
            <a:r>
              <a:rPr lang="en-US"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NTC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PTC</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CTR</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PPT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15. Trong số các loại cảm biến loại nhỏ, loại nào </a:t>
            </a:r>
            <a:r>
              <a:rPr lang="en-US" altLang="ko-KR" sz="900">
                <a:latin typeface="Times New Roman" pitchFamily="18" charset="0"/>
                <a:ea typeface="돋움" pitchFamily="50" charset="-127"/>
                <a:cs typeface="Times New Roman" pitchFamily="18" charset="0"/>
              </a:rPr>
              <a:t>để</a:t>
            </a:r>
            <a:r>
              <a:rPr lang="vi-VN" altLang="ko-KR" sz="900">
                <a:latin typeface="Times New Roman" pitchFamily="18" charset="0"/>
                <a:ea typeface="돋움" pitchFamily="50" charset="-127"/>
                <a:cs typeface="Times New Roman" pitchFamily="18" charset="0"/>
              </a:rPr>
              <a:t> lắp PCB?</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Kiểu móng ngựa </a:t>
            </a: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a:t>
            </a:r>
            <a:r>
              <a:rPr lang="vi-VN" altLang="ko-KR" sz="900">
                <a:latin typeface="Times New Roman" pitchFamily="18" charset="0"/>
                <a:ea typeface="돋움" pitchFamily="50" charset="-127"/>
                <a:cs typeface="Times New Roman" pitchFamily="18" charset="0"/>
              </a:rPr>
              <a:t>② Kiểu phản chiếu </a:t>
            </a:r>
            <a:r>
              <a:rPr lang="en-US" altLang="ko-KR" sz="900">
                <a:latin typeface="Times New Roman" pitchFamily="18" charset="0"/>
                <a:ea typeface="돋움" pitchFamily="50" charset="-127"/>
                <a:cs typeface="Times New Roman" pitchFamily="18" charset="0"/>
              </a:rPr>
              <a:t>hồi quy</a:t>
            </a:r>
            <a:endParaRPr lang="vi-VN"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Loại phản xạ</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Photo interrupter</a:t>
            </a:r>
            <a:endParaRPr lang="ko-KR" altLang="en-US" sz="900">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15245304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3075"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54000"/>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latin typeface="돋움" pitchFamily="50" charset="-127"/>
              <a:ea typeface="돋움" pitchFamily="50" charset="-127"/>
            </a:endParaRPr>
          </a:p>
        </p:txBody>
      </p:sp>
      <p:sp>
        <p:nvSpPr>
          <p:cNvPr id="3076"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72000"/>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ko-KR" sz="900">
              <a:latin typeface="돋움" pitchFamily="50" charset="-127"/>
              <a:ea typeface="돋움" pitchFamily="50" charset="-127"/>
            </a:endParaRPr>
          </a:p>
        </p:txBody>
      </p:sp>
      <p:sp>
        <p:nvSpPr>
          <p:cNvPr id="3077" name="Rectangle 7"/>
          <p:cNvSpPr>
            <a:spLocks noChangeArrowheads="1"/>
          </p:cNvSpPr>
          <p:nvPr/>
        </p:nvSpPr>
        <p:spPr bwMode="auto">
          <a:xfrm>
            <a:off x="304800" y="776288"/>
            <a:ext cx="3124200" cy="577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vi-VN" altLang="ko-KR" sz="900">
                <a:latin typeface="Times New Roman" pitchFamily="18" charset="0"/>
                <a:ea typeface="돋움" pitchFamily="50" charset="-127"/>
                <a:cs typeface="Times New Roman" pitchFamily="18" charset="0"/>
              </a:rPr>
              <a:t>16. Khi kết nối cảm biến đầu ra </a:t>
            </a:r>
            <a:r>
              <a:rPr lang="en-US" altLang="ko-KR" sz="900">
                <a:latin typeface="Times New Roman" pitchFamily="18" charset="0"/>
                <a:ea typeface="돋움" pitchFamily="50" charset="-127"/>
                <a:cs typeface="Times New Roman" pitchFamily="18" charset="0"/>
              </a:rPr>
              <a:t>là</a:t>
            </a:r>
            <a:r>
              <a:rPr lang="vi-VN" altLang="ko-KR" sz="900">
                <a:latin typeface="Times New Roman" pitchFamily="18" charset="0"/>
                <a:ea typeface="돋움" pitchFamily="50" charset="-127"/>
                <a:cs typeface="Times New Roman" pitchFamily="18" charset="0"/>
              </a:rPr>
              <a:t> các </a:t>
            </a:r>
            <a:r>
              <a:rPr lang="en-US" altLang="ko-KR" sz="900">
                <a:latin typeface="Times New Roman" pitchFamily="18" charset="0"/>
                <a:ea typeface="돋움" pitchFamily="50" charset="-127"/>
                <a:cs typeface="Times New Roman" pitchFamily="18" charset="0"/>
              </a:rPr>
              <a:t>chân</a:t>
            </a:r>
            <a:r>
              <a:rPr lang="vi-VN" altLang="ko-KR" sz="900">
                <a:latin typeface="Times New Roman" pitchFamily="18" charset="0"/>
                <a:ea typeface="돋움" pitchFamily="50" charset="-127"/>
                <a:cs typeface="Times New Roman" pitchFamily="18" charset="0"/>
              </a:rPr>
              <a:t> I + và V + </a:t>
            </a:r>
            <a:r>
              <a:rPr lang="en-US" altLang="ko-KR" sz="900">
                <a:latin typeface="Times New Roman" pitchFamily="18" charset="0"/>
                <a:ea typeface="돋움" pitchFamily="50" charset="-127"/>
                <a:cs typeface="Times New Roman" pitchFamily="18" charset="0"/>
              </a:rPr>
              <a:t>. Bạn cần sử dụng loại module AD nào?</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Q64AD    ② Q68ADV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Q68ADI   ④ Q61P</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fr-FR" altLang="ko-KR" sz="900">
                <a:latin typeface="Times New Roman" pitchFamily="18" charset="0"/>
                <a:ea typeface="돋움" pitchFamily="50" charset="-127"/>
                <a:cs typeface="Times New Roman" pitchFamily="18" charset="0"/>
              </a:rPr>
              <a:t>17. Điện áp cutin (ngưỡng) của Diode Ge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0,2V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0,7V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0,5V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1,4V</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18. Điều gì sai với phương pháp tắt SCR đã bật?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① Đ</a:t>
            </a:r>
            <a:r>
              <a:rPr lang="en-US" altLang="ko-KR" sz="900">
                <a:latin typeface="Times New Roman" pitchFamily="18" charset="0"/>
                <a:ea typeface="돋움" pitchFamily="50" charset="-127"/>
                <a:cs typeface="Times New Roman" pitchFamily="18" charset="0"/>
              </a:rPr>
              <a:t>ưa</a:t>
            </a:r>
            <a:r>
              <a:rPr lang="vi-VN" altLang="ko-KR" sz="900">
                <a:latin typeface="Times New Roman" pitchFamily="18" charset="0"/>
                <a:ea typeface="돋움" pitchFamily="50" charset="-127"/>
                <a:cs typeface="Times New Roman" pitchFamily="18" charset="0"/>
              </a:rPr>
              <a:t> điện áp cực dương </a:t>
            </a:r>
            <a:r>
              <a:rPr lang="en-US" altLang="ko-KR" sz="900">
                <a:latin typeface="Times New Roman" pitchFamily="18" charset="0"/>
                <a:ea typeface="돋움" pitchFamily="50" charset="-127"/>
                <a:cs typeface="Times New Roman" pitchFamily="18" charset="0"/>
              </a:rPr>
              <a:t>về giá trị </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② Tắt điện áp cực dương bằng công tắc</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③ Đ</a:t>
            </a:r>
            <a:r>
              <a:rPr lang="en-US" altLang="ko-KR" sz="900">
                <a:latin typeface="Times New Roman" pitchFamily="18" charset="0"/>
                <a:ea typeface="돋움" pitchFamily="50" charset="-127"/>
                <a:cs typeface="Times New Roman" pitchFamily="18" charset="0"/>
              </a:rPr>
              <a:t>ưa</a:t>
            </a:r>
            <a:r>
              <a:rPr lang="vi-VN" altLang="ko-KR" sz="900">
                <a:latin typeface="Times New Roman" pitchFamily="18" charset="0"/>
                <a:ea typeface="돋움" pitchFamily="50" charset="-127"/>
                <a:cs typeface="Times New Roman" pitchFamily="18" charset="0"/>
              </a:rPr>
              <a:t> điện áp cực dương </a:t>
            </a:r>
            <a:r>
              <a:rPr lang="en-US" altLang="ko-KR" sz="900">
                <a:latin typeface="Times New Roman" pitchFamily="18" charset="0"/>
                <a:ea typeface="돋움" pitchFamily="50" charset="-127"/>
                <a:cs typeface="Times New Roman" pitchFamily="18" charset="0"/>
              </a:rPr>
              <a:t>về giá trị </a:t>
            </a:r>
            <a:r>
              <a:rPr lang="vi-VN" altLang="ko-KR" sz="900">
                <a:latin typeface="Times New Roman" pitchFamily="18" charset="0"/>
                <a:ea typeface="돋움" pitchFamily="50" charset="-127"/>
                <a:cs typeface="Times New Roman" pitchFamily="18" charset="0"/>
              </a:rPr>
              <a:t>+</a:t>
            </a:r>
          </a:p>
          <a:p>
            <a:pPr eaLnBrk="1" hangingPunct="1">
              <a:spcBef>
                <a:spcPct val="0"/>
              </a:spcBef>
              <a:buFontTx/>
              <a:buNone/>
            </a:pPr>
            <a:r>
              <a:rPr lang="vi-VN" altLang="ko-KR" sz="900">
                <a:latin typeface="Times New Roman" pitchFamily="18" charset="0"/>
                <a:ea typeface="돋움" pitchFamily="50" charset="-127"/>
                <a:cs typeface="Times New Roman" pitchFamily="18" charset="0"/>
              </a:rPr>
              <a:t> ④ Đưa điện áp cực dương về </a:t>
            </a:r>
            <a:r>
              <a:rPr lang="en-US" altLang="ko-KR" sz="900">
                <a:latin typeface="Times New Roman" pitchFamily="18" charset="0"/>
                <a:ea typeface="돋움" pitchFamily="50" charset="-127"/>
                <a:cs typeface="Times New Roman" pitchFamily="18" charset="0"/>
              </a:rPr>
              <a:t>giá trị </a:t>
            </a:r>
            <a:r>
              <a:rPr lang="vi-VN" altLang="ko-KR" sz="900">
                <a:latin typeface="Times New Roman" pitchFamily="18" charset="0"/>
                <a:ea typeface="돋움" pitchFamily="50" charset="-127"/>
                <a:cs typeface="Times New Roman" pitchFamily="18" charset="0"/>
              </a:rPr>
              <a:t>0</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19. Hiệu điện thế </a:t>
            </a:r>
            <a:r>
              <a:rPr lang="en-US" altLang="ko-KR" sz="900">
                <a:latin typeface="Times New Roman" pitchFamily="18" charset="0"/>
                <a:ea typeface="돋움" pitchFamily="50" charset="-127"/>
                <a:cs typeface="Times New Roman" pitchFamily="18" charset="0"/>
              </a:rPr>
              <a:t>tại</a:t>
            </a:r>
            <a:r>
              <a:rPr lang="vi-VN" altLang="ko-KR" sz="900">
                <a:latin typeface="Times New Roman" pitchFamily="18" charset="0"/>
                <a:ea typeface="돋움" pitchFamily="50" charset="-127"/>
                <a:cs typeface="Times New Roman" pitchFamily="18" charset="0"/>
              </a:rPr>
              <a:t> Ⓐ là bao nhiêu?</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0V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0,7V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4.3V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5V</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vi-VN" altLang="ko-KR" sz="900">
                <a:latin typeface="Times New Roman" pitchFamily="18" charset="0"/>
                <a:ea typeface="돋움" pitchFamily="50" charset="-127"/>
                <a:cs typeface="Times New Roman" pitchFamily="18" charset="0"/>
              </a:rPr>
              <a:t>20. Hiệu điện thế </a:t>
            </a:r>
            <a:r>
              <a:rPr lang="en-US" altLang="ko-KR" sz="900">
                <a:latin typeface="Times New Roman" pitchFamily="18" charset="0"/>
                <a:ea typeface="돋움" pitchFamily="50" charset="-127"/>
                <a:cs typeface="Times New Roman" pitchFamily="18" charset="0"/>
              </a:rPr>
              <a:t>tại</a:t>
            </a:r>
            <a:r>
              <a:rPr lang="vi-VN" altLang="ko-KR" sz="900">
                <a:latin typeface="Times New Roman" pitchFamily="18" charset="0"/>
                <a:ea typeface="돋움" pitchFamily="50" charset="-127"/>
                <a:cs typeface="Times New Roman" pitchFamily="18" charset="0"/>
              </a:rPr>
              <a:t> Ⓐ là bao nhiêu?</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① 0V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② 2,9V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③ 9.1V</a:t>
            </a:r>
          </a:p>
          <a:p>
            <a:pPr eaLnBrk="1" hangingPunct="1">
              <a:spcBef>
                <a:spcPct val="0"/>
              </a:spcBef>
              <a:buFontTx/>
              <a:buNone/>
            </a:pPr>
            <a:r>
              <a:rPr lang="en-US" altLang="ko-KR" sz="900">
                <a:latin typeface="Times New Roman" pitchFamily="18" charset="0"/>
                <a:ea typeface="돋움" pitchFamily="50" charset="-127"/>
                <a:cs typeface="Times New Roman" pitchFamily="18" charset="0"/>
              </a:rPr>
              <a:t> ④ 12V</a:t>
            </a:r>
          </a:p>
        </p:txBody>
      </p:sp>
      <p:grpSp>
        <p:nvGrpSpPr>
          <p:cNvPr id="3078" name="그룹 1"/>
          <p:cNvGrpSpPr>
            <a:grpSpLocks/>
          </p:cNvGrpSpPr>
          <p:nvPr/>
        </p:nvGrpSpPr>
        <p:grpSpPr bwMode="auto">
          <a:xfrm>
            <a:off x="1279525" y="4232275"/>
            <a:ext cx="1601788" cy="1050925"/>
            <a:chOff x="1440317" y="4229472"/>
            <a:chExt cx="2005411" cy="1383623"/>
          </a:xfrm>
        </p:grpSpPr>
        <p:sp>
          <p:nvSpPr>
            <p:cNvPr id="3109" name="Line 36"/>
            <p:cNvSpPr>
              <a:spLocks noChangeShapeType="1"/>
            </p:cNvSpPr>
            <p:nvPr/>
          </p:nvSpPr>
          <p:spPr bwMode="auto">
            <a:xfrm>
              <a:off x="1970534" y="4229472"/>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0" name="Line 37"/>
            <p:cNvSpPr>
              <a:spLocks noChangeShapeType="1"/>
            </p:cNvSpPr>
            <p:nvPr/>
          </p:nvSpPr>
          <p:spPr bwMode="auto">
            <a:xfrm>
              <a:off x="1961009" y="4229472"/>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1" name="Line 38"/>
            <p:cNvSpPr>
              <a:spLocks noChangeShapeType="1"/>
            </p:cNvSpPr>
            <p:nvPr/>
          </p:nvSpPr>
          <p:spPr bwMode="auto">
            <a:xfrm>
              <a:off x="2886522" y="4229472"/>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3112" name="Group 39"/>
            <p:cNvGrpSpPr>
              <a:grpSpLocks/>
            </p:cNvGrpSpPr>
            <p:nvPr/>
          </p:nvGrpSpPr>
          <p:grpSpPr bwMode="auto">
            <a:xfrm>
              <a:off x="2794447" y="4432672"/>
              <a:ext cx="184150" cy="254000"/>
              <a:chOff x="1488" y="1152"/>
              <a:chExt cx="192" cy="336"/>
            </a:xfrm>
          </p:grpSpPr>
          <p:sp>
            <p:nvSpPr>
              <p:cNvPr id="3127" name="Line 40"/>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8" name="Line 41"/>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9" name="Line 42"/>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0" name="Line 43"/>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1" name="Line 44"/>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2" name="Line 45"/>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33" name="Line 46"/>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3113" name="Line 47"/>
            <p:cNvSpPr>
              <a:spLocks noChangeShapeType="1"/>
            </p:cNvSpPr>
            <p:nvPr/>
          </p:nvSpPr>
          <p:spPr bwMode="auto">
            <a:xfrm>
              <a:off x="2886522" y="4686672"/>
              <a:ext cx="0" cy="4762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4" name="AutoShape 48"/>
            <p:cNvSpPr>
              <a:spLocks noChangeArrowheads="1"/>
            </p:cNvSpPr>
            <p:nvPr/>
          </p:nvSpPr>
          <p:spPr bwMode="auto">
            <a:xfrm rot="10800000" flipV="1">
              <a:off x="2764284" y="5169024"/>
              <a:ext cx="244475" cy="1016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3115" name="Line 49"/>
            <p:cNvSpPr>
              <a:spLocks noChangeShapeType="1"/>
            </p:cNvSpPr>
            <p:nvPr/>
          </p:nvSpPr>
          <p:spPr bwMode="auto">
            <a:xfrm flipV="1">
              <a:off x="2764284" y="5173656"/>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6" name="Line 50"/>
            <p:cNvSpPr>
              <a:spLocks noChangeShapeType="1"/>
            </p:cNvSpPr>
            <p:nvPr/>
          </p:nvSpPr>
          <p:spPr bwMode="auto">
            <a:xfrm>
              <a:off x="1970534" y="5601072"/>
              <a:ext cx="91598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7" name="Line 51"/>
            <p:cNvSpPr>
              <a:spLocks noChangeShapeType="1"/>
            </p:cNvSpPr>
            <p:nvPr/>
          </p:nvSpPr>
          <p:spPr bwMode="auto">
            <a:xfrm>
              <a:off x="2886522" y="5245472"/>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18" name="Text Box 52"/>
            <p:cNvSpPr txBox="1">
              <a:spLocks noChangeArrowheads="1"/>
            </p:cNvSpPr>
            <p:nvPr/>
          </p:nvSpPr>
          <p:spPr bwMode="auto">
            <a:xfrm>
              <a:off x="2398409" y="4366177"/>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400">
                  <a:latin typeface="Times New Roman" pitchFamily="18" charset="0"/>
                  <a:ea typeface="돋움" pitchFamily="50" charset="-127"/>
                </a:rPr>
                <a:t>R</a:t>
              </a:r>
            </a:p>
          </p:txBody>
        </p:sp>
        <p:sp>
          <p:nvSpPr>
            <p:cNvPr id="25" name="Text Box 53"/>
            <p:cNvSpPr txBox="1">
              <a:spLocks noChangeArrowheads="1"/>
            </p:cNvSpPr>
            <p:nvPr/>
          </p:nvSpPr>
          <p:spPr bwMode="auto">
            <a:xfrm>
              <a:off x="2225389" y="5000707"/>
              <a:ext cx="393529" cy="4305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ko-KR" sz="1050" dirty="0">
                  <a:latin typeface="Times New Roman" pitchFamily="18" charset="0"/>
                </a:rPr>
                <a:t>D2</a:t>
              </a:r>
            </a:p>
            <a:p>
              <a:pPr>
                <a:defRPr/>
              </a:pPr>
              <a:r>
                <a:rPr lang="en-US" altLang="ko-KR" sz="1050" dirty="0">
                  <a:latin typeface="Times New Roman" pitchFamily="18" charset="0"/>
                </a:rPr>
                <a:t>(Si)</a:t>
              </a:r>
            </a:p>
          </p:txBody>
        </p:sp>
        <p:sp>
          <p:nvSpPr>
            <p:cNvPr id="3120" name="Line 54"/>
            <p:cNvSpPr>
              <a:spLocks noChangeShapeType="1"/>
            </p:cNvSpPr>
            <p:nvPr/>
          </p:nvSpPr>
          <p:spPr bwMode="auto">
            <a:xfrm flipV="1">
              <a:off x="1970534" y="4924795"/>
              <a:ext cx="0" cy="6883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1" name="Line 55"/>
            <p:cNvSpPr>
              <a:spLocks noChangeShapeType="1"/>
            </p:cNvSpPr>
            <p:nvPr/>
          </p:nvSpPr>
          <p:spPr bwMode="auto">
            <a:xfrm>
              <a:off x="1856234" y="4886697"/>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2" name="Line 56"/>
            <p:cNvSpPr>
              <a:spLocks noChangeShapeType="1"/>
            </p:cNvSpPr>
            <p:nvPr/>
          </p:nvSpPr>
          <p:spPr bwMode="auto">
            <a:xfrm>
              <a:off x="1894334" y="4934322"/>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3" name="Line 59"/>
            <p:cNvSpPr>
              <a:spLocks noChangeShapeType="1"/>
            </p:cNvSpPr>
            <p:nvPr/>
          </p:nvSpPr>
          <p:spPr bwMode="auto">
            <a:xfrm flipH="1" flipV="1">
              <a:off x="2980184" y="4894635"/>
              <a:ext cx="230188" cy="2301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4" name="Line 60"/>
            <p:cNvSpPr>
              <a:spLocks noChangeShapeType="1"/>
            </p:cNvSpPr>
            <p:nvPr/>
          </p:nvSpPr>
          <p:spPr bwMode="auto">
            <a:xfrm flipH="1">
              <a:off x="2980184" y="5372472"/>
              <a:ext cx="230188" cy="152400"/>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25" name="Text Box 61"/>
            <p:cNvSpPr txBox="1">
              <a:spLocks noChangeArrowheads="1"/>
            </p:cNvSpPr>
            <p:nvPr/>
          </p:nvSpPr>
          <p:spPr bwMode="auto">
            <a:xfrm>
              <a:off x="1440317" y="4746141"/>
              <a:ext cx="4714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rPr>
                <a:t>5[V]</a:t>
              </a:r>
            </a:p>
          </p:txBody>
        </p:sp>
        <p:sp>
          <p:nvSpPr>
            <p:cNvPr id="3126" name="Text Box 52"/>
            <p:cNvSpPr txBox="1">
              <a:spLocks noChangeArrowheads="1"/>
            </p:cNvSpPr>
            <p:nvPr/>
          </p:nvSpPr>
          <p:spPr bwMode="auto">
            <a:xfrm>
              <a:off x="3021861" y="5065360"/>
              <a:ext cx="423867" cy="3649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1200">
                  <a:latin typeface="Times New Roman" pitchFamily="18" charset="0"/>
                  <a:ea typeface="돋움" pitchFamily="50" charset="-127"/>
                </a:rPr>
                <a:t>Ⓐ</a:t>
              </a:r>
              <a:endParaRPr lang="en-US" altLang="ko-KR" sz="1200">
                <a:latin typeface="Times New Roman" pitchFamily="18" charset="0"/>
                <a:ea typeface="돋움" pitchFamily="50" charset="-127"/>
              </a:endParaRPr>
            </a:p>
          </p:txBody>
        </p:sp>
      </p:grpSp>
      <p:grpSp>
        <p:nvGrpSpPr>
          <p:cNvPr id="3079" name="그룹 2"/>
          <p:cNvGrpSpPr>
            <a:grpSpLocks/>
          </p:cNvGrpSpPr>
          <p:nvPr/>
        </p:nvGrpSpPr>
        <p:grpSpPr bwMode="auto">
          <a:xfrm>
            <a:off x="1196975" y="5953125"/>
            <a:ext cx="1757363" cy="1087438"/>
            <a:chOff x="1156926" y="5957664"/>
            <a:chExt cx="2041752" cy="1376591"/>
          </a:xfrm>
        </p:grpSpPr>
        <p:sp>
          <p:nvSpPr>
            <p:cNvPr id="3081" name="Line 75"/>
            <p:cNvSpPr>
              <a:spLocks noChangeShapeType="1"/>
            </p:cNvSpPr>
            <p:nvPr/>
          </p:nvSpPr>
          <p:spPr bwMode="auto">
            <a:xfrm>
              <a:off x="1715071" y="5957664"/>
              <a:ext cx="0" cy="6667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2" name="Line 76"/>
            <p:cNvSpPr>
              <a:spLocks noChangeShapeType="1"/>
            </p:cNvSpPr>
            <p:nvPr/>
          </p:nvSpPr>
          <p:spPr bwMode="auto">
            <a:xfrm>
              <a:off x="1705546" y="5957664"/>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3" name="Line 77"/>
            <p:cNvSpPr>
              <a:spLocks noChangeShapeType="1"/>
            </p:cNvSpPr>
            <p:nvPr/>
          </p:nvSpPr>
          <p:spPr bwMode="auto">
            <a:xfrm>
              <a:off x="2631058" y="5957664"/>
              <a:ext cx="0" cy="203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nvGrpSpPr>
            <p:cNvPr id="3084" name="Group 78"/>
            <p:cNvGrpSpPr>
              <a:grpSpLocks/>
            </p:cNvGrpSpPr>
            <p:nvPr/>
          </p:nvGrpSpPr>
          <p:grpSpPr bwMode="auto">
            <a:xfrm>
              <a:off x="2538983" y="6160864"/>
              <a:ext cx="184150" cy="254000"/>
              <a:chOff x="1488" y="1152"/>
              <a:chExt cx="192" cy="336"/>
            </a:xfrm>
          </p:grpSpPr>
          <p:sp>
            <p:nvSpPr>
              <p:cNvPr id="3102" name="Line 79"/>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3" name="Line 80"/>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4" name="Line 81"/>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5" name="Line 82"/>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6" name="Line 83"/>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7" name="Line 84"/>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8" name="Line 85"/>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pSp>
        <p:sp>
          <p:nvSpPr>
            <p:cNvPr id="3085" name="Line 86"/>
            <p:cNvSpPr>
              <a:spLocks noChangeShapeType="1"/>
            </p:cNvSpPr>
            <p:nvPr/>
          </p:nvSpPr>
          <p:spPr bwMode="auto">
            <a:xfrm>
              <a:off x="2631058" y="6414864"/>
              <a:ext cx="0" cy="43815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6" name="AutoShape 87"/>
            <p:cNvSpPr>
              <a:spLocks noChangeArrowheads="1"/>
            </p:cNvSpPr>
            <p:nvPr/>
          </p:nvSpPr>
          <p:spPr bwMode="auto">
            <a:xfrm>
              <a:off x="2508821" y="6853014"/>
              <a:ext cx="244475" cy="12700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a:latin typeface="돋움" pitchFamily="50" charset="-127"/>
                <a:ea typeface="돋움" pitchFamily="50" charset="-127"/>
              </a:endParaRPr>
            </a:p>
          </p:txBody>
        </p:sp>
        <p:sp>
          <p:nvSpPr>
            <p:cNvPr id="3087" name="Line 88"/>
            <p:cNvSpPr>
              <a:spLocks noChangeShapeType="1"/>
            </p:cNvSpPr>
            <p:nvPr/>
          </p:nvSpPr>
          <p:spPr bwMode="auto">
            <a:xfrm>
              <a:off x="2508821" y="6980014"/>
              <a:ext cx="2444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8" name="Line 89"/>
            <p:cNvSpPr>
              <a:spLocks noChangeShapeType="1"/>
            </p:cNvSpPr>
            <p:nvPr/>
          </p:nvSpPr>
          <p:spPr bwMode="auto">
            <a:xfrm>
              <a:off x="1715071" y="7329264"/>
              <a:ext cx="91598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89" name="Line 90"/>
            <p:cNvSpPr>
              <a:spLocks noChangeShapeType="1"/>
            </p:cNvSpPr>
            <p:nvPr/>
          </p:nvSpPr>
          <p:spPr bwMode="auto">
            <a:xfrm>
              <a:off x="2631058" y="6973664"/>
              <a:ext cx="0" cy="3556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0" name="Text Box 91"/>
            <p:cNvSpPr txBox="1">
              <a:spLocks noChangeArrowheads="1"/>
            </p:cNvSpPr>
            <p:nvPr/>
          </p:nvSpPr>
          <p:spPr bwMode="auto">
            <a:xfrm>
              <a:off x="2272283" y="6152927"/>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1400">
                  <a:latin typeface="Times New Roman" pitchFamily="18" charset="0"/>
                  <a:ea typeface="돋움" pitchFamily="50" charset="-127"/>
                </a:rPr>
                <a:t>R</a:t>
              </a:r>
            </a:p>
          </p:txBody>
        </p:sp>
        <p:sp>
          <p:nvSpPr>
            <p:cNvPr id="3091" name="Line 92"/>
            <p:cNvSpPr>
              <a:spLocks noChangeShapeType="1"/>
            </p:cNvSpPr>
            <p:nvPr/>
          </p:nvSpPr>
          <p:spPr bwMode="auto">
            <a:xfrm flipV="1">
              <a:off x="1715071" y="6652988"/>
              <a:ext cx="0" cy="68126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2" name="Line 93"/>
            <p:cNvSpPr>
              <a:spLocks noChangeShapeType="1"/>
            </p:cNvSpPr>
            <p:nvPr/>
          </p:nvSpPr>
          <p:spPr bwMode="auto">
            <a:xfrm>
              <a:off x="1600771" y="6614889"/>
              <a:ext cx="23812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3" name="Line 94"/>
            <p:cNvSpPr>
              <a:spLocks noChangeShapeType="1"/>
            </p:cNvSpPr>
            <p:nvPr/>
          </p:nvSpPr>
          <p:spPr bwMode="auto">
            <a:xfrm>
              <a:off x="1638871" y="6662514"/>
              <a:ext cx="15240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4" name="Line 96"/>
            <p:cNvSpPr>
              <a:spLocks noChangeShapeType="1"/>
            </p:cNvSpPr>
            <p:nvPr/>
          </p:nvSpPr>
          <p:spPr bwMode="auto">
            <a:xfrm>
              <a:off x="2505646" y="6853014"/>
              <a:ext cx="24765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5" name="Line 97"/>
            <p:cNvSpPr>
              <a:spLocks noChangeShapeType="1"/>
            </p:cNvSpPr>
            <p:nvPr/>
          </p:nvSpPr>
          <p:spPr bwMode="auto">
            <a:xfrm>
              <a:off x="2753296" y="6853014"/>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6" name="Line 98"/>
            <p:cNvSpPr>
              <a:spLocks noChangeShapeType="1"/>
            </p:cNvSpPr>
            <p:nvPr/>
          </p:nvSpPr>
          <p:spPr bwMode="auto">
            <a:xfrm flipH="1" flipV="1">
              <a:off x="2419921" y="6776814"/>
              <a:ext cx="76200" cy="7620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097" name="Text Box 99"/>
            <p:cNvSpPr txBox="1">
              <a:spLocks noChangeArrowheads="1"/>
            </p:cNvSpPr>
            <p:nvPr/>
          </p:nvSpPr>
          <p:spPr bwMode="auto">
            <a:xfrm>
              <a:off x="1943671" y="6681564"/>
              <a:ext cx="5857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rPr>
                <a:t>  ZD</a:t>
              </a:r>
            </a:p>
            <a:p>
              <a:pPr eaLnBrk="1" hangingPunct="1">
                <a:spcBef>
                  <a:spcPct val="0"/>
                </a:spcBef>
                <a:buFontTx/>
                <a:buNone/>
              </a:pPr>
              <a:r>
                <a:rPr lang="en-US" altLang="ko-KR" sz="900">
                  <a:latin typeface="Times New Roman" pitchFamily="18" charset="0"/>
                  <a:ea typeface="돋움" pitchFamily="50" charset="-127"/>
                </a:rPr>
                <a:t>(9.1V)</a:t>
              </a:r>
            </a:p>
          </p:txBody>
        </p:sp>
        <p:sp>
          <p:nvSpPr>
            <p:cNvPr id="3098" name="Text Box 100"/>
            <p:cNvSpPr txBox="1">
              <a:spLocks noChangeArrowheads="1"/>
            </p:cNvSpPr>
            <p:nvPr/>
          </p:nvSpPr>
          <p:spPr bwMode="auto">
            <a:xfrm>
              <a:off x="1156926" y="6496394"/>
              <a:ext cx="547689"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en-US" altLang="ko-KR" sz="900">
                  <a:latin typeface="Times New Roman" pitchFamily="18" charset="0"/>
                  <a:ea typeface="돋움" pitchFamily="50" charset="-127"/>
                </a:rPr>
                <a:t>12[V]</a:t>
              </a:r>
            </a:p>
          </p:txBody>
        </p:sp>
        <p:sp>
          <p:nvSpPr>
            <p:cNvPr id="3099" name="Line 101"/>
            <p:cNvSpPr>
              <a:spLocks noChangeShapeType="1"/>
            </p:cNvSpPr>
            <p:nvPr/>
          </p:nvSpPr>
          <p:spPr bwMode="auto">
            <a:xfrm flipH="1" flipV="1">
              <a:off x="2705671" y="5983064"/>
              <a:ext cx="230187" cy="230188"/>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0" name="Line 102"/>
            <p:cNvSpPr>
              <a:spLocks noChangeShapeType="1"/>
            </p:cNvSpPr>
            <p:nvPr/>
          </p:nvSpPr>
          <p:spPr bwMode="auto">
            <a:xfrm flipH="1">
              <a:off x="2694757" y="6445027"/>
              <a:ext cx="230187" cy="166687"/>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101" name="Text Box 103"/>
            <p:cNvSpPr txBox="1">
              <a:spLocks noChangeArrowheads="1"/>
            </p:cNvSpPr>
            <p:nvPr/>
          </p:nvSpPr>
          <p:spPr bwMode="auto">
            <a:xfrm>
              <a:off x="2805211" y="6149295"/>
              <a:ext cx="393467" cy="3506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r>
                <a:rPr lang="ko-KR" altLang="en-US" sz="1200">
                  <a:latin typeface="Times New Roman" pitchFamily="18" charset="0"/>
                  <a:ea typeface="돋움" pitchFamily="50" charset="-127"/>
                </a:rPr>
                <a:t>Ⓐ</a:t>
              </a:r>
              <a:endParaRPr lang="en-US" altLang="ko-KR" sz="1200">
                <a:latin typeface="Times New Roman" pitchFamily="18" charset="0"/>
                <a:ea typeface="돋움" pitchFamily="50" charset="-127"/>
              </a:endParaRPr>
            </a:p>
          </p:txBody>
        </p:sp>
      </p:grpSp>
    </p:spTree>
    <p:extLst>
      <p:ext uri="{BB962C8B-B14F-4D97-AF65-F5344CB8AC3E}">
        <p14:creationId xmlns:p14="http://schemas.microsoft.com/office/powerpoint/2010/main" val="37916537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35" name="Text Box 5"/>
          <p:cNvSpPr txBox="1">
            <a:spLocks noChangeArrowheads="1"/>
          </p:cNvSpPr>
          <p:nvPr/>
        </p:nvSpPr>
        <p:spPr bwMode="auto">
          <a:xfrm>
            <a:off x="174624" y="239713"/>
            <a:ext cx="8980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Dotum" pitchFamily="34" charset="-127"/>
                <a:ea typeface="Dotum" pitchFamily="34" charset="-127"/>
              </a:defRPr>
            </a:lvl1pPr>
            <a:lvl2pPr marL="742950" indent="-285750" eaLnBrk="0" hangingPunct="0">
              <a:defRPr kumimoji="1" sz="900">
                <a:solidFill>
                  <a:schemeClr val="tx1"/>
                </a:solidFill>
                <a:latin typeface="Dotum" pitchFamily="34" charset="-127"/>
                <a:ea typeface="Dotum" pitchFamily="34" charset="-127"/>
              </a:defRPr>
            </a:lvl2pPr>
            <a:lvl3pPr marL="1143000" indent="-228600" eaLnBrk="0" hangingPunct="0">
              <a:defRPr kumimoji="1" sz="900">
                <a:solidFill>
                  <a:schemeClr val="tx1"/>
                </a:solidFill>
                <a:latin typeface="Dotum" pitchFamily="34" charset="-127"/>
                <a:ea typeface="Dotum" pitchFamily="34" charset="-127"/>
              </a:defRPr>
            </a:lvl3pPr>
            <a:lvl4pPr marL="1600200" indent="-228600" eaLnBrk="0" hangingPunct="0">
              <a:defRPr kumimoji="1" sz="900">
                <a:solidFill>
                  <a:schemeClr val="tx1"/>
                </a:solidFill>
                <a:latin typeface="Dotum" pitchFamily="34" charset="-127"/>
                <a:ea typeface="Dotum" pitchFamily="34" charset="-127"/>
              </a:defRPr>
            </a:lvl4pPr>
            <a:lvl5pPr marL="2057400" indent="-228600" eaLnBrk="0" hangingPunct="0">
              <a:defRPr kumimoji="1" sz="900">
                <a:solidFill>
                  <a:schemeClr val="tx1"/>
                </a:solidFill>
                <a:latin typeface="Dotum" pitchFamily="34" charset="-127"/>
                <a:ea typeface="Dotum" pitchFamily="34" charset="-127"/>
              </a:defRPr>
            </a:lvl5pPr>
            <a:lvl6pPr marL="2514600" indent="-228600" eaLnBrk="0" fontAlgn="base" hangingPunct="0">
              <a:spcBef>
                <a:spcPct val="0"/>
              </a:spcBef>
              <a:spcAft>
                <a:spcPct val="0"/>
              </a:spcAft>
              <a:defRPr kumimoji="1" sz="900">
                <a:solidFill>
                  <a:schemeClr val="tx1"/>
                </a:solidFill>
                <a:latin typeface="Dotum" pitchFamily="34" charset="-127"/>
                <a:ea typeface="Dotum" pitchFamily="34" charset="-127"/>
              </a:defRPr>
            </a:lvl6pPr>
            <a:lvl7pPr marL="2971800" indent="-228600" eaLnBrk="0" fontAlgn="base" hangingPunct="0">
              <a:spcBef>
                <a:spcPct val="0"/>
              </a:spcBef>
              <a:spcAft>
                <a:spcPct val="0"/>
              </a:spcAft>
              <a:defRPr kumimoji="1" sz="900">
                <a:solidFill>
                  <a:schemeClr val="tx1"/>
                </a:solidFill>
                <a:latin typeface="Dotum" pitchFamily="34" charset="-127"/>
                <a:ea typeface="Dotum" pitchFamily="34" charset="-127"/>
              </a:defRPr>
            </a:lvl7pPr>
            <a:lvl8pPr marL="3429000" indent="-228600" eaLnBrk="0" fontAlgn="base" hangingPunct="0">
              <a:spcBef>
                <a:spcPct val="0"/>
              </a:spcBef>
              <a:spcAft>
                <a:spcPct val="0"/>
              </a:spcAft>
              <a:defRPr kumimoji="1" sz="900">
                <a:solidFill>
                  <a:schemeClr val="tx1"/>
                </a:solidFill>
                <a:latin typeface="Dotum" pitchFamily="34" charset="-127"/>
                <a:ea typeface="Dotum" pitchFamily="34" charset="-127"/>
              </a:defRPr>
            </a:lvl8pPr>
            <a:lvl9pPr marL="3886200" indent="-228600" eaLnBrk="0" fontAlgn="base" hangingPunct="0">
              <a:spcBef>
                <a:spcPct val="0"/>
              </a:spcBef>
              <a:spcAft>
                <a:spcPct val="0"/>
              </a:spcAft>
              <a:defRPr kumimoji="1" sz="900">
                <a:solidFill>
                  <a:schemeClr val="tx1"/>
                </a:solidFill>
                <a:latin typeface="Dotum" pitchFamily="34" charset="-127"/>
                <a:ea typeface="Dotum" pitchFamily="34" charset="-127"/>
              </a:defRPr>
            </a:lvl9pPr>
          </a:lstStyle>
          <a:p>
            <a:pPr eaLnBrk="1" hangingPunct="1"/>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Khí nén</a:t>
            </a:r>
            <a:endPar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9220"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9221"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9222" name="Rectangle 50"/>
          <p:cNvSpPr>
            <a:spLocks noChangeArrowheads="1"/>
          </p:cNvSpPr>
          <p:nvPr/>
        </p:nvSpPr>
        <p:spPr bwMode="auto">
          <a:xfrm>
            <a:off x="3422650" y="6537325"/>
            <a:ext cx="31416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12. Chi phí lắp đặt và bảo trì cao, nhưng máy sấy khí nào có thể được sử dụng bán </a:t>
            </a:r>
            <a:r>
              <a:rPr lang="en-US" altLang="ko-KR" sz="900" smtClean="0">
                <a:latin typeface="Times New Roman" panose="02020603050405020304" pitchFamily="18" charset="0"/>
                <a:ea typeface="Dotum" pitchFamily="34" charset="-127"/>
                <a:cs typeface="Times New Roman" panose="02020603050405020304" pitchFamily="18" charset="0"/>
              </a:rPr>
              <a:t>vĩnh cửu</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vì nó có thể tái sinh bằng cách tác động nhiệt</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Máy sấy khí làm mát bằng không khí</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② Máy sấy khí làm mát</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Máy sấy khí hấp thụ</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④ Máy sấy khí hấp phụ</a:t>
            </a:r>
            <a:endParaRPr lang="ko-KR" altLang="en-US" sz="900">
              <a:latin typeface="Times New Roman" panose="02020603050405020304" pitchFamily="18" charset="0"/>
              <a:ea typeface="Dotum" pitchFamily="34" charset="-127"/>
              <a:cs typeface="Times New Roman" panose="02020603050405020304" pitchFamily="18" charset="0"/>
            </a:endParaRPr>
          </a:p>
        </p:txBody>
      </p:sp>
      <p:sp>
        <p:nvSpPr>
          <p:cNvPr id="9223" name="Rectangle 124"/>
          <p:cNvSpPr>
            <a:spLocks noChangeArrowheads="1"/>
          </p:cNvSpPr>
          <p:nvPr/>
        </p:nvSpPr>
        <p:spPr bwMode="auto">
          <a:xfrm>
            <a:off x="3435350" y="1784648"/>
            <a:ext cx="3128963"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9. Chức năng nào không phải của bộ giảm thanh khí nén?</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Hiệu ứng tiếng ồn lớn</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② Không bị biến dạng do va đập hoặc rung động của ống xả</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Nó phải có hình dạng nhỏ gọn để dễ dàng gắn vào van điện từ, v.v.</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④ </a:t>
            </a:r>
            <a:r>
              <a:rPr lang="en-US" altLang="ko-KR" sz="900" smtClean="0">
                <a:latin typeface="Times New Roman" panose="02020603050405020304" pitchFamily="18" charset="0"/>
                <a:ea typeface="Dotum" pitchFamily="34" charset="-127"/>
                <a:cs typeface="Times New Roman" panose="02020603050405020304" pitchFamily="18" charset="0"/>
              </a:rPr>
              <a:t>Chịu được sự </a:t>
            </a:r>
            <a:r>
              <a:rPr lang="vi-VN" altLang="ko-KR" sz="900" smtClean="0">
                <a:latin typeface="Times New Roman" panose="02020603050405020304" pitchFamily="18" charset="0"/>
                <a:ea typeface="Dotum" pitchFamily="34" charset="-127"/>
                <a:cs typeface="Times New Roman" panose="02020603050405020304" pitchFamily="18" charset="0"/>
              </a:rPr>
              <a:t>tắc nghẽn </a:t>
            </a:r>
            <a:r>
              <a:rPr lang="vi-VN" altLang="ko-KR" sz="900">
                <a:latin typeface="Times New Roman" panose="02020603050405020304" pitchFamily="18" charset="0"/>
                <a:ea typeface="Dotum" pitchFamily="34" charset="-127"/>
                <a:cs typeface="Times New Roman" panose="02020603050405020304" pitchFamily="18" charset="0"/>
              </a:rPr>
              <a:t>lớn để sử dụng lâu dài.</a:t>
            </a:r>
          </a:p>
        </p:txBody>
      </p:sp>
      <p:sp>
        <p:nvSpPr>
          <p:cNvPr id="9224" name="Rectangle 151"/>
          <p:cNvSpPr>
            <a:spLocks noChangeArrowheads="1"/>
          </p:cNvSpPr>
          <p:nvPr/>
        </p:nvSpPr>
        <p:spPr bwMode="auto">
          <a:xfrm>
            <a:off x="3429000" y="5745163"/>
            <a:ext cx="30956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11. Chức năng nào không phải là chức năng đại diện của rơle?</a:t>
            </a: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① Chức năng chuyển đổi </a:t>
            </a:r>
            <a:r>
              <a:rPr lang="en-US" altLang="ko-KR" sz="90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② </a:t>
            </a:r>
            <a:r>
              <a:rPr lang="vi-VN" altLang="ko-KR" sz="900">
                <a:latin typeface="Times New Roman" panose="02020603050405020304" pitchFamily="18" charset="0"/>
                <a:ea typeface="Dotum" pitchFamily="34" charset="-127"/>
                <a:cs typeface="Times New Roman" panose="02020603050405020304" pitchFamily="18" charset="0"/>
              </a:rPr>
              <a:t>Chức năng rẽ nhánh</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③ Chức năng </a:t>
            </a:r>
            <a:r>
              <a:rPr lang="en-US" altLang="ko-KR" sz="900" smtClean="0">
                <a:latin typeface="Times New Roman" panose="02020603050405020304" pitchFamily="18" charset="0"/>
                <a:ea typeface="Dotum" pitchFamily="34" charset="-127"/>
                <a:cs typeface="Times New Roman" panose="02020603050405020304" pitchFamily="18" charset="0"/>
              </a:rPr>
              <a:t>nhân đôi </a:t>
            </a:r>
            <a:r>
              <a:rPr lang="vi-VN" altLang="ko-KR" sz="900" smtClean="0">
                <a:latin typeface="Times New Roman" panose="02020603050405020304" pitchFamily="18" charset="0"/>
                <a:ea typeface="Dotum" pitchFamily="34" charset="-127"/>
                <a:cs typeface="Times New Roman" panose="02020603050405020304" pitchFamily="18" charset="0"/>
              </a:rPr>
              <a:t>tốc đ</a:t>
            </a:r>
            <a:r>
              <a:rPr lang="en-US" altLang="ko-KR" sz="900" smtClean="0">
                <a:latin typeface="Times New Roman" panose="02020603050405020304" pitchFamily="18" charset="0"/>
                <a:ea typeface="Dotum" pitchFamily="34" charset="-127"/>
                <a:cs typeface="Times New Roman" panose="02020603050405020304" pitchFamily="18" charset="0"/>
              </a:rPr>
              <a:t>ộ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④ Chức năng bộ nhớ</a:t>
            </a: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9225" name="Rectangle 59"/>
          <p:cNvSpPr>
            <a:spLocks noChangeArrowheads="1"/>
          </p:cNvSpPr>
          <p:nvPr/>
        </p:nvSpPr>
        <p:spPr bwMode="auto">
          <a:xfrm>
            <a:off x="285750" y="1928813"/>
            <a:ext cx="31623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2. </a:t>
            </a:r>
            <a:r>
              <a:rPr lang="en-US" altLang="ko-KR" sz="900" smtClean="0">
                <a:latin typeface="Times New Roman" panose="02020603050405020304" pitchFamily="18" charset="0"/>
                <a:cs typeface="Times New Roman" panose="02020603050405020304" pitchFamily="18" charset="0"/>
              </a:rPr>
              <a:t>Phụ tùng nào có </a:t>
            </a:r>
            <a:r>
              <a:rPr lang="en-US" altLang="ko-KR" sz="900">
                <a:latin typeface="Times New Roman" panose="02020603050405020304" pitchFamily="18" charset="0"/>
                <a:cs typeface="Times New Roman" panose="02020603050405020304" pitchFamily="18" charset="0"/>
              </a:rPr>
              <a:t>điện cảm ở bộ phận phân tích, phân tích lượng biến hóa dung lượng tĩnh điện đó do giữa đất</a:t>
            </a:r>
            <a:r>
              <a:rPr lang="ko-KR" altLang="en-US" sz="900">
                <a:latin typeface="Times New Roman" panose="02020603050405020304" pitchFamily="18" charset="0"/>
                <a:cs typeface="Times New Roman" panose="02020603050405020304" pitchFamily="18" charset="0"/>
              </a:rPr>
              <a:t> </a:t>
            </a:r>
            <a:r>
              <a:rPr lang="en-US" altLang="ko-KR" sz="900">
                <a:latin typeface="Times New Roman" panose="02020603050405020304" pitchFamily="18" charset="0"/>
                <a:cs typeface="Times New Roman" panose="02020603050405020304" pitchFamily="18" charset="0"/>
              </a:rPr>
              <a:t>và điện cực tồn tại vật thể </a:t>
            </a:r>
            <a:r>
              <a:rPr lang="en-US" altLang="ko-KR" sz="900" smtClean="0">
                <a:latin typeface="Times New Roman" panose="02020603050405020304" pitchFamily="18" charset="0"/>
                <a:cs typeface="Times New Roman" panose="02020603050405020304" pitchFamily="18" charset="0"/>
              </a:rPr>
              <a:t>phát </a:t>
            </a:r>
            <a:r>
              <a:rPr lang="en-US" altLang="ko-KR" sz="900">
                <a:latin typeface="Times New Roman" panose="02020603050405020304" pitchFamily="18" charset="0"/>
                <a:cs typeface="Times New Roman" panose="02020603050405020304" pitchFamily="18" charset="0"/>
              </a:rPr>
              <a:t>tín hiệu đầu ra</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① </a:t>
            </a:r>
            <a:r>
              <a:rPr lang="vi-VN" altLang="ko-KR" sz="900" smtClean="0">
                <a:latin typeface="Times New Roman" panose="02020603050405020304" pitchFamily="18" charset="0"/>
                <a:ea typeface="Dotum" pitchFamily="34" charset="-127"/>
                <a:cs typeface="Times New Roman" panose="02020603050405020304" pitchFamily="18" charset="0"/>
              </a:rPr>
              <a:t>C</a:t>
            </a:r>
            <a:r>
              <a:rPr lang="en-US" altLang="ko-KR" sz="900" smtClean="0">
                <a:latin typeface="Times New Roman" panose="02020603050405020304" pitchFamily="18" charset="0"/>
                <a:ea typeface="Dotum" pitchFamily="34" charset="-127"/>
                <a:cs typeface="Times New Roman" panose="02020603050405020304" pitchFamily="18" charset="0"/>
              </a:rPr>
              <a:t>ông tắc limit và micro</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② </a:t>
            </a:r>
            <a:r>
              <a:rPr lang="en-US" altLang="ko-KR" sz="900" smtClean="0">
                <a:latin typeface="Times New Roman" panose="02020603050405020304" pitchFamily="18" charset="0"/>
                <a:ea typeface="Dotum" pitchFamily="34" charset="-127"/>
                <a:cs typeface="Times New Roman" panose="02020603050405020304" pitchFamily="18" charset="0"/>
              </a:rPr>
              <a:t>Công tắc tiếp giáp</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③ </a:t>
            </a:r>
            <a:r>
              <a:rPr lang="en-US" altLang="ko-KR" sz="900" smtClean="0">
                <a:latin typeface="Times New Roman" panose="02020603050405020304" pitchFamily="18" charset="0"/>
                <a:ea typeface="Dotum" pitchFamily="34" charset="-127"/>
                <a:cs typeface="Times New Roman" panose="02020603050405020304" pitchFamily="18" charset="0"/>
              </a:rPr>
              <a:t>Công tắc</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điện dung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④ </a:t>
            </a:r>
            <a:r>
              <a:rPr lang="en-US" altLang="ko-KR" sz="900" smtClean="0">
                <a:latin typeface="Times New Roman" panose="02020603050405020304" pitchFamily="18" charset="0"/>
                <a:ea typeface="Dotum" pitchFamily="34" charset="-127"/>
                <a:cs typeface="Times New Roman" panose="02020603050405020304" pitchFamily="18" charset="0"/>
              </a:rPr>
              <a:t>Công tăc quang điện</a:t>
            </a:r>
            <a:endParaRPr lang="vi-VN" altLang="ko-KR" sz="900">
              <a:latin typeface="Times New Roman" panose="02020603050405020304" pitchFamily="18" charset="0"/>
              <a:ea typeface="Dotum" pitchFamily="34" charset="-127"/>
              <a:cs typeface="Times New Roman" panose="02020603050405020304" pitchFamily="18" charset="0"/>
            </a:endParaRPr>
          </a:p>
        </p:txBody>
      </p:sp>
      <p:sp>
        <p:nvSpPr>
          <p:cNvPr id="9226" name="Text Box 44"/>
          <p:cNvSpPr txBox="1">
            <a:spLocks noChangeArrowheads="1"/>
          </p:cNvSpPr>
          <p:nvPr/>
        </p:nvSpPr>
        <p:spPr bwMode="auto">
          <a:xfrm>
            <a:off x="304801" y="5062538"/>
            <a:ext cx="310515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cs typeface="Times New Roman" panose="02020603050405020304" pitchFamily="18" charset="0"/>
              </a:rPr>
              <a:t>4. </a:t>
            </a:r>
            <a:r>
              <a:rPr lang="en-US" altLang="ko-KR" sz="900" smtClean="0">
                <a:latin typeface="Times New Roman" panose="02020603050405020304" pitchFamily="18" charset="0"/>
                <a:cs typeface="Times New Roman" panose="02020603050405020304" pitchFamily="18" charset="0"/>
              </a:rPr>
              <a:t>Cho </a:t>
            </a:r>
            <a:r>
              <a:rPr lang="en-US" altLang="ko-KR" sz="900">
                <a:latin typeface="Times New Roman" panose="02020603050405020304" pitchFamily="18" charset="0"/>
                <a:cs typeface="Times New Roman" panose="02020603050405020304" pitchFamily="18" charset="0"/>
              </a:rPr>
              <a:t>điện chạy qua bộ hẹn giờ thì tiếp điểm được nối dựa vào hoạt động hút của nam châm điện, cam của đoạn sau tiếp điểm quay, hoạt động tiếp điểm</a:t>
            </a:r>
            <a:r>
              <a:rPr lang="vi-VN" altLang="ko-KR" sz="900" smtClean="0">
                <a:latin typeface="Times New Roman" panose="02020603050405020304" pitchFamily="18" charset="0"/>
                <a:cs typeface="Times New Roman" panose="02020603050405020304" pitchFamily="18" charset="0"/>
              </a:rPr>
              <a:t>?</a:t>
            </a:r>
            <a:r>
              <a:rPr lang="en-US" altLang="ko-KR" sz="900" smtClean="0">
                <a:latin typeface="Times New Roman" panose="02020603050405020304" pitchFamily="18" charset="0"/>
                <a:cs typeface="Times New Roman" panose="02020603050405020304" pitchFamily="18" charset="0"/>
              </a:rPr>
              <a:t> </a:t>
            </a:r>
            <a:endParaRPr lang="en-US" altLang="ko-KR" sz="90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cs typeface="Times New Roman" panose="02020603050405020304" pitchFamily="18" charset="0"/>
              </a:rPr>
              <a:t> ① Hẹn giờ khí nén            </a:t>
            </a:r>
          </a:p>
          <a:p>
            <a:pPr eaLnBrk="1" hangingPunct="1">
              <a:spcBef>
                <a:spcPct val="0"/>
              </a:spcBef>
              <a:buFontTx/>
              <a:buNone/>
            </a:pPr>
            <a:r>
              <a:rPr lang="en-US" altLang="ko-KR" sz="900">
                <a:latin typeface="Times New Roman" panose="02020603050405020304" pitchFamily="18" charset="0"/>
                <a:cs typeface="Times New Roman" panose="02020603050405020304" pitchFamily="18" charset="0"/>
              </a:rPr>
              <a:t> ② Hẹn giờ kỹ thuật số</a:t>
            </a:r>
          </a:p>
          <a:p>
            <a:pPr eaLnBrk="1" hangingPunct="1">
              <a:spcBef>
                <a:spcPct val="0"/>
              </a:spcBef>
              <a:buFontTx/>
              <a:buNone/>
            </a:pPr>
            <a:r>
              <a:rPr lang="vi-VN" altLang="ko-KR" sz="900">
                <a:latin typeface="Times New Roman" panose="02020603050405020304" pitchFamily="18" charset="0"/>
                <a:cs typeface="Times New Roman" panose="02020603050405020304" pitchFamily="18" charset="0"/>
              </a:rPr>
              <a:t> ③ Hẹn giờ kiểu động cơ </a:t>
            </a:r>
            <a:r>
              <a:rPr lang="en-US" altLang="ko-KR" sz="900">
                <a:latin typeface="Times New Roman" panose="02020603050405020304" pitchFamily="18" charset="0"/>
                <a:cs typeface="Times New Roman" panose="02020603050405020304" pitchFamily="18" charset="0"/>
              </a:rPr>
              <a:t>    </a:t>
            </a:r>
          </a:p>
          <a:p>
            <a:pPr eaLnBrk="1" hangingPunct="1">
              <a:spcBef>
                <a:spcPct val="0"/>
              </a:spcBef>
              <a:buFontTx/>
              <a:buNone/>
            </a:pPr>
            <a:r>
              <a:rPr lang="en-US" altLang="ko-KR" sz="900">
                <a:latin typeface="Times New Roman" panose="02020603050405020304" pitchFamily="18" charset="0"/>
                <a:cs typeface="Times New Roman" panose="02020603050405020304" pitchFamily="18" charset="0"/>
              </a:rPr>
              <a:t> </a:t>
            </a:r>
            <a:r>
              <a:rPr lang="vi-VN" altLang="ko-KR" sz="900">
                <a:latin typeface="Times New Roman" panose="02020603050405020304" pitchFamily="18" charset="0"/>
                <a:cs typeface="Times New Roman" panose="02020603050405020304" pitchFamily="18" charset="0"/>
              </a:rPr>
              <a:t>④ Hẹn giờ điện tử</a:t>
            </a:r>
          </a:p>
        </p:txBody>
      </p:sp>
      <p:sp>
        <p:nvSpPr>
          <p:cNvPr id="9227" name="Rectangle 100"/>
          <p:cNvSpPr>
            <a:spLocks noChangeArrowheads="1"/>
          </p:cNvSpPr>
          <p:nvPr/>
        </p:nvSpPr>
        <p:spPr bwMode="auto">
          <a:xfrm>
            <a:off x="3409950" y="901700"/>
            <a:ext cx="3114675"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8. </a:t>
            </a:r>
            <a:r>
              <a:rPr lang="en-US" altLang="ko-KR" sz="900" smtClean="0">
                <a:latin typeface="Times New Roman" panose="02020603050405020304" pitchFamily="18" charset="0"/>
                <a:ea typeface="Dotum" pitchFamily="34" charset="-127"/>
                <a:cs typeface="Times New Roman" panose="02020603050405020304" pitchFamily="18" charset="0"/>
              </a:rPr>
              <a:t>Trong cấu tạo của Xilanh</a:t>
            </a:r>
            <a:r>
              <a:rPr lang="vi-VN" altLang="ko-KR" sz="900" smtClean="0">
                <a:latin typeface="Times New Roman" panose="02020603050405020304" pitchFamily="18" charset="0"/>
                <a:ea typeface="Dotum" pitchFamily="34" charset="-127"/>
                <a:cs typeface="Times New Roman" panose="02020603050405020304" pitchFamily="18" charset="0"/>
              </a:rPr>
              <a:t> có</a:t>
            </a:r>
            <a:r>
              <a:rPr lang="en-US" altLang="ko-KR" sz="900" smtClean="0">
                <a:latin typeface="Times New Roman" panose="02020603050405020304" pitchFamily="18" charset="0"/>
                <a:ea typeface="Dotum" pitchFamily="34" charset="-127"/>
                <a:cs typeface="Times New Roman" panose="02020603050405020304" pitchFamily="18" charset="0"/>
              </a:rPr>
              <a:t> bộ phận</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giảm chấn</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Cái </a:t>
            </a:r>
            <a:r>
              <a:rPr lang="en-US" altLang="ko-KR" sz="900" smtClean="0">
                <a:latin typeface="Times New Roman" panose="02020603050405020304" pitchFamily="18" charset="0"/>
                <a:ea typeface="Dotum" pitchFamily="34" charset="-127"/>
                <a:cs typeface="Times New Roman" panose="02020603050405020304" pitchFamily="18" charset="0"/>
              </a:rPr>
              <a:t>nào</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dưới đây không được coi là giảm chấn</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a:buNone/>
            </a:pPr>
            <a:r>
              <a:rPr lang="vi-VN" altLang="ko-KR" sz="900">
                <a:latin typeface="Times New Roman" panose="02020603050405020304" pitchFamily="18" charset="0"/>
                <a:ea typeface="Dotum" pitchFamily="34" charset="-127"/>
                <a:cs typeface="Times New Roman" panose="02020603050405020304" pitchFamily="18" charset="0"/>
              </a:rPr>
              <a:t>   ① Cushion adjustment screw</a:t>
            </a: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 </a:t>
            </a: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Scraping ring</a:t>
            </a:r>
          </a:p>
          <a:p>
            <a:pPr>
              <a:buNone/>
            </a:pP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  ③ Cushion ring</a:t>
            </a:r>
            <a:r>
              <a:rPr lang="en-US" altLang="ko-KR" sz="90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④ Sealing ring</a:t>
            </a:r>
          </a:p>
        </p:txBody>
      </p:sp>
      <p:sp>
        <p:nvSpPr>
          <p:cNvPr id="9228" name="Rectangle 67"/>
          <p:cNvSpPr>
            <a:spLocks noChangeArrowheads="1"/>
          </p:cNvSpPr>
          <p:nvPr/>
        </p:nvSpPr>
        <p:spPr bwMode="auto">
          <a:xfrm>
            <a:off x="279400" y="3503613"/>
            <a:ext cx="31686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3. Biểu tượng khí nén cho van điều khiển hướng dưới đây. Giải thích đúng cho mũi tên là gì</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① Vị trí ban đầu của van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② Hướng dòng chảy của van</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③ Số </a:t>
            </a:r>
            <a:r>
              <a:rPr lang="en-US" altLang="ko-KR" sz="900" smtClean="0">
                <a:latin typeface="Times New Roman" panose="02020603050405020304" pitchFamily="18" charset="0"/>
                <a:ea typeface="Dotum" pitchFamily="34" charset="-127"/>
                <a:cs typeface="Times New Roman" panose="02020603050405020304" pitchFamily="18" charset="0"/>
              </a:rPr>
              <a:t>cửa </a:t>
            </a:r>
            <a:r>
              <a:rPr lang="en-US" altLang="ko-KR" sz="900">
                <a:latin typeface="Times New Roman" panose="02020603050405020304" pitchFamily="18" charset="0"/>
                <a:ea typeface="Dotum" pitchFamily="34" charset="-127"/>
                <a:cs typeface="Times New Roman" panose="02020603050405020304" pitchFamily="18" charset="0"/>
              </a:rPr>
              <a:t>trên van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④ Ngắt dòng chất lỏng khỏi van</a:t>
            </a:r>
          </a:p>
        </p:txBody>
      </p:sp>
      <p:pic>
        <p:nvPicPr>
          <p:cNvPr id="9229" name="Picture 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313" y="3900116"/>
            <a:ext cx="396875"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30" name="Rectangle 113"/>
          <p:cNvSpPr>
            <a:spLocks noChangeArrowheads="1"/>
          </p:cNvSpPr>
          <p:nvPr/>
        </p:nvSpPr>
        <p:spPr bwMode="auto">
          <a:xfrm>
            <a:off x="274638" y="6177136"/>
            <a:ext cx="3197225" cy="106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50000"/>
              </a:spcBef>
              <a:buFontTx/>
              <a:buNone/>
            </a:pPr>
            <a:r>
              <a:rPr lang="en-US" altLang="ko-KR" sz="900">
                <a:latin typeface="Times New Roman" panose="02020603050405020304" pitchFamily="18" charset="0"/>
                <a:ea typeface="Dotum" pitchFamily="34" charset="-127"/>
                <a:cs typeface="Times New Roman" panose="02020603050405020304" pitchFamily="18" charset="0"/>
              </a:rPr>
              <a:t>5. </a:t>
            </a:r>
            <a:r>
              <a:rPr lang="en-US" altLang="ko-KR" sz="900" smtClean="0">
                <a:latin typeface="Times New Roman" panose="02020603050405020304" pitchFamily="18" charset="0"/>
                <a:ea typeface="Dotum" pitchFamily="34" charset="-127"/>
                <a:cs typeface="Times New Roman" panose="02020603050405020304" pitchFamily="18" charset="0"/>
              </a:rPr>
              <a:t>Công tắc </a:t>
            </a:r>
            <a:r>
              <a:rPr lang="en-US" altLang="ko-KR" sz="900">
                <a:latin typeface="Times New Roman" panose="02020603050405020304" pitchFamily="18" charset="0"/>
                <a:ea typeface="Dotum" pitchFamily="34" charset="-127"/>
                <a:cs typeface="Times New Roman" panose="02020603050405020304" pitchFamily="18" charset="0"/>
              </a:rPr>
              <a:t>không thuộc về </a:t>
            </a:r>
            <a:r>
              <a:rPr lang="en-US" altLang="ko-KR" sz="900" smtClean="0">
                <a:latin typeface="Times New Roman" panose="02020603050405020304" pitchFamily="18" charset="0"/>
                <a:ea typeface="Dotum" pitchFamily="34" charset="-127"/>
                <a:cs typeface="Times New Roman" panose="02020603050405020304" pitchFamily="18" charset="0"/>
              </a:rPr>
              <a:t>loại </a:t>
            </a:r>
            <a:r>
              <a:rPr lang="en-US" altLang="ko-KR" sz="900">
                <a:latin typeface="Times New Roman" panose="02020603050405020304" pitchFamily="18" charset="0"/>
                <a:ea typeface="Dotum" pitchFamily="34" charset="-127"/>
                <a:cs typeface="Times New Roman" panose="02020603050405020304" pitchFamily="18" charset="0"/>
              </a:rPr>
              <a:t>không tiếp xúc?</a:t>
            </a:r>
          </a:p>
          <a:p>
            <a:pPr eaLnBrk="1" hangingPunct="1">
              <a:spcBef>
                <a:spcPct val="50000"/>
              </a:spcBef>
              <a:buFontTx/>
              <a:buNone/>
            </a:pPr>
            <a:r>
              <a:rPr lang="en-US" altLang="ko-KR" sz="900">
                <a:latin typeface="Times New Roman" panose="02020603050405020304" pitchFamily="18" charset="0"/>
                <a:ea typeface="Dotum" pitchFamily="34" charset="-127"/>
                <a:cs typeface="Times New Roman" panose="02020603050405020304" pitchFamily="18" charset="0"/>
              </a:rPr>
              <a:t>① Công tắc </a:t>
            </a:r>
            <a:r>
              <a:rPr lang="en-US" altLang="ko-KR" sz="900" smtClean="0">
                <a:latin typeface="Times New Roman" panose="02020603050405020304" pitchFamily="18" charset="0"/>
                <a:ea typeface="Dotum" pitchFamily="34" charset="-127"/>
                <a:cs typeface="Times New Roman" panose="02020603050405020304" pitchFamily="18" charset="0"/>
              </a:rPr>
              <a:t>micro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50000"/>
              </a:spcBef>
              <a:buFontTx/>
              <a:buNone/>
            </a:pPr>
            <a:r>
              <a:rPr lang="en-US" altLang="ko-KR" sz="900">
                <a:latin typeface="Times New Roman" panose="02020603050405020304" pitchFamily="18" charset="0"/>
                <a:ea typeface="Dotum" pitchFamily="34" charset="-127"/>
                <a:cs typeface="Times New Roman" panose="02020603050405020304" pitchFamily="18" charset="0"/>
              </a:rPr>
              <a:t>② Công tắc </a:t>
            </a:r>
            <a:r>
              <a:rPr lang="en-US" altLang="ko-KR" sz="900" smtClean="0">
                <a:latin typeface="Times New Roman" panose="02020603050405020304" pitchFamily="18" charset="0"/>
                <a:ea typeface="Dotum" pitchFamily="34" charset="-127"/>
                <a:cs typeface="Times New Roman" panose="02020603050405020304" pitchFamily="18" charset="0"/>
              </a:rPr>
              <a:t>quang điện</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50000"/>
              </a:spcBef>
              <a:buFontTx/>
              <a:buNone/>
            </a:pPr>
            <a:r>
              <a:rPr lang="en-US" altLang="ko-KR" sz="900">
                <a:latin typeface="Times New Roman" panose="02020603050405020304" pitchFamily="18" charset="0"/>
                <a:ea typeface="Dotum" pitchFamily="34" charset="-127"/>
                <a:cs typeface="Times New Roman" panose="02020603050405020304" pitchFamily="18" charset="0"/>
              </a:rPr>
              <a:t>③ Công tắc </a:t>
            </a:r>
            <a:r>
              <a:rPr lang="en-US" altLang="ko-KR" sz="900" smtClean="0">
                <a:latin typeface="Times New Roman" panose="02020603050405020304" pitchFamily="18" charset="0"/>
                <a:ea typeface="Dotum" pitchFamily="34" charset="-127"/>
                <a:cs typeface="Times New Roman" panose="02020603050405020304" pitchFamily="18" charset="0"/>
              </a:rPr>
              <a:t>sóng siêu âm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50000"/>
              </a:spcBef>
              <a:buFontTx/>
              <a:buNone/>
            </a:pPr>
            <a:r>
              <a:rPr lang="en-US" altLang="ko-KR" sz="900">
                <a:latin typeface="Times New Roman" panose="02020603050405020304" pitchFamily="18" charset="0"/>
                <a:ea typeface="Dotum" pitchFamily="34" charset="-127"/>
                <a:cs typeface="Times New Roman" panose="02020603050405020304" pitchFamily="18" charset="0"/>
              </a:rPr>
              <a:t>④ Công tắc </a:t>
            </a:r>
            <a:r>
              <a:rPr lang="en-US" altLang="ko-KR" sz="900" smtClean="0">
                <a:latin typeface="Times New Roman" panose="02020603050405020304" pitchFamily="18" charset="0"/>
                <a:ea typeface="Dotum" pitchFamily="34" charset="-127"/>
                <a:cs typeface="Times New Roman" panose="02020603050405020304" pitchFamily="18" charset="0"/>
              </a:rPr>
              <a:t>tiếp giáp</a:t>
            </a: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9231" name="Rectangle 143"/>
          <p:cNvSpPr>
            <a:spLocks noChangeArrowheads="1"/>
          </p:cNvSpPr>
          <p:nvPr/>
        </p:nvSpPr>
        <p:spPr bwMode="auto">
          <a:xfrm>
            <a:off x="304800" y="7257256"/>
            <a:ext cx="31623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6. Đâu không phải là đặc điểm của thiết bị hút chân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không (ejector</a:t>
            </a:r>
            <a:r>
              <a:rPr lang="vi-VN" altLang="ko-KR" sz="900" smtClean="0">
                <a:latin typeface="Times New Roman" panose="02020603050405020304" pitchFamily="18" charset="0"/>
                <a:ea typeface="Dotum" pitchFamily="34" charset="-127"/>
                <a:cs typeface="Times New Roman" panose="02020603050405020304" pitchFamily="18" charset="0"/>
              </a:rPr>
              <a:t>)?</a:t>
            </a:r>
            <a:r>
              <a:rPr lang="en-US" altLang="ko-KR" sz="900" smtClean="0">
                <a:latin typeface="Times New Roman" panose="02020603050405020304" pitchFamily="18" charset="0"/>
                <a:ea typeface="Dotum" pitchFamily="34" charset="-127"/>
                <a:cs typeface="Times New Roman" panose="02020603050405020304" pitchFamily="18" charset="0"/>
              </a:rPr>
              <a:t>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Không có bộ phận chuyển động trong bộ phận tạo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chân không </a:t>
            </a:r>
            <a:r>
              <a:rPr lang="en-US" altLang="ko-KR" sz="900" smtClean="0">
                <a:latin typeface="Times New Roman" panose="02020603050405020304" pitchFamily="18" charset="0"/>
                <a:ea typeface="Dotum" pitchFamily="34" charset="-127"/>
                <a:cs typeface="Times New Roman" panose="02020603050405020304" pitchFamily="18" charset="0"/>
              </a:rPr>
              <a:t>nên</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có tuổi thọ cao.</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② Có thể kiểm soát tốt</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Có thể sử dụng van điều khiển chung</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④ </a:t>
            </a:r>
            <a:r>
              <a:rPr lang="en-US" altLang="ko-KR" sz="900" smtClean="0">
                <a:latin typeface="Times New Roman" panose="02020603050405020304" pitchFamily="18" charset="0"/>
                <a:ea typeface="Dotum" pitchFamily="34" charset="-127"/>
                <a:cs typeface="Times New Roman" panose="02020603050405020304" pitchFamily="18" charset="0"/>
              </a:rPr>
              <a:t>Có </a:t>
            </a:r>
            <a:r>
              <a:rPr lang="en-US" altLang="ko-KR" sz="900">
                <a:latin typeface="Times New Roman" panose="02020603050405020304" pitchFamily="18" charset="0"/>
                <a:ea typeface="Dotum" pitchFamily="34" charset="-127"/>
                <a:cs typeface="Times New Roman" panose="02020603050405020304" pitchFamily="18" charset="0"/>
              </a:rPr>
              <a:t>xung </a:t>
            </a:r>
            <a:r>
              <a:rPr lang="en-US" altLang="ko-KR" sz="900" smtClean="0">
                <a:latin typeface="Times New Roman" panose="02020603050405020304" pitchFamily="18" charset="0"/>
                <a:ea typeface="Dotum" pitchFamily="34" charset="-127"/>
                <a:cs typeface="Times New Roman" panose="02020603050405020304" pitchFamily="18" charset="0"/>
              </a:rPr>
              <a:t>đột áp lực nên </a:t>
            </a:r>
            <a:r>
              <a:rPr lang="en-US" altLang="ko-KR" sz="900">
                <a:latin typeface="Times New Roman" panose="02020603050405020304" pitchFamily="18" charset="0"/>
                <a:ea typeface="Dotum" pitchFamily="34" charset="-127"/>
                <a:cs typeface="Times New Roman" panose="02020603050405020304" pitchFamily="18" charset="0"/>
              </a:rPr>
              <a:t>cần có </a:t>
            </a:r>
            <a:r>
              <a:rPr lang="en-US" altLang="ko-KR" sz="900" smtClean="0">
                <a:latin typeface="Times New Roman" panose="02020603050405020304" pitchFamily="18" charset="0"/>
                <a:ea typeface="Dotum" pitchFamily="34" charset="-127"/>
                <a:cs typeface="Times New Roman" panose="02020603050405020304" pitchFamily="18" charset="0"/>
              </a:rPr>
              <a:t>bình chứa.</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Thích hợp khi lặp lại On-Off</a:t>
            </a:r>
          </a:p>
        </p:txBody>
      </p:sp>
      <p:sp>
        <p:nvSpPr>
          <p:cNvPr id="9232" name="Rectangle 40"/>
          <p:cNvSpPr>
            <a:spLocks noChangeArrowheads="1"/>
          </p:cNvSpPr>
          <p:nvPr/>
        </p:nvSpPr>
        <p:spPr bwMode="auto">
          <a:xfrm>
            <a:off x="269875" y="1122363"/>
            <a:ext cx="3162300"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50000"/>
              </a:spcBef>
              <a:buFontTx/>
              <a:buNone/>
            </a:pPr>
            <a:r>
              <a:rPr lang="vi-VN" altLang="ko-KR" sz="900">
                <a:latin typeface="Times New Roman" panose="02020603050405020304" pitchFamily="18" charset="0"/>
                <a:ea typeface="Dotum" pitchFamily="34" charset="-127"/>
                <a:cs typeface="Times New Roman" panose="02020603050405020304" pitchFamily="18" charset="0"/>
              </a:rPr>
              <a:t>1. </a:t>
            </a:r>
            <a:r>
              <a:rPr lang="en-US" altLang="ko-KR" sz="900" smtClean="0">
                <a:latin typeface="Times New Roman" panose="02020603050405020304" pitchFamily="18" charset="0"/>
                <a:ea typeface="Dotum" pitchFamily="34" charset="-127"/>
                <a:cs typeface="Times New Roman" panose="02020603050405020304" pitchFamily="18" charset="0"/>
              </a:rPr>
              <a:t>Van nào</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không thuộc van điều khiển áp suất?</a:t>
            </a:r>
          </a:p>
          <a:p>
            <a:pPr eaLnBrk="1" hangingPunct="1">
              <a:spcBef>
                <a:spcPct val="50000"/>
              </a:spcBef>
              <a:buFontTx/>
              <a:buNone/>
            </a:pPr>
            <a:r>
              <a:rPr lang="vi-VN" altLang="ko-KR" sz="900">
                <a:latin typeface="Times New Roman" panose="02020603050405020304" pitchFamily="18" charset="0"/>
                <a:ea typeface="Dotum" pitchFamily="34" charset="-127"/>
                <a:cs typeface="Times New Roman" panose="02020603050405020304" pitchFamily="18" charset="0"/>
              </a:rPr>
              <a:t>① Van giảm áp </a:t>
            </a:r>
            <a:r>
              <a:rPr lang="en-US" altLang="ko-KR" sz="90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Van tuần tự</a:t>
            </a:r>
          </a:p>
          <a:p>
            <a:pPr eaLnBrk="1" hangingPunct="1">
              <a:spcBef>
                <a:spcPct val="50000"/>
              </a:spcBef>
              <a:buFontTx/>
              <a:buNone/>
            </a:pPr>
            <a:r>
              <a:rPr lang="vi-VN" altLang="ko-KR" sz="900">
                <a:latin typeface="Times New Roman" panose="02020603050405020304" pitchFamily="18" charset="0"/>
                <a:ea typeface="Dotum" pitchFamily="34" charset="-127"/>
                <a:cs typeface="Times New Roman" panose="02020603050405020304" pitchFamily="18" charset="0"/>
              </a:rPr>
              <a:t>③ Van </a:t>
            </a:r>
            <a:r>
              <a:rPr lang="en-US" altLang="ko-KR" sz="900" smtClean="0">
                <a:latin typeface="Times New Roman" panose="02020603050405020304" pitchFamily="18" charset="0"/>
                <a:ea typeface="Dotum" pitchFamily="34" charset="-127"/>
                <a:cs typeface="Times New Roman" panose="02020603050405020304" pitchFamily="18" charset="0"/>
              </a:rPr>
              <a:t>Relief</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④ Van xả </a:t>
            </a:r>
            <a:r>
              <a:rPr lang="en-US" altLang="ko-KR" sz="900" smtClean="0">
                <a:latin typeface="Times New Roman" panose="02020603050405020304" pitchFamily="18" charset="0"/>
                <a:ea typeface="Dotum" pitchFamily="34" charset="-127"/>
                <a:cs typeface="Times New Roman" panose="02020603050405020304" pitchFamily="18" charset="0"/>
              </a:rPr>
              <a:t>cấp tốc</a:t>
            </a:r>
            <a:endParaRPr lang="ko-KR" altLang="en-US" sz="900">
              <a:latin typeface="Times New Roman" panose="02020603050405020304" pitchFamily="18" charset="0"/>
              <a:ea typeface="Dotum" pitchFamily="34" charset="-127"/>
              <a:cs typeface="Times New Roman" panose="02020603050405020304" pitchFamily="18" charset="0"/>
            </a:endParaRPr>
          </a:p>
        </p:txBody>
      </p:sp>
      <p:grpSp>
        <p:nvGrpSpPr>
          <p:cNvPr id="9233" name="Group 7"/>
          <p:cNvGrpSpPr>
            <a:grpSpLocks/>
          </p:cNvGrpSpPr>
          <p:nvPr/>
        </p:nvGrpSpPr>
        <p:grpSpPr bwMode="auto">
          <a:xfrm>
            <a:off x="3441700" y="3015357"/>
            <a:ext cx="3082925" cy="2206625"/>
            <a:chOff x="2160" y="1692"/>
            <a:chExt cx="1950" cy="1390"/>
          </a:xfrm>
        </p:grpSpPr>
        <p:sp>
          <p:nvSpPr>
            <p:cNvPr id="9252" name="Text Box 8"/>
            <p:cNvSpPr txBox="1">
              <a:spLocks noChangeArrowheads="1"/>
            </p:cNvSpPr>
            <p:nvPr/>
          </p:nvSpPr>
          <p:spPr bwMode="auto">
            <a:xfrm>
              <a:off x="2160" y="1692"/>
              <a:ext cx="1950" cy="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10. </a:t>
              </a:r>
              <a:r>
                <a:rPr lang="vi-VN" altLang="ko-KR" sz="900">
                  <a:latin typeface="Times New Roman" panose="02020603050405020304" pitchFamily="18" charset="0"/>
                  <a:ea typeface="Dotum" pitchFamily="34" charset="-127"/>
                  <a:cs typeface="Times New Roman" panose="02020603050405020304" pitchFamily="18" charset="0"/>
                </a:rPr>
                <a:t>Ký hiệu khí nén nào đúng cho van định hướng sau đây?</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a:latin typeface="Times New Roman" panose="02020603050405020304" pitchFamily="18" charset="0"/>
                  <a:ea typeface="Dotum" pitchFamily="34" charset="-127"/>
                  <a:cs typeface="Times New Roman" panose="02020603050405020304" pitchFamily="18" charset="0"/>
                </a:rPr>
                <a:t>②</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a:t>
              </a:r>
              <a:r>
                <a:rPr lang="en-US" altLang="ko-KR" sz="900" smtClean="0">
                  <a:latin typeface="Times New Roman" panose="02020603050405020304" pitchFamily="18" charset="0"/>
                  <a:ea typeface="Dotum" pitchFamily="34" charset="-127"/>
                  <a:cs typeface="Times New Roman" panose="02020603050405020304" pitchFamily="18" charset="0"/>
                </a:rPr>
                <a:t>                 ④</a:t>
              </a:r>
              <a:endParaRPr lang="en-US" altLang="ko-KR" sz="900">
                <a:latin typeface="Times New Roman" panose="02020603050405020304" pitchFamily="18" charset="0"/>
                <a:ea typeface="Dotum" pitchFamily="34" charset="-127"/>
                <a:cs typeface="Times New Roman" panose="02020603050405020304" pitchFamily="18" charset="0"/>
              </a:endParaRPr>
            </a:p>
          </p:txBody>
        </p:sp>
        <p:pic>
          <p:nvPicPr>
            <p:cNvPr id="9253" name="Picture 9"/>
            <p:cNvPicPr>
              <a:picLocks noChangeAspect="1" noChangeArrowheads="1"/>
            </p:cNvPicPr>
            <p:nvPr/>
          </p:nvPicPr>
          <p:blipFill>
            <a:blip r:embed="rId4">
              <a:extLst>
                <a:ext uri="{28A0092B-C50C-407E-A947-70E740481C1C}">
                  <a14:useLocalDpi xmlns:a14="http://schemas.microsoft.com/office/drawing/2010/main" val="0"/>
                </a:ext>
              </a:extLst>
            </a:blip>
            <a:srcRect l="24219" t="40608" r="60429" b="43880"/>
            <a:stretch>
              <a:fillRect/>
            </a:stretch>
          </p:blipFill>
          <p:spPr bwMode="auto">
            <a:xfrm>
              <a:off x="2613" y="1831"/>
              <a:ext cx="953"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4" name="Picture 10"/>
            <p:cNvPicPr>
              <a:picLocks noChangeAspect="1" noChangeArrowheads="1"/>
            </p:cNvPicPr>
            <p:nvPr/>
          </p:nvPicPr>
          <p:blipFill>
            <a:blip r:embed="rId4">
              <a:extLst>
                <a:ext uri="{28A0092B-C50C-407E-A947-70E740481C1C}">
                  <a14:useLocalDpi xmlns:a14="http://schemas.microsoft.com/office/drawing/2010/main" val="0"/>
                </a:ext>
              </a:extLst>
            </a:blip>
            <a:srcRect l="60834" t="44287" r="24986" b="46843"/>
            <a:stretch>
              <a:fillRect/>
            </a:stretch>
          </p:blipFill>
          <p:spPr bwMode="auto">
            <a:xfrm>
              <a:off x="3430" y="2401"/>
              <a:ext cx="68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5" name="Picture 11"/>
            <p:cNvPicPr>
              <a:picLocks noChangeAspect="1" noChangeArrowheads="1"/>
            </p:cNvPicPr>
            <p:nvPr/>
          </p:nvPicPr>
          <p:blipFill>
            <a:blip r:embed="rId5">
              <a:extLst>
                <a:ext uri="{28A0092B-C50C-407E-A947-70E740481C1C}">
                  <a14:useLocalDpi xmlns:a14="http://schemas.microsoft.com/office/drawing/2010/main" val="0"/>
                </a:ext>
              </a:extLst>
            </a:blip>
            <a:srcRect l="65585" t="51677" r="22018" b="40933"/>
            <a:stretch>
              <a:fillRect/>
            </a:stretch>
          </p:blipFill>
          <p:spPr bwMode="auto">
            <a:xfrm>
              <a:off x="3427" y="2780"/>
              <a:ext cx="635"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6" name="Picture 12"/>
            <p:cNvPicPr>
              <a:picLocks noChangeAspect="1" noChangeArrowheads="1"/>
            </p:cNvPicPr>
            <p:nvPr/>
          </p:nvPicPr>
          <p:blipFill>
            <a:blip r:embed="rId6">
              <a:extLst>
                <a:ext uri="{28A0092B-C50C-407E-A947-70E740481C1C}">
                  <a14:useLocalDpi xmlns:a14="http://schemas.microsoft.com/office/drawing/2010/main" val="0"/>
                </a:ext>
              </a:extLst>
            </a:blip>
            <a:srcRect l="64961" t="64404" r="22630" b="29688"/>
            <a:stretch>
              <a:fillRect/>
            </a:stretch>
          </p:blipFill>
          <p:spPr bwMode="auto">
            <a:xfrm>
              <a:off x="2383" y="2822"/>
              <a:ext cx="680"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7" name="Picture 13"/>
            <p:cNvPicPr>
              <a:picLocks noChangeAspect="1" noChangeArrowheads="1"/>
            </p:cNvPicPr>
            <p:nvPr/>
          </p:nvPicPr>
          <p:blipFill>
            <a:blip r:embed="rId7">
              <a:extLst>
                <a:ext uri="{28A0092B-C50C-407E-A947-70E740481C1C}">
                  <a14:useLocalDpi xmlns:a14="http://schemas.microsoft.com/office/drawing/2010/main" val="0"/>
                </a:ext>
              </a:extLst>
            </a:blip>
            <a:srcRect l="77147" t="4941" r="3831" b="68022"/>
            <a:stretch>
              <a:fillRect/>
            </a:stretch>
          </p:blipFill>
          <p:spPr bwMode="auto">
            <a:xfrm>
              <a:off x="2382" y="2372"/>
              <a:ext cx="72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sp>
        <p:nvSpPr>
          <p:cNvPr id="9234" name="Rectangle 102"/>
          <p:cNvSpPr>
            <a:spLocks noChangeArrowheads="1"/>
          </p:cNvSpPr>
          <p:nvPr/>
        </p:nvSpPr>
        <p:spPr bwMode="auto">
          <a:xfrm>
            <a:off x="292099" y="8481392"/>
            <a:ext cx="31464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50000"/>
              </a:spcBef>
              <a:buFontTx/>
              <a:buNone/>
            </a:pPr>
            <a:r>
              <a:rPr lang="vi-VN" altLang="ko-KR" sz="900">
                <a:latin typeface="Times New Roman" panose="02020603050405020304" pitchFamily="18" charset="0"/>
                <a:ea typeface="Dotum" pitchFamily="34" charset="-127"/>
                <a:cs typeface="Times New Roman" panose="02020603050405020304" pitchFamily="18" charset="0"/>
              </a:rPr>
              <a:t>7. </a:t>
            </a:r>
            <a:r>
              <a:rPr lang="en-US" altLang="ko-KR" sz="900">
                <a:latin typeface="Times New Roman" panose="02020603050405020304" pitchFamily="18" charset="0"/>
                <a:ea typeface="Dotum" pitchFamily="34" charset="-127"/>
                <a:cs typeface="Times New Roman" panose="02020603050405020304" pitchFamily="18" charset="0"/>
              </a:rPr>
              <a:t>K</a:t>
            </a:r>
            <a:r>
              <a:rPr lang="vi-VN" altLang="ko-KR" sz="900" smtClean="0">
                <a:latin typeface="Times New Roman" panose="02020603050405020304" pitchFamily="18" charset="0"/>
                <a:ea typeface="Dotum" pitchFamily="34" charset="-127"/>
                <a:cs typeface="Times New Roman" panose="02020603050405020304" pitchFamily="18" charset="0"/>
              </a:rPr>
              <a:t>hông </a:t>
            </a:r>
            <a:r>
              <a:rPr lang="vi-VN" altLang="ko-KR" sz="900">
                <a:latin typeface="Times New Roman" panose="02020603050405020304" pitchFamily="18" charset="0"/>
                <a:ea typeface="Dotum" pitchFamily="34" charset="-127"/>
                <a:cs typeface="Times New Roman" panose="02020603050405020304" pitchFamily="18" charset="0"/>
              </a:rPr>
              <a:t>được phân loại theo phương </a:t>
            </a:r>
            <a:r>
              <a:rPr lang="vi-VN" altLang="ko-KR" sz="900" smtClean="0">
                <a:latin typeface="Times New Roman" panose="02020603050405020304" pitchFamily="18" charset="0"/>
                <a:ea typeface="Dotum" pitchFamily="34" charset="-127"/>
                <a:cs typeface="Times New Roman" panose="02020603050405020304" pitchFamily="18" charset="0"/>
              </a:rPr>
              <a:t>pháp </a:t>
            </a:r>
            <a:r>
              <a:rPr lang="en-US" altLang="ko-KR" sz="900" smtClean="0">
                <a:latin typeface="Times New Roman" panose="02020603050405020304" pitchFamily="18" charset="0"/>
                <a:ea typeface="Dotum" pitchFamily="34" charset="-127"/>
                <a:cs typeface="Times New Roman" panose="02020603050405020304" pitchFamily="18" charset="0"/>
              </a:rPr>
              <a:t>trở lại (return) của Valve</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5000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① </a:t>
            </a:r>
            <a:r>
              <a:rPr lang="vi-VN" altLang="ko-KR" sz="900">
                <a:latin typeface="Times New Roman" panose="02020603050405020304" pitchFamily="18" charset="0"/>
                <a:ea typeface="Dotum" pitchFamily="34" charset="-127"/>
                <a:cs typeface="Times New Roman" panose="02020603050405020304" pitchFamily="18" charset="0"/>
              </a:rPr>
              <a:t>Trở lại </a:t>
            </a:r>
            <a:r>
              <a:rPr lang="en-US" altLang="ko-KR" sz="900" smtClean="0">
                <a:latin typeface="Times New Roman" panose="02020603050405020304" pitchFamily="18" charset="0"/>
                <a:ea typeface="Dotum" pitchFamily="34" charset="-127"/>
                <a:cs typeface="Times New Roman" panose="02020603050405020304" pitchFamily="18" charset="0"/>
              </a:rPr>
              <a:t>bằng tác động con người</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p>
          <a:p>
            <a:pPr eaLnBrk="1" hangingPunct="1">
              <a:spcBef>
                <a:spcPct val="5000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② </a:t>
            </a:r>
            <a:r>
              <a:rPr lang="en-US" altLang="ko-KR" sz="900" smtClean="0">
                <a:latin typeface="Times New Roman" panose="02020603050405020304" pitchFamily="18" charset="0"/>
                <a:ea typeface="Dotum" pitchFamily="34" charset="-127"/>
                <a:cs typeface="Times New Roman" panose="02020603050405020304" pitchFamily="18" charset="0"/>
              </a:rPr>
              <a:t>Trở lại bằng lò xo</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5000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③ </a:t>
            </a:r>
            <a:r>
              <a:rPr lang="en-US" altLang="ko-KR" sz="900" smtClean="0">
                <a:latin typeface="Times New Roman" panose="02020603050405020304" pitchFamily="18" charset="0"/>
                <a:ea typeface="Dotum" pitchFamily="34" charset="-127"/>
                <a:cs typeface="Times New Roman" panose="02020603050405020304" pitchFamily="18" charset="0"/>
              </a:rPr>
              <a:t>Trở lại</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bằng khí </a:t>
            </a:r>
            <a:r>
              <a:rPr lang="vi-VN" altLang="ko-KR" sz="900" smtClean="0">
                <a:latin typeface="Times New Roman" panose="02020603050405020304" pitchFamily="18" charset="0"/>
                <a:ea typeface="Dotum" pitchFamily="34" charset="-127"/>
                <a:cs typeface="Times New Roman" panose="02020603050405020304" pitchFamily="18" charset="0"/>
              </a:rPr>
              <a:t>nén</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5000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④ Trở lại phát hiện</a:t>
            </a: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9235" name="Text Box 6"/>
          <p:cNvSpPr txBox="1">
            <a:spLocks noChangeArrowheads="1"/>
          </p:cNvSpPr>
          <p:nvPr/>
        </p:nvSpPr>
        <p:spPr bwMode="auto">
          <a:xfrm>
            <a:off x="292100" y="817563"/>
            <a:ext cx="14702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1000" b="1">
                <a:latin typeface="Times New Roman" panose="02020603050405020304" pitchFamily="18" charset="0"/>
                <a:ea typeface="Dotum" pitchFamily="34" charset="-127"/>
                <a:cs typeface="Times New Roman" panose="02020603050405020304" pitchFamily="18" charset="0"/>
              </a:rPr>
              <a:t>※ </a:t>
            </a:r>
            <a:r>
              <a:rPr lang="en-US" altLang="ko-KR" sz="1000" b="1" smtClean="0">
                <a:latin typeface="Times New Roman" panose="02020603050405020304" pitchFamily="18" charset="0"/>
                <a:ea typeface="Dotum" pitchFamily="34" charset="-127"/>
                <a:cs typeface="Times New Roman" panose="02020603050405020304" pitchFamily="18" charset="0"/>
              </a:rPr>
              <a:t>Khí nén</a:t>
            </a:r>
            <a:r>
              <a:rPr lang="ko-KR" altLang="en-US" sz="1000" b="1" smtClean="0">
                <a:latin typeface="Times New Roman" panose="02020603050405020304" pitchFamily="18" charset="0"/>
                <a:ea typeface="Dotum" pitchFamily="34" charset="-127"/>
                <a:cs typeface="Times New Roman" panose="02020603050405020304" pitchFamily="18" charset="0"/>
              </a:rPr>
              <a:t> </a:t>
            </a:r>
            <a:r>
              <a:rPr lang="en-US" altLang="ko-KR" sz="1000" b="1">
                <a:latin typeface="Times New Roman" panose="02020603050405020304" pitchFamily="18" charset="0"/>
                <a:ea typeface="Dotum" pitchFamily="34" charset="-127"/>
                <a:cs typeface="Times New Roman" panose="02020603050405020304" pitchFamily="18" charset="0"/>
              </a:rPr>
              <a:t>: </a:t>
            </a:r>
            <a:r>
              <a:rPr lang="en-US" altLang="ko-KR" sz="1000" b="1" smtClean="0">
                <a:latin typeface="Times New Roman" panose="02020603050405020304" pitchFamily="18" charset="0"/>
                <a:ea typeface="Dotum" pitchFamily="34" charset="-127"/>
                <a:cs typeface="Times New Roman" panose="02020603050405020304" pitchFamily="18" charset="0"/>
              </a:rPr>
              <a:t>Câu 1</a:t>
            </a:r>
            <a:r>
              <a:rPr lang="ko-KR" altLang="en-US" sz="1000" b="1" smtClean="0">
                <a:latin typeface="Times New Roman" panose="02020603050405020304" pitchFamily="18" charset="0"/>
                <a:ea typeface="Dotum" pitchFamily="34" charset="-127"/>
                <a:cs typeface="Times New Roman" panose="02020603050405020304" pitchFamily="18" charset="0"/>
              </a:rPr>
              <a:t> </a:t>
            </a:r>
            <a:r>
              <a:rPr lang="en-US" altLang="ko-KR" sz="1000" b="1">
                <a:latin typeface="Times New Roman" panose="02020603050405020304" pitchFamily="18" charset="0"/>
                <a:ea typeface="Dotum" pitchFamily="34" charset="-127"/>
                <a:cs typeface="Times New Roman" panose="02020603050405020304" pitchFamily="18" charset="0"/>
              </a:rPr>
              <a:t>~ </a:t>
            </a:r>
            <a:r>
              <a:rPr lang="en-US" altLang="ko-KR" sz="1000" b="1" smtClean="0">
                <a:latin typeface="Times New Roman" panose="02020603050405020304" pitchFamily="18" charset="0"/>
                <a:ea typeface="Dotum" pitchFamily="34" charset="-127"/>
                <a:cs typeface="Times New Roman" panose="02020603050405020304" pitchFamily="18" charset="0"/>
              </a:rPr>
              <a:t>20</a:t>
            </a:r>
            <a:endParaRPr lang="ko-KR" altLang="en-US" sz="1000" b="1">
              <a:latin typeface="Times New Roman" panose="02020603050405020304" pitchFamily="18" charset="0"/>
              <a:ea typeface="Dotum" pitchFamily="34" charset="-127"/>
              <a:cs typeface="Times New Roman" panose="02020603050405020304" pitchFamily="18" charset="0"/>
            </a:endParaRPr>
          </a:p>
        </p:txBody>
      </p:sp>
      <p:grpSp>
        <p:nvGrpSpPr>
          <p:cNvPr id="9236" name="그룹 25"/>
          <p:cNvGrpSpPr>
            <a:grpSpLocks/>
          </p:cNvGrpSpPr>
          <p:nvPr/>
        </p:nvGrpSpPr>
        <p:grpSpPr bwMode="auto">
          <a:xfrm>
            <a:off x="3425825" y="7905750"/>
            <a:ext cx="3159125" cy="1616075"/>
            <a:chOff x="279400" y="794916"/>
            <a:chExt cx="3159125" cy="1615826"/>
          </a:xfrm>
        </p:grpSpPr>
        <p:sp>
          <p:nvSpPr>
            <p:cNvPr id="9250" name="Rectangle 110"/>
            <p:cNvSpPr>
              <a:spLocks noChangeArrowheads="1"/>
            </p:cNvSpPr>
            <p:nvPr/>
          </p:nvSpPr>
          <p:spPr bwMode="auto">
            <a:xfrm>
              <a:off x="279400" y="794916"/>
              <a:ext cx="3159125" cy="1615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13. Nhìn vào ví dụ sau, hãy cho biết áp suất đầu ra đúng là bao nhiêu?</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 ① ㉠</a:t>
              </a:r>
              <a:r>
                <a:rPr lang="en-US" altLang="ko-KR" sz="900">
                  <a:latin typeface="Times New Roman" panose="02020603050405020304" pitchFamily="18" charset="0"/>
                  <a:ea typeface="Dotum" pitchFamily="34" charset="-127"/>
                  <a:cs typeface="Times New Roman" panose="02020603050405020304" pitchFamily="18" charset="0"/>
                </a:rPr>
                <a:t>: 4kgf / ㎠, </a:t>
              </a:r>
              <a:r>
                <a:rPr lang="ko-KR" altLang="en-US" sz="90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 6kgf / ㎠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② </a:t>
              </a:r>
              <a:r>
                <a:rPr lang="ko-KR" altLang="en-US" sz="90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 4kgf / ㎠, </a:t>
              </a:r>
              <a:r>
                <a:rPr lang="ko-KR" altLang="en-US" sz="90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 4kgf / ㎠</a:t>
              </a:r>
            </a:p>
            <a:p>
              <a:pP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 ③ ㉠</a:t>
              </a:r>
              <a:r>
                <a:rPr lang="en-US" altLang="ko-KR" sz="900">
                  <a:latin typeface="Times New Roman" panose="02020603050405020304" pitchFamily="18" charset="0"/>
                  <a:ea typeface="Dotum" pitchFamily="34" charset="-127"/>
                  <a:cs typeface="Times New Roman" panose="02020603050405020304" pitchFamily="18" charset="0"/>
                </a:rPr>
                <a:t>: 5kgf / ㎠, </a:t>
              </a:r>
              <a:r>
                <a:rPr lang="ko-KR" altLang="en-US" sz="90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 6kgf / ㎠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④ </a:t>
              </a:r>
              <a:r>
                <a:rPr lang="ko-KR" altLang="en-US" sz="90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 5kgf / ㎠, </a:t>
              </a:r>
              <a:r>
                <a:rPr lang="ko-KR" altLang="en-US" sz="90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 4kgf / ㎠</a:t>
              </a:r>
            </a:p>
          </p:txBody>
        </p:sp>
        <p:sp>
          <p:nvSpPr>
            <p:cNvPr id="9251" name="Text Box 75"/>
            <p:cNvSpPr txBox="1">
              <a:spLocks noChangeArrowheads="1"/>
            </p:cNvSpPr>
            <p:nvPr/>
          </p:nvSpPr>
          <p:spPr bwMode="auto">
            <a:xfrm>
              <a:off x="2232025" y="1160463"/>
              <a:ext cx="184731"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Times New Roman" panose="02020603050405020304" pitchFamily="18" charset="0"/>
                <a:ea typeface="Dotum" pitchFamily="34" charset="-127"/>
                <a:cs typeface="Times New Roman" panose="02020603050405020304" pitchFamily="18" charset="0"/>
              </a:endParaRPr>
            </a:p>
          </p:txBody>
        </p:sp>
      </p:grpSp>
      <p:grpSp>
        <p:nvGrpSpPr>
          <p:cNvPr id="9237" name="Group 1"/>
          <p:cNvGrpSpPr>
            <a:grpSpLocks/>
          </p:cNvGrpSpPr>
          <p:nvPr/>
        </p:nvGrpSpPr>
        <p:grpSpPr bwMode="auto">
          <a:xfrm>
            <a:off x="3500438" y="8153400"/>
            <a:ext cx="2464614" cy="762645"/>
            <a:chOff x="3665538" y="8270875"/>
            <a:chExt cx="2464614" cy="762644"/>
          </a:xfrm>
        </p:grpSpPr>
        <p:pic>
          <p:nvPicPr>
            <p:cNvPr id="9238" name="Picture 68"/>
            <p:cNvPicPr>
              <a:picLocks noChangeAspect="1" noChangeArrowheads="1"/>
            </p:cNvPicPr>
            <p:nvPr/>
          </p:nvPicPr>
          <p:blipFill>
            <a:blip r:embed="rId8">
              <a:extLst>
                <a:ext uri="{28A0092B-C50C-407E-A947-70E740481C1C}">
                  <a14:useLocalDpi xmlns:a14="http://schemas.microsoft.com/office/drawing/2010/main" val="0"/>
                </a:ext>
              </a:extLst>
            </a:blip>
            <a:srcRect l="6609" r="6755" b="12042"/>
            <a:stretch>
              <a:fillRect/>
            </a:stretch>
          </p:blipFill>
          <p:spPr bwMode="auto">
            <a:xfrm>
              <a:off x="3921125" y="8442325"/>
              <a:ext cx="64928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39" name="Line 69"/>
            <p:cNvSpPr>
              <a:spLocks noChangeShapeType="1"/>
            </p:cNvSpPr>
            <p:nvPr/>
          </p:nvSpPr>
          <p:spPr bwMode="auto">
            <a:xfrm>
              <a:off x="3940175" y="8650287"/>
              <a:ext cx="0" cy="215900"/>
            </a:xfrm>
            <a:prstGeom prst="line">
              <a:avLst/>
            </a:prstGeom>
            <a:noFill/>
            <a:ln w="19050">
              <a:solidFill>
                <a:srgbClr val="77777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Times New Roman" panose="02020603050405020304" pitchFamily="18" charset="0"/>
                <a:cs typeface="Times New Roman" panose="02020603050405020304" pitchFamily="18" charset="0"/>
              </a:endParaRPr>
            </a:p>
          </p:txBody>
        </p:sp>
        <p:sp>
          <p:nvSpPr>
            <p:cNvPr id="9240" name="Line 70"/>
            <p:cNvSpPr>
              <a:spLocks noChangeShapeType="1"/>
            </p:cNvSpPr>
            <p:nvPr/>
          </p:nvSpPr>
          <p:spPr bwMode="auto">
            <a:xfrm>
              <a:off x="4506913" y="8650287"/>
              <a:ext cx="0" cy="215900"/>
            </a:xfrm>
            <a:prstGeom prst="line">
              <a:avLst/>
            </a:prstGeom>
            <a:noFill/>
            <a:ln w="19050">
              <a:solidFill>
                <a:srgbClr val="77777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Times New Roman" panose="02020603050405020304" pitchFamily="18" charset="0"/>
                <a:cs typeface="Times New Roman" panose="02020603050405020304" pitchFamily="18" charset="0"/>
              </a:endParaRPr>
            </a:p>
          </p:txBody>
        </p:sp>
        <p:sp>
          <p:nvSpPr>
            <p:cNvPr id="9241" name="Text Box 71"/>
            <p:cNvSpPr txBox="1">
              <a:spLocks noChangeArrowheads="1"/>
            </p:cNvSpPr>
            <p:nvPr/>
          </p:nvSpPr>
          <p:spPr bwMode="auto">
            <a:xfrm>
              <a:off x="4083050" y="8270875"/>
              <a:ext cx="2984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a:t>
              </a:r>
            </a:p>
          </p:txBody>
        </p:sp>
        <p:sp>
          <p:nvSpPr>
            <p:cNvPr id="9242" name="Text Box 72"/>
            <p:cNvSpPr txBox="1">
              <a:spLocks noChangeArrowheads="1"/>
            </p:cNvSpPr>
            <p:nvPr/>
          </p:nvSpPr>
          <p:spPr bwMode="auto">
            <a:xfrm>
              <a:off x="3665538" y="8802687"/>
              <a:ext cx="54373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4kgf/㎠</a:t>
              </a:r>
              <a:endParaRPr lang="ko-KR" altLang="en-US" sz="900">
                <a:latin typeface="Times New Roman" panose="02020603050405020304" pitchFamily="18" charset="0"/>
                <a:ea typeface="Dotum" pitchFamily="34" charset="-127"/>
                <a:cs typeface="Times New Roman" panose="02020603050405020304" pitchFamily="18" charset="0"/>
              </a:endParaRPr>
            </a:p>
          </p:txBody>
        </p:sp>
        <p:sp>
          <p:nvSpPr>
            <p:cNvPr id="9243" name="Text Box 73"/>
            <p:cNvSpPr txBox="1">
              <a:spLocks noChangeArrowheads="1"/>
            </p:cNvSpPr>
            <p:nvPr/>
          </p:nvSpPr>
          <p:spPr bwMode="auto">
            <a:xfrm>
              <a:off x="4243388" y="8802687"/>
              <a:ext cx="54373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5kgf/㎠</a:t>
              </a:r>
              <a:endParaRPr lang="ko-KR" altLang="en-US" sz="900">
                <a:latin typeface="Times New Roman" panose="02020603050405020304" pitchFamily="18" charset="0"/>
                <a:ea typeface="Dotum" pitchFamily="34" charset="-127"/>
                <a:cs typeface="Times New Roman" panose="02020603050405020304" pitchFamily="18" charset="0"/>
              </a:endParaRPr>
            </a:p>
          </p:txBody>
        </p:sp>
        <p:pic>
          <p:nvPicPr>
            <p:cNvPr id="9244" name="Picture 74"/>
            <p:cNvPicPr>
              <a:picLocks noChangeAspect="1" noChangeArrowheads="1"/>
            </p:cNvPicPr>
            <p:nvPr/>
          </p:nvPicPr>
          <p:blipFill>
            <a:blip r:embed="rId9">
              <a:extLst>
                <a:ext uri="{28A0092B-C50C-407E-A947-70E740481C1C}">
                  <a14:useLocalDpi xmlns:a14="http://schemas.microsoft.com/office/drawing/2010/main" val="0"/>
                </a:ext>
              </a:extLst>
            </a:blip>
            <a:srcRect l="7243" t="11058" r="7086" b="12741"/>
            <a:stretch>
              <a:fillRect/>
            </a:stretch>
          </p:blipFill>
          <p:spPr bwMode="auto">
            <a:xfrm>
              <a:off x="5216525" y="8442325"/>
              <a:ext cx="64770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45" name="Text Box 75"/>
            <p:cNvSpPr txBox="1">
              <a:spLocks noChangeArrowheads="1"/>
            </p:cNvSpPr>
            <p:nvPr/>
          </p:nvSpPr>
          <p:spPr bwMode="auto">
            <a:xfrm>
              <a:off x="5378450" y="8270875"/>
              <a:ext cx="2984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a:t>
              </a:r>
            </a:p>
          </p:txBody>
        </p:sp>
        <p:sp>
          <p:nvSpPr>
            <p:cNvPr id="9246" name="Text Box 76"/>
            <p:cNvSpPr txBox="1">
              <a:spLocks noChangeArrowheads="1"/>
            </p:cNvSpPr>
            <p:nvPr/>
          </p:nvSpPr>
          <p:spPr bwMode="auto">
            <a:xfrm>
              <a:off x="4960938" y="8802687"/>
              <a:ext cx="54373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6kgf/㎠</a:t>
              </a:r>
              <a:endParaRPr lang="ko-KR" altLang="en-US" sz="900">
                <a:latin typeface="Times New Roman" panose="02020603050405020304" pitchFamily="18" charset="0"/>
                <a:ea typeface="Dotum" pitchFamily="34" charset="-127"/>
                <a:cs typeface="Times New Roman" panose="02020603050405020304" pitchFamily="18" charset="0"/>
              </a:endParaRPr>
            </a:p>
          </p:txBody>
        </p:sp>
        <p:sp>
          <p:nvSpPr>
            <p:cNvPr id="9247" name="Text Box 77"/>
            <p:cNvSpPr txBox="1">
              <a:spLocks noChangeArrowheads="1"/>
            </p:cNvSpPr>
            <p:nvPr/>
          </p:nvSpPr>
          <p:spPr bwMode="auto">
            <a:xfrm>
              <a:off x="5586413" y="8802687"/>
              <a:ext cx="54373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4kgf/㎠</a:t>
              </a:r>
              <a:endParaRPr lang="ko-KR" altLang="en-US" sz="900">
                <a:latin typeface="Times New Roman" panose="02020603050405020304" pitchFamily="18" charset="0"/>
                <a:ea typeface="Dotum" pitchFamily="34" charset="-127"/>
                <a:cs typeface="Times New Roman" panose="02020603050405020304" pitchFamily="18" charset="0"/>
              </a:endParaRPr>
            </a:p>
          </p:txBody>
        </p:sp>
        <p:sp>
          <p:nvSpPr>
            <p:cNvPr id="9248" name="Line 78"/>
            <p:cNvSpPr>
              <a:spLocks noChangeShapeType="1"/>
            </p:cNvSpPr>
            <p:nvPr/>
          </p:nvSpPr>
          <p:spPr bwMode="auto">
            <a:xfrm>
              <a:off x="5235575" y="8650287"/>
              <a:ext cx="0" cy="215900"/>
            </a:xfrm>
            <a:prstGeom prst="line">
              <a:avLst/>
            </a:prstGeom>
            <a:noFill/>
            <a:ln w="19050">
              <a:solidFill>
                <a:srgbClr val="77777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Times New Roman" panose="02020603050405020304" pitchFamily="18" charset="0"/>
                <a:cs typeface="Times New Roman" panose="02020603050405020304" pitchFamily="18" charset="0"/>
              </a:endParaRPr>
            </a:p>
          </p:txBody>
        </p:sp>
        <p:sp>
          <p:nvSpPr>
            <p:cNvPr id="9249" name="Line 79"/>
            <p:cNvSpPr>
              <a:spLocks noChangeShapeType="1"/>
            </p:cNvSpPr>
            <p:nvPr/>
          </p:nvSpPr>
          <p:spPr bwMode="auto">
            <a:xfrm>
              <a:off x="5864225" y="8650287"/>
              <a:ext cx="0" cy="215900"/>
            </a:xfrm>
            <a:prstGeom prst="line">
              <a:avLst/>
            </a:prstGeom>
            <a:noFill/>
            <a:ln w="19050">
              <a:solidFill>
                <a:srgbClr val="77777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267"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11268"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11269" name="Rectangle 130"/>
          <p:cNvSpPr>
            <a:spLocks noChangeArrowheads="1"/>
          </p:cNvSpPr>
          <p:nvPr/>
        </p:nvSpPr>
        <p:spPr bwMode="auto">
          <a:xfrm>
            <a:off x="295275" y="4881563"/>
            <a:ext cx="3062288"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17. Các điều kiện lựa chọn khác nhau đối với bộ lọc khí nén là gì?</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Ít tổn </a:t>
            </a:r>
            <a:r>
              <a:rPr lang="en-US" altLang="ko-KR" sz="900">
                <a:latin typeface="Times New Roman" panose="02020603050405020304" pitchFamily="18" charset="0"/>
                <a:ea typeface="Dotum" pitchFamily="34" charset="-127"/>
                <a:cs typeface="Times New Roman" panose="02020603050405020304" pitchFamily="18" charset="0"/>
              </a:rPr>
              <a:t>thất áp suất</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② Thời gian sử dụng phải lâu dài</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a:t>
            </a:r>
            <a:r>
              <a:rPr lang="en-US" altLang="ko-KR" sz="900" smtClean="0">
                <a:latin typeface="Times New Roman" panose="02020603050405020304" pitchFamily="18" charset="0"/>
                <a:ea typeface="Dotum" pitchFamily="34" charset="-127"/>
                <a:cs typeface="Times New Roman" panose="02020603050405020304" pitchFamily="18" charset="0"/>
              </a:rPr>
              <a:t>Phạm vi </a:t>
            </a:r>
            <a:r>
              <a:rPr lang="en-US" altLang="ko-KR" sz="900">
                <a:latin typeface="Times New Roman" panose="02020603050405020304" pitchFamily="18" charset="0"/>
                <a:ea typeface="Dotum" pitchFamily="34" charset="-127"/>
                <a:cs typeface="Times New Roman" panose="02020603050405020304" pitchFamily="18" charset="0"/>
              </a:rPr>
              <a:t>lọc phải nhỏ</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④ Phải có khả năng tách nước cao</a:t>
            </a:r>
          </a:p>
        </p:txBody>
      </p:sp>
      <p:sp>
        <p:nvSpPr>
          <p:cNvPr id="11270" name="Rectangle 100"/>
          <p:cNvSpPr>
            <a:spLocks noChangeArrowheads="1"/>
          </p:cNvSpPr>
          <p:nvPr/>
        </p:nvSpPr>
        <p:spPr bwMode="auto">
          <a:xfrm>
            <a:off x="3419475" y="5048250"/>
            <a:ext cx="3133725"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20. </a:t>
            </a:r>
            <a:r>
              <a:rPr lang="vi-VN" altLang="ko-KR" sz="900">
                <a:latin typeface="Times New Roman" panose="02020603050405020304" pitchFamily="18" charset="0"/>
                <a:ea typeface="Dotum" pitchFamily="34" charset="-127"/>
                <a:cs typeface="Times New Roman" panose="02020603050405020304" pitchFamily="18" charset="0"/>
              </a:rPr>
              <a:t>Nhìn vào biểu đồ dưới đây, mạch điện phù hợp cho bộ hẹn </a:t>
            </a:r>
            <a:r>
              <a:rPr lang="vi-VN" altLang="ko-KR" sz="900" smtClean="0">
                <a:latin typeface="Times New Roman" panose="02020603050405020304" pitchFamily="18" charset="0"/>
                <a:ea typeface="Dotum" pitchFamily="34" charset="-127"/>
                <a:cs typeface="Times New Roman" panose="02020603050405020304" pitchFamily="18" charset="0"/>
              </a:rPr>
              <a:t>giờ</a:t>
            </a:r>
            <a:r>
              <a:rPr lang="en-US" altLang="ko-KR" sz="900" smtClean="0">
                <a:latin typeface="Times New Roman" panose="02020603050405020304" pitchFamily="18" charset="0"/>
                <a:ea typeface="Dotum" pitchFamily="34" charset="-127"/>
                <a:cs typeface="Times New Roman" panose="02020603050405020304" pitchFamily="18" charset="0"/>
              </a:rPr>
              <a:t> (timer)</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khí nén là gì?</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②</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③ </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④</a:t>
            </a:r>
          </a:p>
        </p:txBody>
      </p:sp>
      <p:grpSp>
        <p:nvGrpSpPr>
          <p:cNvPr id="11271" name="Group 82"/>
          <p:cNvGrpSpPr>
            <a:grpSpLocks/>
          </p:cNvGrpSpPr>
          <p:nvPr/>
        </p:nvGrpSpPr>
        <p:grpSpPr bwMode="auto">
          <a:xfrm>
            <a:off x="3808413" y="6080125"/>
            <a:ext cx="1890712" cy="619125"/>
            <a:chOff x="2375" y="5161"/>
            <a:chExt cx="1191" cy="390"/>
          </a:xfrm>
        </p:grpSpPr>
        <p:pic>
          <p:nvPicPr>
            <p:cNvPr id="11332" name="Picture 10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 y="5161"/>
              <a:ext cx="1191"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prstDash val="dash"/>
                  <a:miter lim="800000"/>
                  <a:headEnd/>
                  <a:tailEnd/>
                </a14:hiddenLine>
              </a:ext>
            </a:extLst>
          </p:spPr>
        </p:pic>
        <p:grpSp>
          <p:nvGrpSpPr>
            <p:cNvPr id="11333" name="Group 123"/>
            <p:cNvGrpSpPr>
              <a:grpSpLocks/>
            </p:cNvGrpSpPr>
            <p:nvPr/>
          </p:nvGrpSpPr>
          <p:grpSpPr bwMode="auto">
            <a:xfrm rot="10800000">
              <a:off x="2592" y="5303"/>
              <a:ext cx="45" cy="45"/>
              <a:chOff x="2704" y="4390"/>
              <a:chExt cx="45" cy="45"/>
            </a:xfrm>
          </p:grpSpPr>
          <p:sp>
            <p:nvSpPr>
              <p:cNvPr id="11334" name="Line 121"/>
              <p:cNvSpPr>
                <a:spLocks noChangeShapeType="1"/>
              </p:cNvSpPr>
              <p:nvPr/>
            </p:nvSpPr>
            <p:spPr bwMode="auto">
              <a:xfrm>
                <a:off x="2704" y="4390"/>
                <a:ext cx="45" cy="23"/>
              </a:xfrm>
              <a:prstGeom prst="line">
                <a:avLst/>
              </a:prstGeom>
              <a:noFill/>
              <a:ln w="3175">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ko-KR" altLang="en-US">
                  <a:latin typeface="Times New Roman" panose="02020603050405020304" pitchFamily="18" charset="0"/>
                  <a:cs typeface="Times New Roman" panose="02020603050405020304" pitchFamily="18" charset="0"/>
                </a:endParaRPr>
              </a:p>
            </p:txBody>
          </p:sp>
          <p:sp>
            <p:nvSpPr>
              <p:cNvPr id="11335" name="Line 122"/>
              <p:cNvSpPr>
                <a:spLocks noChangeShapeType="1"/>
              </p:cNvSpPr>
              <p:nvPr/>
            </p:nvSpPr>
            <p:spPr bwMode="auto">
              <a:xfrm flipH="1">
                <a:off x="2704" y="4413"/>
                <a:ext cx="45" cy="22"/>
              </a:xfrm>
              <a:prstGeom prst="line">
                <a:avLst/>
              </a:prstGeom>
              <a:noFill/>
              <a:ln w="3175">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ko-KR" altLang="en-US">
                  <a:latin typeface="Times New Roman" panose="02020603050405020304" pitchFamily="18" charset="0"/>
                  <a:cs typeface="Times New Roman" panose="02020603050405020304" pitchFamily="18" charset="0"/>
                </a:endParaRPr>
              </a:p>
            </p:txBody>
          </p:sp>
        </p:grpSp>
      </p:grpSp>
      <p:pic>
        <p:nvPicPr>
          <p:cNvPr id="11272" name="Picture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6813" y="8172450"/>
            <a:ext cx="20177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3" name="Picture 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9663" y="7470775"/>
            <a:ext cx="2049462"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274" name="Group 89"/>
          <p:cNvGrpSpPr>
            <a:grpSpLocks/>
          </p:cNvGrpSpPr>
          <p:nvPr/>
        </p:nvGrpSpPr>
        <p:grpSpPr bwMode="auto">
          <a:xfrm>
            <a:off x="3827463" y="6775450"/>
            <a:ext cx="1871662" cy="647700"/>
            <a:chOff x="2387" y="3982"/>
            <a:chExt cx="1179" cy="408"/>
          </a:xfrm>
        </p:grpSpPr>
        <p:pic>
          <p:nvPicPr>
            <p:cNvPr id="11330" name="Picture 10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7" y="3982"/>
              <a:ext cx="1179"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31" name="Rectangle 91"/>
            <p:cNvSpPr>
              <a:spLocks noChangeArrowheads="1"/>
            </p:cNvSpPr>
            <p:nvPr/>
          </p:nvSpPr>
          <p:spPr bwMode="auto">
            <a:xfrm>
              <a:off x="2399" y="4009"/>
              <a:ext cx="1134" cy="363"/>
            </a:xfrm>
            <a:prstGeom prst="rect">
              <a:avLst/>
            </a:prstGeom>
            <a:noFill/>
            <a:ln w="6350">
              <a:solidFill>
                <a:srgbClr val="777777"/>
              </a:solidFill>
              <a:prstDash val="lg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Times New Roman" panose="02020603050405020304" pitchFamily="18" charset="0"/>
                <a:ea typeface="Dotum" pitchFamily="34" charset="-127"/>
                <a:cs typeface="Times New Roman" panose="02020603050405020304" pitchFamily="18" charset="0"/>
              </a:endParaRPr>
            </a:p>
          </p:txBody>
        </p:sp>
      </p:grpSp>
      <p:pic>
        <p:nvPicPr>
          <p:cNvPr id="11275" name="Picture 92"/>
          <p:cNvPicPr>
            <a:picLocks noChangeAspect="1" noChangeArrowheads="1"/>
          </p:cNvPicPr>
          <p:nvPr/>
        </p:nvPicPr>
        <p:blipFill>
          <a:blip r:embed="rId7">
            <a:extLst>
              <a:ext uri="{28A0092B-C50C-407E-A947-70E740481C1C}">
                <a14:useLocalDpi xmlns:a14="http://schemas.microsoft.com/office/drawing/2010/main" val="0"/>
              </a:ext>
            </a:extLst>
          </a:blip>
          <a:srcRect l="5528" t="79105"/>
          <a:stretch>
            <a:fillRect/>
          </a:stretch>
        </p:blipFill>
        <p:spPr bwMode="auto">
          <a:xfrm>
            <a:off x="3649663" y="5468938"/>
            <a:ext cx="2520950"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6" name="Rectangle 90"/>
          <p:cNvSpPr>
            <a:spLocks noChangeArrowheads="1"/>
          </p:cNvSpPr>
          <p:nvPr/>
        </p:nvSpPr>
        <p:spPr bwMode="auto">
          <a:xfrm>
            <a:off x="304800" y="3440113"/>
            <a:ext cx="31146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16. </a:t>
            </a:r>
            <a:r>
              <a:rPr lang="vi-VN" sz="900">
                <a:latin typeface="Times New Roman" panose="02020603050405020304" pitchFamily="18" charset="0"/>
                <a:ea typeface="Dotum" pitchFamily="34" charset="-127"/>
                <a:cs typeface="Times New Roman" panose="02020603050405020304" pitchFamily="18" charset="0"/>
              </a:rPr>
              <a:t>Trong số các phương pháp làm mát của máy nén khí </a:t>
            </a:r>
            <a:r>
              <a:rPr lang="vi-VN" sz="900" smtClean="0">
                <a:latin typeface="Times New Roman" panose="02020603050405020304" pitchFamily="18" charset="0"/>
                <a:ea typeface="Dotum" pitchFamily="34" charset="-127"/>
                <a:cs typeface="Times New Roman" panose="02020603050405020304" pitchFamily="18" charset="0"/>
              </a:rPr>
              <a:t>piston</a:t>
            </a:r>
            <a:r>
              <a:rPr lang="en-US" sz="900" smtClean="0">
                <a:latin typeface="Times New Roman" panose="02020603050405020304" pitchFamily="18" charset="0"/>
                <a:ea typeface="Dotum" pitchFamily="34" charset="-127"/>
                <a:cs typeface="Times New Roman" panose="02020603050405020304" pitchFamily="18" charset="0"/>
              </a:rPr>
              <a:t> đa tầng</a:t>
            </a:r>
            <a:r>
              <a:rPr lang="vi-VN" sz="900" smtClean="0">
                <a:latin typeface="Times New Roman" panose="02020603050405020304" pitchFamily="18" charset="0"/>
                <a:ea typeface="Dotum" pitchFamily="34" charset="-127"/>
                <a:cs typeface="Times New Roman" panose="02020603050405020304" pitchFamily="18" charset="0"/>
              </a:rPr>
              <a:t>, </a:t>
            </a:r>
            <a:r>
              <a:rPr lang="vi-VN" sz="900">
                <a:latin typeface="Times New Roman" panose="02020603050405020304" pitchFamily="18" charset="0"/>
                <a:ea typeface="Dotum" pitchFamily="34" charset="-127"/>
                <a:cs typeface="Times New Roman" panose="02020603050405020304" pitchFamily="18" charset="0"/>
              </a:rPr>
              <a:t>phương pháp làm mát nào chủ yếu được sử dụng cho máy nén nhỏ</a:t>
            </a:r>
            <a:r>
              <a:rPr lang="vi-VN" altLang="ko-KR" sz="900">
                <a:latin typeface="Times New Roman" panose="02020603050405020304" pitchFamily="18" charset="0"/>
                <a:ea typeface="Dotum" pitchFamily="34" charset="-127"/>
                <a:cs typeface="Times New Roman" panose="02020603050405020304" pitchFamily="18" charset="0"/>
              </a:rPr>
              <a:t>?</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Loại làm mát bằng nước </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Loại làm mát bằng không khí</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Loại hấp thụ </a:t>
            </a:r>
          </a:p>
          <a:p>
            <a:pPr eaLnBrk="1" hangingPunct="1">
              <a:spcBef>
                <a:spcPct val="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 ④ </a:t>
            </a:r>
            <a:r>
              <a:rPr lang="en-US" altLang="ko-KR" sz="900">
                <a:latin typeface="Times New Roman" panose="02020603050405020304" pitchFamily="18" charset="0"/>
                <a:ea typeface="Dotum" pitchFamily="34" charset="-127"/>
                <a:cs typeface="Times New Roman" panose="02020603050405020304" pitchFamily="18" charset="0"/>
              </a:rPr>
              <a:t>Loại làm mát</a:t>
            </a:r>
          </a:p>
        </p:txBody>
      </p:sp>
      <p:grpSp>
        <p:nvGrpSpPr>
          <p:cNvPr id="11277" name="Group 172"/>
          <p:cNvGrpSpPr>
            <a:grpSpLocks/>
          </p:cNvGrpSpPr>
          <p:nvPr/>
        </p:nvGrpSpPr>
        <p:grpSpPr bwMode="auto">
          <a:xfrm>
            <a:off x="3429000" y="892175"/>
            <a:ext cx="3024336" cy="3665539"/>
            <a:chOff x="182" y="571"/>
            <a:chExt cx="1978" cy="2309"/>
          </a:xfrm>
        </p:grpSpPr>
        <p:sp>
          <p:nvSpPr>
            <p:cNvPr id="11326" name="Rectangle 173"/>
            <p:cNvSpPr>
              <a:spLocks noChangeArrowheads="1"/>
            </p:cNvSpPr>
            <p:nvPr/>
          </p:nvSpPr>
          <p:spPr bwMode="auto">
            <a:xfrm>
              <a:off x="182" y="571"/>
              <a:ext cx="1978" cy="2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19. Giải thích nào về phương pháp </a:t>
              </a:r>
              <a:r>
                <a:rPr lang="en-US" altLang="ko-KR" sz="900" smtClean="0">
                  <a:latin typeface="Times New Roman" panose="02020603050405020304" pitchFamily="18" charset="0"/>
                  <a:ea typeface="Dotum" pitchFamily="34" charset="-127"/>
                  <a:cs typeface="Times New Roman" panose="02020603050405020304" pitchFamily="18" charset="0"/>
                </a:rPr>
                <a:t>điều khiển tốc độ</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là đúng?</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a:buNone/>
              </a:pPr>
              <a:r>
                <a:rPr lang="en-US" sz="900" smtClean="0">
                  <a:latin typeface="Times New Roman" panose="02020603050405020304" pitchFamily="18" charset="0"/>
                  <a:ea typeface="Dotum" pitchFamily="34" charset="-127"/>
                  <a:cs typeface="Times New Roman" panose="02020603050405020304" pitchFamily="18" charset="0"/>
                </a:rPr>
                <a:t>    ① </a:t>
              </a:r>
              <a:r>
                <a:rPr lang="en-US" sz="900">
                  <a:latin typeface="Times New Roman" panose="02020603050405020304" pitchFamily="18" charset="0"/>
                  <a:ea typeface="Dotum" pitchFamily="34" charset="-127"/>
                  <a:cs typeface="Times New Roman" panose="02020603050405020304" pitchFamily="18" charset="0"/>
                </a:rPr>
                <a:t>Vì áp suất ở phía ⓑ ở trạng thái chảy tự do, nó ngay </a:t>
              </a:r>
              <a:r>
                <a:rPr lang="en-US" sz="900" smtClean="0">
                  <a:latin typeface="Times New Roman" panose="02020603050405020304" pitchFamily="18" charset="0"/>
                  <a:ea typeface="Dotum" pitchFamily="34" charset="-127"/>
                  <a:cs typeface="Times New Roman" panose="02020603050405020304" pitchFamily="18" charset="0"/>
                </a:rPr>
                <a:t>lập  </a:t>
              </a:r>
              <a:r>
                <a:rPr lang="en-US" sz="900">
                  <a:latin typeface="Times New Roman" panose="02020603050405020304" pitchFamily="18" charset="0"/>
                  <a:ea typeface="Dotum" pitchFamily="34" charset="-127"/>
                  <a:cs typeface="Times New Roman" panose="02020603050405020304" pitchFamily="18" charset="0"/>
                </a:rPr>
                <a:t>tức giảm xuống áp suất khí quyển.</a:t>
              </a:r>
            </a:p>
            <a:p>
              <a:pPr>
                <a:buNone/>
              </a:pP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② </a:t>
              </a:r>
              <a:r>
                <a:rPr lang="vi-VN" sz="900">
                  <a:latin typeface="Times New Roman" panose="02020603050405020304" pitchFamily="18" charset="0"/>
                  <a:ea typeface="Dotum" pitchFamily="34" charset="-127"/>
                  <a:cs typeface="Times New Roman" panose="02020603050405020304" pitchFamily="18" charset="0"/>
                </a:rPr>
                <a:t>Do không khí cung cấp bị hạn chế, nên cần thời gian để áp suất ở phía ⓐ tăng lên.</a:t>
              </a:r>
            </a:p>
            <a:p>
              <a:pPr>
                <a:buNone/>
              </a:pP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③ </a:t>
              </a:r>
              <a:r>
                <a:rPr lang="vi-VN" sz="900">
                  <a:latin typeface="Times New Roman" panose="02020603050405020304" pitchFamily="18" charset="0"/>
                  <a:ea typeface="Dotum" pitchFamily="34" charset="-127"/>
                  <a:cs typeface="Times New Roman" panose="02020603050405020304" pitchFamily="18" charset="0"/>
                </a:rPr>
                <a:t>Do khả năng nén của không khí, khó có thể ngăn cản </a:t>
              </a: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hoàn </a:t>
              </a:r>
              <a:r>
                <a:rPr lang="vi-VN" sz="900">
                  <a:latin typeface="Times New Roman" panose="02020603050405020304" pitchFamily="18" charset="0"/>
                  <a:ea typeface="Dotum" pitchFamily="34" charset="-127"/>
                  <a:cs typeface="Times New Roman" panose="02020603050405020304" pitchFamily="18" charset="0"/>
                </a:rPr>
                <a:t>toàn sự khởi động nhanh của piston.</a:t>
              </a:r>
            </a:p>
            <a:p>
              <a:pPr>
                <a:buNone/>
              </a:pP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④ </a:t>
              </a:r>
              <a:r>
                <a:rPr lang="vi-VN" sz="900">
                  <a:latin typeface="Times New Roman" panose="02020603050405020304" pitchFamily="18" charset="0"/>
                  <a:ea typeface="Dotum" pitchFamily="34" charset="-127"/>
                  <a:cs typeface="Times New Roman" panose="02020603050405020304" pitchFamily="18" charset="0"/>
                </a:rPr>
                <a:t>Chuyển động của piston không ổn định do sự cân </a:t>
              </a: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bằng </a:t>
              </a:r>
              <a:r>
                <a:rPr lang="vi-VN" sz="900">
                  <a:latin typeface="Times New Roman" panose="02020603050405020304" pitchFamily="18" charset="0"/>
                  <a:ea typeface="Dotum" pitchFamily="34" charset="-127"/>
                  <a:cs typeface="Times New Roman" panose="02020603050405020304" pitchFamily="18" charset="0"/>
                </a:rPr>
                <a:t>áp suất giữa ⓐ và ⓑ không đúng.</a:t>
              </a:r>
              <a:endParaRPr lang="vi-VN" altLang="ko-KR" sz="900">
                <a:latin typeface="Times New Roman" panose="02020603050405020304" pitchFamily="18" charset="0"/>
                <a:ea typeface="Dotum" pitchFamily="34" charset="-127"/>
                <a:cs typeface="Times New Roman" panose="02020603050405020304" pitchFamily="18" charset="0"/>
              </a:endParaRPr>
            </a:p>
          </p:txBody>
        </p:sp>
        <p:pic>
          <p:nvPicPr>
            <p:cNvPr id="11327" name="Picture 174" descr="미터아웃"/>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 y="749"/>
              <a:ext cx="1008" cy="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8" name="Rectangle 175"/>
            <p:cNvSpPr>
              <a:spLocks noChangeArrowheads="1"/>
            </p:cNvSpPr>
            <p:nvPr/>
          </p:nvSpPr>
          <p:spPr bwMode="auto">
            <a:xfrm>
              <a:off x="786" y="983"/>
              <a:ext cx="180" cy="1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a:t>
              </a:r>
            </a:p>
          </p:txBody>
        </p:sp>
        <p:sp>
          <p:nvSpPr>
            <p:cNvPr id="11329" name="Rectangle 176"/>
            <p:cNvSpPr>
              <a:spLocks noChangeArrowheads="1"/>
            </p:cNvSpPr>
            <p:nvPr/>
          </p:nvSpPr>
          <p:spPr bwMode="auto">
            <a:xfrm>
              <a:off x="1224" y="976"/>
              <a:ext cx="180" cy="1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a:t>
              </a:r>
            </a:p>
          </p:txBody>
        </p:sp>
      </p:grpSp>
      <p:sp>
        <p:nvSpPr>
          <p:cNvPr id="11278" name="Text Box 15"/>
          <p:cNvSpPr txBox="1">
            <a:spLocks noChangeArrowheads="1"/>
          </p:cNvSpPr>
          <p:nvPr/>
        </p:nvSpPr>
        <p:spPr bwMode="auto">
          <a:xfrm>
            <a:off x="279400" y="6257925"/>
            <a:ext cx="31496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18. </a:t>
            </a:r>
            <a:r>
              <a:rPr lang="vi-VN" altLang="ko-KR" sz="900" smtClean="0">
                <a:latin typeface="Times New Roman" panose="02020603050405020304" pitchFamily="18" charset="0"/>
                <a:ea typeface="Dotum" pitchFamily="34" charset="-127"/>
                <a:cs typeface="Times New Roman" panose="02020603050405020304" pitchFamily="18" charset="0"/>
              </a:rPr>
              <a:t>Đi</a:t>
            </a:r>
            <a:r>
              <a:rPr lang="en-US" altLang="ko-KR" sz="900" smtClean="0">
                <a:latin typeface="Times New Roman" panose="02020603050405020304" pitchFamily="18" charset="0"/>
                <a:ea typeface="Dotum" pitchFamily="34" charset="-127"/>
                <a:cs typeface="Times New Roman" panose="02020603050405020304" pitchFamily="18" charset="0"/>
              </a:rPr>
              <a:t>ền đáp án thích hợp</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cho</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đồ thị sau đây?</a:t>
            </a:r>
            <a:endParaRPr lang="en-US" altLang="ko-KR" sz="900">
              <a:latin typeface="Times New Roman" panose="02020603050405020304" pitchFamily="18" charset="0"/>
              <a:ea typeface="Dotum" pitchFamily="34" charset="-127"/>
              <a:cs typeface="Times New Roman" panose="02020603050405020304" pitchFamily="18" charset="0"/>
            </a:endParaRPr>
          </a:p>
        </p:txBody>
      </p:sp>
      <p:grpSp>
        <p:nvGrpSpPr>
          <p:cNvPr id="11279" name="Group 16"/>
          <p:cNvGrpSpPr>
            <a:grpSpLocks/>
          </p:cNvGrpSpPr>
          <p:nvPr/>
        </p:nvGrpSpPr>
        <p:grpSpPr bwMode="auto">
          <a:xfrm>
            <a:off x="442913" y="6675438"/>
            <a:ext cx="2914650" cy="1230312"/>
            <a:chOff x="369" y="3343"/>
            <a:chExt cx="1836" cy="775"/>
          </a:xfrm>
        </p:grpSpPr>
        <p:grpSp>
          <p:nvGrpSpPr>
            <p:cNvPr id="11310" name="Group 17"/>
            <p:cNvGrpSpPr>
              <a:grpSpLocks/>
            </p:cNvGrpSpPr>
            <p:nvPr/>
          </p:nvGrpSpPr>
          <p:grpSpPr bwMode="auto">
            <a:xfrm>
              <a:off x="369" y="3347"/>
              <a:ext cx="1337" cy="771"/>
              <a:chOff x="369" y="3347"/>
              <a:chExt cx="2585" cy="1268"/>
            </a:xfrm>
          </p:grpSpPr>
          <p:sp>
            <p:nvSpPr>
              <p:cNvPr id="11315" name="Line 18"/>
              <p:cNvSpPr>
                <a:spLocks noChangeShapeType="1"/>
              </p:cNvSpPr>
              <p:nvPr/>
            </p:nvSpPr>
            <p:spPr bwMode="auto">
              <a:xfrm>
                <a:off x="369" y="3347"/>
                <a:ext cx="258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316" name="Line 19"/>
              <p:cNvSpPr>
                <a:spLocks noChangeShapeType="1"/>
              </p:cNvSpPr>
              <p:nvPr/>
            </p:nvSpPr>
            <p:spPr bwMode="auto">
              <a:xfrm>
                <a:off x="369" y="3801"/>
                <a:ext cx="258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317" name="Line 20"/>
              <p:cNvSpPr>
                <a:spLocks noChangeShapeType="1"/>
              </p:cNvSpPr>
              <p:nvPr/>
            </p:nvSpPr>
            <p:spPr bwMode="auto">
              <a:xfrm>
                <a:off x="369" y="4615"/>
                <a:ext cx="258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318" name="Line 21"/>
              <p:cNvSpPr>
                <a:spLocks noChangeShapeType="1"/>
              </p:cNvSpPr>
              <p:nvPr/>
            </p:nvSpPr>
            <p:spPr bwMode="auto">
              <a:xfrm flipV="1">
                <a:off x="1230" y="3347"/>
                <a:ext cx="0" cy="4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319" name="Line 22"/>
              <p:cNvSpPr>
                <a:spLocks noChangeShapeType="1"/>
              </p:cNvSpPr>
              <p:nvPr/>
            </p:nvSpPr>
            <p:spPr bwMode="auto">
              <a:xfrm flipV="1">
                <a:off x="610" y="3795"/>
                <a:ext cx="0"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1320" name="Line 23"/>
              <p:cNvSpPr>
                <a:spLocks noChangeShapeType="1"/>
              </p:cNvSpPr>
              <p:nvPr/>
            </p:nvSpPr>
            <p:spPr bwMode="auto">
              <a:xfrm flipH="1">
                <a:off x="1731" y="3801"/>
                <a:ext cx="15" cy="3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1321" name="Line 24"/>
              <p:cNvSpPr>
                <a:spLocks noChangeShapeType="1"/>
              </p:cNvSpPr>
              <p:nvPr/>
            </p:nvSpPr>
            <p:spPr bwMode="auto">
              <a:xfrm>
                <a:off x="1004" y="4167"/>
                <a:ext cx="94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1322" name="Line 25"/>
              <p:cNvSpPr>
                <a:spLocks noChangeShapeType="1"/>
              </p:cNvSpPr>
              <p:nvPr/>
            </p:nvSpPr>
            <p:spPr bwMode="auto">
              <a:xfrm flipV="1">
                <a:off x="1890" y="4072"/>
                <a:ext cx="0" cy="53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1323" name="Line 26"/>
              <p:cNvSpPr>
                <a:spLocks noChangeShapeType="1"/>
              </p:cNvSpPr>
              <p:nvPr/>
            </p:nvSpPr>
            <p:spPr bwMode="auto">
              <a:xfrm flipV="1">
                <a:off x="2527" y="3351"/>
                <a:ext cx="0" cy="12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1324" name="Line 27"/>
              <p:cNvSpPr>
                <a:spLocks noChangeShapeType="1"/>
              </p:cNvSpPr>
              <p:nvPr/>
            </p:nvSpPr>
            <p:spPr bwMode="auto">
              <a:xfrm flipH="1">
                <a:off x="1911" y="4228"/>
                <a:ext cx="804" cy="215"/>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1325" name="Line 28"/>
              <p:cNvSpPr>
                <a:spLocks noChangeShapeType="1"/>
              </p:cNvSpPr>
              <p:nvPr/>
            </p:nvSpPr>
            <p:spPr bwMode="auto">
              <a:xfrm flipH="1" flipV="1">
                <a:off x="2545" y="4146"/>
                <a:ext cx="170" cy="82"/>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grpSp>
        <p:sp>
          <p:nvSpPr>
            <p:cNvPr id="11311" name="Rectangle 29"/>
            <p:cNvSpPr>
              <a:spLocks noChangeArrowheads="1"/>
            </p:cNvSpPr>
            <p:nvPr/>
          </p:nvSpPr>
          <p:spPr bwMode="auto">
            <a:xfrm>
              <a:off x="1703" y="3485"/>
              <a:ext cx="455" cy="20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①</a:t>
              </a:r>
              <a:r>
                <a:rPr lang="en-US" altLang="ko-KR" sz="900">
                  <a:latin typeface="Times New Roman" panose="02020603050405020304" pitchFamily="18" charset="0"/>
                  <a:ea typeface="Dotum" pitchFamily="34" charset="-127"/>
                  <a:cs typeface="Times New Roman" panose="02020603050405020304" pitchFamily="18" charset="0"/>
                </a:rPr>
                <a:t>(áp suất</a:t>
              </a:r>
            </a:p>
            <a:p>
              <a:pPr algn="ct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khí quyển)</a:t>
              </a:r>
            </a:p>
          </p:txBody>
        </p:sp>
        <p:sp>
          <p:nvSpPr>
            <p:cNvPr id="11312" name="Rectangle 30"/>
            <p:cNvSpPr>
              <a:spLocks noChangeArrowheads="1"/>
            </p:cNvSpPr>
            <p:nvPr/>
          </p:nvSpPr>
          <p:spPr bwMode="auto">
            <a:xfrm>
              <a:off x="856" y="3343"/>
              <a:ext cx="518" cy="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② (áp suất</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khí quyển)</a:t>
              </a:r>
            </a:p>
          </p:txBody>
        </p:sp>
        <p:sp>
          <p:nvSpPr>
            <p:cNvPr id="11313" name="Rectangle 31"/>
            <p:cNvSpPr>
              <a:spLocks noChangeArrowheads="1"/>
            </p:cNvSpPr>
            <p:nvPr/>
          </p:nvSpPr>
          <p:spPr bwMode="auto">
            <a:xfrm>
              <a:off x="1605" y="3812"/>
              <a:ext cx="600" cy="2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ko-KR" altLang="en-US" sz="900">
                  <a:latin typeface="Times New Roman" panose="02020603050405020304" pitchFamily="18" charset="0"/>
                  <a:ea typeface="Dotum" pitchFamily="34" charset="-127"/>
                  <a:cs typeface="Times New Roman" panose="02020603050405020304" pitchFamily="18" charset="0"/>
                </a:rPr>
                <a:t>③</a:t>
              </a:r>
              <a:r>
                <a:rPr lang="en-US" altLang="ko-KR" sz="900">
                  <a:latin typeface="Times New Roman" panose="02020603050405020304" pitchFamily="18" charset="0"/>
                  <a:ea typeface="Dotum" pitchFamily="34" charset="-127"/>
                  <a:cs typeface="Times New Roman" panose="02020603050405020304" pitchFamily="18" charset="0"/>
                </a:rPr>
                <a:t>(+</a:t>
              </a:r>
              <a:r>
                <a:rPr lang="vi-VN" altLang="ko-KR" sz="900">
                  <a:latin typeface="Times New Roman" panose="02020603050405020304" pitchFamily="18" charset="0"/>
                  <a:ea typeface="Dotum" pitchFamily="34" charset="-127"/>
                  <a:cs typeface="Times New Roman" panose="02020603050405020304" pitchFamily="18" charset="0"/>
                </a:rPr>
                <a:t> Đồng hồ đo</a:t>
              </a:r>
              <a:endParaRPr lang="en-US" altLang="ko-KR" sz="900">
                <a:latin typeface="Times New Roman" panose="02020603050405020304" pitchFamily="18" charset="0"/>
                <a:ea typeface="Dotum" pitchFamily="34" charset="-127"/>
                <a:cs typeface="Times New Roman" panose="02020603050405020304" pitchFamily="18" charset="0"/>
              </a:endParaRPr>
            </a:p>
            <a:p>
              <a:pPr algn="ct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áp suất</a:t>
              </a:r>
              <a:r>
                <a:rPr lang="en-US" altLang="ko-KR" sz="900">
                  <a:latin typeface="Times New Roman" panose="02020603050405020304" pitchFamily="18" charset="0"/>
                  <a:ea typeface="Dotum" pitchFamily="34" charset="-127"/>
                  <a:cs typeface="Times New Roman" panose="02020603050405020304" pitchFamily="18" charset="0"/>
                </a:rPr>
                <a:t>)</a:t>
              </a:r>
            </a:p>
          </p:txBody>
        </p:sp>
        <p:sp>
          <p:nvSpPr>
            <p:cNvPr id="11314" name="Rectangle 32"/>
            <p:cNvSpPr>
              <a:spLocks noChangeArrowheads="1"/>
            </p:cNvSpPr>
            <p:nvPr/>
          </p:nvSpPr>
          <p:spPr bwMode="auto">
            <a:xfrm>
              <a:off x="530" y="3635"/>
              <a:ext cx="450" cy="19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④ (áp suất </a:t>
              </a:r>
            </a:p>
            <a:p>
              <a:pPr algn="ct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chân không)</a:t>
              </a:r>
            </a:p>
          </p:txBody>
        </p:sp>
      </p:grpSp>
      <p:sp>
        <p:nvSpPr>
          <p:cNvPr id="11280" name="Text Box 8"/>
          <p:cNvSpPr txBox="1">
            <a:spLocks noChangeArrowheads="1"/>
          </p:cNvSpPr>
          <p:nvPr/>
        </p:nvSpPr>
        <p:spPr bwMode="auto">
          <a:xfrm>
            <a:off x="269875" y="889000"/>
            <a:ext cx="31432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vi-VN" altLang="ko-KR" sz="900">
                <a:latin typeface="Times New Roman" panose="02020603050405020304" pitchFamily="18" charset="0"/>
                <a:cs typeface="Times New Roman" panose="02020603050405020304" pitchFamily="18" charset="0"/>
              </a:rPr>
              <a:t>14. </a:t>
            </a:r>
            <a:r>
              <a:rPr lang="en-US" altLang="ko-KR" sz="900" smtClean="0">
                <a:latin typeface="Times New Roman" panose="02020603050405020304" pitchFamily="18" charset="0"/>
                <a:cs typeface="Times New Roman" panose="02020603050405020304" pitchFamily="18" charset="0"/>
              </a:rPr>
              <a:t>Hình bên dưới</a:t>
            </a:r>
            <a:r>
              <a:rPr lang="vi-VN" altLang="ko-KR" sz="900" smtClean="0">
                <a:latin typeface="Times New Roman" panose="02020603050405020304" pitchFamily="18" charset="0"/>
                <a:cs typeface="Times New Roman" panose="02020603050405020304" pitchFamily="18" charset="0"/>
              </a:rPr>
              <a:t> </a:t>
            </a:r>
            <a:r>
              <a:rPr lang="vi-VN" altLang="ko-KR" sz="900">
                <a:latin typeface="Times New Roman" panose="02020603050405020304" pitchFamily="18" charset="0"/>
                <a:cs typeface="Times New Roman" panose="02020603050405020304" pitchFamily="18" charset="0"/>
              </a:rPr>
              <a:t>đây đề cập </a:t>
            </a:r>
            <a:r>
              <a:rPr lang="vi-VN" altLang="ko-KR" sz="900" smtClean="0">
                <a:latin typeface="Times New Roman" panose="02020603050405020304" pitchFamily="18" charset="0"/>
                <a:cs typeface="Times New Roman" panose="02020603050405020304" pitchFamily="18" charset="0"/>
              </a:rPr>
              <a:t>đến đ</a:t>
            </a:r>
            <a:r>
              <a:rPr lang="en-US" altLang="ko-KR" sz="900" smtClean="0">
                <a:latin typeface="Times New Roman" panose="02020603050405020304" pitchFamily="18" charset="0"/>
                <a:cs typeface="Times New Roman" panose="02020603050405020304" pitchFamily="18" charset="0"/>
              </a:rPr>
              <a:t>ịnh </a:t>
            </a:r>
            <a:r>
              <a:rPr lang="vi-VN" altLang="ko-KR" sz="900" smtClean="0">
                <a:latin typeface="Times New Roman" panose="02020603050405020304" pitchFamily="18" charset="0"/>
                <a:cs typeface="Times New Roman" panose="02020603050405020304" pitchFamily="18" charset="0"/>
              </a:rPr>
              <a:t>luật </a:t>
            </a:r>
            <a:r>
              <a:rPr lang="vi-VN" altLang="ko-KR" sz="900">
                <a:latin typeface="Times New Roman" panose="02020603050405020304" pitchFamily="18" charset="0"/>
                <a:cs typeface="Times New Roman" panose="02020603050405020304" pitchFamily="18" charset="0"/>
              </a:rPr>
              <a:t>nào?</a:t>
            </a:r>
          </a:p>
          <a:p>
            <a:pPr eaLnBrk="1" hangingPunct="1">
              <a:spcBef>
                <a:spcPct val="0"/>
              </a:spcBef>
              <a:buFontTx/>
              <a:buNone/>
            </a:pPr>
            <a:endParaRPr lang="en-US" altLang="ko-KR" sz="900">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cs typeface="Times New Roman" panose="02020603050405020304" pitchFamily="18" charset="0"/>
              </a:rPr>
              <a:t> </a:t>
            </a:r>
          </a:p>
          <a:p>
            <a:pPr eaLnBrk="1" hangingPunct="1">
              <a:spcBef>
                <a:spcPct val="0"/>
              </a:spcBef>
              <a:buFontTx/>
              <a:buNone/>
            </a:pPr>
            <a:r>
              <a:rPr lang="en-US" altLang="ko-KR" sz="900">
                <a:latin typeface="Times New Roman" panose="02020603050405020304" pitchFamily="18" charset="0"/>
                <a:cs typeface="Times New Roman" panose="02020603050405020304" pitchFamily="18" charset="0"/>
              </a:rPr>
              <a:t> ① Định luật Charles-Boyle    ② Định luật Pascal</a:t>
            </a:r>
          </a:p>
          <a:p>
            <a:pPr eaLnBrk="1" hangingPunct="1">
              <a:spcBef>
                <a:spcPct val="0"/>
              </a:spcBef>
              <a:buFontTx/>
              <a:buNone/>
            </a:pPr>
            <a:r>
              <a:rPr lang="en-US" altLang="ko-KR" sz="900">
                <a:latin typeface="Times New Roman" panose="02020603050405020304" pitchFamily="18" charset="0"/>
                <a:cs typeface="Times New Roman" panose="02020603050405020304" pitchFamily="18" charset="0"/>
              </a:rPr>
              <a:t> ③ Định luật Boyle                 ④ Định luật Charles</a:t>
            </a:r>
          </a:p>
        </p:txBody>
      </p:sp>
      <p:grpSp>
        <p:nvGrpSpPr>
          <p:cNvPr id="11281" name="Group 180"/>
          <p:cNvGrpSpPr>
            <a:grpSpLocks/>
          </p:cNvGrpSpPr>
          <p:nvPr/>
        </p:nvGrpSpPr>
        <p:grpSpPr bwMode="auto">
          <a:xfrm>
            <a:off x="774701" y="1203327"/>
            <a:ext cx="2022476" cy="690563"/>
            <a:chOff x="2475" y="2018"/>
            <a:chExt cx="1274" cy="435"/>
          </a:xfrm>
        </p:grpSpPr>
        <p:grpSp>
          <p:nvGrpSpPr>
            <p:cNvPr id="11286" name="Group 181"/>
            <p:cNvGrpSpPr>
              <a:grpSpLocks/>
            </p:cNvGrpSpPr>
            <p:nvPr/>
          </p:nvGrpSpPr>
          <p:grpSpPr bwMode="auto">
            <a:xfrm>
              <a:off x="2475" y="2018"/>
              <a:ext cx="1150" cy="435"/>
              <a:chOff x="1202" y="2453"/>
              <a:chExt cx="2206" cy="925"/>
            </a:xfrm>
          </p:grpSpPr>
          <p:pic>
            <p:nvPicPr>
              <p:cNvPr id="11291" name="Picture 182"/>
              <p:cNvPicPr>
                <a:picLocks noChangeAspect="1" noChangeArrowheads="1"/>
              </p:cNvPicPr>
              <p:nvPr/>
            </p:nvPicPr>
            <p:blipFill>
              <a:blip r:embed="rId9">
                <a:extLst>
                  <a:ext uri="{28A0092B-C50C-407E-A947-70E740481C1C}">
                    <a14:useLocalDpi xmlns:a14="http://schemas.microsoft.com/office/drawing/2010/main" val="0"/>
                  </a:ext>
                </a:extLst>
              </a:blip>
              <a:srcRect l="57628" r="3883"/>
              <a:stretch>
                <a:fillRect/>
              </a:stretch>
            </p:blipFill>
            <p:spPr bwMode="auto">
              <a:xfrm>
                <a:off x="2576" y="2453"/>
                <a:ext cx="668" cy="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92" name="Picture 183"/>
              <p:cNvPicPr>
                <a:picLocks noChangeAspect="1" noChangeArrowheads="1"/>
              </p:cNvPicPr>
              <p:nvPr/>
            </p:nvPicPr>
            <p:blipFill>
              <a:blip r:embed="rId9">
                <a:extLst>
                  <a:ext uri="{28A0092B-C50C-407E-A947-70E740481C1C}">
                    <a14:useLocalDpi xmlns:a14="http://schemas.microsoft.com/office/drawing/2010/main" val="0"/>
                  </a:ext>
                </a:extLst>
              </a:blip>
              <a:srcRect l="6355" r="55156"/>
              <a:stretch>
                <a:fillRect/>
              </a:stretch>
            </p:blipFill>
            <p:spPr bwMode="auto">
              <a:xfrm>
                <a:off x="1202" y="2453"/>
                <a:ext cx="668" cy="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93" name="AutoShape 184"/>
              <p:cNvSpPr>
                <a:spLocks noChangeArrowheads="1"/>
              </p:cNvSpPr>
              <p:nvPr/>
            </p:nvSpPr>
            <p:spPr bwMode="auto">
              <a:xfrm>
                <a:off x="2152" y="2581"/>
                <a:ext cx="223" cy="615"/>
              </a:xfrm>
              <a:prstGeom prst="rightArrow">
                <a:avLst>
                  <a:gd name="adj1" fmla="val 50000"/>
                  <a:gd name="adj2" fmla="val 25000"/>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Times New Roman" panose="02020603050405020304" pitchFamily="18" charset="0"/>
                  <a:ea typeface="Dotum" pitchFamily="34" charset="-127"/>
                  <a:cs typeface="Times New Roman" panose="02020603050405020304" pitchFamily="18" charset="0"/>
                </a:endParaRPr>
              </a:p>
            </p:txBody>
          </p:sp>
          <p:grpSp>
            <p:nvGrpSpPr>
              <p:cNvPr id="11294" name="Group 185"/>
              <p:cNvGrpSpPr>
                <a:grpSpLocks/>
              </p:cNvGrpSpPr>
              <p:nvPr/>
            </p:nvGrpSpPr>
            <p:grpSpPr bwMode="auto">
              <a:xfrm>
                <a:off x="1837" y="2968"/>
                <a:ext cx="173" cy="120"/>
                <a:chOff x="1837" y="2968"/>
                <a:chExt cx="173" cy="120"/>
              </a:xfrm>
            </p:grpSpPr>
            <p:pic>
              <p:nvPicPr>
                <p:cNvPr id="11306" name="Picture 186"/>
                <p:cNvPicPr>
                  <a:picLocks noChangeAspect="1" noChangeArrowheads="1"/>
                </p:cNvPicPr>
                <p:nvPr/>
              </p:nvPicPr>
              <p:blipFill>
                <a:blip r:embed="rId10" cstate="print">
                  <a:extLst>
                    <a:ext uri="{28A0092B-C50C-407E-A947-70E740481C1C}">
                      <a14:useLocalDpi xmlns:a14="http://schemas.microsoft.com/office/drawing/2010/main" val="0"/>
                    </a:ext>
                  </a:extLst>
                </a:blip>
                <a:srcRect b="2873"/>
                <a:stretch>
                  <a:fillRect/>
                </a:stretch>
              </p:blipFill>
              <p:spPr bwMode="auto">
                <a:xfrm>
                  <a:off x="1874" y="2968"/>
                  <a:ext cx="136" cy="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307" name="Group 187"/>
                <p:cNvGrpSpPr>
                  <a:grpSpLocks/>
                </p:cNvGrpSpPr>
                <p:nvPr/>
              </p:nvGrpSpPr>
              <p:grpSpPr bwMode="auto">
                <a:xfrm>
                  <a:off x="1837" y="3024"/>
                  <a:ext cx="45" cy="19"/>
                  <a:chOff x="1791" y="3022"/>
                  <a:chExt cx="91" cy="19"/>
                </a:xfrm>
              </p:grpSpPr>
              <p:sp>
                <p:nvSpPr>
                  <p:cNvPr id="11308" name="Line 188"/>
                  <p:cNvSpPr>
                    <a:spLocks noChangeShapeType="1"/>
                  </p:cNvSpPr>
                  <p:nvPr/>
                </p:nvSpPr>
                <p:spPr bwMode="auto">
                  <a:xfrm>
                    <a:off x="1791" y="3022"/>
                    <a:ext cx="91"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309" name="Line 189"/>
                  <p:cNvSpPr>
                    <a:spLocks noChangeShapeType="1"/>
                  </p:cNvSpPr>
                  <p:nvPr/>
                </p:nvSpPr>
                <p:spPr bwMode="auto">
                  <a:xfrm>
                    <a:off x="1791" y="3041"/>
                    <a:ext cx="91"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grpSp>
          </p:grpSp>
          <p:grpSp>
            <p:nvGrpSpPr>
              <p:cNvPr id="11295" name="Group 190"/>
              <p:cNvGrpSpPr>
                <a:grpSpLocks/>
              </p:cNvGrpSpPr>
              <p:nvPr/>
            </p:nvGrpSpPr>
            <p:grpSpPr bwMode="auto">
              <a:xfrm>
                <a:off x="3216" y="2976"/>
                <a:ext cx="159" cy="119"/>
                <a:chOff x="3216" y="2976"/>
                <a:chExt cx="159" cy="119"/>
              </a:xfrm>
            </p:grpSpPr>
            <p:grpSp>
              <p:nvGrpSpPr>
                <p:cNvPr id="11302" name="Group 191"/>
                <p:cNvGrpSpPr>
                  <a:grpSpLocks/>
                </p:cNvGrpSpPr>
                <p:nvPr/>
              </p:nvGrpSpPr>
              <p:grpSpPr bwMode="auto">
                <a:xfrm>
                  <a:off x="3216" y="3024"/>
                  <a:ext cx="45" cy="19"/>
                  <a:chOff x="1791" y="3022"/>
                  <a:chExt cx="91" cy="19"/>
                </a:xfrm>
              </p:grpSpPr>
              <p:sp>
                <p:nvSpPr>
                  <p:cNvPr id="11304" name="Line 192"/>
                  <p:cNvSpPr>
                    <a:spLocks noChangeShapeType="1"/>
                  </p:cNvSpPr>
                  <p:nvPr/>
                </p:nvSpPr>
                <p:spPr bwMode="auto">
                  <a:xfrm>
                    <a:off x="1791" y="3022"/>
                    <a:ext cx="91"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305" name="Line 193"/>
                  <p:cNvSpPr>
                    <a:spLocks noChangeShapeType="1"/>
                  </p:cNvSpPr>
                  <p:nvPr/>
                </p:nvSpPr>
                <p:spPr bwMode="auto">
                  <a:xfrm>
                    <a:off x="1791" y="3041"/>
                    <a:ext cx="91"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grpSp>
            <p:pic>
              <p:nvPicPr>
                <p:cNvPr id="11303" name="Picture 194"/>
                <p:cNvPicPr>
                  <a:picLocks noChangeAspect="1" noChangeArrowheads="1"/>
                </p:cNvPicPr>
                <p:nvPr/>
              </p:nvPicPr>
              <p:blipFill>
                <a:blip r:embed="rId11" cstate="print">
                  <a:extLst>
                    <a:ext uri="{28A0092B-C50C-407E-A947-70E740481C1C}">
                      <a14:useLocalDpi xmlns:a14="http://schemas.microsoft.com/office/drawing/2010/main" val="0"/>
                    </a:ext>
                  </a:extLst>
                </a:blip>
                <a:srcRect l="3703" t="10216"/>
                <a:stretch>
                  <a:fillRect/>
                </a:stretch>
              </p:blipFill>
              <p:spPr bwMode="auto">
                <a:xfrm>
                  <a:off x="3264" y="2976"/>
                  <a:ext cx="111"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1296" name="Group 195"/>
              <p:cNvGrpSpPr>
                <a:grpSpLocks/>
              </p:cNvGrpSpPr>
              <p:nvPr/>
            </p:nvGrpSpPr>
            <p:grpSpPr bwMode="auto">
              <a:xfrm>
                <a:off x="1712" y="2939"/>
                <a:ext cx="314" cy="435"/>
                <a:chOff x="1700" y="2939"/>
                <a:chExt cx="314" cy="435"/>
              </a:xfrm>
            </p:grpSpPr>
            <p:sp>
              <p:nvSpPr>
                <p:cNvPr id="11300" name="Line 196"/>
                <p:cNvSpPr>
                  <a:spLocks noChangeShapeType="1"/>
                </p:cNvSpPr>
                <p:nvPr/>
              </p:nvSpPr>
              <p:spPr bwMode="auto">
                <a:xfrm>
                  <a:off x="1710" y="3154"/>
                  <a:ext cx="272"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301" name="Oval 197"/>
                <p:cNvSpPr>
                  <a:spLocks noChangeArrowheads="1"/>
                </p:cNvSpPr>
                <p:nvPr/>
              </p:nvSpPr>
              <p:spPr bwMode="auto">
                <a:xfrm>
                  <a:off x="1700" y="2939"/>
                  <a:ext cx="314" cy="435"/>
                </a:xfrm>
                <a:prstGeom prst="ellipse">
                  <a:avLst/>
                </a:prstGeom>
                <a:solidFill>
                  <a:schemeClr val="tx1"/>
                </a:solidFill>
                <a:ln w="9525" algn="ctr">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Times New Roman" panose="02020603050405020304" pitchFamily="18" charset="0"/>
                    <a:ea typeface="Dotum" pitchFamily="34" charset="-127"/>
                    <a:cs typeface="Times New Roman" panose="02020603050405020304" pitchFamily="18" charset="0"/>
                  </a:endParaRPr>
                </a:p>
              </p:txBody>
            </p:sp>
          </p:grpSp>
          <p:grpSp>
            <p:nvGrpSpPr>
              <p:cNvPr id="11297" name="Group 198"/>
              <p:cNvGrpSpPr>
                <a:grpSpLocks/>
              </p:cNvGrpSpPr>
              <p:nvPr/>
            </p:nvGrpSpPr>
            <p:grpSpPr bwMode="auto">
              <a:xfrm>
                <a:off x="3094" y="2943"/>
                <a:ext cx="314" cy="435"/>
                <a:chOff x="1699" y="2943"/>
                <a:chExt cx="314" cy="435"/>
              </a:xfrm>
            </p:grpSpPr>
            <p:sp>
              <p:nvSpPr>
                <p:cNvPr id="11298" name="Line 199"/>
                <p:cNvSpPr>
                  <a:spLocks noChangeShapeType="1"/>
                </p:cNvSpPr>
                <p:nvPr/>
              </p:nvSpPr>
              <p:spPr bwMode="auto">
                <a:xfrm>
                  <a:off x="1710" y="3154"/>
                  <a:ext cx="272"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1299" name="Oval 200"/>
                <p:cNvSpPr>
                  <a:spLocks noChangeArrowheads="1"/>
                </p:cNvSpPr>
                <p:nvPr/>
              </p:nvSpPr>
              <p:spPr bwMode="auto">
                <a:xfrm>
                  <a:off x="1699" y="2943"/>
                  <a:ext cx="314" cy="435"/>
                </a:xfrm>
                <a:prstGeom prst="ellipse">
                  <a:avLst/>
                </a:prstGeom>
                <a:solidFill>
                  <a:schemeClr val="tx1"/>
                </a:solidFill>
                <a:ln w="9525" algn="ctr">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latin typeface="Times New Roman" panose="02020603050405020304" pitchFamily="18" charset="0"/>
                    <a:ea typeface="Dotum" pitchFamily="34" charset="-127"/>
                    <a:cs typeface="Times New Roman" panose="02020603050405020304" pitchFamily="18" charset="0"/>
                  </a:endParaRPr>
                </a:p>
              </p:txBody>
            </p:sp>
          </p:grpSp>
        </p:grpSp>
        <p:sp>
          <p:nvSpPr>
            <p:cNvPr id="11287" name="Text Box 201"/>
            <p:cNvSpPr txBox="1">
              <a:spLocks noChangeArrowheads="1"/>
            </p:cNvSpPr>
            <p:nvPr/>
          </p:nvSpPr>
          <p:spPr bwMode="auto">
            <a:xfrm>
              <a:off x="2843" y="2214"/>
              <a:ext cx="176" cy="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latinLnBrk="0" hangingPunct="1">
                <a:lnSpc>
                  <a:spcPct val="120000"/>
                </a:lnSpc>
                <a:spcBef>
                  <a:spcPct val="0"/>
                </a:spcBef>
                <a:buFontTx/>
                <a:buNone/>
              </a:pPr>
              <a:r>
                <a:rPr lang="en-US" altLang="ko-KR" sz="700">
                  <a:latin typeface="Times New Roman" panose="02020603050405020304" pitchFamily="18" charset="0"/>
                  <a:cs typeface="Times New Roman" panose="02020603050405020304" pitchFamily="18" charset="0"/>
                </a:rPr>
                <a:t>P1</a:t>
              </a:r>
            </a:p>
          </p:txBody>
        </p:sp>
        <p:sp>
          <p:nvSpPr>
            <p:cNvPr id="11288" name="Text Box 202"/>
            <p:cNvSpPr txBox="1">
              <a:spLocks noChangeArrowheads="1"/>
            </p:cNvSpPr>
            <p:nvPr/>
          </p:nvSpPr>
          <p:spPr bwMode="auto">
            <a:xfrm>
              <a:off x="2845" y="2302"/>
              <a:ext cx="185" cy="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latinLnBrk="0" hangingPunct="1">
                <a:lnSpc>
                  <a:spcPct val="120000"/>
                </a:lnSpc>
                <a:spcBef>
                  <a:spcPct val="0"/>
                </a:spcBef>
                <a:buFontTx/>
                <a:buNone/>
              </a:pPr>
              <a:r>
                <a:rPr lang="en-US" altLang="ko-KR" sz="700">
                  <a:latin typeface="Times New Roman" panose="02020603050405020304" pitchFamily="18" charset="0"/>
                  <a:cs typeface="Times New Roman" panose="02020603050405020304" pitchFamily="18" charset="0"/>
                </a:rPr>
                <a:t>V1</a:t>
              </a:r>
            </a:p>
          </p:txBody>
        </p:sp>
        <p:sp>
          <p:nvSpPr>
            <p:cNvPr id="11289" name="Text Box 203"/>
            <p:cNvSpPr txBox="1">
              <a:spLocks noChangeArrowheads="1"/>
            </p:cNvSpPr>
            <p:nvPr/>
          </p:nvSpPr>
          <p:spPr bwMode="auto">
            <a:xfrm>
              <a:off x="3564" y="2214"/>
              <a:ext cx="176" cy="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latinLnBrk="0" hangingPunct="1">
                <a:lnSpc>
                  <a:spcPct val="120000"/>
                </a:lnSpc>
                <a:spcBef>
                  <a:spcPct val="0"/>
                </a:spcBef>
                <a:buFontTx/>
                <a:buNone/>
              </a:pPr>
              <a:r>
                <a:rPr lang="en-US" altLang="ko-KR" sz="700">
                  <a:latin typeface="Times New Roman" panose="02020603050405020304" pitchFamily="18" charset="0"/>
                  <a:cs typeface="Times New Roman" panose="02020603050405020304" pitchFamily="18" charset="0"/>
                </a:rPr>
                <a:t>P2</a:t>
              </a:r>
            </a:p>
          </p:txBody>
        </p:sp>
        <p:sp>
          <p:nvSpPr>
            <p:cNvPr id="11290" name="Text Box 204"/>
            <p:cNvSpPr txBox="1">
              <a:spLocks noChangeArrowheads="1"/>
            </p:cNvSpPr>
            <p:nvPr/>
          </p:nvSpPr>
          <p:spPr bwMode="auto">
            <a:xfrm>
              <a:off x="3564" y="2302"/>
              <a:ext cx="185" cy="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latinLnBrk="0" hangingPunct="1">
                <a:lnSpc>
                  <a:spcPct val="120000"/>
                </a:lnSpc>
                <a:spcBef>
                  <a:spcPct val="0"/>
                </a:spcBef>
                <a:buFontTx/>
                <a:buNone/>
              </a:pPr>
              <a:r>
                <a:rPr lang="en-US" altLang="ko-KR" sz="700">
                  <a:latin typeface="Times New Roman" panose="02020603050405020304" pitchFamily="18" charset="0"/>
                  <a:cs typeface="Times New Roman" panose="02020603050405020304" pitchFamily="18" charset="0"/>
                </a:rPr>
                <a:t>V2</a:t>
              </a:r>
            </a:p>
          </p:txBody>
        </p:sp>
      </p:grpSp>
      <p:sp>
        <p:nvSpPr>
          <p:cNvPr id="11282" name="Rectangle 41"/>
          <p:cNvSpPr>
            <a:spLocks noChangeArrowheads="1"/>
          </p:cNvSpPr>
          <p:nvPr/>
        </p:nvSpPr>
        <p:spPr bwMode="auto">
          <a:xfrm>
            <a:off x="279400" y="2649538"/>
            <a:ext cx="3162300" cy="563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50000"/>
              </a:spcBef>
              <a:buFontTx/>
              <a:buNone/>
            </a:pPr>
            <a:r>
              <a:rPr lang="en-US" altLang="ko-KR" sz="900">
                <a:latin typeface="Times New Roman" panose="02020603050405020304" pitchFamily="18" charset="0"/>
                <a:ea typeface="Dotum" pitchFamily="34" charset="-127"/>
                <a:cs typeface="Times New Roman" panose="02020603050405020304" pitchFamily="18" charset="0"/>
              </a:rPr>
              <a:t>15. Đâu không phải là </a:t>
            </a:r>
            <a:r>
              <a:rPr lang="en-US" altLang="ko-KR" sz="900" smtClean="0">
                <a:latin typeface="Times New Roman" panose="02020603050405020304" pitchFamily="18" charset="0"/>
                <a:ea typeface="Dotum" pitchFamily="34" charset="-127"/>
                <a:cs typeface="Times New Roman" panose="02020603050405020304" pitchFamily="18" charset="0"/>
              </a:rPr>
              <a:t>thành phần của One- touch fiiting?</a:t>
            </a:r>
            <a:endParaRPr lang="en-US" altLang="ko-KR" sz="900">
              <a:latin typeface="Times New Roman" panose="02020603050405020304" pitchFamily="18" charset="0"/>
              <a:ea typeface="Dotum" pitchFamily="34" charset="-127"/>
              <a:cs typeface="Times New Roman" panose="02020603050405020304" pitchFamily="18" charset="0"/>
            </a:endParaRPr>
          </a:p>
          <a:p>
            <a:pPr>
              <a:buNone/>
            </a:pPr>
            <a:r>
              <a:rPr lang="en-US" sz="900" smtClean="0">
                <a:latin typeface="Times New Roman" panose="02020603050405020304" pitchFamily="18" charset="0"/>
                <a:ea typeface="Dotum" pitchFamily="34" charset="-127"/>
                <a:cs typeface="Times New Roman" panose="02020603050405020304" pitchFamily="18" charset="0"/>
              </a:rPr>
              <a:t>  ① </a:t>
            </a:r>
            <a:r>
              <a:rPr lang="en-US" sz="900">
                <a:latin typeface="Times New Roman" panose="02020603050405020304" pitchFamily="18" charset="0"/>
                <a:ea typeface="Dotum" pitchFamily="34" charset="-127"/>
                <a:cs typeface="Times New Roman" panose="02020603050405020304" pitchFamily="18" charset="0"/>
              </a:rPr>
              <a:t>Thread part </a:t>
            </a:r>
            <a:r>
              <a:rPr lang="en-US" sz="900" smtClean="0">
                <a:latin typeface="Times New Roman" panose="02020603050405020304" pitchFamily="18" charset="0"/>
                <a:ea typeface="Dotum" pitchFamily="34" charset="-127"/>
                <a:cs typeface="Times New Roman" panose="02020603050405020304" pitchFamily="18" charset="0"/>
              </a:rPr>
              <a:t>         ② </a:t>
            </a:r>
            <a:r>
              <a:rPr lang="en-US" sz="900">
                <a:latin typeface="Times New Roman" panose="02020603050405020304" pitchFamily="18" charset="0"/>
                <a:ea typeface="Dotum" pitchFamily="34" charset="-127"/>
                <a:cs typeface="Times New Roman" panose="02020603050405020304" pitchFamily="18" charset="0"/>
              </a:rPr>
              <a:t>Tube fitting part</a:t>
            </a:r>
          </a:p>
          <a:p>
            <a:pPr>
              <a:buNone/>
            </a:pPr>
            <a:r>
              <a:rPr lang="en-US" sz="900" smtClean="0">
                <a:latin typeface="Times New Roman" panose="02020603050405020304" pitchFamily="18" charset="0"/>
                <a:ea typeface="Dotum" pitchFamily="34" charset="-127"/>
                <a:cs typeface="Times New Roman" panose="02020603050405020304" pitchFamily="18" charset="0"/>
              </a:rPr>
              <a:t>  ③ </a:t>
            </a:r>
            <a:r>
              <a:rPr lang="en-US" sz="900">
                <a:latin typeface="Times New Roman" panose="02020603050405020304" pitchFamily="18" charset="0"/>
                <a:ea typeface="Dotum" pitchFamily="34" charset="-127"/>
                <a:cs typeface="Times New Roman" panose="02020603050405020304" pitchFamily="18" charset="0"/>
              </a:rPr>
              <a:t>Housing part </a:t>
            </a:r>
            <a:r>
              <a:rPr lang="en-US" sz="900" smtClean="0">
                <a:latin typeface="Times New Roman" panose="02020603050405020304" pitchFamily="18" charset="0"/>
                <a:ea typeface="Dotum" pitchFamily="34" charset="-127"/>
                <a:cs typeface="Times New Roman" panose="02020603050405020304" pitchFamily="18" charset="0"/>
              </a:rPr>
              <a:t>       ④ </a:t>
            </a:r>
            <a:r>
              <a:rPr lang="en-US" sz="900">
                <a:latin typeface="Times New Roman" panose="02020603050405020304" pitchFamily="18" charset="0"/>
                <a:ea typeface="Dotum" pitchFamily="34" charset="-127"/>
                <a:cs typeface="Times New Roman" panose="02020603050405020304" pitchFamily="18" charset="0"/>
              </a:rPr>
              <a:t>Flange part</a:t>
            </a:r>
            <a:endParaRPr lang="ko-KR" altLang="en-US" sz="900">
              <a:latin typeface="Times New Roman" panose="02020603050405020304" pitchFamily="18" charset="0"/>
              <a:ea typeface="Dotum" pitchFamily="34" charset="-127"/>
              <a:cs typeface="Times New Roman" panose="02020603050405020304" pitchFamily="18" charset="0"/>
            </a:endParaRPr>
          </a:p>
        </p:txBody>
      </p:sp>
      <p:cxnSp>
        <p:nvCxnSpPr>
          <p:cNvPr id="11283" name="직선 연결선 2"/>
          <p:cNvCxnSpPr>
            <a:cxnSpLocks noChangeShapeType="1"/>
          </p:cNvCxnSpPr>
          <p:nvPr/>
        </p:nvCxnSpPr>
        <p:spPr bwMode="auto">
          <a:xfrm flipH="1">
            <a:off x="1176338" y="6924675"/>
            <a:ext cx="142875" cy="0"/>
          </a:xfrm>
          <a:prstGeom prst="line">
            <a:avLst/>
          </a:prstGeom>
          <a:noFill/>
          <a:ln w="9525" algn="ctr">
            <a:solidFill>
              <a:schemeClr val="accent2"/>
            </a:solidFill>
            <a:round/>
            <a:headEnd/>
            <a:tailEnd type="triangle" w="med" len="med"/>
          </a:ln>
          <a:extLst>
            <a:ext uri="{909E8E84-426E-40DD-AFC4-6F175D3DCCD1}">
              <a14:hiddenFill xmlns:a14="http://schemas.microsoft.com/office/drawing/2010/main">
                <a:noFill/>
              </a14:hiddenFill>
            </a:ext>
          </a:extLst>
        </p:spPr>
      </p:cxnSp>
      <p:cxnSp>
        <p:nvCxnSpPr>
          <p:cNvPr id="11284" name="직선 연결선 84"/>
          <p:cNvCxnSpPr>
            <a:cxnSpLocks noChangeShapeType="1"/>
          </p:cNvCxnSpPr>
          <p:nvPr/>
        </p:nvCxnSpPr>
        <p:spPr bwMode="auto">
          <a:xfrm>
            <a:off x="1358900" y="7219950"/>
            <a:ext cx="184150" cy="0"/>
          </a:xfrm>
          <a:prstGeom prst="line">
            <a:avLst/>
          </a:prstGeom>
          <a:noFill/>
          <a:ln w="9525" algn="ctr">
            <a:solidFill>
              <a:schemeClr val="accent2"/>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5" name="Text Box 6"/>
          <p:cNvSpPr txBox="1">
            <a:spLocks noChangeArrowheads="1"/>
          </p:cNvSpPr>
          <p:nvPr/>
        </p:nvSpPr>
        <p:spPr bwMode="auto">
          <a:xfrm>
            <a:off x="123825" y="228600"/>
            <a:ext cx="644728" cy="338554"/>
          </a:xfrm>
          <a:prstGeom prst="rect">
            <a:avLst/>
          </a:prstGeom>
          <a:noFill/>
          <a:ln w="9525">
            <a:noFill/>
            <a:miter lim="800000"/>
            <a:headEnd/>
            <a:tailEnd/>
          </a:ln>
          <a:effectLst/>
        </p:spPr>
        <p:txBody>
          <a:bodyPr wrap="none">
            <a:spAutoFit/>
          </a:bodyPr>
          <a:lstStyle>
            <a:lvl1pPr eaLnBrk="0" hangingPunct="0">
              <a:defRPr kumimoji="1" sz="900">
                <a:solidFill>
                  <a:schemeClr val="tx1"/>
                </a:solidFill>
                <a:latin typeface="Dotum" pitchFamily="34" charset="-127"/>
                <a:ea typeface="Dotum" pitchFamily="34" charset="-127"/>
              </a:defRPr>
            </a:lvl1pPr>
            <a:lvl2pPr marL="742950" indent="-285750" eaLnBrk="0" hangingPunct="0">
              <a:defRPr kumimoji="1" sz="900">
                <a:solidFill>
                  <a:schemeClr val="tx1"/>
                </a:solidFill>
                <a:latin typeface="Dotum" pitchFamily="34" charset="-127"/>
                <a:ea typeface="Dotum" pitchFamily="34" charset="-127"/>
              </a:defRPr>
            </a:lvl2pPr>
            <a:lvl3pPr marL="1143000" indent="-228600" eaLnBrk="0" hangingPunct="0">
              <a:defRPr kumimoji="1" sz="900">
                <a:solidFill>
                  <a:schemeClr val="tx1"/>
                </a:solidFill>
                <a:latin typeface="Dotum" pitchFamily="34" charset="-127"/>
                <a:ea typeface="Dotum" pitchFamily="34" charset="-127"/>
              </a:defRPr>
            </a:lvl3pPr>
            <a:lvl4pPr marL="1600200" indent="-228600" eaLnBrk="0" hangingPunct="0">
              <a:defRPr kumimoji="1" sz="900">
                <a:solidFill>
                  <a:schemeClr val="tx1"/>
                </a:solidFill>
                <a:latin typeface="Dotum" pitchFamily="34" charset="-127"/>
                <a:ea typeface="Dotum" pitchFamily="34" charset="-127"/>
              </a:defRPr>
            </a:lvl4pPr>
            <a:lvl5pPr marL="2057400" indent="-228600" eaLnBrk="0" hangingPunct="0">
              <a:defRPr kumimoji="1" sz="900">
                <a:solidFill>
                  <a:schemeClr val="tx1"/>
                </a:solidFill>
                <a:latin typeface="Dotum" pitchFamily="34" charset="-127"/>
                <a:ea typeface="Dotum" pitchFamily="34" charset="-127"/>
              </a:defRPr>
            </a:lvl5pPr>
            <a:lvl6pPr marL="2514600" indent="-228600" eaLnBrk="0" fontAlgn="base" hangingPunct="0">
              <a:spcBef>
                <a:spcPct val="0"/>
              </a:spcBef>
              <a:spcAft>
                <a:spcPct val="0"/>
              </a:spcAft>
              <a:defRPr kumimoji="1" sz="900">
                <a:solidFill>
                  <a:schemeClr val="tx1"/>
                </a:solidFill>
                <a:latin typeface="Dotum" pitchFamily="34" charset="-127"/>
                <a:ea typeface="Dotum" pitchFamily="34" charset="-127"/>
              </a:defRPr>
            </a:lvl6pPr>
            <a:lvl7pPr marL="2971800" indent="-228600" eaLnBrk="0" fontAlgn="base" hangingPunct="0">
              <a:spcBef>
                <a:spcPct val="0"/>
              </a:spcBef>
              <a:spcAft>
                <a:spcPct val="0"/>
              </a:spcAft>
              <a:defRPr kumimoji="1" sz="900">
                <a:solidFill>
                  <a:schemeClr val="tx1"/>
                </a:solidFill>
                <a:latin typeface="Dotum" pitchFamily="34" charset="-127"/>
                <a:ea typeface="Dotum" pitchFamily="34" charset="-127"/>
              </a:defRPr>
            </a:lvl7pPr>
            <a:lvl8pPr marL="3429000" indent="-228600" eaLnBrk="0" fontAlgn="base" hangingPunct="0">
              <a:spcBef>
                <a:spcPct val="0"/>
              </a:spcBef>
              <a:spcAft>
                <a:spcPct val="0"/>
              </a:spcAft>
              <a:defRPr kumimoji="1" sz="900">
                <a:solidFill>
                  <a:schemeClr val="tx1"/>
                </a:solidFill>
                <a:latin typeface="Dotum" pitchFamily="34" charset="-127"/>
                <a:ea typeface="Dotum" pitchFamily="34" charset="-127"/>
              </a:defRPr>
            </a:lvl8pPr>
            <a:lvl9pPr marL="3886200" indent="-228600" eaLnBrk="0" fontAlgn="base" hangingPunct="0">
              <a:spcBef>
                <a:spcPct val="0"/>
              </a:spcBef>
              <a:spcAft>
                <a:spcPct val="0"/>
              </a:spcAft>
              <a:defRPr kumimoji="1" sz="900">
                <a:solidFill>
                  <a:schemeClr val="tx1"/>
                </a:solidFill>
                <a:latin typeface="Dotum" pitchFamily="34" charset="-127"/>
                <a:ea typeface="Dotum" pitchFamily="34" charset="-127"/>
              </a:defRPr>
            </a:lvl9pPr>
          </a:lstStyle>
          <a:p>
            <a:pPr eaLnBrk="1" hangingPunct="1"/>
            <a:r>
              <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rPr>
              <a:t>PLC </a:t>
            </a:r>
            <a:endParaRPr lang="ko-KR" altLang="en-US" sz="1600" b="1">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13316"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PLC: </a:t>
            </a:r>
            <a:r>
              <a:rPr lang="en-US" altLang="ko-KR" sz="900" smtClean="0">
                <a:latin typeface="Times New Roman" panose="02020603050405020304" pitchFamily="18" charset="0"/>
                <a:ea typeface="Dotum" pitchFamily="34" charset="-127"/>
                <a:cs typeface="Times New Roman" panose="02020603050405020304" pitchFamily="18" charset="0"/>
              </a:rPr>
              <a:t>Câu 1 </a:t>
            </a:r>
            <a:r>
              <a:rPr lang="en-US" altLang="ko-KR" sz="90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20</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 Điều gì sai trong mô tả của bảng điều khiển </a:t>
            </a:r>
            <a:r>
              <a:rPr lang="vi-VN" altLang="ko-KR" sz="900" smtClean="0">
                <a:latin typeface="Times New Roman" panose="02020603050405020304" pitchFamily="18" charset="0"/>
                <a:ea typeface="Dotum" pitchFamily="34" charset="-127"/>
                <a:cs typeface="Times New Roman" panose="02020603050405020304" pitchFamily="18" charset="0"/>
              </a:rPr>
              <a:t>r</a:t>
            </a:r>
            <a:r>
              <a:rPr lang="en-US" altLang="ko-KR" sz="900" smtClean="0">
                <a:latin typeface="Times New Roman" panose="02020603050405020304" pitchFamily="18" charset="0"/>
                <a:ea typeface="Dotum" pitchFamily="34" charset="-127"/>
                <a:cs typeface="Times New Roman" panose="02020603050405020304" pitchFamily="18" charset="0"/>
              </a:rPr>
              <a:t>elay</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Có tiếp điểm</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 ② </a:t>
            </a:r>
            <a:r>
              <a:rPr lang="en-US" altLang="ko-KR" sz="900">
                <a:latin typeface="Times New Roman" panose="02020603050405020304" pitchFamily="18" charset="0"/>
                <a:ea typeface="Dotum" pitchFamily="34" charset="-127"/>
                <a:cs typeface="Times New Roman" panose="02020603050405020304" pitchFamily="18" charset="0"/>
              </a:rPr>
              <a:t>Khó mở rộng hệ thống</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a:t>
            </a:r>
            <a:r>
              <a:rPr lang="en-US" altLang="ko-KR" sz="900" smtClean="0">
                <a:latin typeface="Times New Roman" panose="02020603050405020304" pitchFamily="18" charset="0"/>
                <a:ea typeface="Dotum" pitchFamily="34" charset="-127"/>
                <a:cs typeface="Times New Roman" panose="02020603050405020304" pitchFamily="18" charset="0"/>
              </a:rPr>
              <a:t>Sử dụng thuật toán Logic</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④ Khó giảm kích thước</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2. Cấu hình của bộ nhớ trong của CPU PLC là gì?</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Thẻ </a:t>
            </a:r>
            <a:r>
              <a:rPr lang="en-US" altLang="ko-KR" sz="900" smtClean="0">
                <a:latin typeface="Times New Roman" panose="02020603050405020304" pitchFamily="18" charset="0"/>
                <a:ea typeface="Dotum" pitchFamily="34" charset="-127"/>
                <a:cs typeface="Times New Roman" panose="02020603050405020304" pitchFamily="18" charset="0"/>
              </a:rPr>
              <a:t>nhớ                       </a:t>
            </a:r>
            <a:r>
              <a:rPr lang="en-US" altLang="ko-KR" sz="900">
                <a:latin typeface="Times New Roman" panose="02020603050405020304" pitchFamily="18" charset="0"/>
                <a:ea typeface="Dotum" pitchFamily="34" charset="-127"/>
                <a:cs typeface="Times New Roman" panose="02020603050405020304" pitchFamily="18" charset="0"/>
              </a:rPr>
              <a:t>② RAM tiêu chuẩn</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Bộ nhớ chương trình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vi-VN" altLang="ko-KR" sz="900">
                <a:latin typeface="Times New Roman" panose="02020603050405020304" pitchFamily="18" charset="0"/>
                <a:ea typeface="Dotum" pitchFamily="34" charset="-127"/>
                <a:cs typeface="Times New Roman" panose="02020603050405020304" pitchFamily="18" charset="0"/>
              </a:rPr>
              <a:t>ROM tiêu chuẩn</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smtClean="0">
                <a:latin typeface="Times New Roman" panose="02020603050405020304" pitchFamily="18" charset="0"/>
                <a:ea typeface="Dotum" pitchFamily="34" charset="-127"/>
                <a:cs typeface="Times New Roman" panose="02020603050405020304" pitchFamily="18" charset="0"/>
              </a:rPr>
              <a:t>3. </a:t>
            </a:r>
            <a:r>
              <a:rPr lang="vi-VN" sz="900">
                <a:latin typeface="Times New Roman" panose="02020603050405020304" pitchFamily="18" charset="0"/>
                <a:ea typeface="Dotum" pitchFamily="34" charset="-127"/>
                <a:cs typeface="Times New Roman" panose="02020603050405020304" pitchFamily="18" charset="0"/>
              </a:rPr>
              <a:t>Khi xảy ra lỗi pin, </a:t>
            </a:r>
            <a:r>
              <a:rPr lang="vi-VN" sz="900" smtClean="0">
                <a:latin typeface="Times New Roman" panose="02020603050405020304" pitchFamily="18" charset="0"/>
                <a:ea typeface="Dotum" pitchFamily="34" charset="-127"/>
                <a:cs typeface="Times New Roman" panose="02020603050405020304" pitchFamily="18" charset="0"/>
              </a:rPr>
              <a:t>c</a:t>
            </a:r>
            <a:r>
              <a:rPr lang="en-US" sz="900" smtClean="0">
                <a:latin typeface="Times New Roman" panose="02020603050405020304" pitchFamily="18" charset="0"/>
                <a:ea typeface="Dotum" pitchFamily="34" charset="-127"/>
                <a:cs typeface="Times New Roman" panose="02020603050405020304" pitchFamily="18" charset="0"/>
              </a:rPr>
              <a:t>ần</a:t>
            </a:r>
            <a:r>
              <a:rPr lang="vi-VN" sz="900" smtClean="0">
                <a:latin typeface="Times New Roman" panose="02020603050405020304" pitchFamily="18" charset="0"/>
                <a:ea typeface="Dotum" pitchFamily="34" charset="-127"/>
                <a:cs typeface="Times New Roman" panose="02020603050405020304" pitchFamily="18" charset="0"/>
              </a:rPr>
              <a:t> </a:t>
            </a:r>
            <a:r>
              <a:rPr lang="vi-VN" sz="900">
                <a:latin typeface="Times New Roman" panose="02020603050405020304" pitchFamily="18" charset="0"/>
                <a:ea typeface="Dotum" pitchFamily="34" charset="-127"/>
                <a:cs typeface="Times New Roman" panose="02020603050405020304" pitchFamily="18" charset="0"/>
              </a:rPr>
              <a:t>kiểm tra xem đó là vấn đề pin CPU </a:t>
            </a: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hay </a:t>
            </a:r>
            <a:r>
              <a:rPr lang="vi-VN" sz="900">
                <a:latin typeface="Times New Roman" panose="02020603050405020304" pitchFamily="18" charset="0"/>
                <a:ea typeface="Dotum" pitchFamily="34" charset="-127"/>
                <a:cs typeface="Times New Roman" panose="02020603050405020304" pitchFamily="18" charset="0"/>
              </a:rPr>
              <a:t>pin thẻ nhớ. Có thể kiểm </a:t>
            </a:r>
            <a:r>
              <a:rPr lang="en-US" sz="900" smtClean="0">
                <a:latin typeface="Times New Roman" panose="02020603050405020304" pitchFamily="18" charset="0"/>
                <a:ea typeface="Dotum" pitchFamily="34" charset="-127"/>
                <a:cs typeface="Times New Roman" panose="02020603050405020304" pitchFamily="18" charset="0"/>
              </a:rPr>
              <a:t>bằng </a:t>
            </a:r>
            <a:r>
              <a:rPr lang="vi-VN"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SM400 </a:t>
            </a:r>
            <a:r>
              <a:rPr lang="en-US" altLang="ko-KR" sz="900" smtClean="0">
                <a:latin typeface="Times New Roman" panose="02020603050405020304" pitchFamily="18" charset="0"/>
                <a:ea typeface="Dotum" pitchFamily="34" charset="-127"/>
                <a:cs typeface="Times New Roman" panose="02020603050405020304" pitchFamily="18" charset="0"/>
              </a:rPr>
              <a:t>     ② </a:t>
            </a:r>
            <a:r>
              <a:rPr lang="en-US" altLang="ko-KR" sz="900">
                <a:latin typeface="Times New Roman" panose="02020603050405020304" pitchFamily="18" charset="0"/>
                <a:ea typeface="Dotum" pitchFamily="34" charset="-127"/>
                <a:cs typeface="Times New Roman" panose="02020603050405020304" pitchFamily="18" charset="0"/>
              </a:rPr>
              <a:t>M500</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a:t>
            </a:r>
            <a:r>
              <a:rPr lang="en-US" altLang="ko-KR" sz="900" smtClean="0">
                <a:latin typeface="Times New Roman" panose="02020603050405020304" pitchFamily="18" charset="0"/>
                <a:ea typeface="Dotum" pitchFamily="34" charset="-127"/>
                <a:cs typeface="Times New Roman" panose="02020603050405020304" pitchFamily="18" charset="0"/>
              </a:rPr>
              <a:t>SD52         </a:t>
            </a:r>
            <a:r>
              <a:rPr lang="en-US" altLang="ko-KR" sz="900">
                <a:latin typeface="Times New Roman" panose="02020603050405020304" pitchFamily="18" charset="0"/>
                <a:ea typeface="Dotum" pitchFamily="34" charset="-127"/>
                <a:cs typeface="Times New Roman" panose="02020603050405020304" pitchFamily="18" charset="0"/>
              </a:rPr>
              <a:t>④ D502</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4. </a:t>
            </a:r>
            <a:r>
              <a:rPr lang="en-US" altLang="ko-KR" sz="900" smtClean="0">
                <a:latin typeface="Times New Roman" panose="02020603050405020304" pitchFamily="18" charset="0"/>
                <a:ea typeface="Dotum" pitchFamily="34" charset="-127"/>
                <a:cs typeface="Times New Roman" panose="02020603050405020304" pitchFamily="18" charset="0"/>
              </a:rPr>
              <a:t>Unit nào</a:t>
            </a:r>
            <a:r>
              <a:rPr lang="vi-VN" sz="900" smtClean="0">
                <a:latin typeface="Times New Roman" panose="02020603050405020304" pitchFamily="18" charset="0"/>
                <a:ea typeface="Dotum" pitchFamily="34" charset="-127"/>
                <a:cs typeface="Times New Roman" panose="02020603050405020304" pitchFamily="18" charset="0"/>
              </a:rPr>
              <a:t> </a:t>
            </a:r>
            <a:r>
              <a:rPr lang="vi-VN" sz="900">
                <a:latin typeface="Times New Roman" panose="02020603050405020304" pitchFamily="18" charset="0"/>
                <a:ea typeface="Dotum" pitchFamily="34" charset="-127"/>
                <a:cs typeface="Times New Roman" panose="02020603050405020304" pitchFamily="18" charset="0"/>
              </a:rPr>
              <a:t>được sử dụng </a:t>
            </a:r>
            <a:r>
              <a:rPr lang="en-US" sz="900" smtClean="0">
                <a:latin typeface="Times New Roman" panose="02020603050405020304" pitchFamily="18" charset="0"/>
                <a:ea typeface="Dotum" pitchFamily="34" charset="-127"/>
                <a:cs typeface="Times New Roman" panose="02020603050405020304" pitchFamily="18" charset="0"/>
              </a:rPr>
              <a:t>để </a:t>
            </a:r>
            <a:r>
              <a:rPr lang="vi-VN" sz="900" smtClean="0">
                <a:latin typeface="Times New Roman" panose="02020603050405020304" pitchFamily="18" charset="0"/>
                <a:ea typeface="Dotum" pitchFamily="34" charset="-127"/>
                <a:cs typeface="Times New Roman" panose="02020603050405020304" pitchFamily="18" charset="0"/>
              </a:rPr>
              <a:t>nhận </a:t>
            </a:r>
            <a:r>
              <a:rPr lang="vi-VN" sz="900">
                <a:latin typeface="Times New Roman" panose="02020603050405020304" pitchFamily="18" charset="0"/>
                <a:ea typeface="Dotum" pitchFamily="34" charset="-127"/>
                <a:cs typeface="Times New Roman" panose="02020603050405020304" pitchFamily="18" charset="0"/>
              </a:rPr>
              <a:t>tín hiệu BẬT / TẮT từ </a:t>
            </a:r>
            <a:r>
              <a:rPr lang="vi-VN" sz="900" smtClean="0">
                <a:latin typeface="Times New Roman" panose="02020603050405020304" pitchFamily="18" charset="0"/>
                <a:ea typeface="Dotum" pitchFamily="34" charset="-127"/>
                <a:cs typeface="Times New Roman" panose="02020603050405020304" pitchFamily="18" charset="0"/>
              </a:rPr>
              <a:t>các</a:t>
            </a: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 </a:t>
            </a:r>
            <a:r>
              <a:rPr lang="vi-VN" sz="900">
                <a:latin typeface="Times New Roman" panose="02020603050405020304" pitchFamily="18" charset="0"/>
                <a:ea typeface="Dotum" pitchFamily="34" charset="-127"/>
                <a:cs typeface="Times New Roman" panose="02020603050405020304" pitchFamily="18" charset="0"/>
              </a:rPr>
              <a:t>thiết bị bên ngoài</a:t>
            </a:r>
            <a:r>
              <a:rPr lang="en-US" altLang="ko-KR" sz="900">
                <a:latin typeface="Times New Roman" panose="02020603050405020304" pitchFamily="18" charset="0"/>
                <a:ea typeface="Dotum" pitchFamily="34" charset="-127"/>
                <a:cs typeface="Times New Roman" panose="02020603050405020304" pitchFamily="18" charset="0"/>
              </a:rPr>
              <a:t>?</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Unit đầu vào Digital       </a:t>
            </a:r>
            <a:r>
              <a:rPr lang="vi-VN" altLang="ko-KR" sz="900" smtClean="0">
                <a:latin typeface="Times New Roman" panose="02020603050405020304" pitchFamily="18" charset="0"/>
                <a:ea typeface="Dotum" pitchFamily="34" charset="-127"/>
                <a:cs typeface="Times New Roman" panose="02020603050405020304" pitchFamily="18" charset="0"/>
              </a:rPr>
              <a:t>② </a:t>
            </a:r>
            <a:r>
              <a:rPr lang="en-US" altLang="ko-KR" sz="900">
                <a:latin typeface="Times New Roman" panose="02020603050405020304" pitchFamily="18" charset="0"/>
                <a:ea typeface="Dotum" pitchFamily="34" charset="-127"/>
                <a:cs typeface="Times New Roman" panose="02020603050405020304" pitchFamily="18" charset="0"/>
              </a:rPr>
              <a:t>Unit đầu </a:t>
            </a:r>
            <a:r>
              <a:rPr lang="en-US" altLang="ko-KR" sz="900" smtClean="0">
                <a:latin typeface="Times New Roman" panose="02020603050405020304" pitchFamily="18" charset="0"/>
                <a:ea typeface="Dotum" pitchFamily="34" charset="-127"/>
                <a:cs typeface="Times New Roman" panose="02020603050405020304" pitchFamily="18" charset="0"/>
              </a:rPr>
              <a:t>ra Digital</a:t>
            </a:r>
          </a:p>
          <a:p>
            <a:pPr eaLnBrk="1" hangingPunct="1">
              <a:spcBef>
                <a:spcPct val="0"/>
              </a:spcBef>
              <a:buFontTx/>
              <a:buNone/>
            </a:pP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③ </a:t>
            </a:r>
            <a:r>
              <a:rPr lang="en-US" altLang="ko-KR" sz="900" smtClean="0">
                <a:latin typeface="Times New Roman" panose="02020603050405020304" pitchFamily="18" charset="0"/>
                <a:ea typeface="Dotum" pitchFamily="34" charset="-127"/>
                <a:cs typeface="Times New Roman" panose="02020603050405020304" pitchFamily="18" charset="0"/>
              </a:rPr>
              <a:t>Unit</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đầu vào </a:t>
            </a:r>
            <a:r>
              <a:rPr lang="en-US" altLang="ko-KR" sz="900" smtClean="0">
                <a:latin typeface="Times New Roman" panose="02020603050405020304" pitchFamily="18" charset="0"/>
                <a:ea typeface="Dotum" pitchFamily="34" charset="-127"/>
                <a:cs typeface="Times New Roman" panose="02020603050405020304" pitchFamily="18" charset="0"/>
              </a:rPr>
              <a:t>Analog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④ </a:t>
            </a:r>
            <a:r>
              <a:rPr lang="en-US" altLang="ko-KR" sz="900" smtClean="0">
                <a:latin typeface="Times New Roman" panose="02020603050405020304" pitchFamily="18" charset="0"/>
                <a:ea typeface="Dotum" pitchFamily="34" charset="-127"/>
                <a:cs typeface="Times New Roman" panose="02020603050405020304" pitchFamily="18" charset="0"/>
              </a:rPr>
              <a:t>Unit</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đầu ra </a:t>
            </a:r>
            <a:r>
              <a:rPr lang="en-US" altLang="ko-KR" sz="900" smtClean="0">
                <a:latin typeface="Times New Roman" panose="02020603050405020304" pitchFamily="18" charset="0"/>
                <a:ea typeface="Dotum" pitchFamily="34" charset="-127"/>
                <a:cs typeface="Times New Roman" panose="02020603050405020304" pitchFamily="18" charset="0"/>
              </a:rPr>
              <a:t>Analog</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5. Trong cấu hình PLC sau, phạm vi đầu vào / đầu ra của Mô-đun Q62DA là bao nhiêu</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Y150 ~ Y15F </a:t>
            </a:r>
            <a:r>
              <a:rPr lang="en-US" altLang="ko-KR" sz="900" smtClean="0">
                <a:latin typeface="Times New Roman" panose="02020603050405020304" pitchFamily="18" charset="0"/>
                <a:ea typeface="Dotum" pitchFamily="34" charset="-127"/>
                <a:cs typeface="Times New Roman" panose="02020603050405020304" pitchFamily="18" charset="0"/>
              </a:rPr>
              <a:t>       ② </a:t>
            </a:r>
            <a:r>
              <a:rPr lang="en-US" altLang="ko-KR" sz="900">
                <a:latin typeface="Times New Roman" panose="02020603050405020304" pitchFamily="18" charset="0"/>
                <a:ea typeface="Dotum" pitchFamily="34" charset="-127"/>
                <a:cs typeface="Times New Roman" panose="02020603050405020304" pitchFamily="18" charset="0"/>
              </a:rPr>
              <a:t>Y160 ~ Y16F</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Y110 ~ </a:t>
            </a:r>
            <a:r>
              <a:rPr lang="en-US" altLang="ko-KR" sz="900" smtClean="0">
                <a:latin typeface="Times New Roman" panose="02020603050405020304" pitchFamily="18" charset="0"/>
                <a:ea typeface="Dotum" pitchFamily="34" charset="-127"/>
                <a:cs typeface="Times New Roman" panose="02020603050405020304" pitchFamily="18" charset="0"/>
              </a:rPr>
              <a:t>Y11F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en-US" altLang="ko-KR" sz="900" smtClean="0">
                <a:latin typeface="Times New Roman" panose="02020603050405020304" pitchFamily="18" charset="0"/>
                <a:ea typeface="Dotum" pitchFamily="34" charset="-127"/>
                <a:cs typeface="Times New Roman" panose="02020603050405020304" pitchFamily="18" charset="0"/>
              </a:rPr>
              <a:t>Y100 </a:t>
            </a:r>
            <a:r>
              <a:rPr lang="en-US" altLang="ko-KR" sz="900">
                <a:latin typeface="Times New Roman" panose="02020603050405020304" pitchFamily="18" charset="0"/>
                <a:ea typeface="Dotum" pitchFamily="34" charset="-127"/>
                <a:cs typeface="Times New Roman" panose="02020603050405020304" pitchFamily="18" charset="0"/>
              </a:rPr>
              <a:t>~ Y11F</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6. Chuyển </a:t>
            </a:r>
            <a:r>
              <a:rPr lang="vi-VN" altLang="ko-KR" sz="900" smtClean="0">
                <a:latin typeface="Times New Roman" panose="02020603050405020304" pitchFamily="18" charset="0"/>
                <a:ea typeface="Dotum" pitchFamily="34" charset="-127"/>
                <a:cs typeface="Times New Roman" panose="02020603050405020304" pitchFamily="18" charset="0"/>
              </a:rPr>
              <a:t>đổi</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3B từ hệ thập lục phân </a:t>
            </a:r>
            <a:r>
              <a:rPr lang="vi-VN" altLang="ko-KR" sz="900" smtClean="0">
                <a:latin typeface="Times New Roman" panose="02020603050405020304" pitchFamily="18" charset="0"/>
                <a:ea typeface="Dotum" pitchFamily="34" charset="-127"/>
                <a:cs typeface="Times New Roman" panose="02020603050405020304" pitchFamily="18" charset="0"/>
              </a:rPr>
              <a:t>sang </a:t>
            </a:r>
            <a:r>
              <a:rPr lang="vi-VN" altLang="ko-KR" sz="900">
                <a:latin typeface="Times New Roman" panose="02020603050405020304" pitchFamily="18" charset="0"/>
                <a:ea typeface="Dotum" pitchFamily="34" charset="-127"/>
                <a:cs typeface="Times New Roman" panose="02020603050405020304" pitchFamily="18" charset="0"/>
              </a:rPr>
              <a:t>hệ nhị phân là gì?</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0101 1011 ② 0011 1011</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0101 1001 ④ 0010 0110</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7. </a:t>
            </a:r>
            <a:r>
              <a:rPr lang="vi-VN" sz="900">
                <a:latin typeface="Times New Roman" panose="02020603050405020304" pitchFamily="18" charset="0"/>
                <a:ea typeface="Dotum" pitchFamily="34" charset="-127"/>
                <a:cs typeface="Times New Roman" panose="02020603050405020304" pitchFamily="18" charset="0"/>
              </a:rPr>
              <a:t>Sử dụng thông tin của tiếp điểm đầu vào được đọc từ mô-đun đầu vào như một điều kiện hoặc dữ liệu, thao tác sẽ được thực </a:t>
            </a:r>
            <a:r>
              <a:rPr lang="en-US" sz="900" smtClean="0">
                <a:latin typeface="Times New Roman" panose="02020603050405020304" pitchFamily="18" charset="0"/>
                <a:ea typeface="Dotum" pitchFamily="34" charset="-127"/>
                <a:cs typeface="Times New Roman" panose="02020603050405020304" pitchFamily="18" charset="0"/>
              </a:rPr>
              <a:t> </a:t>
            </a:r>
            <a:r>
              <a:rPr lang="vi-VN" sz="900" smtClean="0">
                <a:latin typeface="Times New Roman" panose="02020603050405020304" pitchFamily="18" charset="0"/>
                <a:ea typeface="Dotum" pitchFamily="34" charset="-127"/>
                <a:cs typeface="Times New Roman" panose="02020603050405020304" pitchFamily="18" charset="0"/>
              </a:rPr>
              <a:t>hiện </a:t>
            </a:r>
            <a:r>
              <a:rPr lang="vi-VN" sz="900">
                <a:latin typeface="Times New Roman" panose="02020603050405020304" pitchFamily="18" charset="0"/>
                <a:ea typeface="Dotum" pitchFamily="34" charset="-127"/>
                <a:cs typeface="Times New Roman" panose="02020603050405020304" pitchFamily="18" charset="0"/>
              </a:rPr>
              <a:t>theo chương trình đã nhập trước và kết quả được lưu trong bộ </a:t>
            </a:r>
            <a:r>
              <a:rPr lang="vi-VN" sz="900" smtClean="0">
                <a:latin typeface="Times New Roman" panose="02020603050405020304" pitchFamily="18" charset="0"/>
                <a:ea typeface="Dotum" pitchFamily="34" charset="-127"/>
                <a:cs typeface="Times New Roman" panose="02020603050405020304" pitchFamily="18" charset="0"/>
              </a:rPr>
              <a:t>nhớ</a:t>
            </a:r>
            <a:r>
              <a:rPr lang="en-US" sz="900" smtClean="0">
                <a:latin typeface="Times New Roman" panose="02020603050405020304" pitchFamily="18" charset="0"/>
                <a:ea typeface="Dotum" pitchFamily="34" charset="-127"/>
                <a:cs typeface="Times New Roman" panose="02020603050405020304" pitchFamily="18" charset="0"/>
              </a:rPr>
              <a:t> được gọi</a:t>
            </a:r>
            <a:r>
              <a:rPr lang="vi-VN" sz="900" smtClean="0">
                <a:latin typeface="Times New Roman" panose="02020603050405020304" pitchFamily="18" charset="0"/>
                <a:ea typeface="Dotum" pitchFamily="34" charset="-127"/>
                <a:cs typeface="Times New Roman" panose="02020603050405020304" pitchFamily="18" charset="0"/>
              </a:rPr>
              <a:t> </a:t>
            </a:r>
            <a:r>
              <a:rPr lang="vi-VN" sz="900">
                <a:latin typeface="Times New Roman" panose="02020603050405020304" pitchFamily="18" charset="0"/>
                <a:ea typeface="Dotum" pitchFamily="34" charset="-127"/>
                <a:cs typeface="Times New Roman" panose="02020603050405020304" pitchFamily="18" charset="0"/>
              </a:rPr>
              <a:t>là gì</a:t>
            </a:r>
            <a:r>
              <a:rPr lang="vi-VN"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① </a:t>
            </a:r>
            <a:r>
              <a:rPr lang="en-US" altLang="ko-KR" sz="900" smtClean="0">
                <a:latin typeface="Times New Roman" panose="02020603050405020304" pitchFamily="18" charset="0"/>
                <a:ea typeface="Dotum" pitchFamily="34" charset="-127"/>
                <a:cs typeface="Times New Roman" panose="02020603050405020304" pitchFamily="18" charset="0"/>
              </a:rPr>
              <a:t>Refresh đầu vào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Hoạt động chương trình</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③ </a:t>
            </a:r>
            <a:r>
              <a:rPr lang="en-US" altLang="ko-KR" sz="900">
                <a:latin typeface="Times New Roman" panose="02020603050405020304" pitchFamily="18" charset="0"/>
                <a:ea typeface="Dotum" pitchFamily="34" charset="-127"/>
                <a:cs typeface="Times New Roman" panose="02020603050405020304" pitchFamily="18" charset="0"/>
              </a:rPr>
              <a:t>Refresh </a:t>
            </a:r>
            <a:r>
              <a:rPr lang="vi-VN" altLang="ko-KR" sz="900" smtClean="0">
                <a:latin typeface="Times New Roman" panose="02020603050405020304" pitchFamily="18" charset="0"/>
                <a:ea typeface="Dotum" pitchFamily="34" charset="-127"/>
                <a:cs typeface="Times New Roman" panose="02020603050405020304" pitchFamily="18" charset="0"/>
              </a:rPr>
              <a:t>đầu </a:t>
            </a:r>
            <a:r>
              <a:rPr lang="vi-VN" altLang="ko-KR" sz="900">
                <a:latin typeface="Times New Roman" panose="02020603050405020304" pitchFamily="18" charset="0"/>
                <a:ea typeface="Dotum" pitchFamily="34" charset="-127"/>
                <a:cs typeface="Times New Roman" panose="02020603050405020304" pitchFamily="18" charset="0"/>
              </a:rPr>
              <a:t>ra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④ </a:t>
            </a:r>
            <a:r>
              <a:rPr lang="vi-VN" altLang="ko-KR" sz="900">
                <a:latin typeface="Times New Roman" panose="02020603050405020304" pitchFamily="18" charset="0"/>
                <a:ea typeface="Dotum" pitchFamily="34" charset="-127"/>
                <a:cs typeface="Times New Roman" panose="02020603050405020304" pitchFamily="18" charset="0"/>
              </a:rPr>
              <a:t>Xử lý </a:t>
            </a:r>
            <a:r>
              <a:rPr lang="en-US" altLang="ko-KR" sz="900" smtClean="0">
                <a:latin typeface="Times New Roman" panose="02020603050405020304" pitchFamily="18" charset="0"/>
                <a:ea typeface="Dotum" pitchFamily="34" charset="-127"/>
                <a:cs typeface="Times New Roman" panose="02020603050405020304" pitchFamily="18" charset="0"/>
              </a:rPr>
              <a:t>End</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8. </a:t>
            </a:r>
            <a:r>
              <a:rPr lang="vi-VN" sz="900">
                <a:latin typeface="Times New Roman" panose="02020603050405020304" pitchFamily="18" charset="0"/>
                <a:ea typeface="Dotum" pitchFamily="34" charset="-127"/>
                <a:cs typeface="Times New Roman" panose="02020603050405020304" pitchFamily="18" charset="0"/>
              </a:rPr>
              <a:t>Mô tả sau đây là </a:t>
            </a:r>
            <a:r>
              <a:rPr lang="en-US" sz="900">
                <a:latin typeface="Times New Roman" panose="02020603050405020304" pitchFamily="18" charset="0"/>
                <a:ea typeface="Dotum" pitchFamily="34" charset="-127"/>
                <a:cs typeface="Times New Roman" panose="02020603050405020304" pitchFamily="18" charset="0"/>
              </a:rPr>
              <a:t>Device</a:t>
            </a:r>
            <a:r>
              <a:rPr lang="vi-VN" sz="900">
                <a:latin typeface="Times New Roman" panose="02020603050405020304" pitchFamily="18" charset="0"/>
                <a:ea typeface="Dotum" pitchFamily="34" charset="-127"/>
                <a:cs typeface="Times New Roman" panose="02020603050405020304" pitchFamily="18" charset="0"/>
              </a:rPr>
              <a:t> nào</a:t>
            </a:r>
            <a:r>
              <a:rPr lang="vi-VN" sz="900" smtClean="0">
                <a:latin typeface="Times New Roman" panose="02020603050405020304" pitchFamily="18" charset="0"/>
                <a:ea typeface="Dotum" pitchFamily="34" charset="-127"/>
                <a:cs typeface="Times New Roman" panose="02020603050405020304" pitchFamily="18" charset="0"/>
              </a:rPr>
              <a:t>?</a:t>
            </a:r>
            <a:endParaRPr lang="en-US"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sz="900" smtClean="0">
                <a:latin typeface="Times New Roman" panose="02020603050405020304" pitchFamily="18" charset="0"/>
                <a:ea typeface="Dotum" pitchFamily="34" charset="-127"/>
                <a:cs typeface="Times New Roman" panose="02020603050405020304" pitchFamily="18" charset="0"/>
              </a:rPr>
              <a:t> </a:t>
            </a:r>
            <a:r>
              <a:rPr lang="vi-VN" sz="900">
                <a:latin typeface="Times New Roman" panose="02020603050405020304" pitchFamily="18" charset="0"/>
                <a:ea typeface="Dotum" pitchFamily="34" charset="-127"/>
                <a:cs typeface="Times New Roman" panose="02020603050405020304" pitchFamily="18" charset="0"/>
              </a:rPr>
              <a:t>“Thiết bị có khả năng trao đổi thông tin dữ liệu giữa trạm chính đến trạm cục bộ, trạm cục bộ với trạm </a:t>
            </a:r>
            <a:r>
              <a:rPr lang="vi-VN" sz="900" smtClean="0">
                <a:latin typeface="Times New Roman" panose="02020603050405020304" pitchFamily="18" charset="0"/>
                <a:ea typeface="Dotum" pitchFamily="34" charset="-127"/>
                <a:cs typeface="Times New Roman" panose="02020603050405020304" pitchFamily="18" charset="0"/>
              </a:rPr>
              <a:t>chính và trạm cục bộ”</a:t>
            </a:r>
            <a:endParaRPr lang="en-US"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None/>
            </a:pPr>
            <a:r>
              <a:rPr lang="en-US" sz="900" smtClean="0">
                <a:latin typeface="Times New Roman" panose="02020603050405020304" pitchFamily="18" charset="0"/>
                <a:cs typeface="Times New Roman" panose="02020603050405020304" pitchFamily="18" charset="0"/>
              </a:rPr>
              <a:t>    ① </a:t>
            </a:r>
            <a:r>
              <a:rPr lang="en-US" sz="900">
                <a:latin typeface="Times New Roman" panose="02020603050405020304" pitchFamily="18" charset="0"/>
                <a:cs typeface="Times New Roman" panose="02020603050405020304" pitchFamily="18" charset="0"/>
              </a:rPr>
              <a:t>W </a:t>
            </a:r>
            <a:r>
              <a:rPr lang="en-US" sz="900" smtClean="0">
                <a:latin typeface="Times New Roman" panose="02020603050405020304" pitchFamily="18" charset="0"/>
                <a:cs typeface="Times New Roman" panose="02020603050405020304" pitchFamily="18" charset="0"/>
              </a:rPr>
              <a:t>          </a:t>
            </a:r>
            <a:r>
              <a:rPr lang="en-US" sz="900">
                <a:latin typeface="Times New Roman" panose="02020603050405020304" pitchFamily="18" charset="0"/>
                <a:cs typeface="Times New Roman" panose="02020603050405020304" pitchFamily="18" charset="0"/>
              </a:rPr>
              <a:t>② </a:t>
            </a:r>
            <a:r>
              <a:rPr lang="en-US" sz="900" smtClean="0">
                <a:latin typeface="Times New Roman" panose="02020603050405020304" pitchFamily="18" charset="0"/>
                <a:cs typeface="Times New Roman" panose="02020603050405020304" pitchFamily="18" charset="0"/>
              </a:rPr>
              <a:t>M          </a:t>
            </a:r>
            <a:r>
              <a:rPr lang="en-US" sz="900">
                <a:latin typeface="Times New Roman" panose="02020603050405020304" pitchFamily="18" charset="0"/>
                <a:cs typeface="Times New Roman" panose="02020603050405020304" pitchFamily="18" charset="0"/>
              </a:rPr>
              <a:t>③ </a:t>
            </a:r>
            <a:r>
              <a:rPr lang="en-US" sz="900" smtClean="0">
                <a:latin typeface="Times New Roman" panose="02020603050405020304" pitchFamily="18" charset="0"/>
                <a:cs typeface="Times New Roman" panose="02020603050405020304" pitchFamily="18" charset="0"/>
              </a:rPr>
              <a:t>R           </a:t>
            </a:r>
            <a:r>
              <a:rPr lang="en-US" sz="900">
                <a:latin typeface="Times New Roman" panose="02020603050405020304" pitchFamily="18" charset="0"/>
                <a:cs typeface="Times New Roman" panose="02020603050405020304" pitchFamily="18" charset="0"/>
              </a:rPr>
              <a:t>④ S</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sp>
        <p:nvSpPr>
          <p:cNvPr id="5"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indent="0">
              <a:buFontTx/>
              <a:buNone/>
              <a:defRPr/>
            </a:pPr>
            <a:r>
              <a:rPr lang="en-US" sz="900">
                <a:latin typeface="Times New Roman" panose="02020603050405020304" pitchFamily="18" charset="0"/>
                <a:cs typeface="Times New Roman" panose="02020603050405020304" pitchFamily="18" charset="0"/>
              </a:rPr>
              <a:t> </a:t>
            </a:r>
            <a:endParaRPr lang="en-US" sz="900" smtClean="0">
              <a:latin typeface="Times New Roman" panose="02020603050405020304" pitchFamily="18" charset="0"/>
              <a:cs typeface="Times New Roman" panose="02020603050405020304" pitchFamily="18" charset="0"/>
            </a:endParaRPr>
          </a:p>
          <a:p>
            <a:pPr marL="0" indent="0">
              <a:buNone/>
            </a:pPr>
            <a:r>
              <a:rPr lang="vi-VN" sz="900" smtClean="0">
                <a:latin typeface="Times New Roman" panose="02020603050405020304" pitchFamily="18" charset="0"/>
                <a:cs typeface="Times New Roman" panose="02020603050405020304" pitchFamily="18" charset="0"/>
              </a:rPr>
              <a:t>9</a:t>
            </a:r>
            <a:r>
              <a:rPr lang="vi-VN" sz="900">
                <a:latin typeface="Times New Roman" panose="02020603050405020304" pitchFamily="18" charset="0"/>
                <a:cs typeface="Times New Roman" panose="02020603050405020304" pitchFamily="18" charset="0"/>
              </a:rPr>
              <a:t>. Chức năng nào phù hợp với mô tả dưới đây?</a:t>
            </a:r>
          </a:p>
          <a:p>
            <a:pPr marL="0" indent="0">
              <a:buNone/>
            </a:pPr>
            <a:r>
              <a:rPr lang="vi-VN" sz="900">
                <a:latin typeface="Times New Roman" panose="02020603050405020304" pitchFamily="18" charset="0"/>
                <a:cs typeface="Times New Roman" panose="02020603050405020304" pitchFamily="18" charset="0"/>
              </a:rPr>
              <a:t> “Nếu có một tập tin </a:t>
            </a:r>
            <a:r>
              <a:rPr lang="en-US" sz="900" smtClean="0">
                <a:latin typeface="Times New Roman" panose="02020603050405020304" pitchFamily="18" charset="0"/>
                <a:cs typeface="Times New Roman" panose="02020603050405020304" pitchFamily="18" charset="0"/>
              </a:rPr>
              <a:t>Comment</a:t>
            </a:r>
            <a:r>
              <a:rPr lang="vi-VN" sz="900" smtClean="0">
                <a:latin typeface="Times New Roman" panose="02020603050405020304" pitchFamily="18" charset="0"/>
                <a:cs typeface="Times New Roman" panose="02020603050405020304" pitchFamily="18" charset="0"/>
              </a:rPr>
              <a:t> </a:t>
            </a:r>
            <a:r>
              <a:rPr lang="vi-VN" sz="900">
                <a:latin typeface="Times New Roman" panose="02020603050405020304" pitchFamily="18" charset="0"/>
                <a:cs typeface="Times New Roman" panose="02020603050405020304" pitchFamily="18" charset="0"/>
              </a:rPr>
              <a:t>được lưu sau khi </a:t>
            </a:r>
            <a:r>
              <a:rPr lang="en-US" sz="900" smtClean="0">
                <a:latin typeface="Times New Roman" panose="02020603050405020304" pitchFamily="18" charset="0"/>
                <a:cs typeface="Times New Roman" panose="02020603050405020304" pitchFamily="18" charset="0"/>
              </a:rPr>
              <a:t>Read</a:t>
            </a:r>
            <a:r>
              <a:rPr lang="vi-VN" sz="900" smtClean="0">
                <a:latin typeface="Times New Roman" panose="02020603050405020304" pitchFamily="18" charset="0"/>
                <a:cs typeface="Times New Roman" panose="02020603050405020304" pitchFamily="18" charset="0"/>
              </a:rPr>
              <a:t> </a:t>
            </a:r>
            <a:r>
              <a:rPr lang="vi-VN" sz="900">
                <a:latin typeface="Times New Roman" panose="02020603050405020304" pitchFamily="18" charset="0"/>
                <a:cs typeface="Times New Roman" panose="02020603050405020304" pitchFamily="18" charset="0"/>
              </a:rPr>
              <a:t>PLC của </a:t>
            </a:r>
            <a:r>
              <a:rPr lang="en-US" sz="900" smtClean="0">
                <a:latin typeface="Times New Roman" panose="02020603050405020304" pitchFamily="18" charset="0"/>
                <a:cs typeface="Times New Roman" panose="02020603050405020304" pitchFamily="18" charset="0"/>
              </a:rPr>
              <a:t>   </a:t>
            </a:r>
            <a:r>
              <a:rPr lang="vi-VN" sz="900" smtClean="0">
                <a:latin typeface="Times New Roman" panose="02020603050405020304" pitchFamily="18" charset="0"/>
                <a:cs typeface="Times New Roman" panose="02020603050405020304" pitchFamily="18" charset="0"/>
              </a:rPr>
              <a:t>thiết </a:t>
            </a:r>
            <a:r>
              <a:rPr lang="vi-VN" sz="900">
                <a:latin typeface="Times New Roman" panose="02020603050405020304" pitchFamily="18" charset="0"/>
                <a:cs typeface="Times New Roman" panose="02020603050405020304" pitchFamily="18" charset="0"/>
              </a:rPr>
              <a:t>bị, </a:t>
            </a:r>
            <a:r>
              <a:rPr lang="vi-VN" sz="900" smtClean="0">
                <a:latin typeface="Times New Roman" panose="02020603050405020304" pitchFamily="18" charset="0"/>
                <a:cs typeface="Times New Roman" panose="02020603050405020304" pitchFamily="18" charset="0"/>
              </a:rPr>
              <a:t>có </a:t>
            </a:r>
            <a:r>
              <a:rPr lang="vi-VN" sz="900">
                <a:latin typeface="Times New Roman" panose="02020603050405020304" pitchFamily="18" charset="0"/>
                <a:cs typeface="Times New Roman" panose="02020603050405020304" pitchFamily="18" charset="0"/>
              </a:rPr>
              <a:t>thể sao chép và sử dụng </a:t>
            </a:r>
            <a:r>
              <a:rPr lang="en-US" sz="900" smtClean="0">
                <a:latin typeface="Times New Roman" panose="02020603050405020304" pitchFamily="18" charset="0"/>
                <a:cs typeface="Times New Roman" panose="02020603050405020304" pitchFamily="18" charset="0"/>
              </a:rPr>
              <a:t>Comment</a:t>
            </a:r>
            <a:r>
              <a:rPr lang="vi-VN" sz="900" smtClean="0">
                <a:latin typeface="Times New Roman" panose="02020603050405020304" pitchFamily="18" charset="0"/>
                <a:cs typeface="Times New Roman" panose="02020603050405020304" pitchFamily="18" charset="0"/>
              </a:rPr>
              <a:t> đó</a:t>
            </a:r>
            <a:r>
              <a:rPr lang="en-US" sz="900" smtClean="0">
                <a:latin typeface="Times New Roman" panose="02020603050405020304" pitchFamily="18" charset="0"/>
                <a:cs typeface="Times New Roman" panose="02020603050405020304" pitchFamily="18" charset="0"/>
              </a:rPr>
              <a:t>”.</a:t>
            </a:r>
            <a:endParaRPr lang="en-US" sz="900">
              <a:latin typeface="Times New Roman" panose="02020603050405020304" pitchFamily="18" charset="0"/>
              <a:cs typeface="Times New Roman" panose="02020603050405020304" pitchFamily="18" charset="0"/>
            </a:endParaRPr>
          </a:p>
          <a:p>
            <a:pPr marL="0" indent="0">
              <a:buFontTx/>
              <a:buNone/>
              <a:defRPr/>
            </a:pPr>
            <a:r>
              <a:rPr lang="en-US" sz="900">
                <a:latin typeface="Times New Roman" panose="02020603050405020304" pitchFamily="18" charset="0"/>
                <a:cs typeface="Times New Roman" panose="02020603050405020304" pitchFamily="18" charset="0"/>
              </a:rPr>
              <a:t>   </a:t>
            </a:r>
          </a:p>
          <a:p>
            <a:pPr marL="0" indent="0">
              <a:buFontTx/>
              <a:buNone/>
              <a:defRPr/>
            </a:pPr>
            <a:r>
              <a:rPr lang="en-US" sz="900">
                <a:latin typeface="Times New Roman" panose="02020603050405020304" pitchFamily="18" charset="0"/>
                <a:cs typeface="Times New Roman" panose="02020603050405020304" pitchFamily="18" charset="0"/>
              </a:rPr>
              <a:t> ① Cắt </a:t>
            </a:r>
            <a:r>
              <a:rPr lang="en-US" sz="900" smtClean="0">
                <a:latin typeface="Times New Roman" panose="02020603050405020304" pitchFamily="18" charset="0"/>
                <a:cs typeface="Times New Roman" panose="02020603050405020304" pitchFamily="18" charset="0"/>
              </a:rPr>
              <a:t>   ② </a:t>
            </a:r>
            <a:r>
              <a:rPr lang="en-US" sz="900">
                <a:latin typeface="Times New Roman" panose="02020603050405020304" pitchFamily="18" charset="0"/>
                <a:cs typeface="Times New Roman" panose="02020603050405020304" pitchFamily="18" charset="0"/>
              </a:rPr>
              <a:t>Sao </a:t>
            </a:r>
            <a:r>
              <a:rPr lang="en-US" sz="900" smtClean="0">
                <a:latin typeface="Times New Roman" panose="02020603050405020304" pitchFamily="18" charset="0"/>
                <a:cs typeface="Times New Roman" panose="02020603050405020304" pitchFamily="18" charset="0"/>
              </a:rPr>
              <a:t>chép     ③ </a:t>
            </a:r>
            <a:r>
              <a:rPr lang="en-US" sz="900">
                <a:latin typeface="Times New Roman" panose="02020603050405020304" pitchFamily="18" charset="0"/>
                <a:cs typeface="Times New Roman" panose="02020603050405020304" pitchFamily="18" charset="0"/>
              </a:rPr>
              <a:t>Nhập tệp </a:t>
            </a:r>
            <a:r>
              <a:rPr lang="en-US" sz="900" smtClean="0">
                <a:latin typeface="Times New Roman" panose="02020603050405020304" pitchFamily="18" charset="0"/>
                <a:cs typeface="Times New Roman" panose="02020603050405020304" pitchFamily="18" charset="0"/>
              </a:rPr>
              <a:t>      ④ </a:t>
            </a:r>
            <a:r>
              <a:rPr lang="en-US" sz="900">
                <a:latin typeface="Times New Roman" panose="02020603050405020304" pitchFamily="18" charset="0"/>
                <a:cs typeface="Times New Roman" panose="02020603050405020304" pitchFamily="18" charset="0"/>
              </a:rPr>
              <a:t>Dán</a:t>
            </a: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vi-VN" sz="900">
                <a:latin typeface="Times New Roman" panose="02020603050405020304" pitchFamily="18" charset="0"/>
                <a:cs typeface="Times New Roman" panose="02020603050405020304" pitchFamily="18" charset="0"/>
              </a:rPr>
              <a:t>10. </a:t>
            </a:r>
            <a:r>
              <a:rPr lang="en-US" sz="900" smtClean="0">
                <a:latin typeface="Times New Roman" panose="02020603050405020304" pitchFamily="18" charset="0"/>
                <a:cs typeface="Times New Roman" panose="02020603050405020304" pitchFamily="18" charset="0"/>
              </a:rPr>
              <a:t>Phần nào của Parameter</a:t>
            </a:r>
            <a:r>
              <a:rPr lang="vi-VN" sz="900" smtClean="0">
                <a:latin typeface="Times New Roman" panose="02020603050405020304" pitchFamily="18" charset="0"/>
                <a:cs typeface="Times New Roman" panose="02020603050405020304" pitchFamily="18" charset="0"/>
              </a:rPr>
              <a:t> </a:t>
            </a:r>
            <a:r>
              <a:rPr lang="vi-VN" sz="900">
                <a:latin typeface="Times New Roman" panose="02020603050405020304" pitchFamily="18" charset="0"/>
                <a:cs typeface="Times New Roman" panose="02020603050405020304" pitchFamily="18" charset="0"/>
              </a:rPr>
              <a:t>để đặt việc sử dụng vùng </a:t>
            </a:r>
            <a:r>
              <a:rPr lang="en-US" sz="900" smtClean="0">
                <a:latin typeface="Times New Roman" panose="02020603050405020304" pitchFamily="18" charset="0"/>
                <a:cs typeface="Times New Roman" panose="02020603050405020304" pitchFamily="18" charset="0"/>
              </a:rPr>
              <a:t>Latch</a:t>
            </a:r>
            <a:r>
              <a:rPr lang="vi-VN" sz="900" smtClean="0">
                <a:latin typeface="Times New Roman" panose="02020603050405020304" pitchFamily="18" charset="0"/>
                <a:cs typeface="Times New Roman" panose="02020603050405020304" pitchFamily="18" charset="0"/>
              </a:rPr>
              <a:t> </a:t>
            </a:r>
            <a:r>
              <a:rPr lang="vi-VN" sz="900">
                <a:latin typeface="Times New Roman" panose="02020603050405020304" pitchFamily="18" charset="0"/>
                <a:cs typeface="Times New Roman" panose="02020603050405020304" pitchFamily="18" charset="0"/>
              </a:rPr>
              <a:t>và </a:t>
            </a:r>
            <a:r>
              <a:rPr lang="en-US" sz="900" smtClean="0">
                <a:latin typeface="Times New Roman" panose="02020603050405020304" pitchFamily="18" charset="0"/>
                <a:cs typeface="Times New Roman" panose="02020603050405020304" pitchFamily="18" charset="0"/>
              </a:rPr>
              <a:t>Timer </a:t>
            </a:r>
            <a:r>
              <a:rPr lang="vi-VN" sz="900" smtClean="0">
                <a:latin typeface="Times New Roman" panose="02020603050405020304" pitchFamily="18" charset="0"/>
                <a:cs typeface="Times New Roman" panose="02020603050405020304" pitchFamily="18" charset="0"/>
              </a:rPr>
              <a:t>tích </a:t>
            </a:r>
            <a:r>
              <a:rPr lang="vi-VN" sz="900">
                <a:latin typeface="Times New Roman" panose="02020603050405020304" pitchFamily="18" charset="0"/>
                <a:cs typeface="Times New Roman" panose="02020603050405020304" pitchFamily="18" charset="0"/>
              </a:rPr>
              <a:t>hợp</a:t>
            </a:r>
            <a:r>
              <a:rPr lang="vi-VN" sz="900" smtClean="0">
                <a:latin typeface="Times New Roman" panose="02020603050405020304" pitchFamily="18" charset="0"/>
                <a:cs typeface="Times New Roman" panose="02020603050405020304" pitchFamily="18" charset="0"/>
              </a:rPr>
              <a:t>?</a:t>
            </a:r>
            <a:endParaRPr lang="en-US" sz="900">
              <a:latin typeface="Times New Roman" panose="02020603050405020304" pitchFamily="18" charset="0"/>
              <a:cs typeface="Times New Roman" panose="02020603050405020304" pitchFamily="18" charset="0"/>
            </a:endParaRPr>
          </a:p>
          <a:p>
            <a:pPr marL="0" indent="0">
              <a:buFontTx/>
              <a:buNone/>
              <a:defRPr/>
            </a:pPr>
            <a:r>
              <a:rPr lang="en-US" sz="900" smtClean="0">
                <a:latin typeface="Times New Roman" panose="02020603050405020304" pitchFamily="18" charset="0"/>
                <a:cs typeface="Times New Roman" panose="02020603050405020304" pitchFamily="18" charset="0"/>
              </a:rPr>
              <a:t>   </a:t>
            </a:r>
            <a:endParaRPr lang="en-US" sz="900">
              <a:latin typeface="Times New Roman" panose="02020603050405020304" pitchFamily="18" charset="0"/>
              <a:cs typeface="Times New Roman" panose="02020603050405020304" pitchFamily="18" charset="0"/>
            </a:endParaRPr>
          </a:p>
          <a:p>
            <a:pPr marL="0" indent="0">
              <a:buFontTx/>
              <a:buNone/>
              <a:defRPr/>
            </a:pPr>
            <a:r>
              <a:rPr lang="vi-VN" sz="900">
                <a:latin typeface="Times New Roman" panose="02020603050405020304" pitchFamily="18" charset="0"/>
                <a:cs typeface="Times New Roman" panose="02020603050405020304" pitchFamily="18" charset="0"/>
              </a:rPr>
              <a:t> ① </a:t>
            </a:r>
            <a:r>
              <a:rPr lang="vi-VN" sz="900" smtClean="0">
                <a:latin typeface="Times New Roman" panose="02020603050405020304" pitchFamily="18" charset="0"/>
                <a:cs typeface="Times New Roman" panose="02020603050405020304" pitchFamily="18" charset="0"/>
              </a:rPr>
              <a:t>PLC </a:t>
            </a:r>
            <a:r>
              <a:rPr lang="en-US" sz="900" smtClean="0">
                <a:latin typeface="Times New Roman" panose="02020603050405020304" pitchFamily="18" charset="0"/>
                <a:cs typeface="Times New Roman" panose="02020603050405020304" pitchFamily="18" charset="0"/>
              </a:rPr>
              <a:t>File           </a:t>
            </a:r>
            <a:r>
              <a:rPr lang="vi-VN" sz="900" smtClean="0">
                <a:latin typeface="Times New Roman" panose="02020603050405020304" pitchFamily="18" charset="0"/>
                <a:cs typeface="Times New Roman" panose="02020603050405020304" pitchFamily="18" charset="0"/>
              </a:rPr>
              <a:t>② </a:t>
            </a:r>
            <a:r>
              <a:rPr lang="en-US" sz="900" smtClean="0">
                <a:latin typeface="Times New Roman" panose="02020603050405020304" pitchFamily="18" charset="0"/>
                <a:cs typeface="Times New Roman" panose="02020603050405020304" pitchFamily="18" charset="0"/>
              </a:rPr>
              <a:t>Program</a:t>
            </a:r>
            <a:endParaRPr lang="vi-VN" sz="900">
              <a:latin typeface="Times New Roman" panose="02020603050405020304" pitchFamily="18" charset="0"/>
              <a:cs typeface="Times New Roman" panose="02020603050405020304" pitchFamily="18" charset="0"/>
            </a:endParaRPr>
          </a:p>
          <a:p>
            <a:pPr marL="0" indent="0">
              <a:buFontTx/>
              <a:buNone/>
              <a:defRPr/>
            </a:pPr>
            <a:r>
              <a:rPr lang="en-US" sz="900">
                <a:latin typeface="Times New Roman" panose="02020603050405020304" pitchFamily="18" charset="0"/>
                <a:cs typeface="Times New Roman" panose="02020603050405020304" pitchFamily="18" charset="0"/>
              </a:rPr>
              <a:t> ③ </a:t>
            </a:r>
            <a:r>
              <a:rPr lang="en-US" sz="900" smtClean="0">
                <a:latin typeface="Times New Roman" panose="02020603050405020304" pitchFamily="18" charset="0"/>
                <a:cs typeface="Times New Roman" panose="02020603050405020304" pitchFamily="18" charset="0"/>
              </a:rPr>
              <a:t>PLC </a:t>
            </a:r>
            <a:r>
              <a:rPr lang="en-US" sz="900">
                <a:latin typeface="Times New Roman" panose="02020603050405020304" pitchFamily="18" charset="0"/>
                <a:cs typeface="Times New Roman" panose="02020603050405020304" pitchFamily="18" charset="0"/>
              </a:rPr>
              <a:t>RAS </a:t>
            </a:r>
            <a:r>
              <a:rPr lang="en-US" sz="900" smtClean="0">
                <a:latin typeface="Times New Roman" panose="02020603050405020304" pitchFamily="18" charset="0"/>
                <a:cs typeface="Times New Roman" panose="02020603050405020304" pitchFamily="18" charset="0"/>
              </a:rPr>
              <a:t>         ④ Device</a:t>
            </a:r>
            <a:endParaRPr lang="en-US" sz="900">
              <a:latin typeface="Times New Roman" panose="02020603050405020304" pitchFamily="18" charset="0"/>
              <a:cs typeface="Times New Roman" panose="02020603050405020304" pitchFamily="18" charset="0"/>
            </a:endParaRPr>
          </a:p>
          <a:p>
            <a:pPr>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vi-VN" sz="900">
                <a:latin typeface="Times New Roman" panose="02020603050405020304" pitchFamily="18" charset="0"/>
                <a:cs typeface="Times New Roman" panose="02020603050405020304" pitchFamily="18" charset="0"/>
              </a:rPr>
              <a:t>11. Thời gian dự phòng của tụ điện bên trong khi thay pin CPU là bao nhiêu?</a:t>
            </a:r>
          </a:p>
          <a:p>
            <a:pPr marL="0" indent="0">
              <a:buFontTx/>
              <a:buNone/>
              <a:defRPr/>
            </a:pPr>
            <a:r>
              <a:rPr lang="en-US" sz="900">
                <a:latin typeface="Times New Roman" panose="02020603050405020304" pitchFamily="18" charset="0"/>
                <a:cs typeface="Times New Roman" panose="02020603050405020304" pitchFamily="18" charset="0"/>
              </a:rPr>
              <a:t>            </a:t>
            </a:r>
          </a:p>
          <a:p>
            <a:pPr marL="0" indent="0">
              <a:buFontTx/>
              <a:buNone/>
              <a:defRPr/>
            </a:pPr>
            <a:r>
              <a:rPr lang="en-US" sz="900">
                <a:latin typeface="Times New Roman" panose="02020603050405020304" pitchFamily="18" charset="0"/>
                <a:cs typeface="Times New Roman" panose="02020603050405020304" pitchFamily="18" charset="0"/>
              </a:rPr>
              <a:t>① 1 phút </a:t>
            </a:r>
            <a:r>
              <a:rPr lang="en-US" sz="900" smtClean="0">
                <a:latin typeface="Times New Roman" panose="02020603050405020304" pitchFamily="18" charset="0"/>
                <a:cs typeface="Times New Roman" panose="02020603050405020304" pitchFamily="18" charset="0"/>
              </a:rPr>
              <a:t>      ② </a:t>
            </a:r>
            <a:r>
              <a:rPr lang="en-US" sz="900">
                <a:latin typeface="Times New Roman" panose="02020603050405020304" pitchFamily="18" charset="0"/>
                <a:cs typeface="Times New Roman" panose="02020603050405020304" pitchFamily="18" charset="0"/>
              </a:rPr>
              <a:t>2 phút</a:t>
            </a:r>
          </a:p>
          <a:p>
            <a:pPr marL="0" indent="0">
              <a:buFontTx/>
              <a:buNone/>
              <a:defRPr/>
            </a:pPr>
            <a:r>
              <a:rPr lang="en-US" sz="900">
                <a:latin typeface="Times New Roman" panose="02020603050405020304" pitchFamily="18" charset="0"/>
                <a:cs typeface="Times New Roman" panose="02020603050405020304" pitchFamily="18" charset="0"/>
              </a:rPr>
              <a:t>③ 3 phút </a:t>
            </a:r>
            <a:r>
              <a:rPr lang="en-US" sz="900" smtClean="0">
                <a:latin typeface="Times New Roman" panose="02020603050405020304" pitchFamily="18" charset="0"/>
                <a:cs typeface="Times New Roman" panose="02020603050405020304" pitchFamily="18" charset="0"/>
              </a:rPr>
              <a:t>      ④ </a:t>
            </a:r>
            <a:r>
              <a:rPr lang="en-US" sz="900">
                <a:latin typeface="Times New Roman" panose="02020603050405020304" pitchFamily="18" charset="0"/>
                <a:cs typeface="Times New Roman" panose="02020603050405020304" pitchFamily="18" charset="0"/>
              </a:rPr>
              <a:t>5 phút</a:t>
            </a: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vi-VN" sz="900">
                <a:latin typeface="Times New Roman" panose="02020603050405020304" pitchFamily="18" charset="0"/>
                <a:cs typeface="Times New Roman" panose="02020603050405020304" pitchFamily="18" charset="0"/>
              </a:rPr>
              <a:t>12. Lệnh nào là hoạt động của biểu đồ thời gian tiếp theo?</a:t>
            </a: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en-US" sz="900">
                <a:latin typeface="Times New Roman" panose="02020603050405020304" pitchFamily="18" charset="0"/>
                <a:cs typeface="Times New Roman" panose="02020603050405020304" pitchFamily="18" charset="0"/>
              </a:rPr>
              <a:t> </a:t>
            </a:r>
            <a:r>
              <a:rPr lang="en-US" sz="900" smtClean="0">
                <a:latin typeface="Times New Roman" panose="02020603050405020304" pitchFamily="18" charset="0"/>
                <a:cs typeface="Times New Roman" panose="02020603050405020304" pitchFamily="18" charset="0"/>
              </a:rPr>
              <a:t>      ① </a:t>
            </a:r>
            <a:r>
              <a:rPr lang="en-US" sz="900">
                <a:latin typeface="Times New Roman" panose="02020603050405020304" pitchFamily="18" charset="0"/>
                <a:cs typeface="Times New Roman" panose="02020603050405020304" pitchFamily="18" charset="0"/>
              </a:rPr>
              <a:t>PLS </a:t>
            </a:r>
            <a:r>
              <a:rPr lang="en-US" sz="900" smtClean="0">
                <a:latin typeface="Times New Roman" panose="02020603050405020304" pitchFamily="18" charset="0"/>
                <a:cs typeface="Times New Roman" panose="02020603050405020304" pitchFamily="18" charset="0"/>
              </a:rPr>
              <a:t>                ② </a:t>
            </a:r>
            <a:r>
              <a:rPr lang="en-US" sz="900">
                <a:latin typeface="Times New Roman" panose="02020603050405020304" pitchFamily="18" charset="0"/>
                <a:cs typeface="Times New Roman" panose="02020603050405020304" pitchFamily="18" charset="0"/>
              </a:rPr>
              <a:t>PLF</a:t>
            </a:r>
          </a:p>
          <a:p>
            <a:pPr marL="0" indent="0">
              <a:buFontTx/>
              <a:buNone/>
              <a:defRPr/>
            </a:pPr>
            <a:r>
              <a:rPr lang="en-US" sz="900">
                <a:latin typeface="Times New Roman" panose="02020603050405020304" pitchFamily="18" charset="0"/>
                <a:cs typeface="Times New Roman" panose="02020603050405020304" pitchFamily="18" charset="0"/>
              </a:rPr>
              <a:t> </a:t>
            </a:r>
            <a:r>
              <a:rPr lang="en-US" sz="900" smtClean="0">
                <a:latin typeface="Times New Roman" panose="02020603050405020304" pitchFamily="18" charset="0"/>
                <a:cs typeface="Times New Roman" panose="02020603050405020304" pitchFamily="18" charset="0"/>
              </a:rPr>
              <a:t>      ③ </a:t>
            </a:r>
            <a:r>
              <a:rPr lang="en-US" sz="900">
                <a:latin typeface="Times New Roman" panose="02020603050405020304" pitchFamily="18" charset="0"/>
                <a:cs typeface="Times New Roman" panose="02020603050405020304" pitchFamily="18" charset="0"/>
              </a:rPr>
              <a:t>FF </a:t>
            </a:r>
            <a:r>
              <a:rPr lang="en-US" sz="900" smtClean="0">
                <a:latin typeface="Times New Roman" panose="02020603050405020304" pitchFamily="18" charset="0"/>
                <a:cs typeface="Times New Roman" panose="02020603050405020304" pitchFamily="18" charset="0"/>
              </a:rPr>
              <a:t>                   ④</a:t>
            </a:r>
            <a:r>
              <a:rPr lang="en-US" sz="900">
                <a:latin typeface="Times New Roman" panose="02020603050405020304" pitchFamily="18" charset="0"/>
                <a:cs typeface="Times New Roman" panose="02020603050405020304" pitchFamily="18" charset="0"/>
              </a:rPr>
              <a:t>SET</a:t>
            </a: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en-US" sz="900">
                <a:latin typeface="Times New Roman" panose="02020603050405020304" pitchFamily="18" charset="0"/>
                <a:cs typeface="Times New Roman" panose="02020603050405020304" pitchFamily="18" charset="0"/>
              </a:rPr>
              <a:t>13. Điều gì sai với mô tả của Counter?</a:t>
            </a:r>
          </a:p>
          <a:p>
            <a:pPr>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vi-VN" sz="900">
                <a:latin typeface="Times New Roman" panose="02020603050405020304" pitchFamily="18" charset="0"/>
                <a:cs typeface="Times New Roman" panose="02020603050405020304" pitchFamily="18" charset="0"/>
              </a:rPr>
              <a:t> ① Bộ đếm đếm khi tín hiệu đầu vào tăng lên.</a:t>
            </a:r>
          </a:p>
          <a:p>
            <a:pPr marL="0" indent="0">
              <a:buFontTx/>
              <a:buNone/>
              <a:defRPr/>
            </a:pPr>
            <a:r>
              <a:rPr lang="vi-VN" sz="900">
                <a:latin typeface="Times New Roman" panose="02020603050405020304" pitchFamily="18" charset="0"/>
                <a:cs typeface="Times New Roman" panose="02020603050405020304" pitchFamily="18" charset="0"/>
              </a:rPr>
              <a:t> ② Giá trị cài đặt bộ đếm là K1 ~ K32767</a:t>
            </a:r>
          </a:p>
          <a:p>
            <a:pPr marL="0" indent="0">
              <a:buFontTx/>
              <a:buNone/>
              <a:defRPr/>
            </a:pPr>
            <a:r>
              <a:rPr lang="vi-VN" sz="900">
                <a:latin typeface="Times New Roman" panose="02020603050405020304" pitchFamily="18" charset="0"/>
                <a:cs typeface="Times New Roman" panose="02020603050405020304" pitchFamily="18" charset="0"/>
              </a:rPr>
              <a:t> ③ Đối với giá trị cài đặt, có thể cài đặt trực tiếp bằng K và cài đặt gián tiếp bằng D</a:t>
            </a:r>
            <a:r>
              <a:rPr lang="vi-VN" sz="900" smtClean="0">
                <a:latin typeface="Times New Roman" panose="02020603050405020304" pitchFamily="18" charset="0"/>
                <a:cs typeface="Times New Roman" panose="02020603050405020304" pitchFamily="18" charset="0"/>
              </a:rPr>
              <a:t>.</a:t>
            </a:r>
            <a:endParaRPr lang="en-US" sz="900">
              <a:latin typeface="Times New Roman" panose="02020603050405020304" pitchFamily="18" charset="0"/>
              <a:cs typeface="Times New Roman" panose="02020603050405020304" pitchFamily="18" charset="0"/>
            </a:endParaRPr>
          </a:p>
          <a:p>
            <a:pPr marL="0" indent="0">
              <a:buFontTx/>
              <a:buNone/>
              <a:defRPr/>
            </a:pPr>
            <a:r>
              <a:rPr lang="vi-VN" sz="900">
                <a:latin typeface="Times New Roman" panose="02020603050405020304" pitchFamily="18" charset="0"/>
                <a:cs typeface="Times New Roman" panose="02020603050405020304" pitchFamily="18" charset="0"/>
              </a:rPr>
              <a:t> ④ Nếu lệnh RST được thực hiện trước khi đếm lên, giá trị hiện tại được duy trì</a:t>
            </a:r>
            <a:r>
              <a:rPr lang="vi-VN" sz="900" smtClean="0">
                <a:latin typeface="Times New Roman" panose="02020603050405020304" pitchFamily="18" charset="0"/>
                <a:cs typeface="Times New Roman" panose="02020603050405020304" pitchFamily="18" charset="0"/>
              </a:rPr>
              <a:t>.</a:t>
            </a:r>
            <a:endParaRPr lang="en-US" sz="90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vi-VN" sz="900">
                <a:latin typeface="Times New Roman" panose="02020603050405020304" pitchFamily="18" charset="0"/>
                <a:cs typeface="Times New Roman" panose="02020603050405020304" pitchFamily="18" charset="0"/>
              </a:rPr>
              <a:t>14. Để bật Y40 sau 2 giây </a:t>
            </a:r>
            <a:r>
              <a:rPr lang="en-US" sz="900" smtClean="0">
                <a:latin typeface="Times New Roman" panose="02020603050405020304" pitchFamily="18" charset="0"/>
                <a:cs typeface="Times New Roman" panose="02020603050405020304" pitchFamily="18" charset="0"/>
              </a:rPr>
              <a:t>khi nhấn</a:t>
            </a:r>
            <a:r>
              <a:rPr lang="vi-VN" sz="900" smtClean="0">
                <a:latin typeface="Times New Roman" panose="02020603050405020304" pitchFamily="18" charset="0"/>
                <a:cs typeface="Times New Roman" panose="02020603050405020304" pitchFamily="18" charset="0"/>
              </a:rPr>
              <a:t> X0</a:t>
            </a:r>
            <a:r>
              <a:rPr lang="en-US" sz="900" smtClean="0">
                <a:latin typeface="Times New Roman" panose="02020603050405020304" pitchFamily="18" charset="0"/>
                <a:cs typeface="Times New Roman" panose="02020603050405020304" pitchFamily="18" charset="0"/>
              </a:rPr>
              <a:t>.</a:t>
            </a:r>
          </a:p>
          <a:p>
            <a:pPr marL="0" indent="0">
              <a:buFontTx/>
              <a:buNone/>
              <a:defRPr/>
            </a:pPr>
            <a:r>
              <a:rPr lang="vi-VN" sz="900" smtClean="0">
                <a:latin typeface="Times New Roman" panose="02020603050405020304" pitchFamily="18" charset="0"/>
                <a:cs typeface="Times New Roman" panose="02020603050405020304" pitchFamily="18" charset="0"/>
              </a:rPr>
              <a:t>  </a:t>
            </a:r>
            <a:r>
              <a:rPr lang="en-US" sz="900">
                <a:latin typeface="Times New Roman" panose="02020603050405020304" pitchFamily="18" charset="0"/>
                <a:cs typeface="Times New Roman" panose="02020603050405020304" pitchFamily="18" charset="0"/>
              </a:rPr>
              <a:t>T</a:t>
            </a:r>
            <a:r>
              <a:rPr lang="vi-VN" sz="900" smtClean="0">
                <a:latin typeface="Times New Roman" panose="02020603050405020304" pitchFamily="18" charset="0"/>
                <a:cs typeface="Times New Roman" panose="02020603050405020304" pitchFamily="18" charset="0"/>
              </a:rPr>
              <a:t>iếp </a:t>
            </a:r>
            <a:r>
              <a:rPr lang="vi-VN" sz="900">
                <a:latin typeface="Times New Roman" panose="02020603050405020304" pitchFamily="18" charset="0"/>
                <a:cs typeface="Times New Roman" panose="02020603050405020304" pitchFamily="18" charset="0"/>
              </a:rPr>
              <a:t>điểm nào trong </a:t>
            </a:r>
            <a:r>
              <a:rPr lang="vi-VN" sz="900" smtClean="0">
                <a:latin typeface="Times New Roman" panose="02020603050405020304" pitchFamily="18" charset="0"/>
                <a:cs typeface="Times New Roman" panose="02020603050405020304" pitchFamily="18" charset="0"/>
              </a:rPr>
              <a:t>()</a:t>
            </a:r>
            <a:r>
              <a:rPr lang="en-US" sz="900" smtClean="0">
                <a:latin typeface="Times New Roman" panose="02020603050405020304" pitchFamily="18" charset="0"/>
                <a:cs typeface="Times New Roman" panose="02020603050405020304" pitchFamily="18" charset="0"/>
              </a:rPr>
              <a:t> </a:t>
            </a:r>
            <a:r>
              <a:rPr lang="vi-VN" sz="900" smtClean="0">
                <a:latin typeface="Times New Roman" panose="02020603050405020304" pitchFamily="18" charset="0"/>
                <a:cs typeface="Times New Roman" panose="02020603050405020304" pitchFamily="18" charset="0"/>
              </a:rPr>
              <a:t>?</a:t>
            </a:r>
            <a:endParaRPr lang="en-US" sz="900" smtClean="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a:defRPr/>
            </a:pPr>
            <a:endParaRPr lang="en-US" sz="900">
              <a:latin typeface="Times New Roman" panose="02020603050405020304" pitchFamily="18" charset="0"/>
              <a:cs typeface="Times New Roman" panose="02020603050405020304" pitchFamily="18" charset="0"/>
            </a:endParaRPr>
          </a:p>
          <a:p>
            <a:pPr>
              <a:defRPr/>
            </a:pPr>
            <a:endParaRPr lang="en-US" sz="900">
              <a:latin typeface="Times New Roman" panose="02020603050405020304" pitchFamily="18" charset="0"/>
              <a:cs typeface="Times New Roman" panose="02020603050405020304" pitchFamily="18" charset="0"/>
            </a:endParaRPr>
          </a:p>
          <a:p>
            <a:pPr>
              <a:defRPr/>
            </a:pPr>
            <a:endParaRPr lang="en-US" sz="900">
              <a:latin typeface="Times New Roman" panose="02020603050405020304" pitchFamily="18" charset="0"/>
              <a:cs typeface="Times New Roman" panose="02020603050405020304" pitchFamily="18" charset="0"/>
            </a:endParaRPr>
          </a:p>
          <a:p>
            <a:pPr>
              <a:defRPr/>
            </a:pPr>
            <a:endParaRPr lang="en-US" sz="900">
              <a:latin typeface="Times New Roman" panose="02020603050405020304" pitchFamily="18" charset="0"/>
              <a:cs typeface="Times New Roman" panose="02020603050405020304" pitchFamily="18" charset="0"/>
            </a:endParaRPr>
          </a:p>
          <a:p>
            <a:pPr>
              <a:defRPr/>
            </a:pPr>
            <a:endParaRPr lang="en-US" sz="900">
              <a:latin typeface="Times New Roman" panose="02020603050405020304" pitchFamily="18" charset="0"/>
              <a:cs typeface="Times New Roman" panose="02020603050405020304" pitchFamily="18" charset="0"/>
            </a:endParaRPr>
          </a:p>
          <a:p>
            <a:pPr marL="0" indent="0">
              <a:buFontTx/>
              <a:buNone/>
              <a:defRPr/>
            </a:pPr>
            <a:endParaRPr lang="en-US" sz="900">
              <a:latin typeface="Times New Roman" panose="02020603050405020304" pitchFamily="18" charset="0"/>
              <a:cs typeface="Times New Roman" panose="02020603050405020304" pitchFamily="18" charset="0"/>
            </a:endParaRPr>
          </a:p>
          <a:p>
            <a:pPr marL="0" indent="0">
              <a:buFontTx/>
              <a:buNone/>
              <a:defRPr/>
            </a:pPr>
            <a:r>
              <a:rPr lang="en-US" sz="900" smtClean="0">
                <a:latin typeface="Times New Roman" panose="02020603050405020304" pitchFamily="18" charset="0"/>
                <a:cs typeface="Times New Roman" panose="02020603050405020304" pitchFamily="18" charset="0"/>
              </a:rPr>
              <a:t>        ① </a:t>
            </a:r>
            <a:r>
              <a:rPr lang="en-US" sz="900">
                <a:latin typeface="Times New Roman" panose="02020603050405020304" pitchFamily="18" charset="0"/>
                <a:cs typeface="Times New Roman" panose="02020603050405020304" pitchFamily="18" charset="0"/>
              </a:rPr>
              <a:t>K20 </a:t>
            </a:r>
            <a:r>
              <a:rPr lang="en-US" sz="900" smtClean="0">
                <a:latin typeface="Times New Roman" panose="02020603050405020304" pitchFamily="18" charset="0"/>
                <a:cs typeface="Times New Roman" panose="02020603050405020304" pitchFamily="18" charset="0"/>
              </a:rPr>
              <a:t>                  ② </a:t>
            </a:r>
            <a:r>
              <a:rPr lang="en-US" sz="900">
                <a:latin typeface="Times New Roman" panose="02020603050405020304" pitchFamily="18" charset="0"/>
                <a:cs typeface="Times New Roman" panose="02020603050405020304" pitchFamily="18" charset="0"/>
              </a:rPr>
              <a:t>X0</a:t>
            </a:r>
          </a:p>
          <a:p>
            <a:pPr marL="0" indent="0">
              <a:buFontTx/>
              <a:buNone/>
              <a:defRPr/>
            </a:pPr>
            <a:r>
              <a:rPr lang="en-US" sz="900">
                <a:latin typeface="Times New Roman" panose="02020603050405020304" pitchFamily="18" charset="0"/>
                <a:cs typeface="Times New Roman" panose="02020603050405020304" pitchFamily="18" charset="0"/>
              </a:rPr>
              <a:t> </a:t>
            </a:r>
            <a:r>
              <a:rPr lang="en-US" sz="900" smtClean="0">
                <a:latin typeface="Times New Roman" panose="02020603050405020304" pitchFamily="18" charset="0"/>
                <a:cs typeface="Times New Roman" panose="02020603050405020304" pitchFamily="18" charset="0"/>
              </a:rPr>
              <a:t>       ③ </a:t>
            </a:r>
            <a:r>
              <a:rPr lang="en-US" sz="900">
                <a:latin typeface="Times New Roman" panose="02020603050405020304" pitchFamily="18" charset="0"/>
                <a:cs typeface="Times New Roman" panose="02020603050405020304" pitchFamily="18" charset="0"/>
              </a:rPr>
              <a:t>T0 </a:t>
            </a:r>
            <a:r>
              <a:rPr lang="en-US" sz="900" smtClean="0">
                <a:latin typeface="Times New Roman" panose="02020603050405020304" pitchFamily="18" charset="0"/>
                <a:cs typeface="Times New Roman" panose="02020603050405020304" pitchFamily="18" charset="0"/>
              </a:rPr>
              <a:t>                     ④ </a:t>
            </a:r>
            <a:r>
              <a:rPr lang="en-US" sz="900">
                <a:latin typeface="Times New Roman" panose="02020603050405020304" pitchFamily="18" charset="0"/>
                <a:cs typeface="Times New Roman" panose="02020603050405020304" pitchFamily="18" charset="0"/>
              </a:rPr>
              <a:t>X2</a:t>
            </a:r>
          </a:p>
        </p:txBody>
      </p:sp>
      <p:grpSp>
        <p:nvGrpSpPr>
          <p:cNvPr id="13318" name="Group 36"/>
          <p:cNvGrpSpPr>
            <a:grpSpLocks/>
          </p:cNvGrpSpPr>
          <p:nvPr/>
        </p:nvGrpSpPr>
        <p:grpSpPr bwMode="auto">
          <a:xfrm>
            <a:off x="268288" y="4771256"/>
            <a:ext cx="3243262" cy="685800"/>
            <a:chOff x="0" y="0"/>
            <a:chExt cx="2052" cy="666"/>
          </a:xfrm>
        </p:grpSpPr>
        <p:sp>
          <p:nvSpPr>
            <p:cNvPr id="13369" name="Rectangle 76"/>
            <p:cNvSpPr>
              <a:spLocks noChangeArrowheads="1"/>
            </p:cNvSpPr>
            <p:nvPr/>
          </p:nvSpPr>
          <p:spPr bwMode="auto">
            <a:xfrm>
              <a:off x="28" y="0"/>
              <a:ext cx="1954" cy="66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ko-KR" sz="900">
                <a:latin typeface="Times New Roman" panose="02020603050405020304" pitchFamily="18" charset="0"/>
                <a:ea typeface="Dotum" pitchFamily="34" charset="-127"/>
                <a:cs typeface="Times New Roman" panose="02020603050405020304" pitchFamily="18" charset="0"/>
              </a:endParaRPr>
            </a:p>
          </p:txBody>
        </p:sp>
        <p:sp>
          <p:nvSpPr>
            <p:cNvPr id="13370" name="Line 77"/>
            <p:cNvSpPr>
              <a:spLocks noChangeShapeType="1"/>
            </p:cNvSpPr>
            <p:nvPr/>
          </p:nvSpPr>
          <p:spPr bwMode="auto">
            <a:xfrm>
              <a:off x="273" y="0"/>
              <a:ext cx="0" cy="6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71" name="Line 78"/>
            <p:cNvSpPr>
              <a:spLocks noChangeShapeType="1"/>
            </p:cNvSpPr>
            <p:nvPr/>
          </p:nvSpPr>
          <p:spPr bwMode="auto">
            <a:xfrm>
              <a:off x="517" y="0"/>
              <a:ext cx="0" cy="6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72" name="Line 79"/>
            <p:cNvSpPr>
              <a:spLocks noChangeShapeType="1"/>
            </p:cNvSpPr>
            <p:nvPr/>
          </p:nvSpPr>
          <p:spPr bwMode="auto">
            <a:xfrm>
              <a:off x="761" y="0"/>
              <a:ext cx="0" cy="6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73" name="Line 80"/>
            <p:cNvSpPr>
              <a:spLocks noChangeShapeType="1"/>
            </p:cNvSpPr>
            <p:nvPr/>
          </p:nvSpPr>
          <p:spPr bwMode="auto">
            <a:xfrm>
              <a:off x="1005" y="0"/>
              <a:ext cx="0" cy="6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74" name="Line 81"/>
            <p:cNvSpPr>
              <a:spLocks noChangeShapeType="1"/>
            </p:cNvSpPr>
            <p:nvPr/>
          </p:nvSpPr>
          <p:spPr bwMode="auto">
            <a:xfrm>
              <a:off x="1249" y="0"/>
              <a:ext cx="0" cy="6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75" name="Line 82"/>
            <p:cNvSpPr>
              <a:spLocks noChangeShapeType="1"/>
            </p:cNvSpPr>
            <p:nvPr/>
          </p:nvSpPr>
          <p:spPr bwMode="auto">
            <a:xfrm>
              <a:off x="1494" y="0"/>
              <a:ext cx="0" cy="6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76" name="Line 83"/>
            <p:cNvSpPr>
              <a:spLocks noChangeShapeType="1"/>
            </p:cNvSpPr>
            <p:nvPr/>
          </p:nvSpPr>
          <p:spPr bwMode="auto">
            <a:xfrm>
              <a:off x="1738" y="0"/>
              <a:ext cx="0" cy="6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77" name="Text Box 84"/>
            <p:cNvSpPr txBox="1">
              <a:spLocks noChangeArrowheads="1"/>
            </p:cNvSpPr>
            <p:nvPr/>
          </p:nvSpPr>
          <p:spPr bwMode="auto">
            <a:xfrm>
              <a:off x="0" y="153"/>
              <a:ext cx="28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ko-KR" altLang="en-US" sz="800">
                  <a:latin typeface="Times New Roman" panose="02020603050405020304" pitchFamily="18" charset="0"/>
                  <a:ea typeface="Dotum" pitchFamily="34" charset="-127"/>
                  <a:cs typeface="Times New Roman" panose="02020603050405020304" pitchFamily="18" charset="0"/>
                </a:rPr>
                <a:t>전원</a:t>
              </a:r>
            </a:p>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UNIT</a:t>
              </a:r>
            </a:p>
          </p:txBody>
        </p:sp>
        <p:sp>
          <p:nvSpPr>
            <p:cNvPr id="13378" name="Text Box 85"/>
            <p:cNvSpPr txBox="1">
              <a:spLocks noChangeArrowheads="1"/>
            </p:cNvSpPr>
            <p:nvPr/>
          </p:nvSpPr>
          <p:spPr bwMode="auto">
            <a:xfrm>
              <a:off x="88" y="185"/>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ko-KR" sz="800">
                <a:latin typeface="Times New Roman" panose="02020603050405020304" pitchFamily="18" charset="0"/>
                <a:ea typeface="Dotum" pitchFamily="34" charset="-127"/>
                <a:cs typeface="Times New Roman" panose="02020603050405020304" pitchFamily="18" charset="0"/>
              </a:endParaRPr>
            </a:p>
          </p:txBody>
        </p:sp>
        <p:sp>
          <p:nvSpPr>
            <p:cNvPr id="13379" name="Text Box 86"/>
            <p:cNvSpPr txBox="1">
              <a:spLocks noChangeArrowheads="1"/>
            </p:cNvSpPr>
            <p:nvPr/>
          </p:nvSpPr>
          <p:spPr bwMode="auto">
            <a:xfrm>
              <a:off x="231" y="148"/>
              <a:ext cx="29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 CPU</a:t>
              </a:r>
            </a:p>
          </p:txBody>
        </p:sp>
        <p:sp>
          <p:nvSpPr>
            <p:cNvPr id="13380" name="Text Box 87"/>
            <p:cNvSpPr txBox="1">
              <a:spLocks noChangeArrowheads="1"/>
            </p:cNvSpPr>
            <p:nvPr/>
          </p:nvSpPr>
          <p:spPr bwMode="auto">
            <a:xfrm>
              <a:off x="486" y="148"/>
              <a:ext cx="30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QX42</a:t>
              </a:r>
            </a:p>
            <a:p>
              <a:pPr eaLnBrk="1" hangingPunct="1">
                <a:spcBef>
                  <a:spcPct val="0"/>
                </a:spcBef>
                <a:buFontTx/>
                <a:buNone/>
              </a:pPr>
              <a:endParaRPr lang="en-US" altLang="ko-KR" sz="800">
                <a:latin typeface="Times New Roman" panose="02020603050405020304" pitchFamily="18" charset="0"/>
                <a:ea typeface="Dotum" pitchFamily="34" charset="-127"/>
                <a:cs typeface="Times New Roman" panose="02020603050405020304" pitchFamily="18" charset="0"/>
              </a:endParaRPr>
            </a:p>
          </p:txBody>
        </p:sp>
        <p:sp>
          <p:nvSpPr>
            <p:cNvPr id="13381" name="Text Box 88"/>
            <p:cNvSpPr txBox="1">
              <a:spLocks noChangeArrowheads="1"/>
            </p:cNvSpPr>
            <p:nvPr/>
          </p:nvSpPr>
          <p:spPr bwMode="auto">
            <a:xfrm>
              <a:off x="743" y="152"/>
              <a:ext cx="30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QY42</a:t>
              </a:r>
            </a:p>
          </p:txBody>
        </p:sp>
        <p:sp>
          <p:nvSpPr>
            <p:cNvPr id="13382" name="Text Box 89"/>
            <p:cNvSpPr txBox="1">
              <a:spLocks noChangeArrowheads="1"/>
            </p:cNvSpPr>
            <p:nvPr/>
          </p:nvSpPr>
          <p:spPr bwMode="auto">
            <a:xfrm>
              <a:off x="984" y="156"/>
              <a:ext cx="30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QX41</a:t>
              </a:r>
            </a:p>
          </p:txBody>
        </p:sp>
        <p:sp>
          <p:nvSpPr>
            <p:cNvPr id="13383" name="Text Box 90"/>
            <p:cNvSpPr txBox="1">
              <a:spLocks noChangeArrowheads="1"/>
            </p:cNvSpPr>
            <p:nvPr/>
          </p:nvSpPr>
          <p:spPr bwMode="auto">
            <a:xfrm>
              <a:off x="1227" y="156"/>
              <a:ext cx="30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QY42</a:t>
              </a:r>
            </a:p>
            <a:p>
              <a:pPr eaLnBrk="1" hangingPunct="1">
                <a:spcBef>
                  <a:spcPct val="0"/>
                </a:spcBef>
                <a:buFontTx/>
                <a:buNone/>
              </a:pPr>
              <a:endParaRPr lang="en-US" altLang="ko-KR" sz="800">
                <a:latin typeface="Times New Roman" panose="02020603050405020304" pitchFamily="18" charset="0"/>
                <a:ea typeface="Dotum" pitchFamily="34" charset="-127"/>
                <a:cs typeface="Times New Roman" panose="02020603050405020304" pitchFamily="18" charset="0"/>
              </a:endParaRPr>
            </a:p>
          </p:txBody>
        </p:sp>
        <p:sp>
          <p:nvSpPr>
            <p:cNvPr id="13384" name="Text Box 91"/>
            <p:cNvSpPr txBox="1">
              <a:spLocks noChangeArrowheads="1"/>
            </p:cNvSpPr>
            <p:nvPr/>
          </p:nvSpPr>
          <p:spPr bwMode="auto">
            <a:xfrm>
              <a:off x="1450" y="153"/>
              <a:ext cx="35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 QD75</a:t>
              </a:r>
            </a:p>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  </a:t>
              </a:r>
            </a:p>
          </p:txBody>
        </p:sp>
        <p:sp>
          <p:nvSpPr>
            <p:cNvPr id="13385" name="Text Box 92"/>
            <p:cNvSpPr txBox="1">
              <a:spLocks noChangeArrowheads="1"/>
            </p:cNvSpPr>
            <p:nvPr/>
          </p:nvSpPr>
          <p:spPr bwMode="auto">
            <a:xfrm>
              <a:off x="1693" y="155"/>
              <a:ext cx="35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Q62DA</a:t>
              </a:r>
            </a:p>
            <a:p>
              <a:pPr eaLnBrk="1" hangingPunct="1">
                <a:spcBef>
                  <a:spcPct val="0"/>
                </a:spcBef>
                <a:buFontTx/>
                <a:buNone/>
              </a:pPr>
              <a:r>
                <a:rPr lang="en-US" altLang="ko-KR" sz="800">
                  <a:latin typeface="Times New Roman" panose="02020603050405020304" pitchFamily="18" charset="0"/>
                  <a:ea typeface="Dotum" pitchFamily="34" charset="-127"/>
                  <a:cs typeface="Times New Roman" panose="02020603050405020304" pitchFamily="18" charset="0"/>
                </a:rPr>
                <a:t> (      )</a:t>
              </a:r>
            </a:p>
          </p:txBody>
        </p:sp>
      </p:grpSp>
      <p:grpSp>
        <p:nvGrpSpPr>
          <p:cNvPr id="13319" name="Group 174"/>
          <p:cNvGrpSpPr>
            <a:grpSpLocks/>
          </p:cNvGrpSpPr>
          <p:nvPr/>
        </p:nvGrpSpPr>
        <p:grpSpPr bwMode="auto">
          <a:xfrm>
            <a:off x="3625850" y="4088904"/>
            <a:ext cx="2178050" cy="830263"/>
            <a:chOff x="328" y="2203"/>
            <a:chExt cx="1372" cy="523"/>
          </a:xfrm>
        </p:grpSpPr>
        <p:sp>
          <p:nvSpPr>
            <p:cNvPr id="13353" name="Freeform 175"/>
            <p:cNvSpPr>
              <a:spLocks/>
            </p:cNvSpPr>
            <p:nvPr/>
          </p:nvSpPr>
          <p:spPr bwMode="auto">
            <a:xfrm>
              <a:off x="464" y="2203"/>
              <a:ext cx="116" cy="145"/>
            </a:xfrm>
            <a:custGeom>
              <a:avLst/>
              <a:gdLst>
                <a:gd name="T0" fmla="*/ 0 w 1361"/>
                <a:gd name="T1" fmla="*/ 91 h 91"/>
                <a:gd name="T2" fmla="*/ 182 w 1361"/>
                <a:gd name="T3" fmla="*/ 91 h 91"/>
                <a:gd name="T4" fmla="*/ 182 w 1361"/>
                <a:gd name="T5" fmla="*/ 0 h 91"/>
                <a:gd name="T6" fmla="*/ 408 w 1361"/>
                <a:gd name="T7" fmla="*/ 0 h 91"/>
                <a:gd name="T8" fmla="*/ 408 w 1361"/>
                <a:gd name="T9" fmla="*/ 91 h 91"/>
                <a:gd name="T10" fmla="*/ 771 w 1361"/>
                <a:gd name="T11" fmla="*/ 91 h 91"/>
                <a:gd name="T12" fmla="*/ 771 w 1361"/>
                <a:gd name="T13" fmla="*/ 0 h 91"/>
                <a:gd name="T14" fmla="*/ 998 w 1361"/>
                <a:gd name="T15" fmla="*/ 0 h 91"/>
                <a:gd name="T16" fmla="*/ 998 w 1361"/>
                <a:gd name="T17" fmla="*/ 91 h 91"/>
                <a:gd name="T18" fmla="*/ 1361 w 1361"/>
                <a:gd name="T19" fmla="*/ 91 h 9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61"/>
                <a:gd name="T31" fmla="*/ 0 h 91"/>
                <a:gd name="T32" fmla="*/ 1361 w 1361"/>
                <a:gd name="T33" fmla="*/ 91 h 9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61" h="91">
                  <a:moveTo>
                    <a:pt x="0" y="91"/>
                  </a:moveTo>
                  <a:lnTo>
                    <a:pt x="182" y="91"/>
                  </a:lnTo>
                  <a:lnTo>
                    <a:pt x="182" y="0"/>
                  </a:lnTo>
                  <a:lnTo>
                    <a:pt x="408" y="0"/>
                  </a:lnTo>
                  <a:lnTo>
                    <a:pt x="408" y="91"/>
                  </a:lnTo>
                  <a:lnTo>
                    <a:pt x="771" y="91"/>
                  </a:lnTo>
                  <a:lnTo>
                    <a:pt x="771" y="0"/>
                  </a:lnTo>
                  <a:lnTo>
                    <a:pt x="998" y="0"/>
                  </a:lnTo>
                  <a:lnTo>
                    <a:pt x="998" y="91"/>
                  </a:lnTo>
                  <a:lnTo>
                    <a:pt x="1361" y="91"/>
                  </a:ln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sp>
          <p:nvSpPr>
            <p:cNvPr id="13354" name="Rectangle 176"/>
            <p:cNvSpPr>
              <a:spLocks noChangeArrowheads="1"/>
            </p:cNvSpPr>
            <p:nvPr/>
          </p:nvSpPr>
          <p:spPr bwMode="auto">
            <a:xfrm>
              <a:off x="328" y="2210"/>
              <a:ext cx="16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X</a:t>
              </a:r>
            </a:p>
          </p:txBody>
        </p:sp>
        <p:sp>
          <p:nvSpPr>
            <p:cNvPr id="13355" name="Rectangle 177"/>
            <p:cNvSpPr>
              <a:spLocks noChangeArrowheads="1"/>
            </p:cNvSpPr>
            <p:nvPr/>
          </p:nvSpPr>
          <p:spPr bwMode="auto">
            <a:xfrm>
              <a:off x="328" y="2421"/>
              <a:ext cx="16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Y</a:t>
              </a:r>
            </a:p>
          </p:txBody>
        </p:sp>
        <p:grpSp>
          <p:nvGrpSpPr>
            <p:cNvPr id="13356" name="Group 178"/>
            <p:cNvGrpSpPr>
              <a:grpSpLocks/>
            </p:cNvGrpSpPr>
            <p:nvPr/>
          </p:nvGrpSpPr>
          <p:grpSpPr bwMode="auto">
            <a:xfrm>
              <a:off x="730" y="2527"/>
              <a:ext cx="375" cy="199"/>
              <a:chOff x="494" y="1394"/>
              <a:chExt cx="375" cy="199"/>
            </a:xfrm>
          </p:grpSpPr>
          <p:sp>
            <p:nvSpPr>
              <p:cNvPr id="13364" name="Line 179"/>
              <p:cNvSpPr>
                <a:spLocks noChangeShapeType="1"/>
              </p:cNvSpPr>
              <p:nvPr/>
            </p:nvSpPr>
            <p:spPr bwMode="auto">
              <a:xfrm>
                <a:off x="636" y="1394"/>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5" name="Line 180"/>
              <p:cNvSpPr>
                <a:spLocks noChangeShapeType="1"/>
              </p:cNvSpPr>
              <p:nvPr/>
            </p:nvSpPr>
            <p:spPr bwMode="auto">
              <a:xfrm>
                <a:off x="736" y="1394"/>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6" name="Line 181"/>
              <p:cNvSpPr>
                <a:spLocks noChangeShapeType="1"/>
              </p:cNvSpPr>
              <p:nvPr/>
            </p:nvSpPr>
            <p:spPr bwMode="auto">
              <a:xfrm>
                <a:off x="733" y="1442"/>
                <a:ext cx="1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7" name="Line 182"/>
              <p:cNvSpPr>
                <a:spLocks noChangeShapeType="1"/>
              </p:cNvSpPr>
              <p:nvPr/>
            </p:nvSpPr>
            <p:spPr bwMode="auto">
              <a:xfrm flipH="1" flipV="1">
                <a:off x="494" y="1442"/>
                <a:ext cx="1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8" name="Text Box 183"/>
              <p:cNvSpPr txBox="1">
                <a:spLocks noChangeArrowheads="1"/>
              </p:cNvSpPr>
              <p:nvPr/>
            </p:nvSpPr>
            <p:spPr bwMode="auto">
              <a:xfrm>
                <a:off x="509" y="1448"/>
                <a:ext cx="312"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 Scan</a:t>
                </a:r>
              </a:p>
            </p:txBody>
          </p:sp>
        </p:grpSp>
        <p:grpSp>
          <p:nvGrpSpPr>
            <p:cNvPr id="13357" name="Group 184"/>
            <p:cNvGrpSpPr>
              <a:grpSpLocks/>
            </p:cNvGrpSpPr>
            <p:nvPr/>
          </p:nvGrpSpPr>
          <p:grpSpPr bwMode="auto">
            <a:xfrm>
              <a:off x="1325" y="2527"/>
              <a:ext cx="375" cy="199"/>
              <a:chOff x="494" y="1394"/>
              <a:chExt cx="375" cy="199"/>
            </a:xfrm>
          </p:grpSpPr>
          <p:sp>
            <p:nvSpPr>
              <p:cNvPr id="13359" name="Line 185"/>
              <p:cNvSpPr>
                <a:spLocks noChangeShapeType="1"/>
              </p:cNvSpPr>
              <p:nvPr/>
            </p:nvSpPr>
            <p:spPr bwMode="auto">
              <a:xfrm>
                <a:off x="636" y="1394"/>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0" name="Line 186"/>
              <p:cNvSpPr>
                <a:spLocks noChangeShapeType="1"/>
              </p:cNvSpPr>
              <p:nvPr/>
            </p:nvSpPr>
            <p:spPr bwMode="auto">
              <a:xfrm>
                <a:off x="736" y="1394"/>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1" name="Line 187"/>
              <p:cNvSpPr>
                <a:spLocks noChangeShapeType="1"/>
              </p:cNvSpPr>
              <p:nvPr/>
            </p:nvSpPr>
            <p:spPr bwMode="auto">
              <a:xfrm>
                <a:off x="733" y="1442"/>
                <a:ext cx="1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2" name="Line 188"/>
              <p:cNvSpPr>
                <a:spLocks noChangeShapeType="1"/>
              </p:cNvSpPr>
              <p:nvPr/>
            </p:nvSpPr>
            <p:spPr bwMode="auto">
              <a:xfrm flipH="1" flipV="1">
                <a:off x="494" y="1442"/>
                <a:ext cx="1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ko-KR" altLang="en-US">
                  <a:latin typeface="Times New Roman" panose="02020603050405020304" pitchFamily="18" charset="0"/>
                  <a:cs typeface="Times New Roman" panose="02020603050405020304" pitchFamily="18" charset="0"/>
                </a:endParaRPr>
              </a:p>
            </p:txBody>
          </p:sp>
          <p:sp>
            <p:nvSpPr>
              <p:cNvPr id="13363" name="Text Box 189"/>
              <p:cNvSpPr txBox="1">
                <a:spLocks noChangeArrowheads="1"/>
              </p:cNvSpPr>
              <p:nvPr/>
            </p:nvSpPr>
            <p:spPr bwMode="auto">
              <a:xfrm>
                <a:off x="509" y="1448"/>
                <a:ext cx="312"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 Scan</a:t>
                </a:r>
              </a:p>
            </p:txBody>
          </p:sp>
        </p:grpSp>
        <p:sp>
          <p:nvSpPr>
            <p:cNvPr id="13358" name="Freeform 190"/>
            <p:cNvSpPr>
              <a:spLocks/>
            </p:cNvSpPr>
            <p:nvPr/>
          </p:nvSpPr>
          <p:spPr bwMode="auto">
            <a:xfrm>
              <a:off x="467" y="2361"/>
              <a:ext cx="116" cy="145"/>
            </a:xfrm>
            <a:custGeom>
              <a:avLst/>
              <a:gdLst>
                <a:gd name="T0" fmla="*/ 0 w 1360"/>
                <a:gd name="T1" fmla="*/ 136 h 136"/>
                <a:gd name="T2" fmla="*/ 408 w 1360"/>
                <a:gd name="T3" fmla="*/ 136 h 136"/>
                <a:gd name="T4" fmla="*/ 408 w 1360"/>
                <a:gd name="T5" fmla="*/ 0 h 136"/>
                <a:gd name="T6" fmla="*/ 499 w 1360"/>
                <a:gd name="T7" fmla="*/ 0 h 136"/>
                <a:gd name="T8" fmla="*/ 499 w 1360"/>
                <a:gd name="T9" fmla="*/ 136 h 136"/>
                <a:gd name="T10" fmla="*/ 998 w 1360"/>
                <a:gd name="T11" fmla="*/ 136 h 136"/>
                <a:gd name="T12" fmla="*/ 998 w 1360"/>
                <a:gd name="T13" fmla="*/ 0 h 136"/>
                <a:gd name="T14" fmla="*/ 1088 w 1360"/>
                <a:gd name="T15" fmla="*/ 0 h 136"/>
                <a:gd name="T16" fmla="*/ 1088 w 1360"/>
                <a:gd name="T17" fmla="*/ 136 h 136"/>
                <a:gd name="T18" fmla="*/ 1360 w 1360"/>
                <a:gd name="T19" fmla="*/ 136 h 1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60"/>
                <a:gd name="T31" fmla="*/ 0 h 136"/>
                <a:gd name="T32" fmla="*/ 1360 w 1360"/>
                <a:gd name="T33" fmla="*/ 136 h 1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60" h="136">
                  <a:moveTo>
                    <a:pt x="0" y="136"/>
                  </a:moveTo>
                  <a:lnTo>
                    <a:pt x="408" y="136"/>
                  </a:lnTo>
                  <a:lnTo>
                    <a:pt x="408" y="0"/>
                  </a:lnTo>
                  <a:lnTo>
                    <a:pt x="499" y="0"/>
                  </a:lnTo>
                  <a:lnTo>
                    <a:pt x="499" y="136"/>
                  </a:lnTo>
                  <a:lnTo>
                    <a:pt x="998" y="136"/>
                  </a:lnTo>
                  <a:lnTo>
                    <a:pt x="998" y="0"/>
                  </a:lnTo>
                  <a:lnTo>
                    <a:pt x="1088" y="0"/>
                  </a:lnTo>
                  <a:lnTo>
                    <a:pt x="1088" y="136"/>
                  </a:lnTo>
                  <a:lnTo>
                    <a:pt x="1360" y="136"/>
                  </a:ln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ko-KR" altLang="en-US">
                <a:latin typeface="Times New Roman" panose="02020603050405020304" pitchFamily="18" charset="0"/>
                <a:cs typeface="Times New Roman" panose="02020603050405020304" pitchFamily="18" charset="0"/>
              </a:endParaRPr>
            </a:p>
          </p:txBody>
        </p:sp>
      </p:grpSp>
      <p:grpSp>
        <p:nvGrpSpPr>
          <p:cNvPr id="13320" name="Group 1786"/>
          <p:cNvGrpSpPr>
            <a:grpSpLocks/>
          </p:cNvGrpSpPr>
          <p:nvPr/>
        </p:nvGrpSpPr>
        <p:grpSpPr bwMode="auto">
          <a:xfrm>
            <a:off x="3532188" y="7314455"/>
            <a:ext cx="2917825" cy="950913"/>
            <a:chOff x="0" y="6"/>
            <a:chExt cx="346" cy="66"/>
          </a:xfrm>
        </p:grpSpPr>
        <p:sp>
          <p:nvSpPr>
            <p:cNvPr id="13321" name="Line 158"/>
            <p:cNvSpPr>
              <a:spLocks noChangeShapeType="1"/>
            </p:cNvSpPr>
            <p:nvPr/>
          </p:nvSpPr>
          <p:spPr bwMode="auto">
            <a:xfrm flipH="1">
              <a:off x="141" y="20"/>
              <a:ext cx="0" cy="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22" name="Line 160"/>
            <p:cNvSpPr>
              <a:spLocks noChangeShapeType="1"/>
            </p:cNvSpPr>
            <p:nvPr/>
          </p:nvSpPr>
          <p:spPr bwMode="auto">
            <a:xfrm flipH="1">
              <a:off x="158" y="28"/>
              <a:ext cx="1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23" name="Line 161"/>
            <p:cNvSpPr>
              <a:spLocks noChangeShapeType="1"/>
            </p:cNvSpPr>
            <p:nvPr/>
          </p:nvSpPr>
          <p:spPr bwMode="auto">
            <a:xfrm flipH="1">
              <a:off x="158" y="20"/>
              <a:ext cx="0" cy="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24" name="Line 162"/>
            <p:cNvSpPr>
              <a:spLocks noChangeShapeType="1"/>
            </p:cNvSpPr>
            <p:nvPr/>
          </p:nvSpPr>
          <p:spPr bwMode="auto">
            <a:xfrm flipH="1">
              <a:off x="128" y="23"/>
              <a:ext cx="45" cy="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nvGrpSpPr>
            <p:cNvPr id="13325" name="Group 163"/>
            <p:cNvGrpSpPr>
              <a:grpSpLocks/>
            </p:cNvGrpSpPr>
            <p:nvPr/>
          </p:nvGrpSpPr>
          <p:grpSpPr bwMode="auto">
            <a:xfrm>
              <a:off x="16" y="20"/>
              <a:ext cx="78" cy="16"/>
              <a:chOff x="16" y="20"/>
              <a:chExt cx="240" cy="96"/>
            </a:xfrm>
          </p:grpSpPr>
          <p:grpSp>
            <p:nvGrpSpPr>
              <p:cNvPr id="13347" name="Group 164"/>
              <p:cNvGrpSpPr>
                <a:grpSpLocks/>
              </p:cNvGrpSpPr>
              <p:nvPr/>
            </p:nvGrpSpPr>
            <p:grpSpPr bwMode="auto">
              <a:xfrm>
                <a:off x="16" y="20"/>
                <a:ext cx="96" cy="96"/>
                <a:chOff x="16" y="20"/>
                <a:chExt cx="96" cy="96"/>
              </a:xfrm>
            </p:grpSpPr>
            <p:sp>
              <p:nvSpPr>
                <p:cNvPr id="13351" name="Line 165"/>
                <p:cNvSpPr>
                  <a:spLocks noChangeShapeType="1"/>
                </p:cNvSpPr>
                <p:nvPr/>
              </p:nvSpPr>
              <p:spPr bwMode="auto">
                <a:xfrm>
                  <a:off x="16" y="68"/>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52" name="Line 166"/>
                <p:cNvSpPr>
                  <a:spLocks noChangeShapeType="1"/>
                </p:cNvSpPr>
                <p:nvPr/>
              </p:nvSpPr>
              <p:spPr bwMode="auto">
                <a:xfrm>
                  <a:off x="112" y="20"/>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grpSp>
            <p:nvGrpSpPr>
              <p:cNvPr id="13348" name="Group 167"/>
              <p:cNvGrpSpPr>
                <a:grpSpLocks/>
              </p:cNvGrpSpPr>
              <p:nvPr/>
            </p:nvGrpSpPr>
            <p:grpSpPr bwMode="auto">
              <a:xfrm flipH="1">
                <a:off x="160" y="20"/>
                <a:ext cx="96" cy="96"/>
                <a:chOff x="160" y="20"/>
                <a:chExt cx="96" cy="96"/>
              </a:xfrm>
            </p:grpSpPr>
            <p:sp>
              <p:nvSpPr>
                <p:cNvPr id="13349" name="Line 168"/>
                <p:cNvSpPr>
                  <a:spLocks noChangeShapeType="1"/>
                </p:cNvSpPr>
                <p:nvPr/>
              </p:nvSpPr>
              <p:spPr bwMode="auto">
                <a:xfrm>
                  <a:off x="160" y="68"/>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50" name="Line 169"/>
                <p:cNvSpPr>
                  <a:spLocks noChangeShapeType="1"/>
                </p:cNvSpPr>
                <p:nvPr/>
              </p:nvSpPr>
              <p:spPr bwMode="auto">
                <a:xfrm>
                  <a:off x="256" y="20"/>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grpSp>
        <p:sp>
          <p:nvSpPr>
            <p:cNvPr id="13326" name="Line 170"/>
            <p:cNvSpPr>
              <a:spLocks noChangeShapeType="1"/>
            </p:cNvSpPr>
            <p:nvPr/>
          </p:nvSpPr>
          <p:spPr bwMode="auto">
            <a:xfrm>
              <a:off x="0" y="28"/>
              <a:ext cx="4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27" name="Line 171"/>
            <p:cNvSpPr>
              <a:spLocks noChangeShapeType="1"/>
            </p:cNvSpPr>
            <p:nvPr/>
          </p:nvSpPr>
          <p:spPr bwMode="auto">
            <a:xfrm>
              <a:off x="78" y="28"/>
              <a:ext cx="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28" name="Text Box 172"/>
            <p:cNvSpPr txBox="1">
              <a:spLocks noChangeArrowheads="1"/>
            </p:cNvSpPr>
            <p:nvPr/>
          </p:nvSpPr>
          <p:spPr bwMode="auto">
            <a:xfrm>
              <a:off x="251" y="19"/>
              <a:ext cx="92" cy="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cs typeface="Times New Roman" panose="02020603050405020304" pitchFamily="18" charset="0"/>
                </a:rPr>
                <a:t>&lt;T0 K20&gt;</a:t>
              </a:r>
            </a:p>
            <a:p>
              <a:pPr eaLnBrk="1" hangingPunct="1">
                <a:spcBef>
                  <a:spcPct val="0"/>
                </a:spcBef>
                <a:buFontTx/>
                <a:buNone/>
              </a:pPr>
              <a:endParaRPr lang="en-US" altLang="ko-KR" sz="900">
                <a:solidFill>
                  <a:srgbClr val="000000"/>
                </a:solidFill>
                <a:latin typeface="Times New Roman" panose="02020603050405020304" pitchFamily="18" charset="0"/>
                <a:cs typeface="Times New Roman" panose="02020603050405020304" pitchFamily="18" charset="0"/>
              </a:endParaRPr>
            </a:p>
          </p:txBody>
        </p:sp>
        <p:sp>
          <p:nvSpPr>
            <p:cNvPr id="13329" name="Text Box 173"/>
            <p:cNvSpPr txBox="1">
              <a:spLocks noChangeArrowheads="1"/>
            </p:cNvSpPr>
            <p:nvPr/>
          </p:nvSpPr>
          <p:spPr bwMode="auto">
            <a:xfrm>
              <a:off x="34" y="6"/>
              <a:ext cx="43" cy="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cs typeface="Times New Roman" panose="02020603050405020304" pitchFamily="18" charset="0"/>
                </a:rPr>
                <a:t> X0</a:t>
              </a:r>
            </a:p>
            <a:p>
              <a:pPr eaLnBrk="1" hangingPunct="1">
                <a:spcBef>
                  <a:spcPct val="0"/>
                </a:spcBef>
                <a:buFontTx/>
                <a:buNone/>
              </a:pPr>
              <a:endParaRPr lang="en-US" altLang="ko-KR" sz="900">
                <a:solidFill>
                  <a:srgbClr val="000000"/>
                </a:solidFill>
                <a:latin typeface="Times New Roman" panose="02020603050405020304" pitchFamily="18" charset="0"/>
                <a:cs typeface="Times New Roman" panose="02020603050405020304" pitchFamily="18" charset="0"/>
              </a:endParaRPr>
            </a:p>
          </p:txBody>
        </p:sp>
        <p:sp>
          <p:nvSpPr>
            <p:cNvPr id="13330" name="Line 174"/>
            <p:cNvSpPr>
              <a:spLocks noChangeShapeType="1"/>
            </p:cNvSpPr>
            <p:nvPr/>
          </p:nvSpPr>
          <p:spPr bwMode="auto">
            <a:xfrm>
              <a:off x="0" y="23"/>
              <a:ext cx="0" cy="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31" name="Line 175"/>
            <p:cNvSpPr>
              <a:spLocks noChangeShapeType="1"/>
            </p:cNvSpPr>
            <p:nvPr/>
          </p:nvSpPr>
          <p:spPr bwMode="auto">
            <a:xfrm>
              <a:off x="324" y="28"/>
              <a:ext cx="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32" name="Line 176"/>
            <p:cNvSpPr>
              <a:spLocks noChangeShapeType="1"/>
            </p:cNvSpPr>
            <p:nvPr/>
          </p:nvSpPr>
          <p:spPr bwMode="auto">
            <a:xfrm>
              <a:off x="346" y="21"/>
              <a:ext cx="0" cy="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33" name="Line 177"/>
            <p:cNvSpPr>
              <a:spLocks noChangeShapeType="1"/>
            </p:cNvSpPr>
            <p:nvPr/>
          </p:nvSpPr>
          <p:spPr bwMode="auto">
            <a:xfrm>
              <a:off x="0" y="60"/>
              <a:ext cx="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34" name="Text Box 180"/>
            <p:cNvSpPr txBox="1">
              <a:spLocks noChangeArrowheads="1"/>
            </p:cNvSpPr>
            <p:nvPr/>
          </p:nvSpPr>
          <p:spPr bwMode="auto">
            <a:xfrm>
              <a:off x="130" y="6"/>
              <a:ext cx="42" cy="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cs typeface="Times New Roman" panose="02020603050405020304" pitchFamily="18" charset="0"/>
                </a:rPr>
                <a:t>X2</a:t>
              </a:r>
            </a:p>
          </p:txBody>
        </p:sp>
        <p:sp>
          <p:nvSpPr>
            <p:cNvPr id="13335" name="Line 181"/>
            <p:cNvSpPr>
              <a:spLocks noChangeShapeType="1"/>
            </p:cNvSpPr>
            <p:nvPr/>
          </p:nvSpPr>
          <p:spPr bwMode="auto">
            <a:xfrm>
              <a:off x="69" y="60"/>
              <a:ext cx="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nvGrpSpPr>
            <p:cNvPr id="13336" name="Group 163"/>
            <p:cNvGrpSpPr>
              <a:grpSpLocks/>
            </p:cNvGrpSpPr>
            <p:nvPr/>
          </p:nvGrpSpPr>
          <p:grpSpPr bwMode="auto">
            <a:xfrm>
              <a:off x="16" y="52"/>
              <a:ext cx="78" cy="16"/>
              <a:chOff x="16" y="52"/>
              <a:chExt cx="240" cy="96"/>
            </a:xfrm>
          </p:grpSpPr>
          <p:grpSp>
            <p:nvGrpSpPr>
              <p:cNvPr id="13341" name="Group 164"/>
              <p:cNvGrpSpPr>
                <a:grpSpLocks/>
              </p:cNvGrpSpPr>
              <p:nvPr/>
            </p:nvGrpSpPr>
            <p:grpSpPr bwMode="auto">
              <a:xfrm>
                <a:off x="16" y="52"/>
                <a:ext cx="96" cy="96"/>
                <a:chOff x="16" y="52"/>
                <a:chExt cx="96" cy="96"/>
              </a:xfrm>
            </p:grpSpPr>
            <p:sp>
              <p:nvSpPr>
                <p:cNvPr id="13345" name="Line 165"/>
                <p:cNvSpPr>
                  <a:spLocks noChangeShapeType="1"/>
                </p:cNvSpPr>
                <p:nvPr/>
              </p:nvSpPr>
              <p:spPr bwMode="auto">
                <a:xfrm>
                  <a:off x="16" y="100"/>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46" name="Line 166"/>
                <p:cNvSpPr>
                  <a:spLocks noChangeShapeType="1"/>
                </p:cNvSpPr>
                <p:nvPr/>
              </p:nvSpPr>
              <p:spPr bwMode="auto">
                <a:xfrm>
                  <a:off x="112" y="52"/>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grpSp>
            <p:nvGrpSpPr>
              <p:cNvPr id="13342" name="Group 167"/>
              <p:cNvGrpSpPr>
                <a:grpSpLocks/>
              </p:cNvGrpSpPr>
              <p:nvPr/>
            </p:nvGrpSpPr>
            <p:grpSpPr bwMode="auto">
              <a:xfrm flipH="1">
                <a:off x="160" y="52"/>
                <a:ext cx="96" cy="96"/>
                <a:chOff x="160" y="52"/>
                <a:chExt cx="96" cy="96"/>
              </a:xfrm>
            </p:grpSpPr>
            <p:sp>
              <p:nvSpPr>
                <p:cNvPr id="13343" name="Line 168"/>
                <p:cNvSpPr>
                  <a:spLocks noChangeShapeType="1"/>
                </p:cNvSpPr>
                <p:nvPr/>
              </p:nvSpPr>
              <p:spPr bwMode="auto">
                <a:xfrm>
                  <a:off x="160" y="100"/>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44" name="Line 169"/>
                <p:cNvSpPr>
                  <a:spLocks noChangeShapeType="1"/>
                </p:cNvSpPr>
                <p:nvPr/>
              </p:nvSpPr>
              <p:spPr bwMode="auto">
                <a:xfrm>
                  <a:off x="256" y="52"/>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grpSp>
        <p:sp>
          <p:nvSpPr>
            <p:cNvPr id="13337" name="Text Box 173"/>
            <p:cNvSpPr txBox="1">
              <a:spLocks noChangeArrowheads="1"/>
            </p:cNvSpPr>
            <p:nvPr/>
          </p:nvSpPr>
          <p:spPr bwMode="auto">
            <a:xfrm>
              <a:off x="23" y="37"/>
              <a:ext cx="60"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ko-KR" altLang="en-US" sz="900">
                  <a:solidFill>
                    <a:srgbClr val="000000"/>
                  </a:solidFill>
                  <a:latin typeface="Times New Roman" panose="02020603050405020304" pitchFamily="18" charset="0"/>
                  <a:cs typeface="Times New Roman" panose="02020603050405020304" pitchFamily="18" charset="0"/>
                </a:rPr>
                <a:t> </a:t>
              </a:r>
              <a:r>
                <a:rPr lang="ko-KR" altLang="en-US" sz="900" smtClean="0">
                  <a:solidFill>
                    <a:srgbClr val="000000"/>
                  </a:solidFill>
                  <a:latin typeface="Times New Roman" panose="02020603050405020304" pitchFamily="18" charset="0"/>
                  <a:cs typeface="Times New Roman" panose="02020603050405020304" pitchFamily="18" charset="0"/>
                </a:rPr>
                <a:t> </a:t>
              </a:r>
              <a:r>
                <a:rPr lang="en-US" altLang="ko-KR" sz="900" smtClean="0">
                  <a:solidFill>
                    <a:srgbClr val="000000"/>
                  </a:solidFill>
                  <a:latin typeface="Times New Roman" panose="02020603050405020304" pitchFamily="18" charset="0"/>
                  <a:cs typeface="Times New Roman" panose="02020603050405020304" pitchFamily="18" charset="0"/>
                </a:rPr>
                <a:t>(     </a:t>
              </a:r>
              <a:r>
                <a:rPr lang="en-US" altLang="ko-KR" sz="900">
                  <a:solidFill>
                    <a:srgbClr val="000000"/>
                  </a:solidFill>
                  <a:latin typeface="Times New Roman" panose="02020603050405020304" pitchFamily="18" charset="0"/>
                  <a:cs typeface="Times New Roman" panose="02020603050405020304" pitchFamily="18" charset="0"/>
                </a:rPr>
                <a:t>)</a:t>
              </a:r>
            </a:p>
          </p:txBody>
        </p:sp>
        <p:sp>
          <p:nvSpPr>
            <p:cNvPr id="13338" name="Line 160"/>
            <p:cNvSpPr>
              <a:spLocks noChangeShapeType="1"/>
            </p:cNvSpPr>
            <p:nvPr/>
          </p:nvSpPr>
          <p:spPr bwMode="auto">
            <a:xfrm flipH="1">
              <a:off x="86" y="60"/>
              <a:ext cx="1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339" name="Text Box 172"/>
            <p:cNvSpPr txBox="1">
              <a:spLocks noChangeArrowheads="1"/>
            </p:cNvSpPr>
            <p:nvPr/>
          </p:nvSpPr>
          <p:spPr bwMode="auto">
            <a:xfrm>
              <a:off x="250" y="52"/>
              <a:ext cx="95" cy="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cs typeface="Times New Roman" panose="02020603050405020304" pitchFamily="18" charset="0"/>
                </a:rPr>
                <a:t>&lt;   Y40  &gt;</a:t>
              </a:r>
            </a:p>
            <a:p>
              <a:pPr eaLnBrk="1" hangingPunct="1">
                <a:spcBef>
                  <a:spcPct val="0"/>
                </a:spcBef>
                <a:buFontTx/>
                <a:buNone/>
              </a:pPr>
              <a:endParaRPr lang="en-US" altLang="ko-KR" sz="900">
                <a:solidFill>
                  <a:srgbClr val="000000"/>
                </a:solidFill>
                <a:latin typeface="Times New Roman" panose="02020603050405020304" pitchFamily="18" charset="0"/>
                <a:cs typeface="Times New Roman" panose="02020603050405020304" pitchFamily="18" charset="0"/>
              </a:endParaRPr>
            </a:p>
          </p:txBody>
        </p:sp>
        <p:sp>
          <p:nvSpPr>
            <p:cNvPr id="13340" name="Line 175"/>
            <p:cNvSpPr>
              <a:spLocks noChangeShapeType="1"/>
            </p:cNvSpPr>
            <p:nvPr/>
          </p:nvSpPr>
          <p:spPr bwMode="auto">
            <a:xfrm>
              <a:off x="324" y="60"/>
              <a:ext cx="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Line 6"/>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363"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15. </a:t>
            </a:r>
            <a:r>
              <a:rPr lang="en-US" altLang="ko-KR" sz="900" smtClean="0">
                <a:latin typeface="Times New Roman" panose="02020603050405020304" pitchFamily="18" charset="0"/>
                <a:ea typeface="Dotum" pitchFamily="34" charset="-127"/>
                <a:cs typeface="Times New Roman" panose="02020603050405020304" pitchFamily="18" charset="0"/>
              </a:rPr>
              <a:t>Device </a:t>
            </a:r>
            <a:r>
              <a:rPr lang="en-US" altLang="ko-KR" sz="900">
                <a:latin typeface="Times New Roman" panose="02020603050405020304" pitchFamily="18" charset="0"/>
                <a:ea typeface="Dotum" pitchFamily="34" charset="-127"/>
                <a:cs typeface="Times New Roman" panose="02020603050405020304" pitchFamily="18" charset="0"/>
              </a:rPr>
              <a:t>nào </a:t>
            </a:r>
            <a:r>
              <a:rPr lang="en-US" altLang="ko-KR" sz="900" smtClean="0">
                <a:latin typeface="Times New Roman" panose="02020603050405020304" pitchFamily="18" charset="0"/>
                <a:ea typeface="Dotum" pitchFamily="34" charset="-127"/>
                <a:cs typeface="Times New Roman" panose="02020603050405020304" pitchFamily="18" charset="0"/>
              </a:rPr>
              <a:t>trong </a:t>
            </a:r>
            <a:r>
              <a:rPr lang="en-US" altLang="ko-KR" sz="900">
                <a:latin typeface="Times New Roman" panose="02020603050405020304" pitchFamily="18" charset="0"/>
                <a:ea typeface="Dotum" pitchFamily="34" charset="-127"/>
                <a:cs typeface="Times New Roman" panose="02020603050405020304" pitchFamily="18" charset="0"/>
              </a:rPr>
              <a:t>dấu () </a:t>
            </a:r>
            <a:r>
              <a:rPr lang="en-US" altLang="ko-KR" sz="900" smtClean="0">
                <a:latin typeface="Times New Roman" panose="02020603050405020304" pitchFamily="18" charset="0"/>
                <a:ea typeface="Dotum" pitchFamily="34" charset="-127"/>
                <a:cs typeface="Times New Roman" panose="02020603050405020304" pitchFamily="18" charset="0"/>
              </a:rPr>
              <a:t>bên dưới?</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① N0                   ② X1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③ M98                 ④ M0</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16. Hoạt động giữa MC và MCR khi lệnh MC TẮT</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Mô tả kết quả nào là đúng?</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① Giá trị hiện tại </a:t>
            </a:r>
            <a:r>
              <a:rPr lang="en-US" altLang="ko-KR" sz="900" smtClean="0">
                <a:latin typeface="Times New Roman" panose="02020603050405020304" pitchFamily="18" charset="0"/>
                <a:ea typeface="Dotum" pitchFamily="34" charset="-127"/>
                <a:cs typeface="Times New Roman" panose="02020603050405020304" pitchFamily="18" charset="0"/>
              </a:rPr>
              <a:t>của</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TIMER </a:t>
            </a:r>
            <a:r>
              <a:rPr lang="vi-VN" altLang="ko-KR" sz="900" smtClean="0">
                <a:latin typeface="Times New Roman" panose="02020603050405020304" pitchFamily="18" charset="0"/>
                <a:ea typeface="Dotum" pitchFamily="34" charset="-127"/>
                <a:cs typeface="Times New Roman" panose="02020603050405020304" pitchFamily="18" charset="0"/>
              </a:rPr>
              <a:t>10ms</a:t>
            </a:r>
            <a:r>
              <a:rPr lang="en-US" altLang="ko-KR" sz="900" smtClean="0">
                <a:latin typeface="Times New Roman" panose="02020603050405020304" pitchFamily="18" charset="0"/>
                <a:ea typeface="Dotum" pitchFamily="34" charset="-127"/>
                <a:cs typeface="Times New Roman" panose="02020603050405020304" pitchFamily="18" charset="0"/>
              </a:rPr>
              <a:t>, 100ms</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được duy trì.</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② Các giá trị </a:t>
            </a:r>
            <a:r>
              <a:rPr lang="en-US" altLang="ko-KR" sz="900" smtClean="0">
                <a:latin typeface="Times New Roman" panose="02020603050405020304" pitchFamily="18" charset="0"/>
                <a:ea typeface="Dotum" pitchFamily="34" charset="-127"/>
                <a:cs typeface="Times New Roman" panose="02020603050405020304" pitchFamily="18" charset="0"/>
              </a:rPr>
              <a:t>Counter</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và </a:t>
            </a:r>
            <a:r>
              <a:rPr lang="en-US" altLang="ko-KR" sz="900" smtClean="0">
                <a:latin typeface="Times New Roman" panose="02020603050405020304" pitchFamily="18" charset="0"/>
                <a:ea typeface="Dotum" pitchFamily="34" charset="-127"/>
                <a:cs typeface="Times New Roman" panose="02020603050405020304" pitchFamily="18" charset="0"/>
              </a:rPr>
              <a:t>Counter</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tích lũy được duy trì.</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③ Lệnh OUT được duy </a:t>
            </a:r>
            <a:r>
              <a:rPr lang="vi-VN" altLang="ko-KR" sz="900" smtClean="0">
                <a:latin typeface="Times New Roman" panose="02020603050405020304" pitchFamily="18" charset="0"/>
                <a:ea typeface="Dotum" pitchFamily="34" charset="-127"/>
                <a:cs typeface="Times New Roman" panose="02020603050405020304" pitchFamily="18" charset="0"/>
              </a:rPr>
              <a:t>trì.</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④ Lệnh SET bị tắt.</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17. Lệnh nào sau đây phù hợp với ()?</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Nếu </a:t>
            </a:r>
            <a:r>
              <a:rPr lang="vi-VN" altLang="ko-KR" sz="900">
                <a:latin typeface="Times New Roman" panose="02020603050405020304" pitchFamily="18" charset="0"/>
                <a:ea typeface="Dotum" pitchFamily="34" charset="-127"/>
                <a:cs typeface="Times New Roman" panose="02020603050405020304" pitchFamily="18" charset="0"/>
              </a:rPr>
              <a:t>X0 </a:t>
            </a:r>
            <a:r>
              <a:rPr lang="en-US" altLang="ko-KR" sz="900" smtClean="0">
                <a:latin typeface="Times New Roman" panose="02020603050405020304" pitchFamily="18" charset="0"/>
                <a:ea typeface="Dotum" pitchFamily="34" charset="-127"/>
                <a:cs typeface="Times New Roman" panose="02020603050405020304" pitchFamily="18" charset="0"/>
              </a:rPr>
              <a:t>on</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chuyển dữ liệu của 8 device</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bắt đầu từ D0</a:t>
            </a: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  </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sang</a:t>
            </a:r>
            <a:r>
              <a:rPr lang="vi-VN"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8 </a:t>
            </a:r>
            <a:r>
              <a:rPr lang="en-US" altLang="ko-KR" sz="900" smtClean="0">
                <a:latin typeface="Times New Roman" panose="02020603050405020304" pitchFamily="18" charset="0"/>
                <a:ea typeface="Dotum" pitchFamily="34" charset="-127"/>
                <a:cs typeface="Times New Roman" panose="02020603050405020304" pitchFamily="18" charset="0"/>
              </a:rPr>
              <a:t>device</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bắt đầu từ</a:t>
            </a:r>
            <a:r>
              <a:rPr lang="vi-VN" altLang="ko-KR" sz="900" smtClean="0">
                <a:latin typeface="Times New Roman" panose="02020603050405020304" pitchFamily="18" charset="0"/>
                <a:ea typeface="Dotum" pitchFamily="34" charset="-127"/>
                <a:cs typeface="Times New Roman" panose="02020603050405020304" pitchFamily="18" charset="0"/>
              </a:rPr>
              <a:t> D8</a:t>
            </a:r>
            <a:r>
              <a:rPr lang="en-US"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BMOVP                  ② MOV </a:t>
            </a: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③ MOVP                    ④ FMOV</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18. Bật X0 trong 2 giây. Giá trị của D20 là bao nhiêu?</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en-US" altLang="ko-KR" sz="900">
                <a:latin typeface="Times New Roman" panose="02020603050405020304" pitchFamily="18" charset="0"/>
                <a:ea typeface="Dotum" pitchFamily="34" charset="-127"/>
                <a:cs typeface="Times New Roman" panose="02020603050405020304" pitchFamily="18" charset="0"/>
              </a:rPr>
              <a:t> ① 20          ② 30       ③ 10        ④ 0</a:t>
            </a: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19. Điện áp đầu ra đúng của mô-đun nguồn dòng Q là bao nhiêu</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① 5V </a:t>
            </a:r>
            <a:r>
              <a:rPr lang="vi-VN" altLang="ko-KR" sz="900" smtClean="0">
                <a:latin typeface="Times New Roman" panose="02020603050405020304" pitchFamily="18" charset="0"/>
                <a:ea typeface="Dotum" pitchFamily="34" charset="-127"/>
                <a:cs typeface="Times New Roman" panose="02020603050405020304" pitchFamily="18" charset="0"/>
              </a:rPr>
              <a:t>(</a:t>
            </a:r>
            <a:r>
              <a:rPr lang="en-US" altLang="ko-KR" sz="900" smtClean="0">
                <a:latin typeface="Times New Roman" panose="02020603050405020304" pitchFamily="18" charset="0"/>
                <a:ea typeface="Dotum" pitchFamily="34" charset="-127"/>
                <a:cs typeface="Times New Roman" panose="02020603050405020304" pitchFamily="18" charset="0"/>
              </a:rPr>
              <a:t>Single Output</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② 24V </a:t>
            </a:r>
            <a:r>
              <a:rPr lang="vi-VN" altLang="ko-KR" sz="900" smtClean="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Single Output</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vi-VN"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r>
              <a:rPr lang="vi-VN" altLang="ko-KR" sz="900">
                <a:latin typeface="Times New Roman" panose="02020603050405020304" pitchFamily="18" charset="0"/>
                <a:ea typeface="Dotum" pitchFamily="34" charset="-127"/>
                <a:cs typeface="Times New Roman" panose="02020603050405020304" pitchFamily="18" charset="0"/>
              </a:rPr>
              <a:t>③ 12V </a:t>
            </a:r>
            <a:r>
              <a:rPr lang="vi-VN" altLang="ko-KR" sz="900" smtClean="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Single Output</a:t>
            </a:r>
            <a:r>
              <a:rPr lang="vi-VN" altLang="ko-KR" sz="900" smtClean="0">
                <a:latin typeface="Times New Roman" panose="02020603050405020304" pitchFamily="18" charset="0"/>
                <a:ea typeface="Dotum" pitchFamily="34" charset="-127"/>
                <a:cs typeface="Times New Roman" panose="02020603050405020304" pitchFamily="18" charset="0"/>
              </a:rPr>
              <a:t>) </a:t>
            </a:r>
            <a:r>
              <a:rPr lang="en-US" altLang="ko-KR" sz="900" smtClean="0">
                <a:latin typeface="Times New Roman" panose="02020603050405020304" pitchFamily="18" charset="0"/>
                <a:ea typeface="Dotum" pitchFamily="34" charset="-127"/>
                <a:cs typeface="Times New Roman" panose="02020603050405020304" pitchFamily="18" charset="0"/>
              </a:rPr>
              <a:t>     </a:t>
            </a:r>
            <a:r>
              <a:rPr lang="vi-VN" altLang="ko-KR" sz="900">
                <a:latin typeface="Times New Roman" panose="02020603050405020304" pitchFamily="18" charset="0"/>
                <a:ea typeface="Dotum" pitchFamily="34" charset="-127"/>
                <a:cs typeface="Times New Roman" panose="02020603050405020304" pitchFamily="18" charset="0"/>
              </a:rPr>
              <a:t>④ 9V </a:t>
            </a:r>
            <a:r>
              <a:rPr lang="vi-VN" altLang="ko-KR" sz="900" smtClean="0">
                <a:latin typeface="Times New Roman" panose="02020603050405020304" pitchFamily="18" charset="0"/>
                <a:ea typeface="Dotum" pitchFamily="34" charset="-127"/>
                <a:cs typeface="Times New Roman" panose="02020603050405020304" pitchFamily="18" charset="0"/>
              </a:rPr>
              <a:t>(</a:t>
            </a:r>
            <a:r>
              <a:rPr lang="en-US" altLang="ko-KR" sz="900">
                <a:latin typeface="Times New Roman" panose="02020603050405020304" pitchFamily="18" charset="0"/>
                <a:ea typeface="Dotum" pitchFamily="34" charset="-127"/>
                <a:cs typeface="Times New Roman" panose="02020603050405020304" pitchFamily="18" charset="0"/>
              </a:rPr>
              <a:t>Single Output</a:t>
            </a:r>
            <a:r>
              <a:rPr lang="vi-VN" altLang="ko-KR" sz="900" smtClean="0">
                <a:latin typeface="Times New Roman" panose="02020603050405020304" pitchFamily="18" charset="0"/>
                <a:ea typeface="Dotum" pitchFamily="34" charset="-127"/>
                <a:cs typeface="Times New Roman" panose="02020603050405020304" pitchFamily="18" charset="0"/>
              </a:rPr>
              <a:t>)</a:t>
            </a: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smtClean="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en-US" altLang="ko-KR" sz="900" smtClean="0">
              <a:latin typeface="Times New Roman" panose="02020603050405020304" pitchFamily="18" charset="0"/>
              <a:ea typeface="Dotum" pitchFamily="34" charset="-127"/>
              <a:cs typeface="Times New Roman" panose="02020603050405020304" pitchFamily="18" charset="0"/>
            </a:endParaRPr>
          </a:p>
          <a:p>
            <a:pPr>
              <a:buNone/>
            </a:pPr>
            <a:r>
              <a:rPr lang="vi-VN" altLang="ko-KR" sz="900">
                <a:latin typeface="Times New Roman" panose="02020603050405020304" pitchFamily="18" charset="0"/>
                <a:ea typeface="Dotum" pitchFamily="34" charset="-127"/>
                <a:cs typeface="Times New Roman" panose="02020603050405020304" pitchFamily="18" charset="0"/>
              </a:rPr>
              <a:t>20. </a:t>
            </a:r>
            <a:r>
              <a:rPr lang="vi-VN" sz="900">
                <a:latin typeface="Times New Roman" panose="02020603050405020304" pitchFamily="18" charset="0"/>
                <a:ea typeface="Dotum" pitchFamily="34" charset="-127"/>
                <a:cs typeface="Times New Roman" panose="02020603050405020304" pitchFamily="18" charset="0"/>
              </a:rPr>
              <a:t>Mục nào sau đây không được hiển thị cho phần mô tả của chương trình PLC?</a:t>
            </a:r>
            <a:endParaRPr lang="en-US" altLang="ko-KR" sz="900">
              <a:latin typeface="Times New Roman" panose="02020603050405020304" pitchFamily="18" charset="0"/>
              <a:ea typeface="Dotum" pitchFamily="34" charset="-127"/>
              <a:cs typeface="Times New Roman" panose="02020603050405020304" pitchFamily="18" charset="0"/>
            </a:endParaRPr>
          </a:p>
          <a:p>
            <a:pPr>
              <a:buNone/>
            </a:pPr>
            <a:r>
              <a:rPr lang="en-US" sz="900">
                <a:latin typeface="Times New Roman" panose="02020603050405020304" pitchFamily="18" charset="0"/>
                <a:ea typeface="Dotum" pitchFamily="34" charset="-127"/>
                <a:cs typeface="Times New Roman" panose="02020603050405020304" pitchFamily="18" charset="0"/>
              </a:rPr>
              <a:t> ① </a:t>
            </a:r>
            <a:r>
              <a:rPr lang="en-US" sz="900" smtClean="0">
                <a:latin typeface="Times New Roman" panose="02020603050405020304" pitchFamily="18" charset="0"/>
                <a:ea typeface="Dotum" pitchFamily="34" charset="-127"/>
                <a:cs typeface="Times New Roman" panose="02020603050405020304" pitchFamily="18" charset="0"/>
              </a:rPr>
              <a:t>Comment      ② </a:t>
            </a:r>
            <a:r>
              <a:rPr lang="en-US" sz="900">
                <a:latin typeface="Times New Roman" panose="02020603050405020304" pitchFamily="18" charset="0"/>
                <a:ea typeface="Dotum" pitchFamily="34" charset="-127"/>
                <a:cs typeface="Times New Roman" panose="02020603050405020304" pitchFamily="18" charset="0"/>
              </a:rPr>
              <a:t>Notes</a:t>
            </a:r>
          </a:p>
          <a:p>
            <a:pPr>
              <a:buNone/>
            </a:pPr>
            <a:r>
              <a:rPr lang="en-US" sz="900">
                <a:latin typeface="Times New Roman" panose="02020603050405020304" pitchFamily="18" charset="0"/>
                <a:ea typeface="Dotum" pitchFamily="34" charset="-127"/>
                <a:cs typeface="Times New Roman" panose="02020603050405020304" pitchFamily="18" charset="0"/>
              </a:rPr>
              <a:t> ③ </a:t>
            </a:r>
            <a:r>
              <a:rPr lang="en-US" sz="900" smtClean="0">
                <a:latin typeface="Times New Roman" panose="02020603050405020304" pitchFamily="18" charset="0"/>
                <a:ea typeface="Dotum" pitchFamily="34" charset="-127"/>
                <a:cs typeface="Times New Roman" panose="02020603050405020304" pitchFamily="18" charset="0"/>
              </a:rPr>
              <a:t>Statement      </a:t>
            </a:r>
            <a:r>
              <a:rPr lang="en-US" sz="900">
                <a:latin typeface="Times New Roman" panose="02020603050405020304" pitchFamily="18" charset="0"/>
                <a:ea typeface="Dotum" pitchFamily="34" charset="-127"/>
                <a:cs typeface="Times New Roman" panose="02020603050405020304" pitchFamily="18" charset="0"/>
              </a:rPr>
              <a:t>④ System monitor</a:t>
            </a:r>
            <a:endParaRPr lang="en-US" altLang="ko-KR" sz="900">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vi-VN" altLang="ko-KR" sz="900">
              <a:latin typeface="Times New Roman" panose="02020603050405020304" pitchFamily="18" charset="0"/>
              <a:ea typeface="Dotum" pitchFamily="34" charset="-127"/>
              <a:cs typeface="Times New Roman" panose="02020603050405020304" pitchFamily="18" charset="0"/>
            </a:endParaRPr>
          </a:p>
        </p:txBody>
      </p:sp>
      <p:sp>
        <p:nvSpPr>
          <p:cNvPr id="15364"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buNone/>
            </a:pPr>
            <a:endParaRPr lang="en-US" altLang="ko-KR" sz="900">
              <a:latin typeface="Times New Roman" panose="02020603050405020304" pitchFamily="18" charset="0"/>
              <a:ea typeface="Dotum" pitchFamily="34" charset="-127"/>
              <a:cs typeface="Times New Roman" panose="02020603050405020304" pitchFamily="18" charset="0"/>
            </a:endParaRPr>
          </a:p>
        </p:txBody>
      </p:sp>
      <p:grpSp>
        <p:nvGrpSpPr>
          <p:cNvPr id="15365" name="그룹 5"/>
          <p:cNvGrpSpPr>
            <a:grpSpLocks/>
          </p:cNvGrpSpPr>
          <p:nvPr/>
        </p:nvGrpSpPr>
        <p:grpSpPr bwMode="auto">
          <a:xfrm>
            <a:off x="296863" y="1065213"/>
            <a:ext cx="3014662" cy="923925"/>
            <a:chOff x="0" y="0"/>
            <a:chExt cx="2975188" cy="920864"/>
          </a:xfrm>
        </p:grpSpPr>
        <p:sp>
          <p:nvSpPr>
            <p:cNvPr id="15407" name="Line 16"/>
            <p:cNvSpPr>
              <a:spLocks noChangeShapeType="1"/>
            </p:cNvSpPr>
            <p:nvPr/>
          </p:nvSpPr>
          <p:spPr bwMode="auto">
            <a:xfrm>
              <a:off x="364502" y="143837"/>
              <a:ext cx="0" cy="2777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08" name="Line 17"/>
            <p:cNvSpPr>
              <a:spLocks noChangeShapeType="1"/>
            </p:cNvSpPr>
            <p:nvPr/>
          </p:nvSpPr>
          <p:spPr bwMode="auto">
            <a:xfrm>
              <a:off x="275112" y="421608"/>
              <a:ext cx="1665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09" name="Line 18"/>
            <p:cNvSpPr>
              <a:spLocks noChangeShapeType="1"/>
            </p:cNvSpPr>
            <p:nvPr/>
          </p:nvSpPr>
          <p:spPr bwMode="auto">
            <a:xfrm>
              <a:off x="275112" y="478565"/>
              <a:ext cx="1665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0" name="Line 19"/>
            <p:cNvSpPr>
              <a:spLocks noChangeShapeType="1"/>
            </p:cNvSpPr>
            <p:nvPr/>
          </p:nvSpPr>
          <p:spPr bwMode="auto">
            <a:xfrm>
              <a:off x="364502" y="476674"/>
              <a:ext cx="0" cy="3891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1" name="Line 20"/>
            <p:cNvSpPr>
              <a:spLocks noChangeShapeType="1"/>
            </p:cNvSpPr>
            <p:nvPr/>
          </p:nvSpPr>
          <p:spPr bwMode="auto">
            <a:xfrm>
              <a:off x="364503" y="255190"/>
              <a:ext cx="2492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2" name="Line 22"/>
            <p:cNvSpPr>
              <a:spLocks noChangeShapeType="1"/>
            </p:cNvSpPr>
            <p:nvPr/>
          </p:nvSpPr>
          <p:spPr bwMode="auto">
            <a:xfrm>
              <a:off x="676030" y="189557"/>
              <a:ext cx="0" cy="1339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3" name="Line 23"/>
            <p:cNvSpPr>
              <a:spLocks noChangeShapeType="1"/>
            </p:cNvSpPr>
            <p:nvPr/>
          </p:nvSpPr>
          <p:spPr bwMode="auto">
            <a:xfrm>
              <a:off x="682372" y="255190"/>
              <a:ext cx="95930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4" name="Rectangle 24"/>
            <p:cNvSpPr>
              <a:spLocks noChangeArrowheads="1"/>
            </p:cNvSpPr>
            <p:nvPr/>
          </p:nvSpPr>
          <p:spPr bwMode="auto">
            <a:xfrm>
              <a:off x="1640604" y="142402"/>
              <a:ext cx="1113570" cy="21834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solidFill>
                  <a:srgbClr val="000000"/>
                </a:solidFill>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ko-KR" altLang="en-US" sz="900">
                <a:solidFill>
                  <a:srgbClr val="000000"/>
                </a:solidFill>
                <a:latin typeface="Times New Roman" panose="02020603050405020304" pitchFamily="18" charset="0"/>
                <a:ea typeface="Dotum" pitchFamily="34" charset="-127"/>
                <a:cs typeface="Times New Roman" panose="02020603050405020304" pitchFamily="18" charset="0"/>
              </a:endParaRPr>
            </a:p>
          </p:txBody>
        </p:sp>
        <p:sp>
          <p:nvSpPr>
            <p:cNvPr id="15415" name="Line 25"/>
            <p:cNvSpPr>
              <a:spLocks noChangeShapeType="1"/>
            </p:cNvSpPr>
            <p:nvPr/>
          </p:nvSpPr>
          <p:spPr bwMode="auto">
            <a:xfrm>
              <a:off x="1919648" y="140165"/>
              <a:ext cx="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6" name="Line 26"/>
            <p:cNvSpPr>
              <a:spLocks noChangeShapeType="1"/>
            </p:cNvSpPr>
            <p:nvPr/>
          </p:nvSpPr>
          <p:spPr bwMode="auto">
            <a:xfrm>
              <a:off x="2031080" y="140165"/>
              <a:ext cx="0" cy="2214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7" name="Line 27"/>
            <p:cNvSpPr>
              <a:spLocks noChangeShapeType="1"/>
            </p:cNvSpPr>
            <p:nvPr/>
          </p:nvSpPr>
          <p:spPr bwMode="auto">
            <a:xfrm>
              <a:off x="2364151" y="140165"/>
              <a:ext cx="0" cy="2214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8" name="Line 28"/>
            <p:cNvSpPr>
              <a:spLocks noChangeShapeType="1"/>
            </p:cNvSpPr>
            <p:nvPr/>
          </p:nvSpPr>
          <p:spPr bwMode="auto">
            <a:xfrm>
              <a:off x="2752325" y="255190"/>
              <a:ext cx="222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19" name="Line 29"/>
            <p:cNvSpPr>
              <a:spLocks noChangeShapeType="1"/>
            </p:cNvSpPr>
            <p:nvPr/>
          </p:nvSpPr>
          <p:spPr bwMode="auto">
            <a:xfrm>
              <a:off x="2975188" y="88771"/>
              <a:ext cx="0" cy="8320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20" name="Line 30"/>
            <p:cNvSpPr>
              <a:spLocks noChangeShapeType="1"/>
            </p:cNvSpPr>
            <p:nvPr/>
          </p:nvSpPr>
          <p:spPr bwMode="auto">
            <a:xfrm>
              <a:off x="364502" y="754445"/>
              <a:ext cx="133350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21" name="Rectangle 31"/>
            <p:cNvSpPr>
              <a:spLocks noChangeArrowheads="1"/>
            </p:cNvSpPr>
            <p:nvPr/>
          </p:nvSpPr>
          <p:spPr bwMode="auto">
            <a:xfrm>
              <a:off x="1700107" y="645554"/>
              <a:ext cx="884056" cy="22784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endParaRPr lang="ko-KR" altLang="en-US" sz="900">
                <a:solidFill>
                  <a:srgbClr val="000000"/>
                </a:solidFill>
                <a:latin typeface="Times New Roman" panose="02020603050405020304" pitchFamily="18" charset="0"/>
                <a:ea typeface="Dotum" pitchFamily="34" charset="-127"/>
                <a:cs typeface="Times New Roman" panose="02020603050405020304" pitchFamily="18" charset="0"/>
              </a:endParaRPr>
            </a:p>
            <a:p>
              <a:pPr eaLnBrk="1" hangingPunct="1">
                <a:spcBef>
                  <a:spcPct val="0"/>
                </a:spcBef>
                <a:buFontTx/>
                <a:buNone/>
              </a:pPr>
              <a:endParaRPr lang="ko-KR" altLang="en-US" sz="900">
                <a:solidFill>
                  <a:srgbClr val="000000"/>
                </a:solidFill>
                <a:latin typeface="Times New Roman" panose="02020603050405020304" pitchFamily="18" charset="0"/>
                <a:ea typeface="Dotum" pitchFamily="34" charset="-127"/>
                <a:cs typeface="Times New Roman" panose="02020603050405020304" pitchFamily="18" charset="0"/>
              </a:endParaRPr>
            </a:p>
          </p:txBody>
        </p:sp>
        <p:sp>
          <p:nvSpPr>
            <p:cNvPr id="15422" name="Line 32"/>
            <p:cNvSpPr>
              <a:spLocks noChangeShapeType="1"/>
            </p:cNvSpPr>
            <p:nvPr/>
          </p:nvSpPr>
          <p:spPr bwMode="auto">
            <a:xfrm>
              <a:off x="2585789" y="754445"/>
              <a:ext cx="38939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23" name="Line 33"/>
            <p:cNvSpPr>
              <a:spLocks noChangeShapeType="1"/>
            </p:cNvSpPr>
            <p:nvPr/>
          </p:nvSpPr>
          <p:spPr bwMode="auto">
            <a:xfrm>
              <a:off x="2141287" y="643092"/>
              <a:ext cx="0" cy="2227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24" name="Text Box 34"/>
            <p:cNvSpPr txBox="1">
              <a:spLocks noChangeArrowheads="1"/>
            </p:cNvSpPr>
            <p:nvPr/>
          </p:nvSpPr>
          <p:spPr bwMode="auto">
            <a:xfrm>
              <a:off x="0" y="332271"/>
              <a:ext cx="348522"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ea typeface="Dotum" pitchFamily="34" charset="-127"/>
                  <a:cs typeface="Times New Roman" panose="02020603050405020304" pitchFamily="18" charset="0"/>
                </a:rPr>
                <a:t>NO</a:t>
              </a:r>
            </a:p>
            <a:p>
              <a:pPr eaLnBrk="1" hangingPunct="1">
                <a:spcBef>
                  <a:spcPct val="0"/>
                </a:spcBef>
                <a:buFontTx/>
                <a:buNone/>
              </a:pPr>
              <a:endParaRPr lang="en-US" altLang="ko-KR" sz="900">
                <a:solidFill>
                  <a:srgbClr val="000000"/>
                </a:solidFill>
                <a:latin typeface="Times New Roman" panose="02020603050405020304" pitchFamily="18" charset="0"/>
                <a:ea typeface="Dotum" pitchFamily="34" charset="-127"/>
                <a:cs typeface="Times New Roman" panose="02020603050405020304" pitchFamily="18" charset="0"/>
              </a:endParaRPr>
            </a:p>
          </p:txBody>
        </p:sp>
        <p:sp>
          <p:nvSpPr>
            <p:cNvPr id="15425" name="Text Box 35"/>
            <p:cNvSpPr txBox="1">
              <a:spLocks noChangeArrowheads="1"/>
            </p:cNvSpPr>
            <p:nvPr/>
          </p:nvSpPr>
          <p:spPr bwMode="auto">
            <a:xfrm>
              <a:off x="391024" y="332271"/>
              <a:ext cx="495931"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ea typeface="Dotum" pitchFamily="34" charset="-127"/>
                  <a:cs typeface="Times New Roman" panose="02020603050405020304" pitchFamily="18" charset="0"/>
                </a:rPr>
                <a:t>M98</a:t>
              </a:r>
            </a:p>
            <a:p>
              <a:pPr eaLnBrk="1" hangingPunct="1">
                <a:spcBef>
                  <a:spcPct val="0"/>
                </a:spcBef>
                <a:buFontTx/>
                <a:buNone/>
              </a:pPr>
              <a:endParaRPr lang="en-US" altLang="ko-KR" sz="900">
                <a:solidFill>
                  <a:srgbClr val="000000"/>
                </a:solidFill>
                <a:latin typeface="Times New Roman" panose="02020603050405020304" pitchFamily="18" charset="0"/>
                <a:ea typeface="Dotum" pitchFamily="34" charset="-127"/>
                <a:cs typeface="Times New Roman" panose="02020603050405020304" pitchFamily="18" charset="0"/>
              </a:endParaRPr>
            </a:p>
          </p:txBody>
        </p:sp>
        <p:sp>
          <p:nvSpPr>
            <p:cNvPr id="15426" name="Text Box 36"/>
            <p:cNvSpPr txBox="1">
              <a:spLocks noChangeArrowheads="1"/>
            </p:cNvSpPr>
            <p:nvPr/>
          </p:nvSpPr>
          <p:spPr bwMode="auto">
            <a:xfrm>
              <a:off x="493031" y="0"/>
              <a:ext cx="323020"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ea typeface="Dotum" pitchFamily="34" charset="-127"/>
                  <a:cs typeface="Times New Roman" panose="02020603050405020304" pitchFamily="18" charset="0"/>
                </a:rPr>
                <a:t>X1</a:t>
              </a:r>
            </a:p>
            <a:p>
              <a:pPr eaLnBrk="1" hangingPunct="1">
                <a:spcBef>
                  <a:spcPct val="0"/>
                </a:spcBef>
                <a:buFontTx/>
                <a:buNone/>
              </a:pPr>
              <a:endParaRPr lang="en-US" altLang="ko-KR" sz="900">
                <a:solidFill>
                  <a:srgbClr val="000000"/>
                </a:solidFill>
                <a:latin typeface="Times New Roman" panose="02020603050405020304" pitchFamily="18" charset="0"/>
                <a:ea typeface="Dotum" pitchFamily="34" charset="-127"/>
                <a:cs typeface="Times New Roman" panose="02020603050405020304" pitchFamily="18" charset="0"/>
              </a:endParaRPr>
            </a:p>
          </p:txBody>
        </p:sp>
        <p:sp>
          <p:nvSpPr>
            <p:cNvPr id="15427" name="Text Box 37"/>
            <p:cNvSpPr txBox="1">
              <a:spLocks noChangeArrowheads="1"/>
            </p:cNvSpPr>
            <p:nvPr/>
          </p:nvSpPr>
          <p:spPr bwMode="auto">
            <a:xfrm>
              <a:off x="1623603" y="142402"/>
              <a:ext cx="1207076"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ea typeface="Dotum" pitchFamily="34" charset="-127"/>
                  <a:cs typeface="Times New Roman" panose="02020603050405020304" pitchFamily="18" charset="0"/>
                </a:rPr>
                <a:t>MC       N0    </a:t>
              </a:r>
              <a:r>
                <a:rPr lang="en-US" altLang="ko-KR" sz="900" smtClean="0">
                  <a:solidFill>
                    <a:srgbClr val="000000"/>
                  </a:solidFill>
                  <a:latin typeface="Times New Roman" panose="02020603050405020304" pitchFamily="18" charset="0"/>
                  <a:ea typeface="Dotum" pitchFamily="34" charset="-127"/>
                  <a:cs typeface="Times New Roman" panose="02020603050405020304" pitchFamily="18" charset="0"/>
                </a:rPr>
                <a:t>    (    </a:t>
              </a:r>
              <a:r>
                <a:rPr lang="en-US" altLang="ko-KR" sz="900">
                  <a:solidFill>
                    <a:srgbClr val="000000"/>
                  </a:solidFill>
                  <a:latin typeface="Times New Roman" panose="02020603050405020304" pitchFamily="18" charset="0"/>
                  <a:ea typeface="Dotum" pitchFamily="34" charset="-127"/>
                  <a:cs typeface="Times New Roman" panose="02020603050405020304" pitchFamily="18" charset="0"/>
                </a:rPr>
                <a:t>)</a:t>
              </a:r>
            </a:p>
            <a:p>
              <a:pPr eaLnBrk="1" hangingPunct="1">
                <a:spcBef>
                  <a:spcPct val="0"/>
                </a:spcBef>
                <a:buFontTx/>
                <a:buNone/>
              </a:pPr>
              <a:endParaRPr lang="en-US" altLang="ko-KR" sz="900">
                <a:solidFill>
                  <a:srgbClr val="000000"/>
                </a:solidFill>
                <a:latin typeface="Times New Roman" panose="02020603050405020304" pitchFamily="18" charset="0"/>
                <a:ea typeface="Dotum" pitchFamily="34" charset="-127"/>
                <a:cs typeface="Times New Roman" panose="02020603050405020304" pitchFamily="18" charset="0"/>
              </a:endParaRPr>
            </a:p>
          </p:txBody>
        </p:sp>
        <p:sp>
          <p:nvSpPr>
            <p:cNvPr id="15428" name="Text Box 38"/>
            <p:cNvSpPr txBox="1">
              <a:spLocks noChangeArrowheads="1"/>
            </p:cNvSpPr>
            <p:nvPr/>
          </p:nvSpPr>
          <p:spPr bwMode="auto">
            <a:xfrm>
              <a:off x="1734110" y="655048"/>
              <a:ext cx="816052" cy="2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900">
                  <a:solidFill>
                    <a:srgbClr val="000000"/>
                  </a:solidFill>
                  <a:latin typeface="Times New Roman" panose="02020603050405020304" pitchFamily="18" charset="0"/>
                  <a:ea typeface="Dotum" pitchFamily="34" charset="-127"/>
                  <a:cs typeface="Times New Roman" panose="02020603050405020304" pitchFamily="18" charset="0"/>
                </a:rPr>
                <a:t>MCR      N0</a:t>
              </a:r>
            </a:p>
            <a:p>
              <a:pPr eaLnBrk="1" hangingPunct="1">
                <a:spcBef>
                  <a:spcPct val="0"/>
                </a:spcBef>
                <a:buFontTx/>
                <a:buNone/>
              </a:pPr>
              <a:endParaRPr lang="en-US" altLang="ko-KR" sz="900">
                <a:solidFill>
                  <a:srgbClr val="000000"/>
                </a:solidFill>
                <a:latin typeface="Times New Roman" panose="02020603050405020304" pitchFamily="18" charset="0"/>
                <a:ea typeface="Dotum" pitchFamily="34" charset="-127"/>
                <a:cs typeface="Times New Roman" panose="02020603050405020304" pitchFamily="18" charset="0"/>
              </a:endParaRPr>
            </a:p>
          </p:txBody>
        </p:sp>
        <p:sp>
          <p:nvSpPr>
            <p:cNvPr id="15429" name="Line 22"/>
            <p:cNvSpPr>
              <a:spLocks noChangeShapeType="1"/>
            </p:cNvSpPr>
            <p:nvPr/>
          </p:nvSpPr>
          <p:spPr bwMode="auto">
            <a:xfrm>
              <a:off x="621784" y="193164"/>
              <a:ext cx="0" cy="1339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grpSp>
      <p:grpSp>
        <p:nvGrpSpPr>
          <p:cNvPr id="15366" name="Group 208"/>
          <p:cNvGrpSpPr>
            <a:grpSpLocks/>
          </p:cNvGrpSpPr>
          <p:nvPr/>
        </p:nvGrpSpPr>
        <p:grpSpPr bwMode="auto">
          <a:xfrm>
            <a:off x="381000" y="4521200"/>
            <a:ext cx="2930525" cy="411163"/>
            <a:chOff x="0" y="26"/>
            <a:chExt cx="1632" cy="193"/>
          </a:xfrm>
        </p:grpSpPr>
        <p:grpSp>
          <p:nvGrpSpPr>
            <p:cNvPr id="15390" name="Group 209"/>
            <p:cNvGrpSpPr>
              <a:grpSpLocks/>
            </p:cNvGrpSpPr>
            <p:nvPr/>
          </p:nvGrpSpPr>
          <p:grpSpPr bwMode="auto">
            <a:xfrm>
              <a:off x="48" y="121"/>
              <a:ext cx="240" cy="96"/>
              <a:chOff x="48" y="121"/>
              <a:chExt cx="240" cy="96"/>
            </a:xfrm>
          </p:grpSpPr>
          <p:grpSp>
            <p:nvGrpSpPr>
              <p:cNvPr id="15401" name="Group 210"/>
              <p:cNvGrpSpPr>
                <a:grpSpLocks/>
              </p:cNvGrpSpPr>
              <p:nvPr/>
            </p:nvGrpSpPr>
            <p:grpSpPr bwMode="auto">
              <a:xfrm>
                <a:off x="48" y="121"/>
                <a:ext cx="96" cy="96"/>
                <a:chOff x="48" y="121"/>
                <a:chExt cx="96" cy="96"/>
              </a:xfrm>
            </p:grpSpPr>
            <p:sp>
              <p:nvSpPr>
                <p:cNvPr id="15405" name="Line 211"/>
                <p:cNvSpPr>
                  <a:spLocks noChangeShapeType="1"/>
                </p:cNvSpPr>
                <p:nvPr/>
              </p:nvSpPr>
              <p:spPr bwMode="auto">
                <a:xfrm>
                  <a:off x="48" y="169"/>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06" name="Line 212"/>
                <p:cNvSpPr>
                  <a:spLocks noChangeShapeType="1"/>
                </p:cNvSpPr>
                <p:nvPr/>
              </p:nvSpPr>
              <p:spPr bwMode="auto">
                <a:xfrm>
                  <a:off x="144" y="121"/>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grpSp>
          <p:grpSp>
            <p:nvGrpSpPr>
              <p:cNvPr id="15402" name="Group 213"/>
              <p:cNvGrpSpPr>
                <a:grpSpLocks/>
              </p:cNvGrpSpPr>
              <p:nvPr/>
            </p:nvGrpSpPr>
            <p:grpSpPr bwMode="auto">
              <a:xfrm flipH="1">
                <a:off x="192" y="121"/>
                <a:ext cx="96" cy="96"/>
                <a:chOff x="192" y="121"/>
                <a:chExt cx="96" cy="96"/>
              </a:xfrm>
            </p:grpSpPr>
            <p:sp>
              <p:nvSpPr>
                <p:cNvPr id="15403" name="Line 214"/>
                <p:cNvSpPr>
                  <a:spLocks noChangeShapeType="1"/>
                </p:cNvSpPr>
                <p:nvPr/>
              </p:nvSpPr>
              <p:spPr bwMode="auto">
                <a:xfrm>
                  <a:off x="192" y="169"/>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404" name="Line 215"/>
                <p:cNvSpPr>
                  <a:spLocks noChangeShapeType="1"/>
                </p:cNvSpPr>
                <p:nvPr/>
              </p:nvSpPr>
              <p:spPr bwMode="auto">
                <a:xfrm>
                  <a:off x="288" y="121"/>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grpSp>
        </p:grpSp>
        <p:sp>
          <p:nvSpPr>
            <p:cNvPr id="15391" name="Line 216"/>
            <p:cNvSpPr>
              <a:spLocks noChangeShapeType="1"/>
            </p:cNvSpPr>
            <p:nvPr/>
          </p:nvSpPr>
          <p:spPr bwMode="auto">
            <a:xfrm>
              <a:off x="0" y="30"/>
              <a:ext cx="0" cy="1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392" name="Line 217"/>
            <p:cNvSpPr>
              <a:spLocks noChangeShapeType="1"/>
            </p:cNvSpPr>
            <p:nvPr/>
          </p:nvSpPr>
          <p:spPr bwMode="auto">
            <a:xfrm>
              <a:off x="0" y="169"/>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393" name="Line 218"/>
            <p:cNvSpPr>
              <a:spLocks noChangeShapeType="1"/>
            </p:cNvSpPr>
            <p:nvPr/>
          </p:nvSpPr>
          <p:spPr bwMode="auto">
            <a:xfrm>
              <a:off x="240" y="169"/>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394" name="Rectangle 219"/>
            <p:cNvSpPr>
              <a:spLocks noChangeArrowheads="1"/>
            </p:cNvSpPr>
            <p:nvPr/>
          </p:nvSpPr>
          <p:spPr bwMode="auto">
            <a:xfrm>
              <a:off x="432" y="121"/>
              <a:ext cx="288" cy="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1100">
                  <a:latin typeface="Times New Roman" panose="02020603050405020304" pitchFamily="18" charset="0"/>
                  <a:cs typeface="Times New Roman" panose="02020603050405020304" pitchFamily="18" charset="0"/>
                </a:rPr>
                <a:t>(      )</a:t>
              </a:r>
            </a:p>
          </p:txBody>
        </p:sp>
        <p:sp>
          <p:nvSpPr>
            <p:cNvPr id="15395" name="Rectangle 220"/>
            <p:cNvSpPr>
              <a:spLocks noChangeArrowheads="1"/>
            </p:cNvSpPr>
            <p:nvPr/>
          </p:nvSpPr>
          <p:spPr bwMode="auto">
            <a:xfrm>
              <a:off x="720" y="121"/>
              <a:ext cx="288" cy="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1100">
                  <a:latin typeface="Times New Roman" panose="02020603050405020304" pitchFamily="18" charset="0"/>
                  <a:cs typeface="Times New Roman" panose="02020603050405020304" pitchFamily="18" charset="0"/>
                </a:rPr>
                <a:t>D0</a:t>
              </a:r>
            </a:p>
          </p:txBody>
        </p:sp>
        <p:sp>
          <p:nvSpPr>
            <p:cNvPr id="15396" name="Rectangle 221"/>
            <p:cNvSpPr>
              <a:spLocks noChangeArrowheads="1"/>
            </p:cNvSpPr>
            <p:nvPr/>
          </p:nvSpPr>
          <p:spPr bwMode="auto">
            <a:xfrm>
              <a:off x="1248" y="121"/>
              <a:ext cx="288" cy="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1100">
                  <a:latin typeface="Times New Roman" panose="02020603050405020304" pitchFamily="18" charset="0"/>
                  <a:cs typeface="Times New Roman" panose="02020603050405020304" pitchFamily="18" charset="0"/>
                </a:rPr>
                <a:t> K8</a:t>
              </a:r>
            </a:p>
          </p:txBody>
        </p:sp>
        <p:sp>
          <p:nvSpPr>
            <p:cNvPr id="15397" name="Line 222"/>
            <p:cNvSpPr>
              <a:spLocks noChangeShapeType="1"/>
            </p:cNvSpPr>
            <p:nvPr/>
          </p:nvSpPr>
          <p:spPr bwMode="auto">
            <a:xfrm>
              <a:off x="1536" y="169"/>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398" name="Line 223"/>
            <p:cNvSpPr>
              <a:spLocks noChangeShapeType="1"/>
            </p:cNvSpPr>
            <p:nvPr/>
          </p:nvSpPr>
          <p:spPr bwMode="auto">
            <a:xfrm>
              <a:off x="1632" y="30"/>
              <a:ext cx="0" cy="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5399" name="Text Box 224"/>
            <p:cNvSpPr txBox="1">
              <a:spLocks noChangeArrowheads="1"/>
            </p:cNvSpPr>
            <p:nvPr/>
          </p:nvSpPr>
          <p:spPr bwMode="auto">
            <a:xfrm>
              <a:off x="74" y="26"/>
              <a:ext cx="202" cy="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1100">
                  <a:latin typeface="Times New Roman" panose="02020603050405020304" pitchFamily="18" charset="0"/>
                  <a:cs typeface="Times New Roman" panose="02020603050405020304" pitchFamily="18" charset="0"/>
                </a:rPr>
                <a:t>X0</a:t>
              </a:r>
            </a:p>
          </p:txBody>
        </p:sp>
        <p:sp>
          <p:nvSpPr>
            <p:cNvPr id="15400" name="Rectangle 225"/>
            <p:cNvSpPr>
              <a:spLocks noChangeArrowheads="1"/>
            </p:cNvSpPr>
            <p:nvPr/>
          </p:nvSpPr>
          <p:spPr bwMode="auto">
            <a:xfrm>
              <a:off x="1003" y="120"/>
              <a:ext cx="288" cy="9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eaLnBrk="1" hangingPunct="1">
                <a:spcBef>
                  <a:spcPct val="0"/>
                </a:spcBef>
                <a:buFontTx/>
                <a:buNone/>
              </a:pPr>
              <a:r>
                <a:rPr lang="en-US" altLang="ko-KR" sz="1100">
                  <a:latin typeface="Times New Roman" panose="02020603050405020304" pitchFamily="18" charset="0"/>
                  <a:cs typeface="Times New Roman" panose="02020603050405020304" pitchFamily="18" charset="0"/>
                </a:rPr>
                <a:t>D8</a:t>
              </a:r>
            </a:p>
          </p:txBody>
        </p:sp>
      </p:grpSp>
      <p:grpSp>
        <p:nvGrpSpPr>
          <p:cNvPr id="15367" name="Group 112"/>
          <p:cNvGrpSpPr>
            <a:grpSpLocks/>
          </p:cNvGrpSpPr>
          <p:nvPr/>
        </p:nvGrpSpPr>
        <p:grpSpPr bwMode="auto">
          <a:xfrm>
            <a:off x="333375" y="5961063"/>
            <a:ext cx="3019425" cy="1136650"/>
            <a:chOff x="0" y="0"/>
            <a:chExt cx="1882" cy="716"/>
          </a:xfrm>
        </p:grpSpPr>
        <p:sp>
          <p:nvSpPr>
            <p:cNvPr id="15369" name="Line 113"/>
            <p:cNvSpPr>
              <a:spLocks noChangeShapeType="1"/>
            </p:cNvSpPr>
            <p:nvPr/>
          </p:nvSpPr>
          <p:spPr bwMode="auto">
            <a:xfrm>
              <a:off x="0" y="81"/>
              <a:ext cx="0" cy="6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0" name="Line 114"/>
            <p:cNvSpPr>
              <a:spLocks noChangeShapeType="1"/>
            </p:cNvSpPr>
            <p:nvPr/>
          </p:nvSpPr>
          <p:spPr bwMode="auto">
            <a:xfrm>
              <a:off x="0" y="177"/>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1" name="Line 115"/>
            <p:cNvSpPr>
              <a:spLocks noChangeShapeType="1"/>
            </p:cNvSpPr>
            <p:nvPr/>
          </p:nvSpPr>
          <p:spPr bwMode="auto">
            <a:xfrm>
              <a:off x="96" y="129"/>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2" name="Line 116"/>
            <p:cNvSpPr>
              <a:spLocks noChangeShapeType="1"/>
            </p:cNvSpPr>
            <p:nvPr/>
          </p:nvSpPr>
          <p:spPr bwMode="auto">
            <a:xfrm>
              <a:off x="144" y="129"/>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3" name="Line 117"/>
            <p:cNvSpPr>
              <a:spLocks noChangeShapeType="1"/>
            </p:cNvSpPr>
            <p:nvPr/>
          </p:nvSpPr>
          <p:spPr bwMode="auto">
            <a:xfrm>
              <a:off x="1882" y="81"/>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4" name="Line 118"/>
            <p:cNvSpPr>
              <a:spLocks noChangeShapeType="1"/>
            </p:cNvSpPr>
            <p:nvPr/>
          </p:nvSpPr>
          <p:spPr bwMode="auto">
            <a:xfrm>
              <a:off x="144" y="177"/>
              <a:ext cx="17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5" name="Text Box 119"/>
            <p:cNvSpPr txBox="1">
              <a:spLocks noChangeArrowheads="1"/>
            </p:cNvSpPr>
            <p:nvPr/>
          </p:nvSpPr>
          <p:spPr bwMode="auto">
            <a:xfrm>
              <a:off x="25" y="0"/>
              <a:ext cx="204"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X0</a:t>
              </a:r>
            </a:p>
          </p:txBody>
        </p:sp>
        <p:sp>
          <p:nvSpPr>
            <p:cNvPr id="15376" name="Line 120"/>
            <p:cNvSpPr>
              <a:spLocks noChangeShapeType="1"/>
            </p:cNvSpPr>
            <p:nvPr/>
          </p:nvSpPr>
          <p:spPr bwMode="auto">
            <a:xfrm>
              <a:off x="240" y="177"/>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7" name="Line 121"/>
            <p:cNvSpPr>
              <a:spLocks noChangeShapeType="1"/>
            </p:cNvSpPr>
            <p:nvPr/>
          </p:nvSpPr>
          <p:spPr bwMode="auto">
            <a:xfrm>
              <a:off x="240" y="380"/>
              <a:ext cx="16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8" name="Line 122"/>
            <p:cNvSpPr>
              <a:spLocks noChangeShapeType="1"/>
            </p:cNvSpPr>
            <p:nvPr/>
          </p:nvSpPr>
          <p:spPr bwMode="auto">
            <a:xfrm>
              <a:off x="240" y="321"/>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79" name="Line 123"/>
            <p:cNvSpPr>
              <a:spLocks noChangeShapeType="1"/>
            </p:cNvSpPr>
            <p:nvPr/>
          </p:nvSpPr>
          <p:spPr bwMode="auto">
            <a:xfrm>
              <a:off x="240" y="465"/>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80" name="Line 124"/>
            <p:cNvSpPr>
              <a:spLocks noChangeShapeType="1"/>
            </p:cNvSpPr>
            <p:nvPr/>
          </p:nvSpPr>
          <p:spPr bwMode="auto">
            <a:xfrm>
              <a:off x="240" y="609"/>
              <a:ext cx="16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latin typeface="Times New Roman" panose="02020603050405020304" pitchFamily="18" charset="0"/>
                <a:cs typeface="Times New Roman" panose="02020603050405020304" pitchFamily="18" charset="0"/>
              </a:endParaRPr>
            </a:p>
          </p:txBody>
        </p:sp>
        <p:sp>
          <p:nvSpPr>
            <p:cNvPr id="15381" name="Rectangle 125"/>
            <p:cNvSpPr>
              <a:spLocks noChangeArrowheads="1"/>
            </p:cNvSpPr>
            <p:nvPr/>
          </p:nvSpPr>
          <p:spPr bwMode="auto">
            <a:xfrm>
              <a:off x="1112" y="102"/>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K10</a:t>
              </a:r>
            </a:p>
          </p:txBody>
        </p:sp>
        <p:sp>
          <p:nvSpPr>
            <p:cNvPr id="15382" name="Rectangle 126"/>
            <p:cNvSpPr>
              <a:spLocks noChangeArrowheads="1"/>
            </p:cNvSpPr>
            <p:nvPr/>
          </p:nvSpPr>
          <p:spPr bwMode="auto">
            <a:xfrm>
              <a:off x="1448" y="102"/>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D10</a:t>
              </a:r>
            </a:p>
          </p:txBody>
        </p:sp>
        <p:sp>
          <p:nvSpPr>
            <p:cNvPr id="15383" name="Rectangle 127"/>
            <p:cNvSpPr>
              <a:spLocks noChangeArrowheads="1"/>
            </p:cNvSpPr>
            <p:nvPr/>
          </p:nvSpPr>
          <p:spPr bwMode="auto">
            <a:xfrm>
              <a:off x="776" y="102"/>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MOV</a:t>
              </a:r>
            </a:p>
          </p:txBody>
        </p:sp>
        <p:sp>
          <p:nvSpPr>
            <p:cNvPr id="15384" name="Rectangle 128"/>
            <p:cNvSpPr>
              <a:spLocks noChangeArrowheads="1"/>
            </p:cNvSpPr>
            <p:nvPr/>
          </p:nvSpPr>
          <p:spPr bwMode="auto">
            <a:xfrm>
              <a:off x="1112" y="30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K20</a:t>
              </a:r>
            </a:p>
          </p:txBody>
        </p:sp>
        <p:sp>
          <p:nvSpPr>
            <p:cNvPr id="15385" name="Rectangle 129"/>
            <p:cNvSpPr>
              <a:spLocks noChangeArrowheads="1"/>
            </p:cNvSpPr>
            <p:nvPr/>
          </p:nvSpPr>
          <p:spPr bwMode="auto">
            <a:xfrm>
              <a:off x="1448" y="30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D10</a:t>
              </a:r>
            </a:p>
          </p:txBody>
        </p:sp>
        <p:sp>
          <p:nvSpPr>
            <p:cNvPr id="15386" name="Rectangle 130"/>
            <p:cNvSpPr>
              <a:spLocks noChangeArrowheads="1"/>
            </p:cNvSpPr>
            <p:nvPr/>
          </p:nvSpPr>
          <p:spPr bwMode="auto">
            <a:xfrm>
              <a:off x="776" y="30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MOVP</a:t>
              </a:r>
            </a:p>
          </p:txBody>
        </p:sp>
        <p:sp>
          <p:nvSpPr>
            <p:cNvPr id="15387" name="Rectangle 131"/>
            <p:cNvSpPr>
              <a:spLocks noChangeArrowheads="1"/>
            </p:cNvSpPr>
            <p:nvPr/>
          </p:nvSpPr>
          <p:spPr bwMode="auto">
            <a:xfrm>
              <a:off x="1112" y="53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D10</a:t>
              </a:r>
            </a:p>
          </p:txBody>
        </p:sp>
        <p:sp>
          <p:nvSpPr>
            <p:cNvPr id="15388" name="Rectangle 132"/>
            <p:cNvSpPr>
              <a:spLocks noChangeArrowheads="1"/>
            </p:cNvSpPr>
            <p:nvPr/>
          </p:nvSpPr>
          <p:spPr bwMode="auto">
            <a:xfrm>
              <a:off x="1448" y="53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D20</a:t>
              </a:r>
            </a:p>
          </p:txBody>
        </p:sp>
        <p:sp>
          <p:nvSpPr>
            <p:cNvPr id="15389" name="Rectangle 133"/>
            <p:cNvSpPr>
              <a:spLocks noChangeArrowheads="1"/>
            </p:cNvSpPr>
            <p:nvPr/>
          </p:nvSpPr>
          <p:spPr bwMode="auto">
            <a:xfrm>
              <a:off x="776" y="539"/>
              <a:ext cx="3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굴림" pitchFamily="34" charset="-127"/>
                  <a:ea typeface="굴림" pitchFamily="34" charset="-127"/>
                </a:defRPr>
              </a:lvl1pPr>
              <a:lvl2pPr marL="742950" indent="-285750" eaLnBrk="0" hangingPunct="0">
                <a:spcBef>
                  <a:spcPct val="20000"/>
                </a:spcBef>
                <a:buChar char="–"/>
                <a:defRPr kumimoji="1" sz="2800">
                  <a:solidFill>
                    <a:schemeClr val="tx1"/>
                  </a:solidFill>
                  <a:latin typeface="굴림" pitchFamily="34" charset="-127"/>
                  <a:ea typeface="굴림" pitchFamily="34" charset="-127"/>
                </a:defRPr>
              </a:lvl2pPr>
              <a:lvl3pPr marL="1143000" indent="-228600" eaLnBrk="0" hangingPunct="0">
                <a:spcBef>
                  <a:spcPct val="20000"/>
                </a:spcBef>
                <a:buChar char="•"/>
                <a:defRPr kumimoji="1" sz="2400">
                  <a:solidFill>
                    <a:schemeClr val="tx1"/>
                  </a:solidFill>
                  <a:latin typeface="굴림" pitchFamily="34" charset="-127"/>
                  <a:ea typeface="굴림" pitchFamily="34" charset="-127"/>
                </a:defRPr>
              </a:lvl3pPr>
              <a:lvl4pPr marL="1600200" indent="-228600" eaLnBrk="0" hangingPunct="0">
                <a:spcBef>
                  <a:spcPct val="20000"/>
                </a:spcBef>
                <a:buChar char="–"/>
                <a:defRPr kumimoji="1" sz="2000">
                  <a:solidFill>
                    <a:schemeClr val="tx1"/>
                  </a:solidFill>
                  <a:latin typeface="굴림" pitchFamily="34" charset="-127"/>
                  <a:ea typeface="굴림" pitchFamily="34" charset="-127"/>
                </a:defRPr>
              </a:lvl4pPr>
              <a:lvl5pPr marL="2057400" indent="-228600" eaLnBrk="0" hangingPunct="0">
                <a:spcBef>
                  <a:spcPct val="20000"/>
                </a:spcBef>
                <a:buChar char="»"/>
                <a:defRPr kumimoji="1" sz="2000">
                  <a:solidFill>
                    <a:schemeClr val="tx1"/>
                  </a:solidFill>
                  <a:latin typeface="굴림" pitchFamily="34" charset="-127"/>
                  <a:ea typeface="굴림" pitchFamily="34" charset="-127"/>
                </a:defRPr>
              </a:lvl5pPr>
              <a:lvl6pPr marL="25146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6pPr>
              <a:lvl7pPr marL="29718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7pPr>
              <a:lvl8pPr marL="34290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8pPr>
              <a:lvl9pPr marL="3886200" indent="-228600" eaLnBrk="0" fontAlgn="base" hangingPunct="0">
                <a:spcBef>
                  <a:spcPct val="20000"/>
                </a:spcBef>
                <a:spcAft>
                  <a:spcPct val="0"/>
                </a:spcAft>
                <a:buChar char="»"/>
                <a:defRPr kumimoji="1" sz="2000">
                  <a:solidFill>
                    <a:schemeClr val="tx1"/>
                  </a:solidFill>
                  <a:latin typeface="굴림" pitchFamily="34" charset="-127"/>
                  <a:ea typeface="굴림" pitchFamily="34" charset="-127"/>
                </a:defRPr>
              </a:lvl9pPr>
            </a:lstStyle>
            <a:p>
              <a:pPr algn="ctr" eaLnBrk="1" hangingPunct="1">
                <a:spcBef>
                  <a:spcPct val="0"/>
                </a:spcBef>
                <a:buFontTx/>
                <a:buNone/>
              </a:pPr>
              <a:r>
                <a:rPr lang="en-US" altLang="ko-KR" sz="900">
                  <a:latin typeface="Times New Roman" panose="02020603050405020304" pitchFamily="18" charset="0"/>
                  <a:cs typeface="Times New Roman" panose="02020603050405020304" pitchFamily="18" charset="0"/>
                </a:rPr>
                <a:t>MOV</a:t>
              </a:r>
            </a:p>
          </p:txBody>
        </p:sp>
      </p:grpSp>
      <p:sp>
        <p:nvSpPr>
          <p:cNvPr id="70" name="Text Box 6"/>
          <p:cNvSpPr txBox="1">
            <a:spLocks noChangeArrowheads="1"/>
          </p:cNvSpPr>
          <p:nvPr/>
        </p:nvSpPr>
        <p:spPr bwMode="auto">
          <a:xfrm>
            <a:off x="123825" y="228600"/>
            <a:ext cx="644728" cy="338554"/>
          </a:xfrm>
          <a:prstGeom prst="rect">
            <a:avLst/>
          </a:prstGeom>
          <a:noFill/>
          <a:ln w="9525">
            <a:noFill/>
            <a:miter lim="800000"/>
            <a:headEnd/>
            <a:tailEnd/>
          </a:ln>
          <a:effectLst/>
        </p:spPr>
        <p:txBody>
          <a:bodyPr wrap="none">
            <a:spAutoFit/>
          </a:bodyPr>
          <a:lstStyle>
            <a:lvl1pPr eaLnBrk="0" hangingPunct="0">
              <a:defRPr kumimoji="1" sz="900">
                <a:solidFill>
                  <a:schemeClr val="tx1"/>
                </a:solidFill>
                <a:latin typeface="Dotum" pitchFamily="34" charset="-127"/>
                <a:ea typeface="Dotum" pitchFamily="34" charset="-127"/>
              </a:defRPr>
            </a:lvl1pPr>
            <a:lvl2pPr marL="742950" indent="-285750" eaLnBrk="0" hangingPunct="0">
              <a:defRPr kumimoji="1" sz="900">
                <a:solidFill>
                  <a:schemeClr val="tx1"/>
                </a:solidFill>
                <a:latin typeface="Dotum" pitchFamily="34" charset="-127"/>
                <a:ea typeface="Dotum" pitchFamily="34" charset="-127"/>
              </a:defRPr>
            </a:lvl2pPr>
            <a:lvl3pPr marL="1143000" indent="-228600" eaLnBrk="0" hangingPunct="0">
              <a:defRPr kumimoji="1" sz="900">
                <a:solidFill>
                  <a:schemeClr val="tx1"/>
                </a:solidFill>
                <a:latin typeface="Dotum" pitchFamily="34" charset="-127"/>
                <a:ea typeface="Dotum" pitchFamily="34" charset="-127"/>
              </a:defRPr>
            </a:lvl3pPr>
            <a:lvl4pPr marL="1600200" indent="-228600" eaLnBrk="0" hangingPunct="0">
              <a:defRPr kumimoji="1" sz="900">
                <a:solidFill>
                  <a:schemeClr val="tx1"/>
                </a:solidFill>
                <a:latin typeface="Dotum" pitchFamily="34" charset="-127"/>
                <a:ea typeface="Dotum" pitchFamily="34" charset="-127"/>
              </a:defRPr>
            </a:lvl4pPr>
            <a:lvl5pPr marL="2057400" indent="-228600" eaLnBrk="0" hangingPunct="0">
              <a:defRPr kumimoji="1" sz="900">
                <a:solidFill>
                  <a:schemeClr val="tx1"/>
                </a:solidFill>
                <a:latin typeface="Dotum" pitchFamily="34" charset="-127"/>
                <a:ea typeface="Dotum" pitchFamily="34" charset="-127"/>
              </a:defRPr>
            </a:lvl5pPr>
            <a:lvl6pPr marL="2514600" indent="-228600" eaLnBrk="0" fontAlgn="base" hangingPunct="0">
              <a:spcBef>
                <a:spcPct val="0"/>
              </a:spcBef>
              <a:spcAft>
                <a:spcPct val="0"/>
              </a:spcAft>
              <a:defRPr kumimoji="1" sz="900">
                <a:solidFill>
                  <a:schemeClr val="tx1"/>
                </a:solidFill>
                <a:latin typeface="Dotum" pitchFamily="34" charset="-127"/>
                <a:ea typeface="Dotum" pitchFamily="34" charset="-127"/>
              </a:defRPr>
            </a:lvl6pPr>
            <a:lvl7pPr marL="2971800" indent="-228600" eaLnBrk="0" fontAlgn="base" hangingPunct="0">
              <a:spcBef>
                <a:spcPct val="0"/>
              </a:spcBef>
              <a:spcAft>
                <a:spcPct val="0"/>
              </a:spcAft>
              <a:defRPr kumimoji="1" sz="900">
                <a:solidFill>
                  <a:schemeClr val="tx1"/>
                </a:solidFill>
                <a:latin typeface="Dotum" pitchFamily="34" charset="-127"/>
                <a:ea typeface="Dotum" pitchFamily="34" charset="-127"/>
              </a:defRPr>
            </a:lvl7pPr>
            <a:lvl8pPr marL="3429000" indent="-228600" eaLnBrk="0" fontAlgn="base" hangingPunct="0">
              <a:spcBef>
                <a:spcPct val="0"/>
              </a:spcBef>
              <a:spcAft>
                <a:spcPct val="0"/>
              </a:spcAft>
              <a:defRPr kumimoji="1" sz="900">
                <a:solidFill>
                  <a:schemeClr val="tx1"/>
                </a:solidFill>
                <a:latin typeface="Dotum" pitchFamily="34" charset="-127"/>
                <a:ea typeface="Dotum" pitchFamily="34" charset="-127"/>
              </a:defRPr>
            </a:lvl8pPr>
            <a:lvl9pPr marL="3886200" indent="-228600" eaLnBrk="0" fontAlgn="base" hangingPunct="0">
              <a:spcBef>
                <a:spcPct val="0"/>
              </a:spcBef>
              <a:spcAft>
                <a:spcPct val="0"/>
              </a:spcAft>
              <a:defRPr kumimoji="1" sz="900">
                <a:solidFill>
                  <a:schemeClr val="tx1"/>
                </a:solidFill>
                <a:latin typeface="Dotum" pitchFamily="34" charset="-127"/>
                <a:ea typeface="Dotum" pitchFamily="34" charset="-127"/>
              </a:defRPr>
            </a:lvl9pPr>
          </a:lstStyle>
          <a:p>
            <a:pPr eaLnBrk="1" hangingPunct="1"/>
            <a:r>
              <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rPr>
              <a:t>PLC </a:t>
            </a:r>
            <a:endParaRPr lang="ko-KR" altLang="en-US" sz="1600" b="1">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94765760"/>
              </p:ext>
            </p:extLst>
          </p:nvPr>
        </p:nvGraphicFramePr>
        <p:xfrm>
          <a:off x="539572" y="416496"/>
          <a:ext cx="1161236" cy="3672401"/>
        </p:xfrm>
        <a:graphic>
          <a:graphicData uri="http://schemas.openxmlformats.org/drawingml/2006/table">
            <a:tbl>
              <a:tblPr/>
              <a:tblGrid>
                <a:gridCol w="369148"/>
                <a:gridCol w="792088"/>
              </a:tblGrid>
              <a:tr h="181443">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Câu</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Đáp</a:t>
                      </a:r>
                      <a:r>
                        <a:rPr lang="en-US" altLang="ko-KR" sz="900" b="0" i="0" u="none" strike="noStrike" baseline="0" smtClean="0">
                          <a:solidFill>
                            <a:srgbClr val="000000"/>
                          </a:solidFill>
                          <a:effectLst/>
                          <a:latin typeface="Times New Roman" pitchFamily="18" charset="0"/>
                          <a:cs typeface="Times New Roman" pitchFamily="18" charset="0"/>
                        </a:rPr>
                        <a:t> án</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443">
                <a:tc>
                  <a:txBody>
                    <a:bodyPr/>
                    <a:lstStyle/>
                    <a:p>
                      <a:pPr algn="ctr" fontAlgn="ctr"/>
                      <a:r>
                        <a:rPr lang="en-US" sz="900" b="0" i="0" u="none" strike="noStrike">
                          <a:solidFill>
                            <a:srgbClr val="000000"/>
                          </a:solidFill>
                          <a:effectLst/>
                          <a:latin typeface="Times New Roman" pitchFamily="18" charset="0"/>
                          <a:cs typeface="Times New Roman" pitchFamily="18" charset="0"/>
                        </a:rPr>
                        <a:t>20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065874164"/>
              </p:ext>
            </p:extLst>
          </p:nvPr>
        </p:nvGraphicFramePr>
        <p:xfrm>
          <a:off x="2123748" y="416496"/>
          <a:ext cx="1161236" cy="3672401"/>
        </p:xfrm>
        <a:graphic>
          <a:graphicData uri="http://schemas.openxmlformats.org/drawingml/2006/table">
            <a:tbl>
              <a:tblPr/>
              <a:tblGrid>
                <a:gridCol w="369148"/>
                <a:gridCol w="792088"/>
              </a:tblGrid>
              <a:tr h="181443">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Câu</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Đáp</a:t>
                      </a:r>
                      <a:r>
                        <a:rPr lang="en-US" altLang="ko-KR" sz="900" b="0" i="0" u="none" strike="noStrike" baseline="0" smtClean="0">
                          <a:solidFill>
                            <a:srgbClr val="000000"/>
                          </a:solidFill>
                          <a:effectLst/>
                          <a:latin typeface="Times New Roman" pitchFamily="18" charset="0"/>
                          <a:cs typeface="Times New Roman" pitchFamily="18" charset="0"/>
                        </a:rPr>
                        <a:t> án</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443">
                <a:tc>
                  <a:txBody>
                    <a:bodyPr/>
                    <a:lstStyle/>
                    <a:p>
                      <a:pPr algn="ctr" fontAlgn="ctr"/>
                      <a:r>
                        <a:rPr lang="en-US" sz="900" b="0" i="0" u="none" strike="noStrike">
                          <a:solidFill>
                            <a:srgbClr val="000000"/>
                          </a:solidFill>
                          <a:effectLst/>
                          <a:latin typeface="Times New Roman" pitchFamily="18" charset="0"/>
                          <a:cs typeface="Times New Roman" pitchFamily="18" charset="0"/>
                        </a:rPr>
                        <a:t>20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4369441"/>
              </p:ext>
            </p:extLst>
          </p:nvPr>
        </p:nvGraphicFramePr>
        <p:xfrm>
          <a:off x="3707924" y="416496"/>
          <a:ext cx="1161236" cy="3672401"/>
        </p:xfrm>
        <a:graphic>
          <a:graphicData uri="http://schemas.openxmlformats.org/drawingml/2006/table">
            <a:tbl>
              <a:tblPr/>
              <a:tblGrid>
                <a:gridCol w="369148"/>
                <a:gridCol w="792088"/>
              </a:tblGrid>
              <a:tr h="181443">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Câu</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Đáp</a:t>
                      </a:r>
                      <a:r>
                        <a:rPr lang="en-US" altLang="ko-KR" sz="900" b="0" i="0" u="none" strike="noStrike" baseline="0" smtClean="0">
                          <a:solidFill>
                            <a:srgbClr val="000000"/>
                          </a:solidFill>
                          <a:effectLst/>
                          <a:latin typeface="Times New Roman" pitchFamily="18" charset="0"/>
                          <a:cs typeface="Times New Roman" pitchFamily="18" charset="0"/>
                        </a:rPr>
                        <a:t> án</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443">
                <a:tc>
                  <a:txBody>
                    <a:bodyPr/>
                    <a:lstStyle/>
                    <a:p>
                      <a:pPr algn="ctr" fontAlgn="ctr"/>
                      <a:r>
                        <a:rPr lang="en-US" sz="900" b="0" i="0" u="none" strike="noStrike">
                          <a:solidFill>
                            <a:srgbClr val="000000"/>
                          </a:solidFill>
                          <a:effectLst/>
                          <a:latin typeface="Times New Roman" pitchFamily="18" charset="0"/>
                          <a:cs typeface="Times New Roman" pitchFamily="18" charset="0"/>
                        </a:rPr>
                        <a:t>20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08639092"/>
              </p:ext>
            </p:extLst>
          </p:nvPr>
        </p:nvGraphicFramePr>
        <p:xfrm>
          <a:off x="5220092" y="416496"/>
          <a:ext cx="1161236" cy="3672401"/>
        </p:xfrm>
        <a:graphic>
          <a:graphicData uri="http://schemas.openxmlformats.org/drawingml/2006/table">
            <a:tbl>
              <a:tblPr/>
              <a:tblGrid>
                <a:gridCol w="369148"/>
                <a:gridCol w="792088"/>
              </a:tblGrid>
              <a:tr h="181443">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Câu</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altLang="ko-KR" sz="900" b="0" i="0" u="none" strike="noStrike" smtClean="0">
                          <a:solidFill>
                            <a:srgbClr val="000000"/>
                          </a:solidFill>
                          <a:effectLst/>
                          <a:latin typeface="Times New Roman" pitchFamily="18" charset="0"/>
                          <a:cs typeface="Times New Roman" pitchFamily="18" charset="0"/>
                        </a:rPr>
                        <a:t>Đáp</a:t>
                      </a:r>
                      <a:r>
                        <a:rPr lang="en-US" altLang="ko-KR" sz="900" b="0" i="0" u="none" strike="noStrike" baseline="0" smtClean="0">
                          <a:solidFill>
                            <a:srgbClr val="000000"/>
                          </a:solidFill>
                          <a:effectLst/>
                          <a:latin typeface="Times New Roman" pitchFamily="18" charset="0"/>
                          <a:cs typeface="Times New Roman" pitchFamily="18" charset="0"/>
                        </a:rPr>
                        <a:t> án</a:t>
                      </a:r>
                      <a:endParaRPr lang="ko-KR" altLang="en-US" sz="900" b="0" i="0" u="none" strike="noStrike">
                        <a:solidFill>
                          <a:srgbClr val="000000"/>
                        </a:solidFill>
                        <a:effectLst/>
                        <a:latin typeface="Times New Roman" pitchFamily="18" charset="0"/>
                        <a:cs typeface="Times New Roman" pitchFamily="18" charset="0"/>
                      </a:endParaRP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15</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16</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2</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17</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18</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3</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4185">
                <a:tc>
                  <a:txBody>
                    <a:bodyPr/>
                    <a:lstStyle/>
                    <a:p>
                      <a:pPr algn="ctr" fontAlgn="ctr"/>
                      <a:r>
                        <a:rPr lang="en-US" sz="900" b="0" i="0" u="none" strike="noStrike">
                          <a:solidFill>
                            <a:srgbClr val="000000"/>
                          </a:solidFill>
                          <a:effectLst/>
                          <a:latin typeface="Times New Roman" pitchFamily="18" charset="0"/>
                          <a:cs typeface="Times New Roman" pitchFamily="18" charset="0"/>
                        </a:rPr>
                        <a:t>19</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1</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443">
                <a:tc>
                  <a:txBody>
                    <a:bodyPr/>
                    <a:lstStyle/>
                    <a:p>
                      <a:pPr algn="ctr" fontAlgn="ctr"/>
                      <a:r>
                        <a:rPr lang="en-US" sz="900" b="0" i="0" u="none" strike="noStrike">
                          <a:solidFill>
                            <a:srgbClr val="000000"/>
                          </a:solidFill>
                          <a:effectLst/>
                          <a:latin typeface="Times New Roman" pitchFamily="18" charset="0"/>
                          <a:cs typeface="Times New Roman" pitchFamily="18" charset="0"/>
                        </a:rPr>
                        <a:t>20</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a:solidFill>
                            <a:srgbClr val="000000"/>
                          </a:solidFill>
                          <a:effectLst/>
                          <a:latin typeface="Times New Roman" pitchFamily="18" charset="0"/>
                          <a:cs typeface="Times New Roman" pitchFamily="18" charset="0"/>
                        </a:rPr>
                        <a:t>4</a:t>
                      </a:r>
                    </a:p>
                  </a:txBody>
                  <a:tcPr marL="7258" marR="7258" marT="72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Text Box 6"/>
          <p:cNvSpPr txBox="1">
            <a:spLocks noChangeArrowheads="1"/>
          </p:cNvSpPr>
          <p:nvPr/>
        </p:nvSpPr>
        <p:spPr bwMode="auto">
          <a:xfrm>
            <a:off x="692696" y="56456"/>
            <a:ext cx="85690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algn="ctr" eaLnBrk="1" hangingPunct="1">
              <a:defRPr/>
            </a:pPr>
            <a:r>
              <a:rPr lang="en-US" altLang="ko-KR" sz="1600" b="1"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Máy</a:t>
            </a:r>
            <a:endParaRPr lang="en-US" altLang="ko-KR" sz="1600" b="1" dirty="0" smtClean="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endParaRPr>
          </a:p>
        </p:txBody>
      </p:sp>
      <p:sp>
        <p:nvSpPr>
          <p:cNvPr id="8" name="Text Box 6"/>
          <p:cNvSpPr txBox="1">
            <a:spLocks noChangeArrowheads="1"/>
          </p:cNvSpPr>
          <p:nvPr/>
        </p:nvSpPr>
        <p:spPr bwMode="auto">
          <a:xfrm>
            <a:off x="2384284" y="56456"/>
            <a:ext cx="612668" cy="338554"/>
          </a:xfrm>
          <a:prstGeom prst="rect">
            <a:avLst/>
          </a:prstGeom>
          <a:noFill/>
          <a:ln w="9525">
            <a:noFill/>
            <a:miter lim="800000"/>
            <a:headEnd/>
            <a:tailEnd/>
          </a:ln>
          <a:effectLst/>
        </p:spPr>
        <p:txBody>
          <a:bodyPr wrap="none">
            <a:spAutoFit/>
          </a:bodyPr>
          <a:lstStyle/>
          <a:p>
            <a:pPr>
              <a:defRPr/>
            </a:pP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endParaRPr lang="ko-KR" altLang="en-US" sz="16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9" name="Text Box 5"/>
          <p:cNvSpPr txBox="1">
            <a:spLocks noChangeArrowheads="1"/>
          </p:cNvSpPr>
          <p:nvPr/>
        </p:nvSpPr>
        <p:spPr bwMode="auto">
          <a:xfrm>
            <a:off x="3827141" y="56456"/>
            <a:ext cx="8980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Dotum" pitchFamily="34" charset="-127"/>
                <a:ea typeface="Dotum" pitchFamily="34" charset="-127"/>
              </a:defRPr>
            </a:lvl1pPr>
            <a:lvl2pPr marL="742950" indent="-285750" eaLnBrk="0" hangingPunct="0">
              <a:defRPr kumimoji="1" sz="900">
                <a:solidFill>
                  <a:schemeClr val="tx1"/>
                </a:solidFill>
                <a:latin typeface="Dotum" pitchFamily="34" charset="-127"/>
                <a:ea typeface="Dotum" pitchFamily="34" charset="-127"/>
              </a:defRPr>
            </a:lvl2pPr>
            <a:lvl3pPr marL="1143000" indent="-228600" eaLnBrk="0" hangingPunct="0">
              <a:defRPr kumimoji="1" sz="900">
                <a:solidFill>
                  <a:schemeClr val="tx1"/>
                </a:solidFill>
                <a:latin typeface="Dotum" pitchFamily="34" charset="-127"/>
                <a:ea typeface="Dotum" pitchFamily="34" charset="-127"/>
              </a:defRPr>
            </a:lvl3pPr>
            <a:lvl4pPr marL="1600200" indent="-228600" eaLnBrk="0" hangingPunct="0">
              <a:defRPr kumimoji="1" sz="900">
                <a:solidFill>
                  <a:schemeClr val="tx1"/>
                </a:solidFill>
                <a:latin typeface="Dotum" pitchFamily="34" charset="-127"/>
                <a:ea typeface="Dotum" pitchFamily="34" charset="-127"/>
              </a:defRPr>
            </a:lvl4pPr>
            <a:lvl5pPr marL="2057400" indent="-228600" eaLnBrk="0" hangingPunct="0">
              <a:defRPr kumimoji="1" sz="900">
                <a:solidFill>
                  <a:schemeClr val="tx1"/>
                </a:solidFill>
                <a:latin typeface="Dotum" pitchFamily="34" charset="-127"/>
                <a:ea typeface="Dotum" pitchFamily="34" charset="-127"/>
              </a:defRPr>
            </a:lvl5pPr>
            <a:lvl6pPr marL="2514600" indent="-228600" eaLnBrk="0" fontAlgn="base" hangingPunct="0">
              <a:spcBef>
                <a:spcPct val="0"/>
              </a:spcBef>
              <a:spcAft>
                <a:spcPct val="0"/>
              </a:spcAft>
              <a:defRPr kumimoji="1" sz="900">
                <a:solidFill>
                  <a:schemeClr val="tx1"/>
                </a:solidFill>
                <a:latin typeface="Dotum" pitchFamily="34" charset="-127"/>
                <a:ea typeface="Dotum" pitchFamily="34" charset="-127"/>
              </a:defRPr>
            </a:lvl6pPr>
            <a:lvl7pPr marL="2971800" indent="-228600" eaLnBrk="0" fontAlgn="base" hangingPunct="0">
              <a:spcBef>
                <a:spcPct val="0"/>
              </a:spcBef>
              <a:spcAft>
                <a:spcPct val="0"/>
              </a:spcAft>
              <a:defRPr kumimoji="1" sz="900">
                <a:solidFill>
                  <a:schemeClr val="tx1"/>
                </a:solidFill>
                <a:latin typeface="Dotum" pitchFamily="34" charset="-127"/>
                <a:ea typeface="Dotum" pitchFamily="34" charset="-127"/>
              </a:defRPr>
            </a:lvl7pPr>
            <a:lvl8pPr marL="3429000" indent="-228600" eaLnBrk="0" fontAlgn="base" hangingPunct="0">
              <a:spcBef>
                <a:spcPct val="0"/>
              </a:spcBef>
              <a:spcAft>
                <a:spcPct val="0"/>
              </a:spcAft>
              <a:defRPr kumimoji="1" sz="900">
                <a:solidFill>
                  <a:schemeClr val="tx1"/>
                </a:solidFill>
                <a:latin typeface="Dotum" pitchFamily="34" charset="-127"/>
                <a:ea typeface="Dotum" pitchFamily="34" charset="-127"/>
              </a:defRPr>
            </a:lvl8pPr>
            <a:lvl9pPr marL="3886200" indent="-228600" eaLnBrk="0" fontAlgn="base" hangingPunct="0">
              <a:spcBef>
                <a:spcPct val="0"/>
              </a:spcBef>
              <a:spcAft>
                <a:spcPct val="0"/>
              </a:spcAft>
              <a:defRPr kumimoji="1" sz="900">
                <a:solidFill>
                  <a:schemeClr val="tx1"/>
                </a:solidFill>
                <a:latin typeface="Dotum" pitchFamily="34" charset="-127"/>
                <a:ea typeface="Dotum" pitchFamily="34" charset="-127"/>
              </a:defRPr>
            </a:lvl9pPr>
          </a:lstStyle>
          <a:p>
            <a:pPr eaLnBrk="1" hangingPunct="1"/>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Khí nén</a:t>
            </a:r>
            <a:endPar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10" name="Text Box 5"/>
          <p:cNvSpPr txBox="1">
            <a:spLocks noChangeArrowheads="1"/>
          </p:cNvSpPr>
          <p:nvPr/>
        </p:nvSpPr>
        <p:spPr bwMode="auto">
          <a:xfrm>
            <a:off x="5499864" y="56456"/>
            <a:ext cx="5934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Dotum" pitchFamily="34" charset="-127"/>
                <a:ea typeface="Dotum" pitchFamily="34" charset="-127"/>
              </a:defRPr>
            </a:lvl1pPr>
            <a:lvl2pPr marL="742950" indent="-285750" eaLnBrk="0" hangingPunct="0">
              <a:defRPr kumimoji="1" sz="900">
                <a:solidFill>
                  <a:schemeClr val="tx1"/>
                </a:solidFill>
                <a:latin typeface="Dotum" pitchFamily="34" charset="-127"/>
                <a:ea typeface="Dotum" pitchFamily="34" charset="-127"/>
              </a:defRPr>
            </a:lvl2pPr>
            <a:lvl3pPr marL="1143000" indent="-228600" eaLnBrk="0" hangingPunct="0">
              <a:defRPr kumimoji="1" sz="900">
                <a:solidFill>
                  <a:schemeClr val="tx1"/>
                </a:solidFill>
                <a:latin typeface="Dotum" pitchFamily="34" charset="-127"/>
                <a:ea typeface="Dotum" pitchFamily="34" charset="-127"/>
              </a:defRPr>
            </a:lvl3pPr>
            <a:lvl4pPr marL="1600200" indent="-228600" eaLnBrk="0" hangingPunct="0">
              <a:defRPr kumimoji="1" sz="900">
                <a:solidFill>
                  <a:schemeClr val="tx1"/>
                </a:solidFill>
                <a:latin typeface="Dotum" pitchFamily="34" charset="-127"/>
                <a:ea typeface="Dotum" pitchFamily="34" charset="-127"/>
              </a:defRPr>
            </a:lvl4pPr>
            <a:lvl5pPr marL="2057400" indent="-228600" eaLnBrk="0" hangingPunct="0">
              <a:defRPr kumimoji="1" sz="900">
                <a:solidFill>
                  <a:schemeClr val="tx1"/>
                </a:solidFill>
                <a:latin typeface="Dotum" pitchFamily="34" charset="-127"/>
                <a:ea typeface="Dotum" pitchFamily="34" charset="-127"/>
              </a:defRPr>
            </a:lvl5pPr>
            <a:lvl6pPr marL="2514600" indent="-228600" eaLnBrk="0" fontAlgn="base" hangingPunct="0">
              <a:spcBef>
                <a:spcPct val="0"/>
              </a:spcBef>
              <a:spcAft>
                <a:spcPct val="0"/>
              </a:spcAft>
              <a:defRPr kumimoji="1" sz="900">
                <a:solidFill>
                  <a:schemeClr val="tx1"/>
                </a:solidFill>
                <a:latin typeface="Dotum" pitchFamily="34" charset="-127"/>
                <a:ea typeface="Dotum" pitchFamily="34" charset="-127"/>
              </a:defRPr>
            </a:lvl6pPr>
            <a:lvl7pPr marL="2971800" indent="-228600" eaLnBrk="0" fontAlgn="base" hangingPunct="0">
              <a:spcBef>
                <a:spcPct val="0"/>
              </a:spcBef>
              <a:spcAft>
                <a:spcPct val="0"/>
              </a:spcAft>
              <a:defRPr kumimoji="1" sz="900">
                <a:solidFill>
                  <a:schemeClr val="tx1"/>
                </a:solidFill>
                <a:latin typeface="Dotum" pitchFamily="34" charset="-127"/>
                <a:ea typeface="Dotum" pitchFamily="34" charset="-127"/>
              </a:defRPr>
            </a:lvl7pPr>
            <a:lvl8pPr marL="3429000" indent="-228600" eaLnBrk="0" fontAlgn="base" hangingPunct="0">
              <a:spcBef>
                <a:spcPct val="0"/>
              </a:spcBef>
              <a:spcAft>
                <a:spcPct val="0"/>
              </a:spcAft>
              <a:defRPr kumimoji="1" sz="900">
                <a:solidFill>
                  <a:schemeClr val="tx1"/>
                </a:solidFill>
                <a:latin typeface="Dotum" pitchFamily="34" charset="-127"/>
                <a:ea typeface="Dotum" pitchFamily="34" charset="-127"/>
              </a:defRPr>
            </a:lvl8pPr>
            <a:lvl9pPr marL="3886200" indent="-228600" eaLnBrk="0" fontAlgn="base" hangingPunct="0">
              <a:spcBef>
                <a:spcPct val="0"/>
              </a:spcBef>
              <a:spcAft>
                <a:spcPct val="0"/>
              </a:spcAft>
              <a:defRPr kumimoji="1" sz="900">
                <a:solidFill>
                  <a:schemeClr val="tx1"/>
                </a:solidFill>
                <a:latin typeface="Dotum" pitchFamily="34" charset="-127"/>
                <a:ea typeface="Dotum" pitchFamily="34" charset="-127"/>
              </a:defRPr>
            </a:lvl9pPr>
          </a:lstStyle>
          <a:p>
            <a:pPr eaLnBrk="1" hangingPunct="1"/>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PLC</a:t>
            </a:r>
            <a:endPar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306241"/>
      </p:ext>
    </p:extLst>
  </p:cSld>
  <p:clrMapOvr>
    <a:masterClrMapping/>
  </p:clrMapOvr>
</p:sld>
</file>

<file path=ppt/theme/theme1.xml><?xml version="1.0" encoding="utf-8"?>
<a:theme xmlns:a="http://schemas.openxmlformats.org/drawingml/2006/main" name="1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WS12차_1회_051119">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\\기술이론\문제지\WS12차_1회_051119.ppt</Template>
  <TotalTime>5752</TotalTime>
  <Words>4018</Words>
  <Application>Microsoft Office PowerPoint</Application>
  <PresentationFormat>A4 Paper (210x297 mm)</PresentationFormat>
  <Paragraphs>835</Paragraphs>
  <Slides>9</Slides>
  <Notes>8</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1_WS12차_1회_051119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ttc</dc:creator>
  <cp:lastModifiedBy>LGDVH</cp:lastModifiedBy>
  <cp:revision>455</cp:revision>
  <dcterms:created xsi:type="dcterms:W3CDTF">2006-01-07T00:13:15Z</dcterms:created>
  <dcterms:modified xsi:type="dcterms:W3CDTF">2022-03-24T07:57:47Z</dcterms:modified>
</cp:coreProperties>
</file>