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
  </p:notesMasterIdLst>
  <p:handoutMasterIdLst>
    <p:handoutMasterId r:id="rId12"/>
  </p:handoutMasterIdLst>
  <p:sldIdLst>
    <p:sldId id="306" r:id="rId2"/>
    <p:sldId id="307" r:id="rId3"/>
    <p:sldId id="308" r:id="rId4"/>
    <p:sldId id="309" r:id="rId5"/>
    <p:sldId id="310" r:id="rId6"/>
    <p:sldId id="311" r:id="rId7"/>
    <p:sldId id="312" r:id="rId8"/>
    <p:sldId id="313" r:id="rId9"/>
    <p:sldId id="314" r:id="rId10"/>
  </p:sldIdLst>
  <p:sldSz cx="6858000" cy="9906000" type="A4"/>
  <p:notesSz cx="6797675" cy="9874250"/>
  <p:defaultTextStyle>
    <a:defPPr>
      <a:defRPr lang="ko-KR"/>
    </a:defPPr>
    <a:lvl1pPr algn="l" rtl="0" fontAlgn="base" latinLnBrk="1">
      <a:spcBef>
        <a:spcPct val="0"/>
      </a:spcBef>
      <a:spcAft>
        <a:spcPct val="0"/>
      </a:spcAft>
      <a:defRPr kumimoji="1" sz="900" kern="1200">
        <a:solidFill>
          <a:schemeClr val="tx1"/>
        </a:solidFill>
        <a:latin typeface="돋움" panose="020B0600000101010101" pitchFamily="50" charset="-127"/>
        <a:ea typeface="돋움" panose="020B0600000101010101" pitchFamily="50" charset="-127"/>
        <a:cs typeface="+mn-cs"/>
      </a:defRPr>
    </a:lvl1pPr>
    <a:lvl2pPr marL="457200" algn="l" rtl="0" fontAlgn="base" latinLnBrk="1">
      <a:spcBef>
        <a:spcPct val="0"/>
      </a:spcBef>
      <a:spcAft>
        <a:spcPct val="0"/>
      </a:spcAft>
      <a:defRPr kumimoji="1" sz="900" kern="1200">
        <a:solidFill>
          <a:schemeClr val="tx1"/>
        </a:solidFill>
        <a:latin typeface="돋움" panose="020B0600000101010101" pitchFamily="50" charset="-127"/>
        <a:ea typeface="돋움" panose="020B0600000101010101" pitchFamily="50" charset="-127"/>
        <a:cs typeface="+mn-cs"/>
      </a:defRPr>
    </a:lvl2pPr>
    <a:lvl3pPr marL="914400" algn="l" rtl="0" fontAlgn="base" latinLnBrk="1">
      <a:spcBef>
        <a:spcPct val="0"/>
      </a:spcBef>
      <a:spcAft>
        <a:spcPct val="0"/>
      </a:spcAft>
      <a:defRPr kumimoji="1" sz="900" kern="1200">
        <a:solidFill>
          <a:schemeClr val="tx1"/>
        </a:solidFill>
        <a:latin typeface="돋움" panose="020B0600000101010101" pitchFamily="50" charset="-127"/>
        <a:ea typeface="돋움" panose="020B0600000101010101" pitchFamily="50" charset="-127"/>
        <a:cs typeface="+mn-cs"/>
      </a:defRPr>
    </a:lvl3pPr>
    <a:lvl4pPr marL="1371600" algn="l" rtl="0" fontAlgn="base" latinLnBrk="1">
      <a:spcBef>
        <a:spcPct val="0"/>
      </a:spcBef>
      <a:spcAft>
        <a:spcPct val="0"/>
      </a:spcAft>
      <a:defRPr kumimoji="1" sz="900" kern="1200">
        <a:solidFill>
          <a:schemeClr val="tx1"/>
        </a:solidFill>
        <a:latin typeface="돋움" panose="020B0600000101010101" pitchFamily="50" charset="-127"/>
        <a:ea typeface="돋움" panose="020B0600000101010101" pitchFamily="50" charset="-127"/>
        <a:cs typeface="+mn-cs"/>
      </a:defRPr>
    </a:lvl4pPr>
    <a:lvl5pPr marL="1828800" algn="l" rtl="0" fontAlgn="base" latinLnBrk="1">
      <a:spcBef>
        <a:spcPct val="0"/>
      </a:spcBef>
      <a:spcAft>
        <a:spcPct val="0"/>
      </a:spcAft>
      <a:defRPr kumimoji="1" sz="900" kern="1200">
        <a:solidFill>
          <a:schemeClr val="tx1"/>
        </a:solidFill>
        <a:latin typeface="돋움" panose="020B0600000101010101" pitchFamily="50" charset="-127"/>
        <a:ea typeface="돋움" panose="020B0600000101010101" pitchFamily="50" charset="-127"/>
        <a:cs typeface="+mn-cs"/>
      </a:defRPr>
    </a:lvl5pPr>
    <a:lvl6pPr marL="2286000" algn="l" defTabSz="914400" rtl="0" eaLnBrk="1" latinLnBrk="1" hangingPunct="1">
      <a:defRPr kumimoji="1" sz="900" kern="1200">
        <a:solidFill>
          <a:schemeClr val="tx1"/>
        </a:solidFill>
        <a:latin typeface="돋움" panose="020B0600000101010101" pitchFamily="50" charset="-127"/>
        <a:ea typeface="돋움" panose="020B0600000101010101" pitchFamily="50" charset="-127"/>
        <a:cs typeface="+mn-cs"/>
      </a:defRPr>
    </a:lvl6pPr>
    <a:lvl7pPr marL="2743200" algn="l" defTabSz="914400" rtl="0" eaLnBrk="1" latinLnBrk="1" hangingPunct="1">
      <a:defRPr kumimoji="1" sz="900" kern="1200">
        <a:solidFill>
          <a:schemeClr val="tx1"/>
        </a:solidFill>
        <a:latin typeface="돋움" panose="020B0600000101010101" pitchFamily="50" charset="-127"/>
        <a:ea typeface="돋움" panose="020B0600000101010101" pitchFamily="50" charset="-127"/>
        <a:cs typeface="+mn-cs"/>
      </a:defRPr>
    </a:lvl7pPr>
    <a:lvl8pPr marL="3200400" algn="l" defTabSz="914400" rtl="0" eaLnBrk="1" latinLnBrk="1" hangingPunct="1">
      <a:defRPr kumimoji="1" sz="900" kern="1200">
        <a:solidFill>
          <a:schemeClr val="tx1"/>
        </a:solidFill>
        <a:latin typeface="돋움" panose="020B0600000101010101" pitchFamily="50" charset="-127"/>
        <a:ea typeface="돋움" panose="020B0600000101010101" pitchFamily="50" charset="-127"/>
        <a:cs typeface="+mn-cs"/>
      </a:defRPr>
    </a:lvl8pPr>
    <a:lvl9pPr marL="3657600" algn="l" defTabSz="914400" rtl="0" eaLnBrk="1" latinLnBrk="1" hangingPunct="1">
      <a:defRPr kumimoji="1" sz="900" kern="1200">
        <a:solidFill>
          <a:schemeClr val="tx1"/>
        </a:solidFill>
        <a:latin typeface="돋움" panose="020B0600000101010101" pitchFamily="50" charset="-127"/>
        <a:ea typeface="돋움" panose="020B0600000101010101" pitchFamily="50" charset="-127"/>
        <a:cs typeface="+mn-cs"/>
      </a:defRPr>
    </a:lvl9pPr>
  </p:defaultTextStyle>
  <p:extLst>
    <p:ext uri="{EFAFB233-063F-42B5-8137-9DF3F51BA10A}">
      <p15:sldGuideLst xmlns:p15="http://schemas.microsoft.com/office/powerpoint/2012/main" xmlns="">
        <p15:guide id="1" orient="horz" pos="503">
          <p15:clr>
            <a:srgbClr val="A4A3A4"/>
          </p15:clr>
        </p15:guide>
        <p15:guide id="2" orient="horz" pos="6114">
          <p15:clr>
            <a:srgbClr val="A4A3A4"/>
          </p15:clr>
        </p15:guide>
        <p15:guide id="3" pos="197">
          <p15:clr>
            <a:srgbClr val="A4A3A4"/>
          </p15:clr>
        </p15:guide>
        <p15:guide id="4" pos="414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66" autoAdjust="0"/>
    <p:restoredTop sz="94660"/>
  </p:normalViewPr>
  <p:slideViewPr>
    <p:cSldViewPr>
      <p:cViewPr varScale="1">
        <p:scale>
          <a:sx n="78" d="100"/>
          <a:sy n="78" d="100"/>
        </p:scale>
        <p:origin x="-3366" y="-102"/>
      </p:cViewPr>
      <p:guideLst>
        <p:guide orient="horz" pos="503"/>
        <p:guide orient="horz" pos="6114"/>
        <p:guide pos="197"/>
        <p:guide pos="41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6CF951FC-331F-49C6-A42D-B4B59372C3B4}"/>
              </a:ext>
            </a:extLst>
          </p:cNvPr>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7" name="Rectangle 3">
            <a:extLst>
              <a:ext uri="{FF2B5EF4-FFF2-40B4-BE49-F238E27FC236}">
                <a16:creationId xmlns:a16="http://schemas.microsoft.com/office/drawing/2014/main" xmlns="" id="{F940DC49-8223-484B-9420-FE366044BF97}"/>
              </a:ext>
            </a:extLst>
          </p:cNvPr>
          <p:cNvSpPr>
            <a:spLocks noGrp="1" noChangeArrowheads="1"/>
          </p:cNvSpPr>
          <p:nvPr>
            <p:ph type="dt" sz="quarter"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1268" name="Rectangle 4">
            <a:extLst>
              <a:ext uri="{FF2B5EF4-FFF2-40B4-BE49-F238E27FC236}">
                <a16:creationId xmlns:a16="http://schemas.microsoft.com/office/drawing/2014/main" xmlns="" id="{DD402429-44C5-472C-BEF9-BF9B68C7B0F9}"/>
              </a:ext>
            </a:extLst>
          </p:cNvPr>
          <p:cNvSpPr>
            <a:spLocks noGrp="1" noChangeArrowheads="1"/>
          </p:cNvSpPr>
          <p:nvPr>
            <p:ph type="ftr" sz="quarter" idx="2"/>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9" name="Rectangle 5">
            <a:extLst>
              <a:ext uri="{FF2B5EF4-FFF2-40B4-BE49-F238E27FC236}">
                <a16:creationId xmlns:a16="http://schemas.microsoft.com/office/drawing/2014/main" xmlns="" id="{64F5FF98-3C31-4C4B-88D7-EAF7284E4D5D}"/>
              </a:ext>
            </a:extLst>
          </p:cNvPr>
          <p:cNvSpPr>
            <a:spLocks noGrp="1" noChangeArrowheads="1"/>
          </p:cNvSpPr>
          <p:nvPr>
            <p:ph type="sldNum" sz="quarter" idx="3"/>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anose="020B0600000101010101" pitchFamily="50" charset="-127"/>
                <a:ea typeface="굴림" panose="020B0600000101010101" pitchFamily="50" charset="-127"/>
              </a:defRPr>
            </a:lvl1pPr>
          </a:lstStyle>
          <a:p>
            <a:fld id="{3BADEE5E-63F4-45ED-A88E-1028A5ADE608}" type="slidenum">
              <a:rPr lang="en-US" altLang="ko-KR"/>
              <a:pPr/>
              <a:t>‹#›</a:t>
            </a:fld>
            <a:endParaRPr lang="en-US" altLang="ko-KR"/>
          </a:p>
        </p:txBody>
      </p:sp>
    </p:spTree>
    <p:extLst>
      <p:ext uri="{BB962C8B-B14F-4D97-AF65-F5344CB8AC3E}">
        <p14:creationId xmlns:p14="http://schemas.microsoft.com/office/powerpoint/2010/main" val="3575772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xmlns="" id="{4EB9C5DD-DBEF-4FD5-A310-2B6035F6C307}"/>
              </a:ext>
            </a:extLst>
          </p:cNvPr>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5" name="Rectangle 3">
            <a:extLst>
              <a:ext uri="{FF2B5EF4-FFF2-40B4-BE49-F238E27FC236}">
                <a16:creationId xmlns:a16="http://schemas.microsoft.com/office/drawing/2014/main" xmlns="" id="{196F1886-F751-416B-A1B0-A402BD8DE48B}"/>
              </a:ext>
            </a:extLst>
          </p:cNvPr>
          <p:cNvSpPr>
            <a:spLocks noGrp="1" noChangeArrowheads="1"/>
          </p:cNvSpPr>
          <p:nvPr>
            <p:ph type="dt"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0244" name="Rectangle 4">
            <a:extLst>
              <a:ext uri="{FF2B5EF4-FFF2-40B4-BE49-F238E27FC236}">
                <a16:creationId xmlns:a16="http://schemas.microsoft.com/office/drawing/2014/main" xmlns="" id="{DD65958B-3682-471B-84CE-1B1B138A7C72}"/>
              </a:ext>
            </a:extLst>
          </p:cNvPr>
          <p:cNvSpPr>
            <a:spLocks noGrp="1" noRot="1" noChangeAspect="1" noChangeArrowheads="1" noTextEdit="1"/>
          </p:cNvSpPr>
          <p:nvPr>
            <p:ph type="sldImg" idx="2"/>
          </p:nvPr>
        </p:nvSpPr>
        <p:spPr bwMode="auto">
          <a:xfrm>
            <a:off x="2117725" y="741363"/>
            <a:ext cx="2562225"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xmlns="" id="{C54D84A4-AF50-49D8-93A3-161F1BB7CFD3}"/>
              </a:ext>
            </a:extLst>
          </p:cNvPr>
          <p:cNvSpPr>
            <a:spLocks noGrp="1" noChangeArrowheads="1"/>
          </p:cNvSpPr>
          <p:nvPr>
            <p:ph type="body" sz="quarter" idx="3"/>
          </p:nvPr>
        </p:nvSpPr>
        <p:spPr bwMode="auto">
          <a:xfrm>
            <a:off x="906463" y="4691063"/>
            <a:ext cx="4984750"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3078" name="Rectangle 6">
            <a:extLst>
              <a:ext uri="{FF2B5EF4-FFF2-40B4-BE49-F238E27FC236}">
                <a16:creationId xmlns:a16="http://schemas.microsoft.com/office/drawing/2014/main" xmlns="" id="{AE1F49BF-20ED-4ED4-872D-EBF4D3FADF16}"/>
              </a:ext>
            </a:extLst>
          </p:cNvPr>
          <p:cNvSpPr>
            <a:spLocks noGrp="1" noChangeArrowheads="1"/>
          </p:cNvSpPr>
          <p:nvPr>
            <p:ph type="ftr" sz="quarter" idx="4"/>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9" name="Rectangle 7">
            <a:extLst>
              <a:ext uri="{FF2B5EF4-FFF2-40B4-BE49-F238E27FC236}">
                <a16:creationId xmlns:a16="http://schemas.microsoft.com/office/drawing/2014/main" xmlns="" id="{A939A188-69F7-4E4F-AB59-7CFB1D1A67B2}"/>
              </a:ext>
            </a:extLst>
          </p:cNvPr>
          <p:cNvSpPr>
            <a:spLocks noGrp="1" noChangeArrowheads="1"/>
          </p:cNvSpPr>
          <p:nvPr>
            <p:ph type="sldNum" sz="quarter" idx="5"/>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anose="020B0600000101010101" pitchFamily="50" charset="-127"/>
                <a:ea typeface="굴림" panose="020B0600000101010101" pitchFamily="50" charset="-127"/>
              </a:defRPr>
            </a:lvl1pPr>
          </a:lstStyle>
          <a:p>
            <a:fld id="{B9694E35-78CD-4A64-820D-770546D0B6F4}" type="slidenum">
              <a:rPr lang="en-US" altLang="ko-KR"/>
              <a:pPr/>
              <a:t>‹#›</a:t>
            </a:fld>
            <a:endParaRPr lang="en-US" altLang="ko-KR"/>
          </a:p>
        </p:txBody>
      </p:sp>
    </p:spTree>
    <p:extLst>
      <p:ext uri="{BB962C8B-B14F-4D97-AF65-F5344CB8AC3E}">
        <p14:creationId xmlns:p14="http://schemas.microsoft.com/office/powerpoint/2010/main" val="2397270719"/>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xmlns="" id="{8936D5A6-80B8-48AF-B851-4906DB6232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230A72DB-1353-4A57-BBA8-51B2B0EBCCEA}" type="slidenum">
              <a:rPr lang="en-US" altLang="ko-KR"/>
              <a:pPr eaLnBrk="1" hangingPunct="1">
                <a:spcBef>
                  <a:spcPct val="0"/>
                </a:spcBef>
              </a:pPr>
              <a:t>1</a:t>
            </a:fld>
            <a:endParaRPr lang="en-US" altLang="ko-KR"/>
          </a:p>
        </p:txBody>
      </p:sp>
      <p:sp>
        <p:nvSpPr>
          <p:cNvPr id="11267" name="Rectangle 2">
            <a:extLst>
              <a:ext uri="{FF2B5EF4-FFF2-40B4-BE49-F238E27FC236}">
                <a16:creationId xmlns:a16="http://schemas.microsoft.com/office/drawing/2014/main" xmlns="" id="{008A3384-AA1E-421C-9D4E-B01058B8ABC4}"/>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xmlns="" id="{A463B40C-04D9-40AD-A646-C164ACC08C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xmlns="" id="{D6F69397-9539-48BD-96D0-15BF1A225B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C2E65AA7-D278-4C79-A658-89ABAA04E941}" type="slidenum">
              <a:rPr lang="en-US" altLang="ko-KR"/>
              <a:pPr eaLnBrk="1" hangingPunct="1">
                <a:spcBef>
                  <a:spcPct val="0"/>
                </a:spcBef>
              </a:pPr>
              <a:t>2</a:t>
            </a:fld>
            <a:endParaRPr lang="en-US" altLang="ko-KR"/>
          </a:p>
        </p:txBody>
      </p:sp>
      <p:sp>
        <p:nvSpPr>
          <p:cNvPr id="12291" name="Rectangle 2">
            <a:extLst>
              <a:ext uri="{FF2B5EF4-FFF2-40B4-BE49-F238E27FC236}">
                <a16:creationId xmlns:a16="http://schemas.microsoft.com/office/drawing/2014/main" xmlns="" id="{8DB29B49-C526-4603-924D-C3B9FD2F12DA}"/>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xmlns="" id="{D4B3ED07-638D-4E57-BE73-7468569A14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xmlns="" id="{C1F58869-95C3-4FD9-98FD-22B3239605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C986A9C3-DDD0-487C-91B9-1E27021FF863}" type="slidenum">
              <a:rPr lang="en-US" altLang="ko-KR"/>
              <a:pPr eaLnBrk="1" hangingPunct="1">
                <a:spcBef>
                  <a:spcPct val="0"/>
                </a:spcBef>
              </a:pPr>
              <a:t>3</a:t>
            </a:fld>
            <a:endParaRPr lang="en-US" altLang="ko-KR"/>
          </a:p>
        </p:txBody>
      </p:sp>
      <p:sp>
        <p:nvSpPr>
          <p:cNvPr id="13315" name="Rectangle 2">
            <a:extLst>
              <a:ext uri="{FF2B5EF4-FFF2-40B4-BE49-F238E27FC236}">
                <a16:creationId xmlns:a16="http://schemas.microsoft.com/office/drawing/2014/main" xmlns="" id="{CCEE8171-E9C7-4DD5-B7D0-E3AC8D680523}"/>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xmlns="" id="{8F484554-F674-4398-A2D4-878521131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xmlns="" id="{FD8CB029-A40B-4B42-992E-DAED807407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578C14BA-1551-476D-9876-A127959365CA}" type="slidenum">
              <a:rPr lang="en-US" altLang="ko-KR"/>
              <a:pPr eaLnBrk="1" hangingPunct="1">
                <a:spcBef>
                  <a:spcPct val="0"/>
                </a:spcBef>
              </a:pPr>
              <a:t>4</a:t>
            </a:fld>
            <a:endParaRPr lang="en-US" altLang="ko-KR"/>
          </a:p>
        </p:txBody>
      </p:sp>
      <p:sp>
        <p:nvSpPr>
          <p:cNvPr id="14339" name="Rectangle 2">
            <a:extLst>
              <a:ext uri="{FF2B5EF4-FFF2-40B4-BE49-F238E27FC236}">
                <a16:creationId xmlns:a16="http://schemas.microsoft.com/office/drawing/2014/main" xmlns="" id="{4378AAE6-6DFC-4BE0-8083-AE586C0FE672}"/>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xmlns="" id="{1A8D6182-BBEF-47EE-9937-107F38C5C8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xmlns="" id="{1A7DD6BA-7663-4BF9-99D1-0FB19BAE27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7A63FC33-0D06-4CB6-93C6-EA7D60FAEA95}" type="slidenum">
              <a:rPr lang="en-US" altLang="ko-KR"/>
              <a:pPr eaLnBrk="1" hangingPunct="1">
                <a:spcBef>
                  <a:spcPct val="0"/>
                </a:spcBef>
              </a:pPr>
              <a:t>5</a:t>
            </a:fld>
            <a:endParaRPr lang="en-US" altLang="ko-KR"/>
          </a:p>
        </p:txBody>
      </p:sp>
      <p:sp>
        <p:nvSpPr>
          <p:cNvPr id="15363" name="Rectangle 2">
            <a:extLst>
              <a:ext uri="{FF2B5EF4-FFF2-40B4-BE49-F238E27FC236}">
                <a16:creationId xmlns:a16="http://schemas.microsoft.com/office/drawing/2014/main" xmlns="" id="{97539D72-A882-4EF8-BC67-46C2E0B8AC59}"/>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xmlns="" id="{4AF9C2DF-580D-4B47-9679-371EAD14B1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xmlns="" id="{75494D88-AB1D-4BF7-A284-B44FCFD731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DB34AA54-7F22-4A4D-91C1-26EDEB597FBE}" type="slidenum">
              <a:rPr lang="en-US" altLang="ko-KR"/>
              <a:pPr eaLnBrk="1" hangingPunct="1">
                <a:spcBef>
                  <a:spcPct val="0"/>
                </a:spcBef>
              </a:pPr>
              <a:t>6</a:t>
            </a:fld>
            <a:endParaRPr lang="en-US" altLang="ko-KR"/>
          </a:p>
        </p:txBody>
      </p:sp>
      <p:sp>
        <p:nvSpPr>
          <p:cNvPr id="16387" name="Rectangle 2">
            <a:extLst>
              <a:ext uri="{FF2B5EF4-FFF2-40B4-BE49-F238E27FC236}">
                <a16:creationId xmlns:a16="http://schemas.microsoft.com/office/drawing/2014/main" xmlns="" id="{0F5100E2-0354-45FA-BCDC-998E57A1D83C}"/>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xmlns="" id="{96A7D583-83E0-428D-B335-86277FD194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xmlns="" id="{8A73FC09-5822-4633-BF3C-36E43AAA73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CD809166-EDCC-47B5-8B6D-E1F43C8AD1DF}" type="slidenum">
              <a:rPr lang="en-US" altLang="ko-KR">
                <a:solidFill>
                  <a:srgbClr val="000000"/>
                </a:solidFill>
              </a:rPr>
              <a:pPr eaLnBrk="1" hangingPunct="1">
                <a:spcBef>
                  <a:spcPct val="0"/>
                </a:spcBef>
              </a:pPr>
              <a:t>7</a:t>
            </a:fld>
            <a:endParaRPr lang="en-US" altLang="ko-KR">
              <a:solidFill>
                <a:srgbClr val="000000"/>
              </a:solidFill>
            </a:endParaRPr>
          </a:p>
        </p:txBody>
      </p:sp>
      <p:sp>
        <p:nvSpPr>
          <p:cNvPr id="17411" name="Rectangle 2">
            <a:extLst>
              <a:ext uri="{FF2B5EF4-FFF2-40B4-BE49-F238E27FC236}">
                <a16:creationId xmlns:a16="http://schemas.microsoft.com/office/drawing/2014/main" xmlns="" id="{9670DE96-A54C-47D4-8C65-B005B5784510}"/>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xmlns="" id="{76C7A043-37C6-4209-A860-375F1299A8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xmlns="" id="{008DF732-DBBF-4B45-887F-2978B6924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7E2F13F9-EA63-49D1-B961-360D43BAD593}" type="slidenum">
              <a:rPr lang="en-US" altLang="ko-KR">
                <a:solidFill>
                  <a:srgbClr val="000000"/>
                </a:solidFill>
              </a:rPr>
              <a:pPr eaLnBrk="1" hangingPunct="1">
                <a:spcBef>
                  <a:spcPct val="0"/>
                </a:spcBef>
              </a:pPr>
              <a:t>8</a:t>
            </a:fld>
            <a:endParaRPr lang="en-US" altLang="ko-KR">
              <a:solidFill>
                <a:srgbClr val="000000"/>
              </a:solidFill>
            </a:endParaRPr>
          </a:p>
        </p:txBody>
      </p:sp>
      <p:sp>
        <p:nvSpPr>
          <p:cNvPr id="18435" name="Rectangle 2">
            <a:extLst>
              <a:ext uri="{FF2B5EF4-FFF2-40B4-BE49-F238E27FC236}">
                <a16:creationId xmlns:a16="http://schemas.microsoft.com/office/drawing/2014/main" xmlns="" id="{17917F0C-2B85-4189-8610-EE23676823CB}"/>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xmlns="" id="{1C4C49C5-EA9D-4838-BF2F-3301CF0F95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xmlns="" id="{008DF732-DBBF-4B45-887F-2978B6924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30000"/>
              </a:spcBef>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3000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eaLnBrk="1" hangingPunct="1">
              <a:spcBef>
                <a:spcPct val="0"/>
              </a:spcBef>
            </a:pPr>
            <a:fld id="{7E2F13F9-EA63-49D1-B961-360D43BAD593}" type="slidenum">
              <a:rPr lang="en-US" altLang="ko-KR">
                <a:solidFill>
                  <a:srgbClr val="000000"/>
                </a:solidFill>
              </a:rPr>
              <a:pPr eaLnBrk="1" hangingPunct="1">
                <a:spcBef>
                  <a:spcPct val="0"/>
                </a:spcBef>
              </a:pPr>
              <a:t>9</a:t>
            </a:fld>
            <a:endParaRPr lang="en-US" altLang="ko-KR">
              <a:solidFill>
                <a:srgbClr val="000000"/>
              </a:solidFill>
            </a:endParaRPr>
          </a:p>
        </p:txBody>
      </p:sp>
      <p:sp>
        <p:nvSpPr>
          <p:cNvPr id="18435" name="Rectangle 2">
            <a:extLst>
              <a:ext uri="{FF2B5EF4-FFF2-40B4-BE49-F238E27FC236}">
                <a16:creationId xmlns:a16="http://schemas.microsoft.com/office/drawing/2014/main" xmlns="" id="{17917F0C-2B85-4189-8610-EE23676823CB}"/>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xmlns="" id="{1C4C49C5-EA9D-4838-BF2F-3301CF0F95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a:t>마스터 제목 스타일 편집</a:t>
            </a:r>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4">
            <a:extLst>
              <a:ext uri="{FF2B5EF4-FFF2-40B4-BE49-F238E27FC236}">
                <a16:creationId xmlns:a16="http://schemas.microsoft.com/office/drawing/2014/main" xmlns="" id="{9DCA433C-3CD1-4C99-8AF3-6F11340B642F}"/>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xmlns="" id="{8B7CE3F9-0575-42B2-ABF4-0F342EB07191}"/>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504948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xmlns="" id="{FCF2F856-2432-494B-8FBD-1EACB923E1C5}"/>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xmlns="" id="{13751F46-9335-4DEE-AC5F-EA1A3796114B}"/>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427986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a:extLst>
              <a:ext uri="{FF2B5EF4-FFF2-40B4-BE49-F238E27FC236}">
                <a16:creationId xmlns:a16="http://schemas.microsoft.com/office/drawing/2014/main" xmlns="" id="{53095CE0-170A-4CA0-A932-01628D2B4A22}"/>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xmlns="" id="{F9A7C2C7-748D-4C6B-B7FC-5A8F14B04BC0}"/>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52921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a:extLst>
              <a:ext uri="{FF2B5EF4-FFF2-40B4-BE49-F238E27FC236}">
                <a16:creationId xmlns:a16="http://schemas.microsoft.com/office/drawing/2014/main" xmlns="" id="{215FDCAE-5059-4710-8376-0B3FB041BBF4}"/>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xmlns="" id="{48F308C9-CD35-4DFA-B04B-D6CC207F4208}"/>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613599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a:extLst>
              <a:ext uri="{FF2B5EF4-FFF2-40B4-BE49-F238E27FC236}">
                <a16:creationId xmlns:a16="http://schemas.microsoft.com/office/drawing/2014/main" xmlns="" id="{22FDA37A-246D-4CCB-87A4-884028222A4B}"/>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a:extLst>
              <a:ext uri="{FF2B5EF4-FFF2-40B4-BE49-F238E27FC236}">
                <a16:creationId xmlns:a16="http://schemas.microsoft.com/office/drawing/2014/main" xmlns="" id="{711AB494-41A8-4151-87C9-5E1FCF217E11}"/>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800661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a:extLst>
              <a:ext uri="{FF2B5EF4-FFF2-40B4-BE49-F238E27FC236}">
                <a16:creationId xmlns:a16="http://schemas.microsoft.com/office/drawing/2014/main" xmlns="" id="{BA66DB99-C316-402C-9D3A-7981934BA67C}"/>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a:extLst>
              <a:ext uri="{FF2B5EF4-FFF2-40B4-BE49-F238E27FC236}">
                <a16:creationId xmlns:a16="http://schemas.microsoft.com/office/drawing/2014/main" xmlns="" id="{B16B10CD-7345-4926-AA3E-761EE299263C}"/>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98754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E26F8C00-D897-4DCC-A9D9-AD24717C25E0}"/>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a:extLst>
              <a:ext uri="{FF2B5EF4-FFF2-40B4-BE49-F238E27FC236}">
                <a16:creationId xmlns:a16="http://schemas.microsoft.com/office/drawing/2014/main" xmlns="" id="{B66F58FC-B666-479B-A646-433EDAEC20E2}"/>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479214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xmlns="" id="{4846A516-3B4C-48B3-82AC-7CF763A383DC}"/>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xmlns="" id="{6887AE19-4401-4C22-AE0C-4EEEF170CC1F}"/>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46387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xmlns="" id="{6AC4C52B-E668-45E9-8B1E-98A82BA369C5}"/>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xmlns="" id="{996CFC2F-CDCD-427E-8034-CFFB11085973}"/>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435540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xmlns="" id="{A6D810A1-40A4-48C8-A7C5-8640D1473BEE}"/>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xmlns="" id="{EE4A6D2F-1E53-4ECF-967E-E63DC685BDDA}"/>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590436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xmlns="" id="{3146335F-E3E1-4117-A500-055EBDEE23C3}"/>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xmlns="" id="{352C25F5-3D4F-4146-B137-70964BC25FB1}"/>
              </a:ext>
            </a:extLst>
          </p:cNvPr>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418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2FB4A243-4619-4706-BB89-4DE44FE2294B}"/>
              </a:ext>
            </a:extLst>
          </p:cNvPr>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Rectangle 3">
            <a:extLst>
              <a:ext uri="{FF2B5EF4-FFF2-40B4-BE49-F238E27FC236}">
                <a16:creationId xmlns:a16="http://schemas.microsoft.com/office/drawing/2014/main" xmlns="" id="{112F3AE4-E37A-4C07-9882-019C62176BC5}"/>
              </a:ext>
            </a:extLst>
          </p:cNvPr>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54628" name="Rectangle 4">
            <a:extLst>
              <a:ext uri="{FF2B5EF4-FFF2-40B4-BE49-F238E27FC236}">
                <a16:creationId xmlns:a16="http://schemas.microsoft.com/office/drawing/2014/main" xmlns="" id="{3D540356-6B6B-47CA-A588-2727A65BF814}"/>
              </a:ext>
            </a:extLst>
          </p:cNvPr>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a:defRPr/>
            </a:pPr>
            <a:endParaRPr lang="en-US" altLang="ko-KR"/>
          </a:p>
        </p:txBody>
      </p:sp>
      <p:sp>
        <p:nvSpPr>
          <p:cNvPr id="154629" name="Rectangle 5">
            <a:extLst>
              <a:ext uri="{FF2B5EF4-FFF2-40B4-BE49-F238E27FC236}">
                <a16:creationId xmlns:a16="http://schemas.microsoft.com/office/drawing/2014/main" xmlns="" id="{179D945C-6E41-4221-B2D8-EC1944945BFC}"/>
              </a:ext>
            </a:extLst>
          </p:cNvPr>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a:defRPr/>
            </a:pPr>
            <a:endParaRPr lang="en-US" altLang="ko-K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http://www.smckorea.co.kr/homepage/data/technique/tech/html/9.jp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Line 2">
            <a:extLst>
              <a:ext uri="{FF2B5EF4-FFF2-40B4-BE49-F238E27FC236}">
                <a16:creationId xmlns:a16="http://schemas.microsoft.com/office/drawing/2014/main" xmlns="" id="{EDF6792C-8CC5-4145-9D7D-32C3307CB0C0}"/>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50" name="Text Box 6">
            <a:extLst>
              <a:ext uri="{FF2B5EF4-FFF2-40B4-BE49-F238E27FC236}">
                <a16:creationId xmlns:a16="http://schemas.microsoft.com/office/drawing/2014/main" xmlns="" id="{1F61F020-7640-4C6B-89B2-CB136DEF99DA}"/>
              </a:ext>
            </a:extLst>
          </p:cNvPr>
          <p:cNvSpPr txBox="1">
            <a:spLocks noChangeArrowheads="1"/>
          </p:cNvSpPr>
          <p:nvPr/>
        </p:nvSpPr>
        <p:spPr bwMode="auto">
          <a:xfrm>
            <a:off x="123825" y="228600"/>
            <a:ext cx="3953247" cy="338138"/>
          </a:xfrm>
          <a:prstGeom prst="rect">
            <a:avLst/>
          </a:prstGeom>
          <a:noFill/>
          <a:ln w="9525">
            <a:noFill/>
            <a:miter lim="800000"/>
            <a:headEnd/>
            <a:tailEnd/>
          </a:ln>
          <a:effectLst/>
        </p:spPr>
        <p:txBody>
          <a:bodyPr wrap="square">
            <a:spAutoFit/>
          </a:bodyPr>
          <a:lstStyle/>
          <a:p>
            <a:pPr latinLnBrk="0">
              <a:defRPr/>
            </a:pPr>
            <a:r>
              <a:rPr lang="vi-VN" sz="1600" b="1" dirty="0">
                <a:effectLst>
                  <a:outerShdw blurRad="38100" dist="38100" dir="2700000" algn="tl">
                    <a:srgbClr val="C0C0C0"/>
                  </a:outerShdw>
                </a:effectLst>
                <a:latin typeface="+mj-lt"/>
              </a:rPr>
              <a:t>[ Đánh giá WS – Điện tử điện cơ ]</a:t>
            </a:r>
          </a:p>
        </p:txBody>
      </p:sp>
      <p:sp>
        <p:nvSpPr>
          <p:cNvPr id="2052" name="Rectangle 3">
            <a:extLst>
              <a:ext uri="{FF2B5EF4-FFF2-40B4-BE49-F238E27FC236}">
                <a16:creationId xmlns:a16="http://schemas.microsoft.com/office/drawing/2014/main" xmlns="" id="{46BC55DC-0DC3-431B-A913-A53210FE41B0}"/>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2053" name="Rectangle 4">
            <a:extLst>
              <a:ext uri="{FF2B5EF4-FFF2-40B4-BE49-F238E27FC236}">
                <a16:creationId xmlns:a16="http://schemas.microsoft.com/office/drawing/2014/main" xmlns="" id="{D8CFD6AA-9923-45DF-BD0D-ADAAA1B97CC4}"/>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9000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2054" name="Rectangle 139">
            <a:extLst>
              <a:ext uri="{FF2B5EF4-FFF2-40B4-BE49-F238E27FC236}">
                <a16:creationId xmlns:a16="http://schemas.microsoft.com/office/drawing/2014/main" xmlns="" id="{3980B22A-BBCA-4BD3-A163-9FF7E9D8BC72}"/>
              </a:ext>
            </a:extLst>
          </p:cNvPr>
          <p:cNvSpPr>
            <a:spLocks noChangeArrowheads="1"/>
          </p:cNvSpPr>
          <p:nvPr/>
        </p:nvSpPr>
        <p:spPr bwMode="auto">
          <a:xfrm>
            <a:off x="304800" y="849313"/>
            <a:ext cx="3124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1. Giải thích nào không đúng về cấu tạo của nguyên tử?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Hạt nhân nguyên tử: Cấu thành bởi hạt proton và hạt neutron.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Khối lượng của hạt proton và hạt neutron gần như giống nhau và gấp khoảng 1.840 lần khối lượng hạt electron.</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Số hạt proton Z = Số điện tích dương = Số nguyên tử =&gt; Đồng nhất với số electron.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Số proton và số neutron có thể có một vài giá trị.</a:t>
            </a:r>
          </a:p>
        </p:txBody>
      </p:sp>
      <p:sp>
        <p:nvSpPr>
          <p:cNvPr id="2055" name="Rectangle 140">
            <a:extLst>
              <a:ext uri="{FF2B5EF4-FFF2-40B4-BE49-F238E27FC236}">
                <a16:creationId xmlns:a16="http://schemas.microsoft.com/office/drawing/2014/main" xmlns="" id="{25A3F406-6EC2-45D1-AF06-D095840B6987}"/>
              </a:ext>
            </a:extLst>
          </p:cNvPr>
          <p:cNvSpPr>
            <a:spLocks noChangeArrowheads="1"/>
          </p:cNvSpPr>
          <p:nvPr/>
        </p:nvSpPr>
        <p:spPr bwMode="auto">
          <a:xfrm>
            <a:off x="304800" y="5089652"/>
            <a:ext cx="31242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4. Nếu số nguyên tử của Titan là 22 thì số electron của góc N trong số electron của mỗi quỹ đạo là bao nhiêu?</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  ① 0</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10</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  ③ 12</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2</a:t>
            </a:r>
          </a:p>
        </p:txBody>
      </p:sp>
      <p:sp>
        <p:nvSpPr>
          <p:cNvPr id="2056" name="Rectangle 143">
            <a:extLst>
              <a:ext uri="{FF2B5EF4-FFF2-40B4-BE49-F238E27FC236}">
                <a16:creationId xmlns:a16="http://schemas.microsoft.com/office/drawing/2014/main" xmlns="" id="{6DB7E204-29EF-42BF-9E56-2217F52438EA}"/>
              </a:ext>
            </a:extLst>
          </p:cNvPr>
          <p:cNvSpPr>
            <a:spLocks noChangeArrowheads="1"/>
          </p:cNvSpPr>
          <p:nvPr/>
        </p:nvSpPr>
        <p:spPr bwMode="auto">
          <a:xfrm>
            <a:off x="3427413" y="2930064"/>
            <a:ext cx="3170237" cy="923330"/>
          </a:xfrm>
          <a:prstGeom prst="rect">
            <a:avLst/>
          </a:prstGeom>
          <a:solidFill>
            <a:schemeClr val="accent2">
              <a:lumMod val="60000"/>
              <a:lumOff val="40000"/>
            </a:schemeClr>
          </a:solidFill>
          <a:ln>
            <a:noFill/>
          </a:ln>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10. Khi nút kiểm tra màu xanh dương hoặc xanh lá cây của cầu dao chống dò điện (ELB) không hoạt động thì đó là hiện tượng gì?</a:t>
            </a:r>
          </a:p>
          <a:p>
            <a:pPr eaLnBrk="1" latinLnBrk="0" hangingPunct="1">
              <a:spcBef>
                <a:spcPct val="0"/>
              </a:spcBef>
              <a:buFontTx/>
              <a:buNone/>
            </a:pPr>
            <a:endParaRPr lang="en-US" altLang="ko-KR" sz="900" dirty="0">
              <a:solidFill>
                <a:srgbClr val="FF0000"/>
              </a:solidFill>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Rò rỉ điện</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Chập điện  </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Tiếp địa</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Quá tải</a:t>
            </a:r>
          </a:p>
        </p:txBody>
      </p:sp>
      <p:sp>
        <p:nvSpPr>
          <p:cNvPr id="2057" name="Rectangle 145">
            <a:extLst>
              <a:ext uri="{FF2B5EF4-FFF2-40B4-BE49-F238E27FC236}">
                <a16:creationId xmlns:a16="http://schemas.microsoft.com/office/drawing/2014/main" xmlns="" id="{567454D9-E993-4834-B766-7935623F24A2}"/>
              </a:ext>
            </a:extLst>
          </p:cNvPr>
          <p:cNvSpPr>
            <a:spLocks noChangeArrowheads="1"/>
          </p:cNvSpPr>
          <p:nvPr/>
        </p:nvSpPr>
        <p:spPr bwMode="auto">
          <a:xfrm>
            <a:off x="3427413" y="811213"/>
            <a:ext cx="31702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8. Khi bị điện giật, chỉ số dòng điện “làm sốc mạnh nhưng có thể gây rung thất” trong các phản ứng sinh lý của cơ thể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5~30mA</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30~50mA</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50~100mA</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Trên 100mA</a:t>
            </a:r>
          </a:p>
        </p:txBody>
      </p:sp>
      <p:sp>
        <p:nvSpPr>
          <p:cNvPr id="2058" name="Rectangle 146">
            <a:extLst>
              <a:ext uri="{FF2B5EF4-FFF2-40B4-BE49-F238E27FC236}">
                <a16:creationId xmlns:a16="http://schemas.microsoft.com/office/drawing/2014/main" xmlns="" id="{4B8B253C-BE39-4592-B634-95485B3FAC58}"/>
              </a:ext>
            </a:extLst>
          </p:cNvPr>
          <p:cNvSpPr>
            <a:spLocks noChangeArrowheads="1"/>
          </p:cNvSpPr>
          <p:nvPr/>
        </p:nvSpPr>
        <p:spPr bwMode="auto">
          <a:xfrm>
            <a:off x="3429000" y="3920240"/>
            <a:ext cx="3168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11. Đâu không phải là mục đích của việc </a:t>
            </a:r>
            <a:r>
              <a:rPr lang="vi-VN" sz="900">
                <a:latin typeface="Arial" panose="020B0600000101010101" pitchFamily="50" charset="-127"/>
                <a:ea typeface="돋움" panose="020B0600000101010101" pitchFamily="50" charset="-127"/>
              </a:rPr>
              <a:t>tiếp </a:t>
            </a:r>
            <a:r>
              <a:rPr lang="vi-VN" sz="900" smtClean="0">
                <a:latin typeface="Arial" panose="020B0600000101010101" pitchFamily="50" charset="-127"/>
                <a:ea typeface="돋움" panose="020B0600000101010101" pitchFamily="50" charset="-127"/>
              </a:rPr>
              <a:t>đ</a:t>
            </a:r>
            <a:r>
              <a:rPr lang="en-US" sz="900" smtClean="0">
                <a:latin typeface="Arial" panose="020B0600000101010101" pitchFamily="50" charset="-127"/>
                <a:ea typeface="돋움" panose="020B0600000101010101" pitchFamily="50" charset="-127"/>
              </a:rPr>
              <a:t>ịa</a:t>
            </a:r>
            <a:r>
              <a:rPr lang="vi-VN" sz="900" smtClean="0">
                <a:latin typeface="Arial" panose="020B0600000101010101" pitchFamily="50" charset="-127"/>
                <a:ea typeface="돋움" panose="020B0600000101010101" pitchFamily="50" charset="-127"/>
              </a:rPr>
              <a:t>?      </a:t>
            </a:r>
            <a:endParaRPr lang="vi-VN" sz="900" dirty="0">
              <a:latin typeface="Arial"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Phòng ngừa thương tích cho người (điện giật)</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Bảo vệ thiết bị</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Bảo vệ thiết bị khi điện áp tăng vọt</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Cung cấp tiêu chuẩn của điện áp nguồn</a:t>
            </a:r>
          </a:p>
        </p:txBody>
      </p:sp>
      <p:sp>
        <p:nvSpPr>
          <p:cNvPr id="2059" name="Rectangle 147">
            <a:extLst>
              <a:ext uri="{FF2B5EF4-FFF2-40B4-BE49-F238E27FC236}">
                <a16:creationId xmlns:a16="http://schemas.microsoft.com/office/drawing/2014/main" xmlns="" id="{8CE37466-C5D9-4565-A294-A4741D65FF88}"/>
              </a:ext>
            </a:extLst>
          </p:cNvPr>
          <p:cNvSpPr>
            <a:spLocks noChangeArrowheads="1"/>
          </p:cNvSpPr>
          <p:nvPr/>
        </p:nvSpPr>
        <p:spPr bwMode="auto">
          <a:xfrm>
            <a:off x="304800" y="2376706"/>
            <a:ext cx="31242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2. Yếu tố nào không phải là yếu tố quyết định điện trở của vật chất?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Hằng số theo chủng loại của vật chất</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Chiều dài</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Mặt cắt ngang</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Cân nặng</a:t>
            </a:r>
          </a:p>
        </p:txBody>
      </p:sp>
      <p:sp>
        <p:nvSpPr>
          <p:cNvPr id="2061" name="Rectangle 172">
            <a:extLst>
              <a:ext uri="{FF2B5EF4-FFF2-40B4-BE49-F238E27FC236}">
                <a16:creationId xmlns:a16="http://schemas.microsoft.com/office/drawing/2014/main" xmlns="" id="{37E5FB6D-2032-44AF-A2D8-E884A74D1BD2}"/>
              </a:ext>
            </a:extLst>
          </p:cNvPr>
          <p:cNvSpPr>
            <a:spLocks noChangeArrowheads="1"/>
          </p:cNvSpPr>
          <p:nvPr/>
        </p:nvSpPr>
        <p:spPr bwMode="auto">
          <a:xfrm>
            <a:off x="306388" y="7036441"/>
            <a:ext cx="31226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6. Trong công tác nối đất, điện trở nối đất của công tác nối đất loại </a:t>
            </a:r>
            <a:r>
              <a:rPr lang="vi-VN" sz="900">
                <a:latin typeface="Arial" panose="020B0600000101010101" pitchFamily="50" charset="-127"/>
                <a:ea typeface="돋움" panose="020B0600000101010101" pitchFamily="50" charset="-127"/>
              </a:rPr>
              <a:t>3 </a:t>
            </a:r>
            <a:r>
              <a:rPr lang="en-US" sz="900" smtClean="0">
                <a:latin typeface="Arial" panose="020B0600000101010101" pitchFamily="50" charset="-127"/>
                <a:ea typeface="돋움" panose="020B0600000101010101" pitchFamily="50" charset="-127"/>
              </a:rPr>
              <a:t> đặc biệt </a:t>
            </a:r>
            <a:r>
              <a:rPr lang="vi-VN" sz="900" smtClean="0">
                <a:latin typeface="Arial" panose="020B0600000101010101" pitchFamily="50" charset="-127"/>
                <a:ea typeface="돋움" panose="020B0600000101010101" pitchFamily="50" charset="-127"/>
              </a:rPr>
              <a:t>là </a:t>
            </a:r>
            <a:r>
              <a:rPr lang="vi-VN" sz="900" dirty="0">
                <a:latin typeface="Arial" panose="020B0600000101010101" pitchFamily="50" charset="-127"/>
                <a:ea typeface="돋움" panose="020B0600000101010101" pitchFamily="50" charset="-127"/>
              </a:rPr>
              <a:t>bao nhiêu?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Dưới 100 Ohm</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Dưới 10 Ohm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Dưới 1 Ohm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Dưới 1000 Ohm</a:t>
            </a:r>
          </a:p>
        </p:txBody>
      </p:sp>
      <p:sp>
        <p:nvSpPr>
          <p:cNvPr id="2062" name="Rectangle 173">
            <a:extLst>
              <a:ext uri="{FF2B5EF4-FFF2-40B4-BE49-F238E27FC236}">
                <a16:creationId xmlns:a16="http://schemas.microsoft.com/office/drawing/2014/main" xmlns="" id="{81F7C695-B38A-4462-957A-C24A87FA8787}"/>
              </a:ext>
            </a:extLst>
          </p:cNvPr>
          <p:cNvSpPr>
            <a:spLocks noChangeArrowheads="1"/>
          </p:cNvSpPr>
          <p:nvPr/>
        </p:nvSpPr>
        <p:spPr bwMode="auto">
          <a:xfrm>
            <a:off x="304800" y="5924547"/>
            <a:ext cx="31242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5. Giá trị đo được khi đo điện áp ổ cắm bằng đồng hồ đo điện (DVM)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Giá trị tối đa</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Giá trị hiệu dụng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Giá trị tức thời</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Giá trị trung bình</a:t>
            </a:r>
          </a:p>
        </p:txBody>
      </p:sp>
      <p:sp>
        <p:nvSpPr>
          <p:cNvPr id="2063" name="Rectangle 175">
            <a:extLst>
              <a:ext uri="{FF2B5EF4-FFF2-40B4-BE49-F238E27FC236}">
                <a16:creationId xmlns:a16="http://schemas.microsoft.com/office/drawing/2014/main" xmlns="" id="{C11B51B3-CB81-4811-BD02-3C2F0C813EC7}"/>
              </a:ext>
            </a:extLst>
          </p:cNvPr>
          <p:cNvSpPr>
            <a:spLocks noChangeArrowheads="1"/>
          </p:cNvSpPr>
          <p:nvPr/>
        </p:nvSpPr>
        <p:spPr bwMode="auto">
          <a:xfrm>
            <a:off x="3427413" y="4911011"/>
            <a:ext cx="3170237"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12. Thiết bị nào dùng để đo điện trở cách điện khi dòng điện rò rỉ?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Máy đo </a:t>
            </a:r>
            <a:r>
              <a:rPr lang="vi-VN" sz="900">
                <a:solidFill>
                  <a:srgbClr val="FF0000"/>
                </a:solidFill>
                <a:latin typeface="Arial" panose="020B0600000101010101" pitchFamily="50" charset="-127"/>
                <a:ea typeface="돋움" panose="020B0600000101010101" pitchFamily="50" charset="-127"/>
              </a:rPr>
              <a:t>điện </a:t>
            </a:r>
            <a:r>
              <a:rPr lang="vi-VN" sz="900" smtClean="0">
                <a:solidFill>
                  <a:srgbClr val="FF0000"/>
                </a:solidFill>
                <a:latin typeface="Arial" panose="020B0600000101010101" pitchFamily="50" charset="-127"/>
                <a:ea typeface="돋움" panose="020B0600000101010101" pitchFamily="50" charset="-127"/>
              </a:rPr>
              <a:t>trở</a:t>
            </a:r>
            <a:r>
              <a:rPr lang="en-US" sz="900" smtClean="0">
                <a:solidFill>
                  <a:srgbClr val="FF0000"/>
                </a:solidFill>
                <a:latin typeface="Arial" panose="020B0600000101010101" pitchFamily="50" charset="-127"/>
                <a:ea typeface="돋움" panose="020B0600000101010101" pitchFamily="50" charset="-127"/>
              </a:rPr>
              <a:t> cách điện(Mega tester)</a:t>
            </a:r>
            <a:endParaRPr lang="vi-VN" sz="900" dirty="0">
              <a:solidFill>
                <a:srgbClr val="FF0000"/>
              </a:solidFill>
              <a:latin typeface="Arial"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Đồng hồ kẹp</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Đồng hồ đo điện (DVM)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Đồng hồ đo LCR</a:t>
            </a:r>
          </a:p>
        </p:txBody>
      </p:sp>
      <p:sp>
        <p:nvSpPr>
          <p:cNvPr id="2064" name="Rectangle 176">
            <a:extLst>
              <a:ext uri="{FF2B5EF4-FFF2-40B4-BE49-F238E27FC236}">
                <a16:creationId xmlns:a16="http://schemas.microsoft.com/office/drawing/2014/main" xmlns="" id="{71D7274E-37E8-4718-B691-5E7B401D3EF0}"/>
              </a:ext>
            </a:extLst>
          </p:cNvPr>
          <p:cNvSpPr>
            <a:spLocks noChangeArrowheads="1"/>
          </p:cNvSpPr>
          <p:nvPr/>
        </p:nvSpPr>
        <p:spPr bwMode="auto">
          <a:xfrm>
            <a:off x="3422650" y="1801389"/>
            <a:ext cx="3175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26000" indent="-126000" eaLnBrk="1" latinLnBrk="0" hangingPunct="1">
              <a:spcBef>
                <a:spcPct val="0"/>
              </a:spcBef>
              <a:buFontTx/>
              <a:buNone/>
            </a:pPr>
            <a:r>
              <a:rPr lang="vi-VN" sz="900" dirty="0">
                <a:latin typeface="Arial" panose="020B0600000101010101" pitchFamily="50" charset="-127"/>
                <a:ea typeface="돋움" panose="020B0600000101010101" pitchFamily="50" charset="-127"/>
              </a:rPr>
              <a:t>9. Trong cảm biến quang, bộ lọc phân cực được chèn vào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Loại phản xạ hồi quy</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Loại điện dung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Loại truyền qua</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Loại phản xạ khuếch tán</a:t>
            </a:r>
          </a:p>
        </p:txBody>
      </p:sp>
      <p:grpSp>
        <p:nvGrpSpPr>
          <p:cNvPr id="5" name="그룹 4">
            <a:extLst>
              <a:ext uri="{FF2B5EF4-FFF2-40B4-BE49-F238E27FC236}">
                <a16:creationId xmlns:a16="http://schemas.microsoft.com/office/drawing/2014/main" xmlns="" id="{A96AF056-3E2B-4512-AF41-67ED52DDFC4E}"/>
              </a:ext>
            </a:extLst>
          </p:cNvPr>
          <p:cNvGrpSpPr/>
          <p:nvPr/>
        </p:nvGrpSpPr>
        <p:grpSpPr>
          <a:xfrm>
            <a:off x="3429000" y="6039686"/>
            <a:ext cx="3168650" cy="1338828"/>
            <a:chOff x="3429000" y="6096000"/>
            <a:chExt cx="3168650" cy="1338828"/>
          </a:xfrm>
        </p:grpSpPr>
        <p:sp>
          <p:nvSpPr>
            <p:cNvPr id="2065" name="Rectangle 177">
              <a:extLst>
                <a:ext uri="{FF2B5EF4-FFF2-40B4-BE49-F238E27FC236}">
                  <a16:creationId xmlns:a16="http://schemas.microsoft.com/office/drawing/2014/main" xmlns="" id="{32905DC7-B12C-40A1-837D-1321C7FE1113}"/>
                </a:ext>
              </a:extLst>
            </p:cNvPr>
            <p:cNvSpPr>
              <a:spLocks noChangeArrowheads="1"/>
            </p:cNvSpPr>
            <p:nvPr/>
          </p:nvSpPr>
          <p:spPr bwMode="auto">
            <a:xfrm>
              <a:off x="3429000" y="6096000"/>
              <a:ext cx="316865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13. Trong các chức năng của Oscilloscope, chức năng nào tương ứng với hình vẽ dưới đây?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Aliasing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spc="-20" dirty="0">
                  <a:latin typeface="Arial" panose="020B0600000101010101" pitchFamily="50" charset="-127"/>
                  <a:ea typeface="돋움" panose="020B0600000101010101" pitchFamily="50" charset="-127"/>
                </a:rPr>
                <a:t>(Hiệu ứng răng cưa)</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Coupling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dirty="0">
                  <a:latin typeface="Arial" panose="020B0600000101010101" pitchFamily="50" charset="-127"/>
                  <a:ea typeface="돋움" panose="020B0600000101010101" pitchFamily="50" charset="-127"/>
                </a:rPr>
                <a:t>(Khớp nối)</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Trigger</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MEASURE</a:t>
              </a:r>
            </a:p>
          </p:txBody>
        </p:sp>
        <p:grpSp>
          <p:nvGrpSpPr>
            <p:cNvPr id="2066" name="그룹 58">
              <a:extLst>
                <a:ext uri="{FF2B5EF4-FFF2-40B4-BE49-F238E27FC236}">
                  <a16:creationId xmlns:a16="http://schemas.microsoft.com/office/drawing/2014/main" xmlns="" id="{D643AE77-ADBC-4AEF-B947-DC728179E03E}"/>
                </a:ext>
              </a:extLst>
            </p:cNvPr>
            <p:cNvGrpSpPr>
              <a:grpSpLocks/>
            </p:cNvGrpSpPr>
            <p:nvPr/>
          </p:nvGrpSpPr>
          <p:grpSpPr bwMode="auto">
            <a:xfrm>
              <a:off x="4707656" y="6422874"/>
              <a:ext cx="1817688" cy="746125"/>
              <a:chOff x="4643446" y="8739214"/>
              <a:chExt cx="1816434" cy="746776"/>
            </a:xfrm>
          </p:grpSpPr>
          <p:pic>
            <p:nvPicPr>
              <p:cNvPr id="2113" name="Picture 6">
                <a:extLst>
                  <a:ext uri="{FF2B5EF4-FFF2-40B4-BE49-F238E27FC236}">
                    <a16:creationId xmlns:a16="http://schemas.microsoft.com/office/drawing/2014/main" xmlns="" id="{614708A6-35C4-4550-B3A4-0A58427836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68690" b="17897"/>
              <a:stretch>
                <a:fillRect/>
              </a:stretch>
            </p:blipFill>
            <p:spPr bwMode="auto">
              <a:xfrm>
                <a:off x="4643446" y="8739214"/>
                <a:ext cx="761984" cy="73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14" name="Picture 6">
                <a:extLst>
                  <a:ext uri="{FF2B5EF4-FFF2-40B4-BE49-F238E27FC236}">
                    <a16:creationId xmlns:a16="http://schemas.microsoft.com/office/drawing/2014/main" xmlns="" id="{8CD084A9-3DEA-401D-9E2B-80FB81524E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683" r="67709" b="16296"/>
              <a:stretch>
                <a:fillRect/>
              </a:stretch>
            </p:blipFill>
            <p:spPr bwMode="auto">
              <a:xfrm>
                <a:off x="5715016" y="8739214"/>
                <a:ext cx="744864" cy="746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15" name="오른쪽 화살표 57">
                <a:extLst>
                  <a:ext uri="{FF2B5EF4-FFF2-40B4-BE49-F238E27FC236}">
                    <a16:creationId xmlns:a16="http://schemas.microsoft.com/office/drawing/2014/main" xmlns="" id="{D6CFF34C-FA30-446D-BE2D-C93C9DB53EAA}"/>
                  </a:ext>
                </a:extLst>
              </p:cNvPr>
              <p:cNvSpPr>
                <a:spLocks noChangeArrowheads="1"/>
              </p:cNvSpPr>
              <p:nvPr/>
            </p:nvSpPr>
            <p:spPr bwMode="auto">
              <a:xfrm>
                <a:off x="5503560" y="8882090"/>
                <a:ext cx="127620" cy="428628"/>
              </a:xfrm>
              <a:prstGeom prst="rightArrow">
                <a:avLst>
                  <a:gd name="adj1" fmla="val 50000"/>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p:txBody>
          </p:sp>
        </p:grpSp>
      </p:grpSp>
      <p:sp>
        <p:nvSpPr>
          <p:cNvPr id="2067" name="Rectangle 142">
            <a:extLst>
              <a:ext uri="{FF2B5EF4-FFF2-40B4-BE49-F238E27FC236}">
                <a16:creationId xmlns:a16="http://schemas.microsoft.com/office/drawing/2014/main" xmlns="" id="{97986819-9DB5-47A2-8D2C-821DB0CB6A08}"/>
              </a:ext>
            </a:extLst>
          </p:cNvPr>
          <p:cNvSpPr>
            <a:spLocks noChangeArrowheads="1"/>
          </p:cNvSpPr>
          <p:nvPr/>
        </p:nvSpPr>
        <p:spPr bwMode="auto">
          <a:xfrm>
            <a:off x="303213" y="8148335"/>
            <a:ext cx="31702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7. Hiện tượng giống như hình trong quá trình nhiễu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Sụt áp</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Chattering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Tăng áp do sét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Nhảy nút</a:t>
            </a:r>
          </a:p>
        </p:txBody>
      </p:sp>
      <p:sp>
        <p:nvSpPr>
          <p:cNvPr id="2069" name="Rectangle 71">
            <a:extLst>
              <a:ext uri="{FF2B5EF4-FFF2-40B4-BE49-F238E27FC236}">
                <a16:creationId xmlns:a16="http://schemas.microsoft.com/office/drawing/2014/main" xmlns="" id="{EFFF5FE0-2F23-46A5-A44C-D6BA0011244E}"/>
              </a:ext>
            </a:extLst>
          </p:cNvPr>
          <p:cNvSpPr>
            <a:spLocks noChangeArrowheads="1"/>
          </p:cNvSpPr>
          <p:nvPr/>
        </p:nvSpPr>
        <p:spPr bwMode="auto">
          <a:xfrm>
            <a:off x="3417888" y="7445360"/>
            <a:ext cx="3124200" cy="1061829"/>
          </a:xfrm>
          <a:prstGeom prst="rect">
            <a:avLst/>
          </a:prstGeom>
          <a:solidFill>
            <a:schemeClr val="accent2">
              <a:lumMod val="40000"/>
              <a:lumOff val="60000"/>
            </a:schemeClr>
          </a:solidFill>
          <a:ln>
            <a:noFill/>
          </a:ln>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14. Điện trở dưới đây là gì?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dirty="0">
                <a:latin typeface="Arial" panose="020B0600000101010101" pitchFamily="50" charset="-127"/>
                <a:ea typeface="돋움" panose="020B0600000101010101" pitchFamily="50" charset="-127"/>
              </a:rPr>
              <a:t>“Được phủ một lớp nhựa không cháy vì vậy không bắt lửa ngay ở nhiệt độ cao và dễ dàng lắp đặt nhờ khả năng cách điện tốt”.</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Điện trở màng kim loại</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② Điện trở cacbon loại nhỏ</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Điện trở sứ xi măng</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Điện trở rắn</a:t>
            </a:r>
          </a:p>
        </p:txBody>
      </p:sp>
      <p:grpSp>
        <p:nvGrpSpPr>
          <p:cNvPr id="4" name="그룹 3">
            <a:extLst>
              <a:ext uri="{FF2B5EF4-FFF2-40B4-BE49-F238E27FC236}">
                <a16:creationId xmlns:a16="http://schemas.microsoft.com/office/drawing/2014/main" xmlns="" id="{05C0E9A9-3086-4113-A883-66F3569631A3}"/>
              </a:ext>
            </a:extLst>
          </p:cNvPr>
          <p:cNvGrpSpPr/>
          <p:nvPr/>
        </p:nvGrpSpPr>
        <p:grpSpPr>
          <a:xfrm>
            <a:off x="304800" y="3488600"/>
            <a:ext cx="3429000" cy="1550987"/>
            <a:chOff x="304800" y="3286628"/>
            <a:chExt cx="3429000" cy="1550987"/>
          </a:xfrm>
        </p:grpSpPr>
        <p:sp>
          <p:nvSpPr>
            <p:cNvPr id="2060" name="Rectangle 148">
              <a:extLst>
                <a:ext uri="{FF2B5EF4-FFF2-40B4-BE49-F238E27FC236}">
                  <a16:creationId xmlns:a16="http://schemas.microsoft.com/office/drawing/2014/main" xmlns="" id="{7E5A49BE-8DFF-4422-9F4D-84736FDDD477}"/>
                </a:ext>
              </a:extLst>
            </p:cNvPr>
            <p:cNvSpPr>
              <a:spLocks noChangeArrowheads="1"/>
            </p:cNvSpPr>
            <p:nvPr/>
          </p:nvSpPr>
          <p:spPr bwMode="auto">
            <a:xfrm>
              <a:off x="304800" y="3286628"/>
              <a:ext cx="3429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3. Điện áp được mắc ở </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trong hình</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dưới là bao nhiêu?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0[V]</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4.3[V]</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5[V]</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0,7[V]</a:t>
              </a:r>
            </a:p>
          </p:txBody>
        </p:sp>
        <p:grpSp>
          <p:nvGrpSpPr>
            <p:cNvPr id="2070" name="그룹 68">
              <a:extLst>
                <a:ext uri="{FF2B5EF4-FFF2-40B4-BE49-F238E27FC236}">
                  <a16:creationId xmlns:a16="http://schemas.microsoft.com/office/drawing/2014/main" xmlns="" id="{8FC4EBB0-DBCB-444D-B9E8-5F87713B53DB}"/>
                </a:ext>
              </a:extLst>
            </p:cNvPr>
            <p:cNvGrpSpPr>
              <a:grpSpLocks/>
            </p:cNvGrpSpPr>
            <p:nvPr/>
          </p:nvGrpSpPr>
          <p:grpSpPr bwMode="auto">
            <a:xfrm>
              <a:off x="1247775" y="3567615"/>
              <a:ext cx="1747838" cy="1270000"/>
              <a:chOff x="1247760" y="3543291"/>
              <a:chExt cx="1747849" cy="1270008"/>
            </a:xfrm>
          </p:grpSpPr>
          <p:sp>
            <p:nvSpPr>
              <p:cNvPr id="2072" name="Line 150">
                <a:extLst>
                  <a:ext uri="{FF2B5EF4-FFF2-40B4-BE49-F238E27FC236}">
                    <a16:creationId xmlns:a16="http://schemas.microsoft.com/office/drawing/2014/main" xmlns="" id="{7256793C-4E9A-425F-81DB-8DC86E070A68}"/>
                  </a:ext>
                </a:extLst>
              </p:cNvPr>
              <p:cNvSpPr>
                <a:spLocks noChangeShapeType="1"/>
              </p:cNvSpPr>
              <p:nvPr/>
            </p:nvSpPr>
            <p:spPr bwMode="auto">
              <a:xfrm>
                <a:off x="1669433" y="3543291"/>
                <a:ext cx="0" cy="60325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73" name="Line 151">
                <a:extLst>
                  <a:ext uri="{FF2B5EF4-FFF2-40B4-BE49-F238E27FC236}">
                    <a16:creationId xmlns:a16="http://schemas.microsoft.com/office/drawing/2014/main" xmlns="" id="{52D9224C-F7D1-408B-A912-60A8407D20A8}"/>
                  </a:ext>
                </a:extLst>
              </p:cNvPr>
              <p:cNvSpPr>
                <a:spLocks noChangeShapeType="1"/>
              </p:cNvSpPr>
              <p:nvPr/>
            </p:nvSpPr>
            <p:spPr bwMode="auto">
              <a:xfrm>
                <a:off x="1664007" y="3543291"/>
                <a:ext cx="834717"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74" name="Line 152">
                <a:extLst>
                  <a:ext uri="{FF2B5EF4-FFF2-40B4-BE49-F238E27FC236}">
                    <a16:creationId xmlns:a16="http://schemas.microsoft.com/office/drawing/2014/main" xmlns="" id="{B45E0EFA-6297-4AA7-B19C-0E741C646494}"/>
                  </a:ext>
                </a:extLst>
              </p:cNvPr>
              <p:cNvSpPr>
                <a:spLocks noChangeShapeType="1"/>
              </p:cNvSpPr>
              <p:nvPr/>
            </p:nvSpPr>
            <p:spPr bwMode="auto">
              <a:xfrm>
                <a:off x="2499583" y="3543291"/>
                <a:ext cx="0" cy="18768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grpSp>
            <p:nvGrpSpPr>
              <p:cNvPr id="2075" name="Group 153">
                <a:extLst>
                  <a:ext uri="{FF2B5EF4-FFF2-40B4-BE49-F238E27FC236}">
                    <a16:creationId xmlns:a16="http://schemas.microsoft.com/office/drawing/2014/main" xmlns="" id="{122673D6-EDA1-4D50-BB6A-4AE30DB8ADC3}"/>
                  </a:ext>
                </a:extLst>
              </p:cNvPr>
              <p:cNvGrpSpPr>
                <a:grpSpLocks/>
              </p:cNvGrpSpPr>
              <p:nvPr/>
            </p:nvGrpSpPr>
            <p:grpSpPr bwMode="auto">
              <a:xfrm>
                <a:off x="2416455" y="3730971"/>
                <a:ext cx="166256" cy="234599"/>
                <a:chOff x="1488" y="1152"/>
                <a:chExt cx="192" cy="336"/>
              </a:xfrm>
            </p:grpSpPr>
            <p:sp>
              <p:nvSpPr>
                <p:cNvPr id="2106" name="Line 154">
                  <a:extLst>
                    <a:ext uri="{FF2B5EF4-FFF2-40B4-BE49-F238E27FC236}">
                      <a16:creationId xmlns:a16="http://schemas.microsoft.com/office/drawing/2014/main" xmlns="" id="{D8D8880B-674C-433C-A86B-7BCF1DFC7D4E}"/>
                    </a:ext>
                  </a:extLst>
                </p:cNvPr>
                <p:cNvSpPr>
                  <a:spLocks noChangeShapeType="1"/>
                </p:cNvSpPr>
                <p:nvPr/>
              </p:nvSpPr>
              <p:spPr bwMode="auto">
                <a:xfrm>
                  <a:off x="1584" y="1152"/>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7" name="Line 155">
                  <a:extLst>
                    <a:ext uri="{FF2B5EF4-FFF2-40B4-BE49-F238E27FC236}">
                      <a16:creationId xmlns:a16="http://schemas.microsoft.com/office/drawing/2014/main" xmlns="" id="{3FD137A2-6741-4E52-B288-51AF1E2078C1}"/>
                    </a:ext>
                  </a:extLst>
                </p:cNvPr>
                <p:cNvSpPr>
                  <a:spLocks noChangeShapeType="1"/>
                </p:cNvSpPr>
                <p:nvPr/>
              </p:nvSpPr>
              <p:spPr bwMode="auto">
                <a:xfrm flipH="1">
                  <a:off x="1488" y="1200"/>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8" name="Line 156">
                  <a:extLst>
                    <a:ext uri="{FF2B5EF4-FFF2-40B4-BE49-F238E27FC236}">
                      <a16:creationId xmlns:a16="http://schemas.microsoft.com/office/drawing/2014/main" xmlns="" id="{E50FE767-8825-4A8A-B8CF-961D346C2137}"/>
                    </a:ext>
                  </a:extLst>
                </p:cNvPr>
                <p:cNvSpPr>
                  <a:spLocks noChangeShapeType="1"/>
                </p:cNvSpPr>
                <p:nvPr/>
              </p:nvSpPr>
              <p:spPr bwMode="auto">
                <a:xfrm>
                  <a:off x="1488" y="1248"/>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9" name="Line 157">
                  <a:extLst>
                    <a:ext uri="{FF2B5EF4-FFF2-40B4-BE49-F238E27FC236}">
                      <a16:creationId xmlns:a16="http://schemas.microsoft.com/office/drawing/2014/main" xmlns="" id="{99A3BC48-03EC-4913-AF35-4D0E224AB4D6}"/>
                    </a:ext>
                  </a:extLst>
                </p:cNvPr>
                <p:cNvSpPr>
                  <a:spLocks noChangeShapeType="1"/>
                </p:cNvSpPr>
                <p:nvPr/>
              </p:nvSpPr>
              <p:spPr bwMode="auto">
                <a:xfrm flipH="1">
                  <a:off x="1488" y="1296"/>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10" name="Line 158">
                  <a:extLst>
                    <a:ext uri="{FF2B5EF4-FFF2-40B4-BE49-F238E27FC236}">
                      <a16:creationId xmlns:a16="http://schemas.microsoft.com/office/drawing/2014/main" xmlns="" id="{A86CE43F-B89C-4E4E-8EDE-038C15055791}"/>
                    </a:ext>
                  </a:extLst>
                </p:cNvPr>
                <p:cNvSpPr>
                  <a:spLocks noChangeShapeType="1"/>
                </p:cNvSpPr>
                <p:nvPr/>
              </p:nvSpPr>
              <p:spPr bwMode="auto">
                <a:xfrm>
                  <a:off x="1488" y="1344"/>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11" name="Line 159">
                  <a:extLst>
                    <a:ext uri="{FF2B5EF4-FFF2-40B4-BE49-F238E27FC236}">
                      <a16:creationId xmlns:a16="http://schemas.microsoft.com/office/drawing/2014/main" xmlns="" id="{8D56A737-246E-4EB1-AA29-C62764FC818D}"/>
                    </a:ext>
                  </a:extLst>
                </p:cNvPr>
                <p:cNvSpPr>
                  <a:spLocks noChangeShapeType="1"/>
                </p:cNvSpPr>
                <p:nvPr/>
              </p:nvSpPr>
              <p:spPr bwMode="auto">
                <a:xfrm flipH="1">
                  <a:off x="1488" y="1392"/>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12" name="Line 160">
                  <a:extLst>
                    <a:ext uri="{FF2B5EF4-FFF2-40B4-BE49-F238E27FC236}">
                      <a16:creationId xmlns:a16="http://schemas.microsoft.com/office/drawing/2014/main" xmlns="" id="{A934D2BC-B0FF-467B-B043-B5DB47051FF1}"/>
                    </a:ext>
                  </a:extLst>
                </p:cNvPr>
                <p:cNvSpPr>
                  <a:spLocks noChangeShapeType="1"/>
                </p:cNvSpPr>
                <p:nvPr/>
              </p:nvSpPr>
              <p:spPr bwMode="auto">
                <a:xfrm>
                  <a:off x="1488" y="1440"/>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grpSp>
          <p:sp>
            <p:nvSpPr>
              <p:cNvPr id="2076" name="Line 161">
                <a:extLst>
                  <a:ext uri="{FF2B5EF4-FFF2-40B4-BE49-F238E27FC236}">
                    <a16:creationId xmlns:a16="http://schemas.microsoft.com/office/drawing/2014/main" xmlns="" id="{2D3BD9ED-D08A-42D9-A3B4-CA0862828739}"/>
                  </a:ext>
                </a:extLst>
              </p:cNvPr>
              <p:cNvSpPr>
                <a:spLocks noChangeShapeType="1"/>
              </p:cNvSpPr>
              <p:nvPr/>
            </p:nvSpPr>
            <p:spPr bwMode="auto">
              <a:xfrm>
                <a:off x="2499583" y="3965569"/>
                <a:ext cx="0" cy="43987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77" name="AutoShape 162">
                <a:extLst>
                  <a:ext uri="{FF2B5EF4-FFF2-40B4-BE49-F238E27FC236}">
                    <a16:creationId xmlns:a16="http://schemas.microsoft.com/office/drawing/2014/main" xmlns="" id="{A07CF1D2-A3E2-4410-A66B-92F68673AA1A}"/>
                  </a:ext>
                </a:extLst>
              </p:cNvPr>
              <p:cNvSpPr>
                <a:spLocks noChangeArrowheads="1"/>
              </p:cNvSpPr>
              <p:nvPr/>
            </p:nvSpPr>
            <p:spPr bwMode="auto">
              <a:xfrm rot="10800000" flipV="1">
                <a:off x="2389224" y="4393711"/>
                <a:ext cx="220718" cy="93839"/>
              </a:xfrm>
              <a:prstGeom prst="triangle">
                <a:avLst>
                  <a:gd name="adj" fmla="val 50000"/>
                </a:avLst>
              </a:prstGeom>
              <a:solidFill>
                <a:srgbClr val="000000"/>
              </a:solidFill>
              <a:ln w="1587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p:txBody>
          </p:sp>
          <p:sp>
            <p:nvSpPr>
              <p:cNvPr id="2078" name="Line 163">
                <a:extLst>
                  <a:ext uri="{FF2B5EF4-FFF2-40B4-BE49-F238E27FC236}">
                    <a16:creationId xmlns:a16="http://schemas.microsoft.com/office/drawing/2014/main" xmlns="" id="{57158252-EA5B-4669-B1F2-966BA13C3DDD}"/>
                  </a:ext>
                </a:extLst>
              </p:cNvPr>
              <p:cNvSpPr>
                <a:spLocks noChangeShapeType="1"/>
              </p:cNvSpPr>
              <p:nvPr/>
            </p:nvSpPr>
            <p:spPr bwMode="auto">
              <a:xfrm flipV="1">
                <a:off x="2389224" y="4392357"/>
                <a:ext cx="220718"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79" name="Line 164">
                <a:extLst>
                  <a:ext uri="{FF2B5EF4-FFF2-40B4-BE49-F238E27FC236}">
                    <a16:creationId xmlns:a16="http://schemas.microsoft.com/office/drawing/2014/main" xmlns="" id="{0DD90FF3-6C40-4E68-A7F4-1E8BBC645618}"/>
                  </a:ext>
                </a:extLst>
              </p:cNvPr>
              <p:cNvSpPr>
                <a:spLocks noChangeShapeType="1"/>
              </p:cNvSpPr>
              <p:nvPr/>
            </p:nvSpPr>
            <p:spPr bwMode="auto">
              <a:xfrm>
                <a:off x="1666875" y="4810124"/>
                <a:ext cx="835884"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80" name="Line 165">
                <a:extLst>
                  <a:ext uri="{FF2B5EF4-FFF2-40B4-BE49-F238E27FC236}">
                    <a16:creationId xmlns:a16="http://schemas.microsoft.com/office/drawing/2014/main" xmlns="" id="{60758240-BED4-4C7C-8A65-840C5306465F}"/>
                  </a:ext>
                </a:extLst>
              </p:cNvPr>
              <p:cNvSpPr>
                <a:spLocks noChangeShapeType="1"/>
              </p:cNvSpPr>
              <p:nvPr/>
            </p:nvSpPr>
            <p:spPr bwMode="auto">
              <a:xfrm>
                <a:off x="2499583" y="4481686"/>
                <a:ext cx="0" cy="32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81" name="Text Box 166">
                <a:extLst>
                  <a:ext uri="{FF2B5EF4-FFF2-40B4-BE49-F238E27FC236}">
                    <a16:creationId xmlns:a16="http://schemas.microsoft.com/office/drawing/2014/main" xmlns="" id="{F8D97DEF-EA67-4967-85A8-505620A331F3}"/>
                  </a:ext>
                </a:extLst>
              </p:cNvPr>
              <p:cNvSpPr txBox="1">
                <a:spLocks noChangeArrowheads="1"/>
              </p:cNvSpPr>
              <p:nvPr/>
            </p:nvSpPr>
            <p:spPr bwMode="auto">
              <a:xfrm>
                <a:off x="2213772" y="3761739"/>
                <a:ext cx="273748" cy="28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R</a:t>
                </a:r>
              </a:p>
            </p:txBody>
          </p:sp>
          <p:sp>
            <p:nvSpPr>
              <p:cNvPr id="2082" name="Text Box 167">
                <a:extLst>
                  <a:ext uri="{FF2B5EF4-FFF2-40B4-BE49-F238E27FC236}">
                    <a16:creationId xmlns:a16="http://schemas.microsoft.com/office/drawing/2014/main" xmlns="" id="{F190B383-A240-4CD1-A96F-464D818D78E5}"/>
                  </a:ext>
                </a:extLst>
              </p:cNvPr>
              <p:cNvSpPr txBox="1">
                <a:spLocks noChangeArrowheads="1"/>
              </p:cNvSpPr>
              <p:nvPr/>
            </p:nvSpPr>
            <p:spPr bwMode="auto">
              <a:xfrm>
                <a:off x="1695437" y="4452404"/>
                <a:ext cx="521697" cy="28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D(Si)</a:t>
                </a:r>
              </a:p>
            </p:txBody>
          </p:sp>
          <p:sp>
            <p:nvSpPr>
              <p:cNvPr id="2083" name="Line 168">
                <a:extLst>
                  <a:ext uri="{FF2B5EF4-FFF2-40B4-BE49-F238E27FC236}">
                    <a16:creationId xmlns:a16="http://schemas.microsoft.com/office/drawing/2014/main" xmlns="" id="{241F58B7-1E3B-4288-BD18-81928DFC0A82}"/>
                  </a:ext>
                </a:extLst>
              </p:cNvPr>
              <p:cNvSpPr>
                <a:spLocks noChangeShapeType="1"/>
              </p:cNvSpPr>
              <p:nvPr/>
            </p:nvSpPr>
            <p:spPr bwMode="auto">
              <a:xfrm flipV="1">
                <a:off x="1672608" y="4201379"/>
                <a:ext cx="0" cy="6070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84" name="Line 169">
                <a:extLst>
                  <a:ext uri="{FF2B5EF4-FFF2-40B4-BE49-F238E27FC236}">
                    <a16:creationId xmlns:a16="http://schemas.microsoft.com/office/drawing/2014/main" xmlns="" id="{B81E2042-B3DB-44FF-A4DC-6F6E10154656}"/>
                  </a:ext>
                </a:extLst>
              </p:cNvPr>
              <p:cNvSpPr>
                <a:spLocks noChangeShapeType="1"/>
              </p:cNvSpPr>
              <p:nvPr/>
            </p:nvSpPr>
            <p:spPr bwMode="auto">
              <a:xfrm>
                <a:off x="1569415" y="4150316"/>
                <a:ext cx="214985"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85" name="Line 170">
                <a:extLst>
                  <a:ext uri="{FF2B5EF4-FFF2-40B4-BE49-F238E27FC236}">
                    <a16:creationId xmlns:a16="http://schemas.microsoft.com/office/drawing/2014/main" xmlns="" id="{571E0B91-A73A-46EA-A2AE-E4C99317B9C8}"/>
                  </a:ext>
                </a:extLst>
              </p:cNvPr>
              <p:cNvSpPr>
                <a:spLocks noChangeShapeType="1"/>
              </p:cNvSpPr>
              <p:nvPr/>
            </p:nvSpPr>
            <p:spPr bwMode="auto">
              <a:xfrm>
                <a:off x="1603813" y="4194303"/>
                <a:ext cx="13759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86" name="Text Box 171">
                <a:extLst>
                  <a:ext uri="{FF2B5EF4-FFF2-40B4-BE49-F238E27FC236}">
                    <a16:creationId xmlns:a16="http://schemas.microsoft.com/office/drawing/2014/main" xmlns="" id="{B7F18D44-AF2A-40E0-8918-36DFCA25C6C0}"/>
                  </a:ext>
                </a:extLst>
              </p:cNvPr>
              <p:cNvSpPr txBox="1">
                <a:spLocks noChangeArrowheads="1"/>
              </p:cNvSpPr>
              <p:nvPr/>
            </p:nvSpPr>
            <p:spPr bwMode="auto">
              <a:xfrm>
                <a:off x="1247760" y="4035948"/>
                <a:ext cx="494465" cy="25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5[V]</a:t>
                </a:r>
              </a:p>
            </p:txBody>
          </p:sp>
          <p:cxnSp>
            <p:nvCxnSpPr>
              <p:cNvPr id="2087" name="직선 화살표 연결선 44">
                <a:extLst>
                  <a:ext uri="{FF2B5EF4-FFF2-40B4-BE49-F238E27FC236}">
                    <a16:creationId xmlns:a16="http://schemas.microsoft.com/office/drawing/2014/main" xmlns="" id="{51FF9673-B1F0-406A-BC18-2D7F18F85798}"/>
                  </a:ext>
                </a:extLst>
              </p:cNvPr>
              <p:cNvCxnSpPr>
                <a:cxnSpLocks noChangeShapeType="1"/>
              </p:cNvCxnSpPr>
              <p:nvPr/>
            </p:nvCxnSpPr>
            <p:spPr bwMode="auto">
              <a:xfrm rot="10800000" flipV="1">
                <a:off x="2500014" y="3987551"/>
                <a:ext cx="291832" cy="180965"/>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88" name="직선 화살표 연결선 45">
                <a:extLst>
                  <a:ext uri="{FF2B5EF4-FFF2-40B4-BE49-F238E27FC236}">
                    <a16:creationId xmlns:a16="http://schemas.microsoft.com/office/drawing/2014/main" xmlns="" id="{B910B77B-1F5B-4961-AFB6-1A2F361DABBD}"/>
                  </a:ext>
                </a:extLst>
              </p:cNvPr>
              <p:cNvCxnSpPr>
                <a:cxnSpLocks noChangeShapeType="1"/>
              </p:cNvCxnSpPr>
              <p:nvPr/>
            </p:nvCxnSpPr>
            <p:spPr bwMode="auto">
              <a:xfrm rot="10800000" flipV="1">
                <a:off x="2500015" y="4598027"/>
                <a:ext cx="291832" cy="180965"/>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089" name="TextBox 46">
                <a:extLst>
                  <a:ext uri="{FF2B5EF4-FFF2-40B4-BE49-F238E27FC236}">
                    <a16:creationId xmlns:a16="http://schemas.microsoft.com/office/drawing/2014/main" xmlns="" id="{B43617DB-8E38-4135-85DF-AE8B8EF818C0}"/>
                  </a:ext>
                </a:extLst>
              </p:cNvPr>
              <p:cNvSpPr txBox="1">
                <a:spLocks noChangeArrowheads="1"/>
              </p:cNvSpPr>
              <p:nvPr/>
            </p:nvSpPr>
            <p:spPr bwMode="auto">
              <a:xfrm>
                <a:off x="2688689" y="3818987"/>
                <a:ext cx="300068"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b="1">
                    <a:latin typeface="Arial" panose="020B0600000101010101" pitchFamily="50" charset="-127"/>
                    <a:ea typeface="돋움" panose="020B0600000101010101" pitchFamily="50" charset="-127"/>
                  </a:rPr>
                  <a:t>Ⓐ</a:t>
                </a:r>
              </a:p>
            </p:txBody>
          </p:sp>
          <p:sp>
            <p:nvSpPr>
              <p:cNvPr id="2090" name="TextBox 47">
                <a:extLst>
                  <a:ext uri="{FF2B5EF4-FFF2-40B4-BE49-F238E27FC236}">
                    <a16:creationId xmlns:a16="http://schemas.microsoft.com/office/drawing/2014/main" xmlns="" id="{2E15B5C5-6254-4F17-9615-EAA6A293312C}"/>
                  </a:ext>
                </a:extLst>
              </p:cNvPr>
              <p:cNvSpPr txBox="1">
                <a:spLocks noChangeArrowheads="1"/>
              </p:cNvSpPr>
              <p:nvPr/>
            </p:nvSpPr>
            <p:spPr bwMode="auto">
              <a:xfrm>
                <a:off x="2695541" y="4423071"/>
                <a:ext cx="300068"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b="1">
                    <a:latin typeface="Arial" panose="020B0600000101010101" pitchFamily="50" charset="-127"/>
                    <a:ea typeface="돋움" panose="020B0600000101010101" pitchFamily="50" charset="-127"/>
                  </a:rPr>
                  <a:t>Ⓑ</a:t>
                </a:r>
              </a:p>
            </p:txBody>
          </p:sp>
          <p:sp>
            <p:nvSpPr>
              <p:cNvPr id="2091" name="Line 152">
                <a:extLst>
                  <a:ext uri="{FF2B5EF4-FFF2-40B4-BE49-F238E27FC236}">
                    <a16:creationId xmlns:a16="http://schemas.microsoft.com/office/drawing/2014/main" xmlns="" id="{825FB7F3-A8DC-47C8-8BC6-051C85D12002}"/>
                  </a:ext>
                </a:extLst>
              </p:cNvPr>
              <p:cNvSpPr>
                <a:spLocks noChangeShapeType="1"/>
              </p:cNvSpPr>
              <p:nvPr/>
            </p:nvSpPr>
            <p:spPr bwMode="auto">
              <a:xfrm>
                <a:off x="2082025" y="3546466"/>
                <a:ext cx="0" cy="18768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grpSp>
            <p:nvGrpSpPr>
              <p:cNvPr id="2092" name="Group 153">
                <a:extLst>
                  <a:ext uri="{FF2B5EF4-FFF2-40B4-BE49-F238E27FC236}">
                    <a16:creationId xmlns:a16="http://schemas.microsoft.com/office/drawing/2014/main" xmlns="" id="{F166D09E-4B5D-4F5A-A8E5-4AA63F555917}"/>
                  </a:ext>
                </a:extLst>
              </p:cNvPr>
              <p:cNvGrpSpPr>
                <a:grpSpLocks/>
              </p:cNvGrpSpPr>
              <p:nvPr/>
            </p:nvGrpSpPr>
            <p:grpSpPr bwMode="auto">
              <a:xfrm>
                <a:off x="1998897" y="3734146"/>
                <a:ext cx="166256" cy="234599"/>
                <a:chOff x="1488" y="1152"/>
                <a:chExt cx="192" cy="336"/>
              </a:xfrm>
            </p:grpSpPr>
            <p:sp>
              <p:nvSpPr>
                <p:cNvPr id="2099" name="Line 154">
                  <a:extLst>
                    <a:ext uri="{FF2B5EF4-FFF2-40B4-BE49-F238E27FC236}">
                      <a16:creationId xmlns:a16="http://schemas.microsoft.com/office/drawing/2014/main" xmlns="" id="{80CAE46C-65D4-42A4-8C8D-F214AB75B07D}"/>
                    </a:ext>
                  </a:extLst>
                </p:cNvPr>
                <p:cNvSpPr>
                  <a:spLocks noChangeShapeType="1"/>
                </p:cNvSpPr>
                <p:nvPr/>
              </p:nvSpPr>
              <p:spPr bwMode="auto">
                <a:xfrm>
                  <a:off x="1584" y="1152"/>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0" name="Line 155">
                  <a:extLst>
                    <a:ext uri="{FF2B5EF4-FFF2-40B4-BE49-F238E27FC236}">
                      <a16:creationId xmlns:a16="http://schemas.microsoft.com/office/drawing/2014/main" xmlns="" id="{A2739495-26D6-426C-A8C2-A3BB7A1A4B69}"/>
                    </a:ext>
                  </a:extLst>
                </p:cNvPr>
                <p:cNvSpPr>
                  <a:spLocks noChangeShapeType="1"/>
                </p:cNvSpPr>
                <p:nvPr/>
              </p:nvSpPr>
              <p:spPr bwMode="auto">
                <a:xfrm flipH="1">
                  <a:off x="1488" y="1200"/>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1" name="Line 156">
                  <a:extLst>
                    <a:ext uri="{FF2B5EF4-FFF2-40B4-BE49-F238E27FC236}">
                      <a16:creationId xmlns:a16="http://schemas.microsoft.com/office/drawing/2014/main" xmlns="" id="{755059D9-B905-4DBC-96B6-FE0E91AED90B}"/>
                    </a:ext>
                  </a:extLst>
                </p:cNvPr>
                <p:cNvSpPr>
                  <a:spLocks noChangeShapeType="1"/>
                </p:cNvSpPr>
                <p:nvPr/>
              </p:nvSpPr>
              <p:spPr bwMode="auto">
                <a:xfrm>
                  <a:off x="1488" y="1248"/>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2" name="Line 157">
                  <a:extLst>
                    <a:ext uri="{FF2B5EF4-FFF2-40B4-BE49-F238E27FC236}">
                      <a16:creationId xmlns:a16="http://schemas.microsoft.com/office/drawing/2014/main" xmlns="" id="{A3DAF926-D6E5-4683-8A4E-4CD538B8A854}"/>
                    </a:ext>
                  </a:extLst>
                </p:cNvPr>
                <p:cNvSpPr>
                  <a:spLocks noChangeShapeType="1"/>
                </p:cNvSpPr>
                <p:nvPr/>
              </p:nvSpPr>
              <p:spPr bwMode="auto">
                <a:xfrm flipH="1">
                  <a:off x="1488" y="1296"/>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3" name="Line 158">
                  <a:extLst>
                    <a:ext uri="{FF2B5EF4-FFF2-40B4-BE49-F238E27FC236}">
                      <a16:creationId xmlns:a16="http://schemas.microsoft.com/office/drawing/2014/main" xmlns="" id="{7EA7CF0B-00B5-4F44-94A5-A49B7F7EF7C0}"/>
                    </a:ext>
                  </a:extLst>
                </p:cNvPr>
                <p:cNvSpPr>
                  <a:spLocks noChangeShapeType="1"/>
                </p:cNvSpPr>
                <p:nvPr/>
              </p:nvSpPr>
              <p:spPr bwMode="auto">
                <a:xfrm>
                  <a:off x="1488" y="1344"/>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4" name="Line 159">
                  <a:extLst>
                    <a:ext uri="{FF2B5EF4-FFF2-40B4-BE49-F238E27FC236}">
                      <a16:creationId xmlns:a16="http://schemas.microsoft.com/office/drawing/2014/main" xmlns="" id="{0F8C1D08-5876-44F6-A7CE-D1E04DD4E38E}"/>
                    </a:ext>
                  </a:extLst>
                </p:cNvPr>
                <p:cNvSpPr>
                  <a:spLocks noChangeShapeType="1"/>
                </p:cNvSpPr>
                <p:nvPr/>
              </p:nvSpPr>
              <p:spPr bwMode="auto">
                <a:xfrm flipH="1">
                  <a:off x="1488" y="1392"/>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105" name="Line 160">
                  <a:extLst>
                    <a:ext uri="{FF2B5EF4-FFF2-40B4-BE49-F238E27FC236}">
                      <a16:creationId xmlns:a16="http://schemas.microsoft.com/office/drawing/2014/main" xmlns="" id="{D6010FC1-FDA0-4868-A636-3CDF65E36B6F}"/>
                    </a:ext>
                  </a:extLst>
                </p:cNvPr>
                <p:cNvSpPr>
                  <a:spLocks noChangeShapeType="1"/>
                </p:cNvSpPr>
                <p:nvPr/>
              </p:nvSpPr>
              <p:spPr bwMode="auto">
                <a:xfrm>
                  <a:off x="1488" y="1440"/>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grpSp>
          <p:sp>
            <p:nvSpPr>
              <p:cNvPr id="2093" name="Line 161">
                <a:extLst>
                  <a:ext uri="{FF2B5EF4-FFF2-40B4-BE49-F238E27FC236}">
                    <a16:creationId xmlns:a16="http://schemas.microsoft.com/office/drawing/2014/main" xmlns="" id="{9FA6B8DF-CC34-44C4-BCDA-CFF0DE7AB50F}"/>
                  </a:ext>
                </a:extLst>
              </p:cNvPr>
              <p:cNvSpPr>
                <a:spLocks noChangeShapeType="1"/>
              </p:cNvSpPr>
              <p:nvPr/>
            </p:nvSpPr>
            <p:spPr bwMode="auto">
              <a:xfrm>
                <a:off x="2082025" y="3968744"/>
                <a:ext cx="0" cy="43987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94" name="AutoShape 162">
                <a:extLst>
                  <a:ext uri="{FF2B5EF4-FFF2-40B4-BE49-F238E27FC236}">
                    <a16:creationId xmlns:a16="http://schemas.microsoft.com/office/drawing/2014/main" xmlns="" id="{728320E8-7F65-43EC-8EEF-4C747640EF90}"/>
                  </a:ext>
                </a:extLst>
              </p:cNvPr>
              <p:cNvSpPr>
                <a:spLocks noChangeArrowheads="1"/>
              </p:cNvSpPr>
              <p:nvPr/>
            </p:nvSpPr>
            <p:spPr bwMode="auto">
              <a:xfrm rot="10800000" flipV="1">
                <a:off x="1971666" y="4396886"/>
                <a:ext cx="220718" cy="93839"/>
              </a:xfrm>
              <a:prstGeom prst="triangle">
                <a:avLst>
                  <a:gd name="adj" fmla="val 50000"/>
                </a:avLst>
              </a:prstGeom>
              <a:solidFill>
                <a:srgbClr val="000000"/>
              </a:solidFill>
              <a:ln w="15875">
                <a:solidFill>
                  <a:srgbClr val="000000"/>
                </a:solidFill>
                <a:miter lim="800000"/>
                <a:headEnd/>
                <a:tailEnd/>
              </a:ln>
            </p:spPr>
            <p:txBody>
              <a:bodyPr anchor="ct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p:txBody>
          </p:sp>
          <p:sp>
            <p:nvSpPr>
              <p:cNvPr id="2095" name="Line 163">
                <a:extLst>
                  <a:ext uri="{FF2B5EF4-FFF2-40B4-BE49-F238E27FC236}">
                    <a16:creationId xmlns:a16="http://schemas.microsoft.com/office/drawing/2014/main" xmlns="" id="{502AB90C-26C5-48EB-B99B-B94E810B4764}"/>
                  </a:ext>
                </a:extLst>
              </p:cNvPr>
              <p:cNvSpPr>
                <a:spLocks noChangeShapeType="1"/>
              </p:cNvSpPr>
              <p:nvPr/>
            </p:nvSpPr>
            <p:spPr bwMode="auto">
              <a:xfrm flipV="1">
                <a:off x="1971666" y="4392609"/>
                <a:ext cx="220718"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96" name="Line 165">
                <a:extLst>
                  <a:ext uri="{FF2B5EF4-FFF2-40B4-BE49-F238E27FC236}">
                    <a16:creationId xmlns:a16="http://schemas.microsoft.com/office/drawing/2014/main" xmlns="" id="{791FA2E0-B61F-4384-B12C-DF36D0A2FAFB}"/>
                  </a:ext>
                </a:extLst>
              </p:cNvPr>
              <p:cNvSpPr>
                <a:spLocks noChangeShapeType="1"/>
              </p:cNvSpPr>
              <p:nvPr/>
            </p:nvSpPr>
            <p:spPr bwMode="auto">
              <a:xfrm>
                <a:off x="2082025" y="4484861"/>
                <a:ext cx="0" cy="32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pPr latinLnBrk="0"/>
                <a:endParaRPr lang="ko-KR" altLang="en-US"/>
              </a:p>
            </p:txBody>
          </p:sp>
          <p:sp>
            <p:nvSpPr>
              <p:cNvPr id="2097" name="Text Box 166">
                <a:extLst>
                  <a:ext uri="{FF2B5EF4-FFF2-40B4-BE49-F238E27FC236}">
                    <a16:creationId xmlns:a16="http://schemas.microsoft.com/office/drawing/2014/main" xmlns="" id="{6436F529-B262-4706-A05D-36BEE4E1EC07}"/>
                  </a:ext>
                </a:extLst>
              </p:cNvPr>
              <p:cNvSpPr txBox="1">
                <a:spLocks noChangeArrowheads="1"/>
              </p:cNvSpPr>
              <p:nvPr/>
            </p:nvSpPr>
            <p:spPr bwMode="auto">
              <a:xfrm>
                <a:off x="1796343" y="3763425"/>
                <a:ext cx="273748" cy="28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R</a:t>
                </a:r>
              </a:p>
            </p:txBody>
          </p:sp>
          <p:sp>
            <p:nvSpPr>
              <p:cNvPr id="2098" name="Text Box 167">
                <a:extLst>
                  <a:ext uri="{FF2B5EF4-FFF2-40B4-BE49-F238E27FC236}">
                    <a16:creationId xmlns:a16="http://schemas.microsoft.com/office/drawing/2014/main" xmlns="" id="{FFEFBD49-7F0D-4DF7-825C-026F4D7F7742}"/>
                  </a:ext>
                </a:extLst>
              </p:cNvPr>
              <p:cNvSpPr txBox="1">
                <a:spLocks noChangeArrowheads="1"/>
              </p:cNvSpPr>
              <p:nvPr/>
            </p:nvSpPr>
            <p:spPr bwMode="auto">
              <a:xfrm>
                <a:off x="2114541" y="4452934"/>
                <a:ext cx="521697" cy="28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D(Si)</a:t>
                </a:r>
              </a:p>
            </p:txBody>
          </p:sp>
        </p:grpSp>
      </p:grpSp>
      <p:sp>
        <p:nvSpPr>
          <p:cNvPr id="2071" name="Rectangle 78">
            <a:extLst>
              <a:ext uri="{FF2B5EF4-FFF2-40B4-BE49-F238E27FC236}">
                <a16:creationId xmlns:a16="http://schemas.microsoft.com/office/drawing/2014/main" xmlns="" id="{944D36CA-4F00-4315-923C-FEEF89ABFDEB}"/>
              </a:ext>
            </a:extLst>
          </p:cNvPr>
          <p:cNvSpPr>
            <a:spLocks noChangeArrowheads="1"/>
          </p:cNvSpPr>
          <p:nvPr/>
        </p:nvSpPr>
        <p:spPr bwMode="auto">
          <a:xfrm>
            <a:off x="3441700" y="8574033"/>
            <a:ext cx="3121025"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15. Vật liệu trở kháng nào không được sử dụng trong biến trở?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Màng cacbon</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Màng kim loại</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Dây cuốn</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Màng gốm sứ</a:t>
            </a:r>
          </a:p>
        </p:txBody>
      </p:sp>
      <p:grpSp>
        <p:nvGrpSpPr>
          <p:cNvPr id="3" name="그룹 2">
            <a:extLst>
              <a:ext uri="{FF2B5EF4-FFF2-40B4-BE49-F238E27FC236}">
                <a16:creationId xmlns:a16="http://schemas.microsoft.com/office/drawing/2014/main" xmlns="" id="{0759E772-342E-4278-B7E0-61C58870F827}"/>
              </a:ext>
            </a:extLst>
          </p:cNvPr>
          <p:cNvGrpSpPr/>
          <p:nvPr/>
        </p:nvGrpSpPr>
        <p:grpSpPr>
          <a:xfrm>
            <a:off x="1440222" y="8459485"/>
            <a:ext cx="1820863" cy="1081088"/>
            <a:chOff x="1346200" y="8337550"/>
            <a:chExt cx="1820863" cy="1081088"/>
          </a:xfrm>
        </p:grpSpPr>
        <p:pic>
          <p:nvPicPr>
            <p:cNvPr id="2068" name="Picture 6">
              <a:extLst>
                <a:ext uri="{FF2B5EF4-FFF2-40B4-BE49-F238E27FC236}">
                  <a16:creationId xmlns:a16="http://schemas.microsoft.com/office/drawing/2014/main" xmlns="" id="{E2D8306F-3A57-463B-A96F-0D0B82B9211F}"/>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200" y="8337550"/>
              <a:ext cx="1820863"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xmlns="" id="{97C25632-AC2D-43B9-8A93-B6BD0EE038C5}"/>
                </a:ext>
              </a:extLst>
            </p:cNvPr>
            <p:cNvSpPr txBox="1"/>
            <p:nvPr/>
          </p:nvSpPr>
          <p:spPr>
            <a:xfrm>
              <a:off x="1700808" y="9214438"/>
              <a:ext cx="270868" cy="58292"/>
            </a:xfrm>
            <a:prstGeom prst="rect">
              <a:avLst/>
            </a:prstGeom>
            <a:solidFill>
              <a:schemeClr val="bg1"/>
            </a:solidFill>
          </p:spPr>
          <p:txBody>
            <a:bodyPr wrap="square" lIns="0" tIns="0" rIns="0" bIns="0" rtlCol="0">
              <a:noAutofit/>
            </a:bodyPr>
            <a:lstStyle/>
            <a:p>
              <a:pPr latinLnBrk="0"/>
              <a:r>
                <a:rPr lang="vi-VN" sz="300" b="1"/>
                <a:t>Phóng điện nhiễu</a:t>
              </a:r>
            </a:p>
          </p:txBody>
        </p:sp>
        <p:sp>
          <p:nvSpPr>
            <p:cNvPr id="72" name="TextBox 71">
              <a:extLst>
                <a:ext uri="{FF2B5EF4-FFF2-40B4-BE49-F238E27FC236}">
                  <a16:creationId xmlns:a16="http://schemas.microsoft.com/office/drawing/2014/main" xmlns="" id="{2F8137FE-54A1-4833-99B5-E068D5B71559}"/>
                </a:ext>
              </a:extLst>
            </p:cNvPr>
            <p:cNvSpPr txBox="1"/>
            <p:nvPr/>
          </p:nvSpPr>
          <p:spPr>
            <a:xfrm>
              <a:off x="2636245" y="9214938"/>
              <a:ext cx="270868" cy="58292"/>
            </a:xfrm>
            <a:prstGeom prst="rect">
              <a:avLst/>
            </a:prstGeom>
            <a:solidFill>
              <a:schemeClr val="bg1"/>
            </a:solidFill>
          </p:spPr>
          <p:txBody>
            <a:bodyPr wrap="square" lIns="0" tIns="0" rIns="0" bIns="0" rtlCol="0">
              <a:noAutofit/>
            </a:bodyPr>
            <a:lstStyle/>
            <a:p>
              <a:pPr latinLnBrk="0"/>
              <a:r>
                <a:rPr lang="vi-VN" sz="300" b="1"/>
                <a:t>Phóng điện nhiễu</a:t>
              </a:r>
            </a:p>
          </p:txBody>
        </p:sp>
        <p:sp>
          <p:nvSpPr>
            <p:cNvPr id="73" name="TextBox 72">
              <a:extLst>
                <a:ext uri="{FF2B5EF4-FFF2-40B4-BE49-F238E27FC236}">
                  <a16:creationId xmlns:a16="http://schemas.microsoft.com/office/drawing/2014/main" xmlns="" id="{AE10A4E5-8247-4033-A762-3514D58912BA}"/>
                </a:ext>
              </a:extLst>
            </p:cNvPr>
            <p:cNvSpPr txBox="1"/>
            <p:nvPr/>
          </p:nvSpPr>
          <p:spPr>
            <a:xfrm>
              <a:off x="2448219" y="9214438"/>
              <a:ext cx="174034" cy="58292"/>
            </a:xfrm>
            <a:prstGeom prst="rect">
              <a:avLst/>
            </a:prstGeom>
            <a:solidFill>
              <a:schemeClr val="bg1"/>
            </a:solidFill>
          </p:spPr>
          <p:txBody>
            <a:bodyPr wrap="square" lIns="0" tIns="0" rIns="0" bIns="0" rtlCol="0">
              <a:noAutofit/>
            </a:bodyPr>
            <a:lstStyle/>
            <a:p>
              <a:pPr latinLnBrk="0"/>
              <a:r>
                <a:rPr lang="vi-VN" sz="300" b="1"/>
                <a:t>Chattering</a:t>
              </a:r>
            </a:p>
          </p:txBody>
        </p:sp>
        <p:sp>
          <p:nvSpPr>
            <p:cNvPr id="75" name="TextBox 74">
              <a:extLst>
                <a:ext uri="{FF2B5EF4-FFF2-40B4-BE49-F238E27FC236}">
                  <a16:creationId xmlns:a16="http://schemas.microsoft.com/office/drawing/2014/main" xmlns="" id="{D96CEDA0-DFE4-4884-9DD8-5C9ED6185030}"/>
                </a:ext>
              </a:extLst>
            </p:cNvPr>
            <p:cNvSpPr txBox="1"/>
            <p:nvPr/>
          </p:nvSpPr>
          <p:spPr>
            <a:xfrm>
              <a:off x="1986732" y="9208044"/>
              <a:ext cx="174034" cy="58292"/>
            </a:xfrm>
            <a:prstGeom prst="rect">
              <a:avLst/>
            </a:prstGeom>
            <a:solidFill>
              <a:schemeClr val="bg1"/>
            </a:solidFill>
          </p:spPr>
          <p:txBody>
            <a:bodyPr wrap="square" lIns="0" tIns="0" rIns="0" bIns="0" rtlCol="0">
              <a:noAutofit/>
            </a:bodyPr>
            <a:lstStyle/>
            <a:p>
              <a:pPr latinLnBrk="0"/>
              <a:r>
                <a:rPr lang="vi-VN" sz="300" b="1" dirty="0"/>
                <a:t>Chattering</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a:extLst>
              <a:ext uri="{FF2B5EF4-FFF2-40B4-BE49-F238E27FC236}">
                <a16:creationId xmlns:a16="http://schemas.microsoft.com/office/drawing/2014/main" xmlns="" id="{7A28004F-A88F-4B27-A482-279A71CF13CA}"/>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3075" name="Rectangle 3">
            <a:extLst>
              <a:ext uri="{FF2B5EF4-FFF2-40B4-BE49-F238E27FC236}">
                <a16:creationId xmlns:a16="http://schemas.microsoft.com/office/drawing/2014/main" xmlns="" id="{29357DB8-648F-4B8F-A583-885445EE1E3B}"/>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9000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a:latin typeface="Arial" panose="020B0604020202020204" pitchFamily="34" charset="0"/>
              <a:ea typeface="돋움" panose="020B0600000101010101" pitchFamily="50" charset="-127"/>
            </a:endParaRPr>
          </a:p>
          <a:p>
            <a:pPr eaLnBrk="1" latinLnBrk="0" hangingPunct="1">
              <a:spcBef>
                <a:spcPct val="0"/>
              </a:spcBef>
              <a:buFontTx/>
              <a:buNone/>
            </a:pPr>
            <a:endParaRPr lang="en-US" altLang="ko-KR" sz="900" b="1">
              <a:latin typeface="Arial" panose="020B0604020202020204" pitchFamily="34" charset="0"/>
              <a:ea typeface="돋움" panose="020B0600000101010101" pitchFamily="50" charset="-127"/>
            </a:endParaRPr>
          </a:p>
        </p:txBody>
      </p:sp>
      <p:sp>
        <p:nvSpPr>
          <p:cNvPr id="3076" name="Rectangle 4">
            <a:extLst>
              <a:ext uri="{FF2B5EF4-FFF2-40B4-BE49-F238E27FC236}">
                <a16:creationId xmlns:a16="http://schemas.microsoft.com/office/drawing/2014/main" xmlns="" id="{1BA629D9-3AE0-47EE-BC59-5000FAD45C2B}"/>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9000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ko-KR" sz="900">
              <a:latin typeface="Arial" panose="020B0604020202020204" pitchFamily="34" charset="0"/>
              <a:ea typeface="돋움" panose="020B0600000101010101" pitchFamily="50" charset="-127"/>
            </a:endParaRPr>
          </a:p>
        </p:txBody>
      </p:sp>
      <p:sp>
        <p:nvSpPr>
          <p:cNvPr id="3077" name="Rectangle 72">
            <a:extLst>
              <a:ext uri="{FF2B5EF4-FFF2-40B4-BE49-F238E27FC236}">
                <a16:creationId xmlns:a16="http://schemas.microsoft.com/office/drawing/2014/main" xmlns="" id="{6F367684-C694-400C-B531-125F880C3B01}"/>
              </a:ext>
            </a:extLst>
          </p:cNvPr>
          <p:cNvSpPr>
            <a:spLocks noChangeArrowheads="1"/>
          </p:cNvSpPr>
          <p:nvPr/>
        </p:nvSpPr>
        <p:spPr bwMode="auto">
          <a:xfrm>
            <a:off x="304800" y="4652963"/>
            <a:ext cx="31242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19. C trong hình sau tương ứng với hiện tượng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a:latin typeface="Arial" panose="020B0600000101010101" pitchFamily="50" charset="-127"/>
                <a:ea typeface="돋움" panose="020B0600000101010101" pitchFamily="50" charset="-127"/>
              </a:rPr>
              <a:t>① Phục hồi</a:t>
            </a:r>
          </a:p>
          <a:p>
            <a:pPr eaLnBrk="1" latinLnBrk="0" hangingPunct="1">
              <a:spcBef>
                <a:spcPct val="0"/>
              </a:spcBef>
              <a:buFontTx/>
              <a:buNone/>
            </a:pPr>
            <a:r>
              <a:rPr lang="vi-VN" sz="900">
                <a:latin typeface="Arial" panose="020B0600000101010101" pitchFamily="50" charset="-127"/>
                <a:ea typeface="돋움" panose="020B0600000101010101" pitchFamily="50" charset="-127"/>
              </a:rPr>
              <a:t>② Phóng bức xạ điện từ</a:t>
            </a:r>
          </a:p>
          <a:p>
            <a:pPr eaLnBrk="1" latinLnBrk="0" hangingPunct="1">
              <a:spcBef>
                <a:spcPct val="0"/>
              </a:spcBef>
              <a:buFontTx/>
              <a:buNone/>
            </a:pPr>
            <a:r>
              <a:rPr lang="vi-VN" sz="900">
                <a:solidFill>
                  <a:srgbClr val="FF0000"/>
                </a:solidFill>
                <a:latin typeface="Arial" panose="020B0600000101010101" pitchFamily="50" charset="-127"/>
                <a:ea typeface="돋움" panose="020B0600000101010101" pitchFamily="50" charset="-127"/>
              </a:rPr>
              <a:t>③ Điện ly</a:t>
            </a:r>
          </a:p>
          <a:p>
            <a:pPr eaLnBrk="1" latinLnBrk="0" hangingPunct="1">
              <a:spcBef>
                <a:spcPct val="0"/>
              </a:spcBef>
              <a:buFontTx/>
              <a:buNone/>
            </a:pPr>
            <a:r>
              <a:rPr lang="vi-VN" sz="900">
                <a:latin typeface="Arial" panose="020B0600000101010101" pitchFamily="50" charset="-127"/>
                <a:ea typeface="돋움" panose="020B0600000101010101" pitchFamily="50" charset="-127"/>
              </a:rPr>
              <a:t>④ Kích thích</a:t>
            </a:r>
          </a:p>
        </p:txBody>
      </p:sp>
      <p:sp>
        <p:nvSpPr>
          <p:cNvPr id="3079" name="Rectangle 80">
            <a:extLst>
              <a:ext uri="{FF2B5EF4-FFF2-40B4-BE49-F238E27FC236}">
                <a16:creationId xmlns:a16="http://schemas.microsoft.com/office/drawing/2014/main" xmlns="" id="{1125D510-6AEC-4FB0-9C3D-04F1A2CA92F8}"/>
              </a:ext>
            </a:extLst>
          </p:cNvPr>
          <p:cNvSpPr>
            <a:spLocks noChangeArrowheads="1"/>
          </p:cNvSpPr>
          <p:nvPr/>
        </p:nvSpPr>
        <p:spPr bwMode="auto">
          <a:xfrm>
            <a:off x="304800" y="849313"/>
            <a:ext cx="3124200" cy="1061829"/>
          </a:xfrm>
          <a:prstGeom prst="rect">
            <a:avLst/>
          </a:prstGeom>
          <a:solidFill>
            <a:schemeClr val="accent2">
              <a:lumMod val="40000"/>
              <a:lumOff val="60000"/>
            </a:schemeClr>
          </a:solidFill>
          <a:ln>
            <a:noFill/>
          </a:ln>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16. Tụ điện nào được sử dụng như bình ngưng dòng của nguồn điện?</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Tụ Tantalum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Tụ điện Styrene</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Tụ gốm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Tụ điện điện phân</a:t>
            </a:r>
          </a:p>
        </p:txBody>
      </p:sp>
      <p:sp>
        <p:nvSpPr>
          <p:cNvPr id="3080" name="Rectangle 81">
            <a:extLst>
              <a:ext uri="{FF2B5EF4-FFF2-40B4-BE49-F238E27FC236}">
                <a16:creationId xmlns:a16="http://schemas.microsoft.com/office/drawing/2014/main" xmlns="" id="{D2BBC6A6-8F9C-4EA0-BB7B-E7CE6AA805C7}"/>
              </a:ext>
            </a:extLst>
          </p:cNvPr>
          <p:cNvSpPr>
            <a:spLocks noChangeArrowheads="1"/>
          </p:cNvSpPr>
          <p:nvPr/>
        </p:nvSpPr>
        <p:spPr bwMode="auto">
          <a:xfrm>
            <a:off x="307975" y="2000250"/>
            <a:ext cx="312102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latin typeface="Arial" panose="020B0600000101010101" pitchFamily="50" charset="-127"/>
                <a:ea typeface="돋움" panose="020B0600000101010101" pitchFamily="50" charset="-127"/>
              </a:rPr>
              <a:t>17. Mạch nào không thể tạo nên bởi tụ điện?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a:latin typeface="Arial" panose="020B0600000101010101" pitchFamily="50" charset="-127"/>
                <a:ea typeface="돋움" panose="020B0600000101010101" pitchFamily="50" charset="-127"/>
              </a:rPr>
              <a:t>① Mạch lọc điện (Smoothing circuit)</a:t>
            </a:r>
          </a:p>
          <a:p>
            <a:pPr eaLnBrk="1" latinLnBrk="0" hangingPunct="1">
              <a:spcBef>
                <a:spcPct val="0"/>
              </a:spcBef>
              <a:buFontTx/>
              <a:buNone/>
            </a:pPr>
            <a:r>
              <a:rPr lang="vi-VN" sz="900">
                <a:latin typeface="Arial" panose="020B0600000101010101" pitchFamily="50" charset="-127"/>
                <a:ea typeface="돋움" panose="020B0600000101010101" pitchFamily="50" charset="-127"/>
              </a:rPr>
              <a:t>② Mạch trễ thời gian</a:t>
            </a:r>
          </a:p>
          <a:p>
            <a:pPr eaLnBrk="1" latinLnBrk="0" hangingPunct="1">
              <a:spcBef>
                <a:spcPct val="0"/>
              </a:spcBef>
              <a:buFontTx/>
              <a:buNone/>
            </a:pPr>
            <a:r>
              <a:rPr lang="vi-VN" sz="900">
                <a:latin typeface="Arial" panose="020B0600000101010101" pitchFamily="50" charset="-127"/>
                <a:ea typeface="돋움" panose="020B0600000101010101" pitchFamily="50" charset="-127"/>
              </a:rPr>
              <a:t>③ Mạch Filter</a:t>
            </a:r>
          </a:p>
          <a:p>
            <a:pPr eaLnBrk="1" latinLnBrk="0" hangingPunct="1">
              <a:spcBef>
                <a:spcPct val="0"/>
              </a:spcBef>
              <a:buFontTx/>
              <a:buNone/>
            </a:pPr>
            <a:r>
              <a:rPr lang="vi-VN" sz="900">
                <a:solidFill>
                  <a:srgbClr val="FF0000"/>
                </a:solidFill>
                <a:latin typeface="Arial" panose="020B0600000101010101" pitchFamily="50" charset="-127"/>
                <a:ea typeface="돋움" panose="020B0600000101010101" pitchFamily="50" charset="-127"/>
              </a:rPr>
              <a:t>④ Mạch điện áp không đổi</a:t>
            </a:r>
          </a:p>
        </p:txBody>
      </p:sp>
      <p:sp>
        <p:nvSpPr>
          <p:cNvPr id="3081" name="Rectangle 82">
            <a:extLst>
              <a:ext uri="{FF2B5EF4-FFF2-40B4-BE49-F238E27FC236}">
                <a16:creationId xmlns:a16="http://schemas.microsoft.com/office/drawing/2014/main" xmlns="" id="{D1151C1B-DBE6-48FE-AF29-238F62FFE080}"/>
              </a:ext>
            </a:extLst>
          </p:cNvPr>
          <p:cNvSpPr>
            <a:spLocks noChangeArrowheads="1"/>
          </p:cNvSpPr>
          <p:nvPr/>
        </p:nvSpPr>
        <p:spPr bwMode="auto">
          <a:xfrm>
            <a:off x="306388" y="3224213"/>
            <a:ext cx="31226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18. Hiện tượng lực điện động xảy ra khi thay đổi từ thông đi qua cuộn dây là gì?</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Hiện tượng tự cảm</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Cảm ứng điện từ</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Suất điện động cảm ứng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Định luật Lenz</a:t>
            </a:r>
          </a:p>
        </p:txBody>
      </p:sp>
      <p:sp>
        <p:nvSpPr>
          <p:cNvPr id="3082" name="Rectangle 84">
            <a:extLst>
              <a:ext uri="{FF2B5EF4-FFF2-40B4-BE49-F238E27FC236}">
                <a16:creationId xmlns:a16="http://schemas.microsoft.com/office/drawing/2014/main" xmlns="" id="{580CBC22-F47E-43B9-A32B-4C96318863D5}"/>
              </a:ext>
            </a:extLst>
          </p:cNvPr>
          <p:cNvSpPr>
            <a:spLocks noChangeArrowheads="1"/>
          </p:cNvSpPr>
          <p:nvPr/>
        </p:nvSpPr>
        <p:spPr bwMode="auto">
          <a:xfrm>
            <a:off x="306388" y="6608763"/>
            <a:ext cx="316865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20. Giá trị Vrms của dạng sóng có giá trị cực đại là 10 V, 500 Hz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3,5 V</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5,3V</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7,07V</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0,7V</a:t>
            </a:r>
          </a:p>
        </p:txBody>
      </p:sp>
      <p:sp>
        <p:nvSpPr>
          <p:cNvPr id="16" name="Text Box 6">
            <a:extLst>
              <a:ext uri="{FF2B5EF4-FFF2-40B4-BE49-F238E27FC236}">
                <a16:creationId xmlns:a16="http://schemas.microsoft.com/office/drawing/2014/main" xmlns="" id="{CFE15A46-EB8D-438A-8C62-006A6235AF7B}"/>
              </a:ext>
            </a:extLst>
          </p:cNvPr>
          <p:cNvSpPr txBox="1">
            <a:spLocks noChangeArrowheads="1"/>
          </p:cNvSpPr>
          <p:nvPr/>
        </p:nvSpPr>
        <p:spPr bwMode="auto">
          <a:xfrm>
            <a:off x="123825" y="228600"/>
            <a:ext cx="3429144"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Điện tử điện cơ ]</a:t>
            </a:r>
          </a:p>
        </p:txBody>
      </p:sp>
      <p:grpSp>
        <p:nvGrpSpPr>
          <p:cNvPr id="2" name="그룹 1">
            <a:extLst>
              <a:ext uri="{FF2B5EF4-FFF2-40B4-BE49-F238E27FC236}">
                <a16:creationId xmlns:a16="http://schemas.microsoft.com/office/drawing/2014/main" xmlns="" id="{A0FC101B-9713-4B87-8DA6-97E4229BE8DB}"/>
              </a:ext>
            </a:extLst>
          </p:cNvPr>
          <p:cNvGrpSpPr/>
          <p:nvPr/>
        </p:nvGrpSpPr>
        <p:grpSpPr>
          <a:xfrm>
            <a:off x="1772816" y="4927600"/>
            <a:ext cx="1470423" cy="1295400"/>
            <a:chOff x="1429940" y="5002213"/>
            <a:chExt cx="1470423" cy="1295400"/>
          </a:xfrm>
        </p:grpSpPr>
        <p:grpSp>
          <p:nvGrpSpPr>
            <p:cNvPr id="3078" name="Group 73">
              <a:extLst>
                <a:ext uri="{FF2B5EF4-FFF2-40B4-BE49-F238E27FC236}">
                  <a16:creationId xmlns:a16="http://schemas.microsoft.com/office/drawing/2014/main" xmlns="" id="{C61BFC05-E3F0-43AD-A511-4DD62AE21974}"/>
                </a:ext>
              </a:extLst>
            </p:cNvPr>
            <p:cNvGrpSpPr>
              <a:grpSpLocks/>
            </p:cNvGrpSpPr>
            <p:nvPr/>
          </p:nvGrpSpPr>
          <p:grpSpPr bwMode="auto">
            <a:xfrm>
              <a:off x="1460500" y="5002213"/>
              <a:ext cx="1439863" cy="1295400"/>
              <a:chOff x="1071" y="580"/>
              <a:chExt cx="907" cy="816"/>
            </a:xfrm>
          </p:grpSpPr>
          <p:pic>
            <p:nvPicPr>
              <p:cNvPr id="3084" name="Picture 74">
                <a:extLst>
                  <a:ext uri="{FF2B5EF4-FFF2-40B4-BE49-F238E27FC236}">
                    <a16:creationId xmlns:a16="http://schemas.microsoft.com/office/drawing/2014/main" xmlns="" id="{7CBB11DD-3C94-4D01-B015-21B2837CC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580"/>
                <a:ext cx="907"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5" name="Text Box 75">
                <a:extLst>
                  <a:ext uri="{FF2B5EF4-FFF2-40B4-BE49-F238E27FC236}">
                    <a16:creationId xmlns:a16="http://schemas.microsoft.com/office/drawing/2014/main" xmlns="" id="{809658D7-E9BC-4889-B0FF-61A85307AB7C}"/>
                  </a:ext>
                </a:extLst>
              </p:cNvPr>
              <p:cNvSpPr txBox="1">
                <a:spLocks noChangeArrowheads="1"/>
              </p:cNvSpPr>
              <p:nvPr/>
            </p:nvSpPr>
            <p:spPr bwMode="auto">
              <a:xfrm>
                <a:off x="1313" y="600"/>
                <a:ext cx="1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b="1">
                    <a:latin typeface="Arial" panose="020B0600000101010101" pitchFamily="50" charset="-127"/>
                    <a:ea typeface="돋움" panose="020B0600000101010101" pitchFamily="50" charset="-127"/>
                  </a:rPr>
                  <a:t>A</a:t>
                </a:r>
              </a:p>
            </p:txBody>
          </p:sp>
          <p:sp>
            <p:nvSpPr>
              <p:cNvPr id="3086" name="Text Box 76">
                <a:extLst>
                  <a:ext uri="{FF2B5EF4-FFF2-40B4-BE49-F238E27FC236}">
                    <a16:creationId xmlns:a16="http://schemas.microsoft.com/office/drawing/2014/main" xmlns="" id="{58E9E1BC-0D2A-43A9-A638-737707313682}"/>
                  </a:ext>
                </a:extLst>
              </p:cNvPr>
              <p:cNvSpPr txBox="1">
                <a:spLocks noChangeArrowheads="1"/>
              </p:cNvSpPr>
              <p:nvPr/>
            </p:nvSpPr>
            <p:spPr bwMode="auto">
              <a:xfrm>
                <a:off x="1593" y="716"/>
                <a:ext cx="1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b="1">
                    <a:latin typeface="Arial" panose="020B0600000101010101" pitchFamily="50" charset="-127"/>
                    <a:ea typeface="돋움" panose="020B0600000101010101" pitchFamily="50" charset="-127"/>
                  </a:rPr>
                  <a:t>B</a:t>
                </a:r>
              </a:p>
            </p:txBody>
          </p:sp>
          <p:sp>
            <p:nvSpPr>
              <p:cNvPr id="3087" name="Text Box 77">
                <a:extLst>
                  <a:ext uri="{FF2B5EF4-FFF2-40B4-BE49-F238E27FC236}">
                    <a16:creationId xmlns:a16="http://schemas.microsoft.com/office/drawing/2014/main" xmlns="" id="{4905B990-E288-4D35-AA05-CF4E3DC74ED9}"/>
                  </a:ext>
                </a:extLst>
              </p:cNvPr>
              <p:cNvSpPr txBox="1">
                <a:spLocks noChangeArrowheads="1"/>
              </p:cNvSpPr>
              <p:nvPr/>
            </p:nvSpPr>
            <p:spPr bwMode="auto">
              <a:xfrm>
                <a:off x="1267" y="1021"/>
                <a:ext cx="1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b="1">
                    <a:latin typeface="Arial" panose="020B0600000101010101" pitchFamily="50" charset="-127"/>
                    <a:ea typeface="돋움" panose="020B0600000101010101" pitchFamily="50" charset="-127"/>
                  </a:rPr>
                  <a:t>C</a:t>
                </a:r>
              </a:p>
            </p:txBody>
          </p:sp>
        </p:grpSp>
        <p:sp>
          <p:nvSpPr>
            <p:cNvPr id="17" name="TextBox 16">
              <a:extLst>
                <a:ext uri="{FF2B5EF4-FFF2-40B4-BE49-F238E27FC236}">
                  <a16:creationId xmlns:a16="http://schemas.microsoft.com/office/drawing/2014/main" xmlns="" id="{8BDB2ECF-FE0A-4FDD-9FC7-53F47747B127}"/>
                </a:ext>
              </a:extLst>
            </p:cNvPr>
            <p:cNvSpPr txBox="1"/>
            <p:nvPr/>
          </p:nvSpPr>
          <p:spPr>
            <a:xfrm>
              <a:off x="2399804" y="5105625"/>
              <a:ext cx="270868" cy="63399"/>
            </a:xfrm>
            <a:prstGeom prst="rect">
              <a:avLst/>
            </a:prstGeom>
            <a:solidFill>
              <a:schemeClr val="bg1"/>
            </a:solidFill>
          </p:spPr>
          <p:txBody>
            <a:bodyPr wrap="square" lIns="0" tIns="0" rIns="0" bIns="0" rtlCol="0">
              <a:noAutofit/>
            </a:bodyPr>
            <a:lstStyle/>
            <a:p>
              <a:pPr latinLnBrk="0"/>
              <a:r>
                <a:rPr lang="vi-VN" sz="300" b="1"/>
                <a:t>Phản xạ ánh sáng</a:t>
              </a:r>
            </a:p>
          </p:txBody>
        </p:sp>
        <p:sp>
          <p:nvSpPr>
            <p:cNvPr id="18" name="TextBox 17">
              <a:extLst>
                <a:ext uri="{FF2B5EF4-FFF2-40B4-BE49-F238E27FC236}">
                  <a16:creationId xmlns:a16="http://schemas.microsoft.com/office/drawing/2014/main" xmlns="" id="{39FD7139-828A-427C-8601-D8856143B37E}"/>
                </a:ext>
              </a:extLst>
            </p:cNvPr>
            <p:cNvSpPr txBox="1"/>
            <p:nvPr/>
          </p:nvSpPr>
          <p:spPr>
            <a:xfrm>
              <a:off x="1556792" y="5303889"/>
              <a:ext cx="288032" cy="85675"/>
            </a:xfrm>
            <a:prstGeom prst="rect">
              <a:avLst/>
            </a:prstGeom>
            <a:solidFill>
              <a:schemeClr val="bg1"/>
            </a:solidFill>
          </p:spPr>
          <p:txBody>
            <a:bodyPr wrap="square" lIns="0" tIns="0" rIns="0" bIns="0" rtlCol="0">
              <a:noAutofit/>
            </a:bodyPr>
            <a:lstStyle/>
            <a:p>
              <a:pPr latinLnBrk="0"/>
              <a:r>
                <a:rPr lang="vi-VN" sz="300" b="1"/>
                <a:t>Va chạm điện tử</a:t>
              </a:r>
            </a:p>
          </p:txBody>
        </p:sp>
        <p:sp>
          <p:nvSpPr>
            <p:cNvPr id="19" name="TextBox 18">
              <a:extLst>
                <a:ext uri="{FF2B5EF4-FFF2-40B4-BE49-F238E27FC236}">
                  <a16:creationId xmlns:a16="http://schemas.microsoft.com/office/drawing/2014/main" xmlns="" id="{1ABBE2BE-70E2-4BCD-8B41-00D10EA49808}"/>
                </a:ext>
              </a:extLst>
            </p:cNvPr>
            <p:cNvSpPr txBox="1"/>
            <p:nvPr/>
          </p:nvSpPr>
          <p:spPr>
            <a:xfrm>
              <a:off x="1429940" y="5996933"/>
              <a:ext cx="270868" cy="108195"/>
            </a:xfrm>
            <a:prstGeom prst="rect">
              <a:avLst/>
            </a:prstGeom>
            <a:solidFill>
              <a:schemeClr val="bg1"/>
            </a:solidFill>
          </p:spPr>
          <p:txBody>
            <a:bodyPr wrap="square" lIns="0" tIns="0" rIns="0" bIns="0" rtlCol="0">
              <a:noAutofit/>
            </a:bodyPr>
            <a:lstStyle/>
            <a:p>
              <a:pPr latinLnBrk="0"/>
              <a:r>
                <a:rPr lang="vi-VN" sz="300" b="1"/>
                <a:t>Electron tự do</a:t>
              </a:r>
            </a:p>
          </p:txBody>
        </p:sp>
      </p:grpSp>
      <p:pic>
        <p:nvPicPr>
          <p:cNvPr id="2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76324"/>
          <a:stretch/>
        </p:blipFill>
        <p:spPr bwMode="auto">
          <a:xfrm>
            <a:off x="3552969" y="820738"/>
            <a:ext cx="3116391" cy="8856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xmlns="" id="{6BDAA289-E008-474E-85A4-5EC7C36941AD}"/>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21. Đáp án nào sau đây là thứ tự của hoạt động PLC?</a:t>
            </a:r>
          </a:p>
          <a:p>
            <a:pPr eaLnBrk="1" latinLnBrk="0" hangingPunct="1">
              <a:spcBef>
                <a:spcPct val="0"/>
              </a:spcBef>
              <a:buFontTx/>
              <a:buNone/>
            </a:pPr>
            <a:endParaRPr lang="en-US" altLang="ko-KR" sz="900" dirty="0">
              <a:solidFill>
                <a:srgbClr val="FF0000"/>
              </a:solidFill>
              <a:latin typeface="돋움" panose="020B0600000101010101" pitchFamily="50" charset="-127"/>
              <a:ea typeface="돋움" panose="020B0600000101010101" pitchFamily="50" charset="-127"/>
            </a:endParaRPr>
          </a:p>
          <a:p>
            <a:pPr marL="144000" indent="-144000" eaLnBrk="1" latinLnBrk="0" hangingPunct="1">
              <a:spcBef>
                <a:spcPct val="0"/>
              </a:spcBef>
              <a:spcAft>
                <a:spcPts val="600"/>
              </a:spcAft>
              <a:buFontTx/>
              <a:buNone/>
            </a:pPr>
            <a:r>
              <a:rPr lang="vi-VN" sz="900" dirty="0">
                <a:solidFill>
                  <a:srgbClr val="FF0000"/>
                </a:solidFill>
                <a:latin typeface="Arial" panose="020B0600000101010101" pitchFamily="50" charset="-127"/>
                <a:ea typeface="돋움" panose="020B0600000101010101" pitchFamily="50" charset="-127"/>
              </a:rPr>
              <a:t>① Bắt đầu vận hành → Refresh khu vực đầu vào → Scan → Refresh khu vực đầu ra → Kết thúc</a:t>
            </a:r>
            <a:r>
              <a:rPr lang="vi-VN" sz="900" dirty="0">
                <a:latin typeface="Arial" panose="020B0600000101010101" pitchFamily="50" charset="-127"/>
                <a:ea typeface="돋움" panose="020B0600000101010101" pitchFamily="50" charset="-127"/>
              </a:rPr>
              <a:t> </a:t>
            </a:r>
          </a:p>
          <a:p>
            <a:pPr marL="144000" indent="-144000" eaLnBrk="1" latinLnBrk="0" hangingPunct="1">
              <a:spcBef>
                <a:spcPct val="0"/>
              </a:spcBef>
              <a:spcAft>
                <a:spcPts val="600"/>
              </a:spcAft>
              <a:buFontTx/>
              <a:buNone/>
            </a:pPr>
            <a:r>
              <a:rPr lang="vi-VN" sz="900" dirty="0">
                <a:latin typeface="Arial" panose="020B0600000101010101" pitchFamily="50" charset="-127"/>
                <a:ea typeface="돋움" panose="020B0600000101010101" pitchFamily="50" charset="-127"/>
              </a:rPr>
              <a:t>② Bắt đầu vận hành → Scan → Refresh khu vực đầu vào → Refresh khu vực đầu ra → Kết thúc</a:t>
            </a:r>
          </a:p>
          <a:p>
            <a:pPr marL="144000" indent="-144000" eaLnBrk="1" latinLnBrk="0" hangingPunct="1">
              <a:spcBef>
                <a:spcPct val="0"/>
              </a:spcBef>
              <a:spcAft>
                <a:spcPts val="600"/>
              </a:spcAft>
              <a:buFontTx/>
              <a:buNone/>
            </a:pPr>
            <a:r>
              <a:rPr lang="vi-VN" sz="900" dirty="0">
                <a:latin typeface="Arial" panose="020B0600000101010101" pitchFamily="50" charset="-127"/>
                <a:ea typeface="돋움" panose="020B0600000101010101" pitchFamily="50" charset="-127"/>
              </a:rPr>
              <a:t>③ Bắt đầu vận hành → Scan → Refresh khu vực đầu ra → Refresh khu vực đầu vào → Kết thúc</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Bắt đầu vận hành → Refresh khu vực đầu vào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dirty="0">
                <a:latin typeface="Arial" panose="020B0600000101010101" pitchFamily="50" charset="-127"/>
                <a:ea typeface="돋움" panose="020B0600000101010101" pitchFamily="50" charset="-127"/>
              </a:rPr>
              <a:t>→ Refresh khu vực đầu ra → Scan→ Kết thúc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22. Mô tảo dưới đây không đúng về Data Resister “D”?</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Nếu Reset lại PLC sau khi lưu dữ liệu trên Data Resister  thì dữ liệu sẽ được lưu lại.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1 điểm trên Data Resister bao gồm 16 bit. Data Register có thể đọc/ghi (Read/Write) theo đơn vị 16 bit.</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Khi xử lý dữ liệu 32 bit thì sẽ sử dụng 2 điểm.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Dữ liệu đang được lưu trên Data Resister sẽ bị xóa (Clear) khi bật nguồn hoặc khi vận hành bằng nút cài đặt lại (Reset Switch).</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23. Rơ le nội bộ nào dưới đây dùng cho Data Link?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Z</a:t>
            </a:r>
            <a:r>
              <a:rPr lang="vi-VN" altLang="ko-KR"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M              </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③ B              </a:t>
            </a:r>
            <a:r>
              <a:rPr lang="en-US" sz="900" dirty="0">
                <a:solidFill>
                  <a:srgbClr val="FF0000"/>
                </a:solidFill>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W</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24. Bộ nhớ nào sau đây không thể sử dụng khi cài đặt File Register R?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Bộ nhớ chương trình</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RAM tiêu chuẩn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Bộ nhớ chỉ đọc (ROM)</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Bộ nhớ tạm (RAM)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25. Tính năng nào đúng với giải thích dưới đây?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dirty="0">
                <a:latin typeface="Arial" panose="020B0600000101010101" pitchFamily="50" charset="-127"/>
                <a:ea typeface="돋움" panose="020B0600000101010101" pitchFamily="50" charset="-127"/>
              </a:rPr>
              <a:t>“Nếu có file nhận xét được lưu sau khi đọc PLC của thiết bị thì ta có thể sao chép và sử dụng nhận xét.”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 ① Cắt</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② Sao chép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 ③ Lấy file</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Dán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26. Đâu không phải là lí do sử dụng nhiều chương trình?    </a:t>
            </a:r>
          </a:p>
          <a:p>
            <a:pPr eaLnBrk="1" latinLnBrk="0" hangingPunct="1">
              <a:lnSpc>
                <a:spcPct val="20000"/>
              </a:lnSpc>
              <a:spcBef>
                <a:spcPct val="5000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50000"/>
              </a:spcBef>
              <a:buFontTx/>
              <a:buNone/>
            </a:pPr>
            <a:r>
              <a:rPr lang="vi-VN" sz="900" dirty="0">
                <a:latin typeface="Arial" panose="020B0600000101010101" pitchFamily="50" charset="-127"/>
                <a:ea typeface="돋움" panose="020B0600000101010101" pitchFamily="50" charset="-127"/>
              </a:rPr>
              <a:t>① Quản lý chương trình một cách hiệu quả</a:t>
            </a:r>
          </a:p>
          <a:p>
            <a:pPr eaLnBrk="1" latinLnBrk="0" hangingPunct="1">
              <a:lnSpc>
                <a:spcPct val="60000"/>
              </a:lnSpc>
              <a:spcBef>
                <a:spcPct val="50000"/>
              </a:spcBef>
              <a:buFontTx/>
              <a:buNone/>
            </a:pPr>
            <a:r>
              <a:rPr lang="vi-VN" sz="900" dirty="0">
                <a:latin typeface="Arial" panose="020B0600000101010101" pitchFamily="50" charset="-127"/>
                <a:ea typeface="돋움" panose="020B0600000101010101" pitchFamily="50" charset="-127"/>
              </a:rPr>
              <a:t>② Dễ dàng bảo trì và lập trình</a:t>
            </a:r>
          </a:p>
          <a:p>
            <a:pPr eaLnBrk="1" latinLnBrk="0" hangingPunct="1">
              <a:lnSpc>
                <a:spcPct val="70000"/>
              </a:lnSpc>
              <a:spcBef>
                <a:spcPct val="50000"/>
              </a:spcBef>
              <a:buFontTx/>
              <a:buNone/>
            </a:pPr>
            <a:r>
              <a:rPr lang="vi-VN" sz="900" dirty="0">
                <a:latin typeface="Arial" panose="020B0600000101010101" pitchFamily="50" charset="-127"/>
                <a:ea typeface="돋움" panose="020B0600000101010101" pitchFamily="50" charset="-127"/>
              </a:rPr>
              <a:t>③ Giảm thời gian quét và quản lý thiết bị ổn định hơn</a:t>
            </a:r>
          </a:p>
          <a:p>
            <a:pPr eaLnBrk="1" latinLnBrk="0" hangingPunct="1">
              <a:lnSpc>
                <a:spcPct val="60000"/>
              </a:lnSpc>
              <a:spcBef>
                <a:spcPct val="50000"/>
              </a:spcBef>
              <a:buFontTx/>
              <a:buNone/>
            </a:pPr>
            <a:r>
              <a:rPr lang="vi-VN" sz="900" dirty="0">
                <a:solidFill>
                  <a:srgbClr val="FF0000"/>
                </a:solidFill>
                <a:latin typeface="Arial" panose="020B0600000101010101" pitchFamily="50" charset="-127"/>
                <a:ea typeface="돋움" panose="020B0600000101010101" pitchFamily="50" charset="-127"/>
              </a:rPr>
              <a:t>④ Giảm sử dụng các thiết bị trùng lặp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27. Giải thích nào về lệnh SET/RST không đúng?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Nếu điều kiện đầu vào SET là ON thì đầu ra được chỉ định sẽ là ON.</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Nếu điều kiện đầu vào là OFF thì đầu ra cũng sẽ OFF.</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Ngay cả đi điều kiện đầu vào SET là OFF thì đầu ra được chỉ định vẫn duy trì trạng thái ON.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Nếu điều kiện RST là ON thì đầu ra sẽ OFF. </a:t>
            </a: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p:txBody>
      </p:sp>
      <p:sp>
        <p:nvSpPr>
          <p:cNvPr id="4099" name="Rectangle 4">
            <a:extLst>
              <a:ext uri="{FF2B5EF4-FFF2-40B4-BE49-F238E27FC236}">
                <a16:creationId xmlns:a16="http://schemas.microsoft.com/office/drawing/2014/main" xmlns="" id="{71294383-F1A0-4D61-977D-103DCC0F2455}"/>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28. Số trình điều khiển và tên bộ nhớ nội bộ PLC CPU nào không đúng?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Ổ đĩa số 0 bộ nhớ chương trình</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Ổ đĩa Số 1 Thẻ nhớ RAM</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Ổ đĩa Số 3 Thẻ nhớ ROM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Ổ đĩa số 4 ROM tiêu chuẩn</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lnSpc>
                <a:spcPct val="120000"/>
              </a:lnSpc>
              <a:spcBef>
                <a:spcPct val="0"/>
              </a:spcBef>
              <a:buFontTx/>
              <a:buNone/>
            </a:pPr>
            <a:r>
              <a:rPr lang="vi-VN" sz="900" dirty="0">
                <a:latin typeface="Arial" panose="020B0600000101010101" pitchFamily="50" charset="-127"/>
                <a:ea typeface="돋움" panose="020B0600000101010101" pitchFamily="50" charset="-127"/>
              </a:rPr>
              <a:t>29. Dưới đây là trình tự hoạt động khi tháo thẻ nhớ khi bật nguồn PLC. Chọn phương án sai</a:t>
            </a:r>
          </a:p>
          <a:p>
            <a:pPr eaLnBrk="1" latinLnBrk="0" hangingPunct="1">
              <a:lnSpc>
                <a:spcPct val="120000"/>
              </a:lnSpc>
              <a:spcBef>
                <a:spcPct val="0"/>
              </a:spcBef>
              <a:buFontTx/>
              <a:buNone/>
            </a:pPr>
            <a:r>
              <a:rPr lang="vi-VN" sz="900" dirty="0">
                <a:latin typeface="Arial" panose="020B0600000101010101" pitchFamily="50" charset="-127"/>
                <a:ea typeface="돋움" panose="020B0600000101010101" pitchFamily="50" charset="-127"/>
              </a:rPr>
              <a:t>       </a:t>
            </a:r>
          </a:p>
          <a:p>
            <a:pPr marL="144000" indent="-144000" eaLnBrk="1" latinLnBrk="0" hangingPunct="1">
              <a:lnSpc>
                <a:spcPct val="120000"/>
              </a:lnSpc>
              <a:spcBef>
                <a:spcPct val="0"/>
              </a:spcBef>
              <a:buFontTx/>
              <a:buNone/>
            </a:pPr>
            <a:r>
              <a:rPr lang="vi-VN" sz="900" dirty="0">
                <a:solidFill>
                  <a:srgbClr val="FF0000"/>
                </a:solidFill>
                <a:latin typeface="Arial" panose="020B0600000101010101" pitchFamily="50" charset="-127"/>
                <a:ea typeface="돋움" panose="020B0600000101010101" pitchFamily="50" charset="-127"/>
              </a:rPr>
              <a:t>① Tắt rơle đặc biệt SM609.                </a:t>
            </a:r>
          </a:p>
          <a:p>
            <a:pPr marL="144000" indent="-144000" eaLnBrk="1" latinLnBrk="0" hangingPunct="1">
              <a:lnSpc>
                <a:spcPct val="120000"/>
              </a:lnSpc>
              <a:spcBef>
                <a:spcPct val="0"/>
              </a:spcBef>
              <a:buFontTx/>
              <a:buNone/>
            </a:pPr>
            <a:r>
              <a:rPr lang="vi-VN" sz="900" dirty="0">
                <a:latin typeface="Arial" panose="020B0600000101010101" pitchFamily="50" charset="-127"/>
                <a:ea typeface="돋움" panose="020B0600000101010101" pitchFamily="50" charset="-127"/>
              </a:rPr>
              <a:t>② Xác nhận rơ le đặc biệt SM604 (đang sử dụng) đã ở trạng thái OFF. </a:t>
            </a:r>
          </a:p>
          <a:p>
            <a:pPr marL="144000" indent="-144000" eaLnBrk="1" latinLnBrk="0" hangingPunct="1">
              <a:lnSpc>
                <a:spcPct val="120000"/>
              </a:lnSpc>
              <a:spcBef>
                <a:spcPct val="0"/>
              </a:spcBef>
              <a:buFontTx/>
              <a:buNone/>
            </a:pPr>
            <a:r>
              <a:rPr lang="vi-VN" sz="900" dirty="0">
                <a:latin typeface="Arial" panose="020B0600000101010101" pitchFamily="50" charset="-127"/>
                <a:ea typeface="돋움" panose="020B0600000101010101" pitchFamily="50" charset="-127"/>
              </a:rPr>
              <a:t>③ Xác nhận rơ le đặc biệt SM605 (không được tháo) đã ở trạng thái OFF. </a:t>
            </a:r>
          </a:p>
          <a:p>
            <a:pPr marL="144000" indent="-144000" eaLnBrk="1" latinLnBrk="0" hangingPunct="1">
              <a:lnSpc>
                <a:spcPct val="120000"/>
              </a:lnSpc>
              <a:spcBef>
                <a:spcPct val="0"/>
              </a:spcBef>
              <a:buFontTx/>
              <a:buNone/>
            </a:pPr>
            <a:r>
              <a:rPr lang="vi-VN" sz="900" dirty="0">
                <a:latin typeface="Arial" panose="020B0600000101010101" pitchFamily="50" charset="-127"/>
                <a:ea typeface="돋움" panose="020B0600000101010101" pitchFamily="50" charset="-127"/>
              </a:rPr>
              <a:t>④ Nhấn nút EJECT thẻ nhớ để loại bỏ.</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ko-KR" altLang="en-US"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30. Thời gian backup của tụ điện bên trong khi thay pin CPU là bao nhiêu?</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1 phút</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2 phút</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3 phút</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5 phút </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31. Hãy chuyển đổi nhị phân 1110 1010 0111 sang thập lục phân.</a:t>
            </a: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EB7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DA7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③ DB7        </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④ EA7</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32. Phạm vi input/output của module Q64DA trong cấu hình PLC ở trên là gì?</a:t>
            </a: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2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2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2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Y130~Y13F</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Y140~Y14F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YC0~YCF</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④ YE0~YEF</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33. Thiết bị nào duy trì giá trị hiện tại khi mất điện?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M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Y             </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③ L            </a:t>
            </a:r>
            <a:r>
              <a:rPr lang="en-US" sz="900" dirty="0">
                <a:solidFill>
                  <a:srgbClr val="FF0000"/>
                </a:solidFill>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X</a:t>
            </a: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10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34. Đây là giải thích về Link Relay trong thiết bị PLC. Hãy chọn giải thích sai.</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Là rơ le nội bộ dùng cho Data Link và không thể xuất ra bên ngoài.</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Được cấu tạo bởi 1 điểm 16 bit dùng cho Data Link, có thể đọc/ghi theo đơn vị 16 bit.</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Không giới hạn số lượng sử dụng trong chương trình.</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Phạm vi không được đặt làm cài đặt thông tin liên kết Link ban đầu được sử dụng làm rơ le nội bộ.</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p:txBody>
      </p:sp>
      <p:grpSp>
        <p:nvGrpSpPr>
          <p:cNvPr id="4100" name="그룹 8">
            <a:extLst>
              <a:ext uri="{FF2B5EF4-FFF2-40B4-BE49-F238E27FC236}">
                <a16:creationId xmlns:a16="http://schemas.microsoft.com/office/drawing/2014/main" xmlns="" id="{598C6829-6491-41BD-81C3-3FE9E0131BE9}"/>
              </a:ext>
            </a:extLst>
          </p:cNvPr>
          <p:cNvGrpSpPr>
            <a:grpSpLocks/>
          </p:cNvGrpSpPr>
          <p:nvPr/>
        </p:nvGrpSpPr>
        <p:grpSpPr bwMode="auto">
          <a:xfrm>
            <a:off x="3505993" y="5832574"/>
            <a:ext cx="2970213" cy="1136650"/>
            <a:chOff x="387350" y="5472113"/>
            <a:chExt cx="2970213" cy="1136650"/>
          </a:xfrm>
        </p:grpSpPr>
        <p:pic>
          <p:nvPicPr>
            <p:cNvPr id="4103" name="그림 40">
              <a:extLst>
                <a:ext uri="{FF2B5EF4-FFF2-40B4-BE49-F238E27FC236}">
                  <a16:creationId xmlns:a16="http://schemas.microsoft.com/office/drawing/2014/main" xmlns="" id="{C2898236-D90E-4950-8688-981CD2203B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7350" y="5472113"/>
              <a:ext cx="2970213"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04" name="직선 화살표 연결선 2">
              <a:extLst>
                <a:ext uri="{FF2B5EF4-FFF2-40B4-BE49-F238E27FC236}">
                  <a16:creationId xmlns:a16="http://schemas.microsoft.com/office/drawing/2014/main" xmlns="" id="{DDC6DB5D-DA13-4410-B69E-16D4E0C5BC91}"/>
                </a:ext>
              </a:extLst>
            </p:cNvPr>
            <p:cNvCxnSpPr>
              <a:cxnSpLocks noChangeShapeType="1"/>
            </p:cNvCxnSpPr>
            <p:nvPr/>
          </p:nvCxnSpPr>
          <p:spPr bwMode="auto">
            <a:xfrm flipH="1">
              <a:off x="2016125" y="6537325"/>
              <a:ext cx="2381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01" name="Line 2">
            <a:extLst>
              <a:ext uri="{FF2B5EF4-FFF2-40B4-BE49-F238E27FC236}">
                <a16:creationId xmlns:a16="http://schemas.microsoft.com/office/drawing/2014/main" xmlns="" id="{EF474EC7-698C-4342-9C74-F3AF196F0370}"/>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10" name="Text Box 6">
            <a:extLst>
              <a:ext uri="{FF2B5EF4-FFF2-40B4-BE49-F238E27FC236}">
                <a16:creationId xmlns:a16="http://schemas.microsoft.com/office/drawing/2014/main" xmlns="" id="{BCEF9FD8-1797-4EA2-B0E1-C63EB671DC25}"/>
              </a:ext>
            </a:extLst>
          </p:cNvPr>
          <p:cNvSpPr txBox="1">
            <a:spLocks noChangeArrowheads="1"/>
          </p:cNvSpPr>
          <p:nvPr/>
        </p:nvSpPr>
        <p:spPr bwMode="auto">
          <a:xfrm>
            <a:off x="123825" y="228600"/>
            <a:ext cx="2366353"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PLC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xmlns="" id="{B33A3FC5-39BA-46BC-A7E5-4C95DEBCF5D4}"/>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35. Nội dung nào sai khi giải thích về COUNT?</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① Nếu có tín hiệu đầu vào ngay cả sau khi COUNT UP thì sẽ được tính.</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 ② COUNT được tính khi tín hiệu đầu vào là ON.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 ③ Sau khi COUNT UP, trạng thái tiếp điểm hoặc giá trị hiện tại sẽ không đổi cho đến khi lệnh RST được thực hiện.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 ④ Nếu lệnh RST được thực thi trước khi COUNT UP thì giá trị hiện tại sẽ đổi thành 0.</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36. Thiết bị nào được điền vào dấu (     ) dưới đây?</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① N0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M0         </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③ M98        </a:t>
            </a:r>
            <a:r>
              <a:rPr lang="en-US" sz="900" dirty="0">
                <a:solidFill>
                  <a:srgbClr val="FF0000"/>
                </a:solidFill>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K98</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37. Sau khi ON/OFF X0 trong 1 giây, chương trình nào sẽ làm Y40 chuyển thành trạng thái ON trong 3 giây tiếp theo?</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marL="1620000" indent="-1620000"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②</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620000" indent="-1620000" eaLnBrk="1" latinLnBrk="0" hangingPunct="1">
              <a:spcBef>
                <a:spcPct val="0"/>
              </a:spcBef>
              <a:buFontTx/>
              <a:buNone/>
            </a:pPr>
            <a:r>
              <a:rPr lang="vi-VN" sz="900" dirty="0">
                <a:latin typeface="Arial" panose="020B0600000101010101" pitchFamily="50" charset="-127"/>
                <a:ea typeface="돋움" panose="020B0600000101010101" pitchFamily="50" charset="-127"/>
              </a:rPr>
              <a:t>③</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38. Vùng Data device được phân bổ đến 12K. Phạm vi có khả năng sử dụng là gì?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 ① D0~D12000</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D0~D1200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③ D0~D12287</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D0~D12999</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39. Nếu lệnh MC là OFF thì giải thích nào về kết quả tính toán giữa MC và MCR là đúng?</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Giá trị hiện tại của 100 ms, 10 ms TIMER được duy trì.</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Các giá trị TIMER, COUNT tích lũy sẽ bị xóa thành “0”.</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Lệnh OUT vẫn duy trì ở trạng thái đó.</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Lệnh SET/RST, SFT vẫn duy trì ở trạng thái đó.</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p:txBody>
      </p:sp>
      <p:sp>
        <p:nvSpPr>
          <p:cNvPr id="5123" name="Rectangle 4">
            <a:extLst>
              <a:ext uri="{FF2B5EF4-FFF2-40B4-BE49-F238E27FC236}">
                <a16:creationId xmlns:a16="http://schemas.microsoft.com/office/drawing/2014/main" xmlns="" id="{9CC282DF-A9EF-44E4-BAD3-62B5A06432DA}"/>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40. Sau khi ON X1 trong vòng 5 giây rồi OFF thì giá trị C0 là?</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1</a:t>
            </a:r>
            <a:r>
              <a:rPr lang="vi-VN" sz="900" dirty="0">
                <a:latin typeface="Arial" panose="020B0600000101010101" pitchFamily="50" charset="-127"/>
                <a:ea typeface="돋움" panose="020B0600000101010101" pitchFamily="50" charset="-127"/>
              </a:rPr>
              <a:t>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5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③ 50           </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0</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p:txBody>
      </p:sp>
      <p:grpSp>
        <p:nvGrpSpPr>
          <p:cNvPr id="5124" name="그룹 171">
            <a:extLst>
              <a:ext uri="{FF2B5EF4-FFF2-40B4-BE49-F238E27FC236}">
                <a16:creationId xmlns:a16="http://schemas.microsoft.com/office/drawing/2014/main" xmlns="" id="{18F07353-92D2-41C4-AEAA-1438ADA99C56}"/>
              </a:ext>
            </a:extLst>
          </p:cNvPr>
          <p:cNvGrpSpPr>
            <a:grpSpLocks/>
          </p:cNvGrpSpPr>
          <p:nvPr/>
        </p:nvGrpSpPr>
        <p:grpSpPr bwMode="auto">
          <a:xfrm>
            <a:off x="276225" y="2726406"/>
            <a:ext cx="2974975" cy="923925"/>
            <a:chOff x="0" y="0"/>
            <a:chExt cx="2975188" cy="920864"/>
          </a:xfrm>
        </p:grpSpPr>
        <p:sp>
          <p:nvSpPr>
            <p:cNvPr id="5200" name="Line 16">
              <a:extLst>
                <a:ext uri="{FF2B5EF4-FFF2-40B4-BE49-F238E27FC236}">
                  <a16:creationId xmlns:a16="http://schemas.microsoft.com/office/drawing/2014/main" xmlns="" id="{BFFC6A8D-BA90-4871-B39F-A21F16274DE9}"/>
                </a:ext>
              </a:extLst>
            </p:cNvPr>
            <p:cNvSpPr>
              <a:spLocks noChangeShapeType="1"/>
            </p:cNvSpPr>
            <p:nvPr/>
          </p:nvSpPr>
          <p:spPr bwMode="auto">
            <a:xfrm>
              <a:off x="364502" y="143837"/>
              <a:ext cx="0" cy="2777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1" name="Line 17">
              <a:extLst>
                <a:ext uri="{FF2B5EF4-FFF2-40B4-BE49-F238E27FC236}">
                  <a16:creationId xmlns:a16="http://schemas.microsoft.com/office/drawing/2014/main" xmlns="" id="{94A8161D-75C3-4DDA-B2A6-601E57FF62B5}"/>
                </a:ext>
              </a:extLst>
            </p:cNvPr>
            <p:cNvSpPr>
              <a:spLocks noChangeShapeType="1"/>
            </p:cNvSpPr>
            <p:nvPr/>
          </p:nvSpPr>
          <p:spPr bwMode="auto">
            <a:xfrm>
              <a:off x="275112" y="421608"/>
              <a:ext cx="1665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2" name="Line 18">
              <a:extLst>
                <a:ext uri="{FF2B5EF4-FFF2-40B4-BE49-F238E27FC236}">
                  <a16:creationId xmlns:a16="http://schemas.microsoft.com/office/drawing/2014/main" xmlns="" id="{3A3994F6-7FE4-4887-863F-F698EEE3ECB6}"/>
                </a:ext>
              </a:extLst>
            </p:cNvPr>
            <p:cNvSpPr>
              <a:spLocks noChangeShapeType="1"/>
            </p:cNvSpPr>
            <p:nvPr/>
          </p:nvSpPr>
          <p:spPr bwMode="auto">
            <a:xfrm>
              <a:off x="275112" y="478565"/>
              <a:ext cx="1665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3" name="Line 19">
              <a:extLst>
                <a:ext uri="{FF2B5EF4-FFF2-40B4-BE49-F238E27FC236}">
                  <a16:creationId xmlns:a16="http://schemas.microsoft.com/office/drawing/2014/main" xmlns="" id="{760A4DE4-2281-4E49-8BC0-D4029D2F422D}"/>
                </a:ext>
              </a:extLst>
            </p:cNvPr>
            <p:cNvSpPr>
              <a:spLocks noChangeShapeType="1"/>
            </p:cNvSpPr>
            <p:nvPr/>
          </p:nvSpPr>
          <p:spPr bwMode="auto">
            <a:xfrm>
              <a:off x="364502" y="476674"/>
              <a:ext cx="0" cy="3891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4" name="Line 20">
              <a:extLst>
                <a:ext uri="{FF2B5EF4-FFF2-40B4-BE49-F238E27FC236}">
                  <a16:creationId xmlns:a16="http://schemas.microsoft.com/office/drawing/2014/main" xmlns="" id="{16D5489C-16AC-4DC9-865F-E8FDA552C1A5}"/>
                </a:ext>
              </a:extLst>
            </p:cNvPr>
            <p:cNvSpPr>
              <a:spLocks noChangeShapeType="1"/>
            </p:cNvSpPr>
            <p:nvPr/>
          </p:nvSpPr>
          <p:spPr bwMode="auto">
            <a:xfrm>
              <a:off x="364503" y="255190"/>
              <a:ext cx="2492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5" name="Line 22">
              <a:extLst>
                <a:ext uri="{FF2B5EF4-FFF2-40B4-BE49-F238E27FC236}">
                  <a16:creationId xmlns:a16="http://schemas.microsoft.com/office/drawing/2014/main" xmlns="" id="{15FFF91A-BA05-445E-B5FB-DA195A3CE813}"/>
                </a:ext>
              </a:extLst>
            </p:cNvPr>
            <p:cNvSpPr>
              <a:spLocks noChangeShapeType="1"/>
            </p:cNvSpPr>
            <p:nvPr/>
          </p:nvSpPr>
          <p:spPr bwMode="auto">
            <a:xfrm>
              <a:off x="676030" y="189557"/>
              <a:ext cx="0" cy="1339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6" name="Line 23">
              <a:extLst>
                <a:ext uri="{FF2B5EF4-FFF2-40B4-BE49-F238E27FC236}">
                  <a16:creationId xmlns:a16="http://schemas.microsoft.com/office/drawing/2014/main" xmlns="" id="{6E4A3CA3-49EF-4A00-A6C1-6CC12332D6E4}"/>
                </a:ext>
              </a:extLst>
            </p:cNvPr>
            <p:cNvSpPr>
              <a:spLocks noChangeShapeType="1"/>
            </p:cNvSpPr>
            <p:nvPr/>
          </p:nvSpPr>
          <p:spPr bwMode="auto">
            <a:xfrm>
              <a:off x="682372" y="255190"/>
              <a:ext cx="9593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7" name="Rectangle 24">
              <a:extLst>
                <a:ext uri="{FF2B5EF4-FFF2-40B4-BE49-F238E27FC236}">
                  <a16:creationId xmlns:a16="http://schemas.microsoft.com/office/drawing/2014/main" xmlns="" id="{AD5961D6-4FE9-4351-8594-38767681803E}"/>
                </a:ext>
              </a:extLst>
            </p:cNvPr>
            <p:cNvSpPr>
              <a:spLocks noChangeArrowheads="1"/>
            </p:cNvSpPr>
            <p:nvPr/>
          </p:nvSpPr>
          <p:spPr bwMode="auto">
            <a:xfrm>
              <a:off x="1640604" y="142402"/>
              <a:ext cx="1113570" cy="21834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solidFill>
                  <a:srgbClr val="000000"/>
                </a:solidFill>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solidFill>
                  <a:srgbClr val="000000"/>
                </a:solidFill>
                <a:latin typeface="돋움" panose="020B0600000101010101" pitchFamily="50" charset="-127"/>
                <a:ea typeface="돋움" panose="020B0600000101010101" pitchFamily="50" charset="-127"/>
              </a:endParaRPr>
            </a:p>
          </p:txBody>
        </p:sp>
        <p:sp>
          <p:nvSpPr>
            <p:cNvPr id="5208" name="Line 25">
              <a:extLst>
                <a:ext uri="{FF2B5EF4-FFF2-40B4-BE49-F238E27FC236}">
                  <a16:creationId xmlns:a16="http://schemas.microsoft.com/office/drawing/2014/main" xmlns="" id="{E9BEE3B7-528D-4453-ADDA-17425224B078}"/>
                </a:ext>
              </a:extLst>
            </p:cNvPr>
            <p:cNvSpPr>
              <a:spLocks noChangeShapeType="1"/>
            </p:cNvSpPr>
            <p:nvPr/>
          </p:nvSpPr>
          <p:spPr bwMode="auto">
            <a:xfrm>
              <a:off x="1919648" y="14016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09" name="Line 26">
              <a:extLst>
                <a:ext uri="{FF2B5EF4-FFF2-40B4-BE49-F238E27FC236}">
                  <a16:creationId xmlns:a16="http://schemas.microsoft.com/office/drawing/2014/main" xmlns="" id="{58B48006-9FD8-4779-BDD4-4FEA26F408BB}"/>
                </a:ext>
              </a:extLst>
            </p:cNvPr>
            <p:cNvSpPr>
              <a:spLocks noChangeShapeType="1"/>
            </p:cNvSpPr>
            <p:nvPr/>
          </p:nvSpPr>
          <p:spPr bwMode="auto">
            <a:xfrm>
              <a:off x="2031080" y="140165"/>
              <a:ext cx="0" cy="2214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0" name="Line 27">
              <a:extLst>
                <a:ext uri="{FF2B5EF4-FFF2-40B4-BE49-F238E27FC236}">
                  <a16:creationId xmlns:a16="http://schemas.microsoft.com/office/drawing/2014/main" xmlns="" id="{D3430133-C5BE-461B-90E6-3ADA1FD9F7B3}"/>
                </a:ext>
              </a:extLst>
            </p:cNvPr>
            <p:cNvSpPr>
              <a:spLocks noChangeShapeType="1"/>
            </p:cNvSpPr>
            <p:nvPr/>
          </p:nvSpPr>
          <p:spPr bwMode="auto">
            <a:xfrm>
              <a:off x="2364151" y="140165"/>
              <a:ext cx="0" cy="2214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1" name="Line 28">
              <a:extLst>
                <a:ext uri="{FF2B5EF4-FFF2-40B4-BE49-F238E27FC236}">
                  <a16:creationId xmlns:a16="http://schemas.microsoft.com/office/drawing/2014/main" xmlns="" id="{29F9D26A-D728-4E92-AC18-161C22D6AB6C}"/>
                </a:ext>
              </a:extLst>
            </p:cNvPr>
            <p:cNvSpPr>
              <a:spLocks noChangeShapeType="1"/>
            </p:cNvSpPr>
            <p:nvPr/>
          </p:nvSpPr>
          <p:spPr bwMode="auto">
            <a:xfrm>
              <a:off x="2752325" y="255190"/>
              <a:ext cx="222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2" name="Line 29">
              <a:extLst>
                <a:ext uri="{FF2B5EF4-FFF2-40B4-BE49-F238E27FC236}">
                  <a16:creationId xmlns:a16="http://schemas.microsoft.com/office/drawing/2014/main" xmlns="" id="{602E8C99-CF9C-47FA-A93B-78AFF730C3DF}"/>
                </a:ext>
              </a:extLst>
            </p:cNvPr>
            <p:cNvSpPr>
              <a:spLocks noChangeShapeType="1"/>
            </p:cNvSpPr>
            <p:nvPr/>
          </p:nvSpPr>
          <p:spPr bwMode="auto">
            <a:xfrm>
              <a:off x="2975188" y="88771"/>
              <a:ext cx="0" cy="832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3" name="Line 30">
              <a:extLst>
                <a:ext uri="{FF2B5EF4-FFF2-40B4-BE49-F238E27FC236}">
                  <a16:creationId xmlns:a16="http://schemas.microsoft.com/office/drawing/2014/main" xmlns="" id="{CDD3D2D2-7268-40D8-98AC-5C5AAFC81383}"/>
                </a:ext>
              </a:extLst>
            </p:cNvPr>
            <p:cNvSpPr>
              <a:spLocks noChangeShapeType="1"/>
            </p:cNvSpPr>
            <p:nvPr/>
          </p:nvSpPr>
          <p:spPr bwMode="auto">
            <a:xfrm>
              <a:off x="364502" y="754445"/>
              <a:ext cx="133350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4" name="Rectangle 31">
              <a:extLst>
                <a:ext uri="{FF2B5EF4-FFF2-40B4-BE49-F238E27FC236}">
                  <a16:creationId xmlns:a16="http://schemas.microsoft.com/office/drawing/2014/main" xmlns="" id="{4A1931A8-D95E-461F-AFE6-54D1CA31DB86}"/>
                </a:ext>
              </a:extLst>
            </p:cNvPr>
            <p:cNvSpPr>
              <a:spLocks noChangeArrowheads="1"/>
            </p:cNvSpPr>
            <p:nvPr/>
          </p:nvSpPr>
          <p:spPr bwMode="auto">
            <a:xfrm>
              <a:off x="1700107" y="645554"/>
              <a:ext cx="884056" cy="22784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solidFill>
                  <a:srgbClr val="000000"/>
                </a:solidFill>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solidFill>
                  <a:srgbClr val="000000"/>
                </a:solidFill>
                <a:latin typeface="돋움" panose="020B0600000101010101" pitchFamily="50" charset="-127"/>
                <a:ea typeface="돋움" panose="020B0600000101010101" pitchFamily="50" charset="-127"/>
              </a:endParaRPr>
            </a:p>
          </p:txBody>
        </p:sp>
        <p:sp>
          <p:nvSpPr>
            <p:cNvPr id="5215" name="Line 32">
              <a:extLst>
                <a:ext uri="{FF2B5EF4-FFF2-40B4-BE49-F238E27FC236}">
                  <a16:creationId xmlns:a16="http://schemas.microsoft.com/office/drawing/2014/main" xmlns="" id="{866E9795-9E87-428A-AE79-EBBE3DFBD2DE}"/>
                </a:ext>
              </a:extLst>
            </p:cNvPr>
            <p:cNvSpPr>
              <a:spLocks noChangeShapeType="1"/>
            </p:cNvSpPr>
            <p:nvPr/>
          </p:nvSpPr>
          <p:spPr bwMode="auto">
            <a:xfrm>
              <a:off x="2585789" y="754445"/>
              <a:ext cx="38939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6" name="Line 33">
              <a:extLst>
                <a:ext uri="{FF2B5EF4-FFF2-40B4-BE49-F238E27FC236}">
                  <a16:creationId xmlns:a16="http://schemas.microsoft.com/office/drawing/2014/main" xmlns="" id="{BB79FF27-4EEA-49F1-952B-0D887E7ADCD2}"/>
                </a:ext>
              </a:extLst>
            </p:cNvPr>
            <p:cNvSpPr>
              <a:spLocks noChangeShapeType="1"/>
            </p:cNvSpPr>
            <p:nvPr/>
          </p:nvSpPr>
          <p:spPr bwMode="auto">
            <a:xfrm>
              <a:off x="2141287" y="643092"/>
              <a:ext cx="0" cy="2227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217" name="Text Box 34">
              <a:extLst>
                <a:ext uri="{FF2B5EF4-FFF2-40B4-BE49-F238E27FC236}">
                  <a16:creationId xmlns:a16="http://schemas.microsoft.com/office/drawing/2014/main" xmlns="" id="{7EA5925B-742C-4109-BBD5-E6211ED117D0}"/>
                </a:ext>
              </a:extLst>
            </p:cNvPr>
            <p:cNvSpPr txBox="1">
              <a:spLocks noChangeArrowheads="1"/>
            </p:cNvSpPr>
            <p:nvPr/>
          </p:nvSpPr>
          <p:spPr bwMode="auto">
            <a:xfrm>
              <a:off x="0" y="332271"/>
              <a:ext cx="348522"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NO</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218" name="Text Box 35">
              <a:extLst>
                <a:ext uri="{FF2B5EF4-FFF2-40B4-BE49-F238E27FC236}">
                  <a16:creationId xmlns:a16="http://schemas.microsoft.com/office/drawing/2014/main" xmlns="" id="{AEC3502F-66A3-4EF1-B8B8-C64B6FDAE0F5}"/>
                </a:ext>
              </a:extLst>
            </p:cNvPr>
            <p:cNvSpPr txBox="1">
              <a:spLocks noChangeArrowheads="1"/>
            </p:cNvSpPr>
            <p:nvPr/>
          </p:nvSpPr>
          <p:spPr bwMode="auto">
            <a:xfrm>
              <a:off x="391025" y="332271"/>
              <a:ext cx="601581" cy="22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M98</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219" name="Text Box 36">
              <a:extLst>
                <a:ext uri="{FF2B5EF4-FFF2-40B4-BE49-F238E27FC236}">
                  <a16:creationId xmlns:a16="http://schemas.microsoft.com/office/drawing/2014/main" xmlns="" id="{7F8A25C1-C66B-4179-B17A-459D7DF0B669}"/>
                </a:ext>
              </a:extLst>
            </p:cNvPr>
            <p:cNvSpPr txBox="1">
              <a:spLocks noChangeArrowheads="1"/>
            </p:cNvSpPr>
            <p:nvPr/>
          </p:nvSpPr>
          <p:spPr bwMode="auto">
            <a:xfrm>
              <a:off x="493031" y="0"/>
              <a:ext cx="323020"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X1</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220" name="Text Box 37">
              <a:extLst>
                <a:ext uri="{FF2B5EF4-FFF2-40B4-BE49-F238E27FC236}">
                  <a16:creationId xmlns:a16="http://schemas.microsoft.com/office/drawing/2014/main" xmlns="" id="{23090FAD-E984-4AA6-B535-7490C8C4330F}"/>
                </a:ext>
              </a:extLst>
            </p:cNvPr>
            <p:cNvSpPr txBox="1">
              <a:spLocks noChangeArrowheads="1"/>
            </p:cNvSpPr>
            <p:nvPr/>
          </p:nvSpPr>
          <p:spPr bwMode="auto">
            <a:xfrm>
              <a:off x="1623602" y="142402"/>
              <a:ext cx="1351585" cy="21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solidFill>
                    <a:srgbClr val="000000"/>
                  </a:solidFill>
                  <a:latin typeface="Arial" panose="020B0600000101010101" pitchFamily="50" charset="-127"/>
                  <a:ea typeface="돋움" panose="020B0600000101010101" pitchFamily="50" charset="-127"/>
                </a:rPr>
                <a:t>MC       N0     (      )</a:t>
              </a:r>
            </a:p>
            <a:p>
              <a:pPr eaLnBrk="1" latinLnBrk="0" hangingPunct="1">
                <a:spcBef>
                  <a:spcPct val="0"/>
                </a:spcBef>
                <a:buFontTx/>
                <a:buNone/>
              </a:pPr>
              <a:endParaRPr lang="en-US" altLang="ko-KR" sz="900" dirty="0">
                <a:solidFill>
                  <a:srgbClr val="000000"/>
                </a:solidFill>
                <a:latin typeface="돋움" panose="020B0600000101010101" pitchFamily="50" charset="-127"/>
                <a:ea typeface="돋움" panose="020B0600000101010101" pitchFamily="50" charset="-127"/>
              </a:endParaRPr>
            </a:p>
          </p:txBody>
        </p:sp>
        <p:sp>
          <p:nvSpPr>
            <p:cNvPr id="5221" name="Text Box 38">
              <a:extLst>
                <a:ext uri="{FF2B5EF4-FFF2-40B4-BE49-F238E27FC236}">
                  <a16:creationId xmlns:a16="http://schemas.microsoft.com/office/drawing/2014/main" xmlns="" id="{3C718EF6-4B1C-4BAF-93AE-243010DCF63B}"/>
                </a:ext>
              </a:extLst>
            </p:cNvPr>
            <p:cNvSpPr txBox="1">
              <a:spLocks noChangeArrowheads="1"/>
            </p:cNvSpPr>
            <p:nvPr/>
          </p:nvSpPr>
          <p:spPr bwMode="auto">
            <a:xfrm>
              <a:off x="1734110" y="655048"/>
              <a:ext cx="816052"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MCR      N0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222" name="Line 22">
              <a:extLst>
                <a:ext uri="{FF2B5EF4-FFF2-40B4-BE49-F238E27FC236}">
                  <a16:creationId xmlns:a16="http://schemas.microsoft.com/office/drawing/2014/main" xmlns="" id="{71CBEAD9-4F58-4139-A0F5-451AFDFFC5FC}"/>
                </a:ext>
              </a:extLst>
            </p:cNvPr>
            <p:cNvSpPr>
              <a:spLocks noChangeShapeType="1"/>
            </p:cNvSpPr>
            <p:nvPr/>
          </p:nvSpPr>
          <p:spPr bwMode="auto">
            <a:xfrm>
              <a:off x="621784" y="193164"/>
              <a:ext cx="0" cy="1339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grpSp>
      <p:grpSp>
        <p:nvGrpSpPr>
          <p:cNvPr id="5125" name="Group 1973">
            <a:extLst>
              <a:ext uri="{FF2B5EF4-FFF2-40B4-BE49-F238E27FC236}">
                <a16:creationId xmlns:a16="http://schemas.microsoft.com/office/drawing/2014/main" xmlns="" id="{B0248F80-C42C-44F4-BE42-42F808A2D596}"/>
              </a:ext>
            </a:extLst>
          </p:cNvPr>
          <p:cNvGrpSpPr>
            <a:grpSpLocks/>
          </p:cNvGrpSpPr>
          <p:nvPr/>
        </p:nvGrpSpPr>
        <p:grpSpPr bwMode="auto">
          <a:xfrm>
            <a:off x="476250" y="4846670"/>
            <a:ext cx="2943225" cy="2078038"/>
            <a:chOff x="0" y="0"/>
            <a:chExt cx="309" cy="159"/>
          </a:xfrm>
        </p:grpSpPr>
        <p:cxnSp>
          <p:nvCxnSpPr>
            <p:cNvPr id="5144" name="직선 연결선 196">
              <a:extLst>
                <a:ext uri="{FF2B5EF4-FFF2-40B4-BE49-F238E27FC236}">
                  <a16:creationId xmlns:a16="http://schemas.microsoft.com/office/drawing/2014/main" xmlns="" id="{A24C299D-438C-4AA4-A25D-3D7CF9B727C8}"/>
                </a:ext>
              </a:extLst>
            </p:cNvPr>
            <p:cNvCxnSpPr>
              <a:cxnSpLocks noChangeShapeType="1"/>
            </p:cNvCxnSpPr>
            <p:nvPr/>
          </p:nvCxnSpPr>
          <p:spPr bwMode="auto">
            <a:xfrm>
              <a:off x="0" y="25"/>
              <a:ext cx="7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45" name="직선 연결선 197">
              <a:extLst>
                <a:ext uri="{FF2B5EF4-FFF2-40B4-BE49-F238E27FC236}">
                  <a16:creationId xmlns:a16="http://schemas.microsoft.com/office/drawing/2014/main" xmlns="" id="{A6EDFEB9-48BF-4348-A236-91616157E1FE}"/>
                </a:ext>
              </a:extLst>
            </p:cNvPr>
            <p:cNvCxnSpPr>
              <a:cxnSpLocks noChangeShapeType="1"/>
            </p:cNvCxnSpPr>
            <p:nvPr/>
          </p:nvCxnSpPr>
          <p:spPr bwMode="auto">
            <a:xfrm rot="5400000" flipH="1" flipV="1">
              <a:off x="13" y="25"/>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46" name="직선 연결선 198">
              <a:extLst>
                <a:ext uri="{FF2B5EF4-FFF2-40B4-BE49-F238E27FC236}">
                  <a16:creationId xmlns:a16="http://schemas.microsoft.com/office/drawing/2014/main" xmlns="" id="{3348BC5E-D8C2-4892-A7FD-62834C462B90}"/>
                </a:ext>
              </a:extLst>
            </p:cNvPr>
            <p:cNvCxnSpPr>
              <a:cxnSpLocks noChangeShapeType="1"/>
            </p:cNvCxnSpPr>
            <p:nvPr/>
          </p:nvCxnSpPr>
          <p:spPr bwMode="auto">
            <a:xfrm rot="5400000" flipH="1" flipV="1">
              <a:off x="17" y="25"/>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47" name="TextBox 947">
              <a:extLst>
                <a:ext uri="{FF2B5EF4-FFF2-40B4-BE49-F238E27FC236}">
                  <a16:creationId xmlns:a16="http://schemas.microsoft.com/office/drawing/2014/main" xmlns="" id="{84816D10-BFAA-4EC8-B0EB-533FC94153F1}"/>
                </a:ext>
              </a:extLst>
            </p:cNvPr>
            <p:cNvSpPr txBox="1">
              <a:spLocks noChangeArrowheads="1"/>
            </p:cNvSpPr>
            <p:nvPr/>
          </p:nvSpPr>
          <p:spPr bwMode="auto">
            <a:xfrm>
              <a:off x="65" y="16"/>
              <a:ext cx="7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&lt;T0 K30&gt;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48" name="TextBox 948">
              <a:extLst>
                <a:ext uri="{FF2B5EF4-FFF2-40B4-BE49-F238E27FC236}">
                  <a16:creationId xmlns:a16="http://schemas.microsoft.com/office/drawing/2014/main" xmlns="" id="{65A75367-C0A6-416B-9673-3C0D0A631FC8}"/>
                </a:ext>
              </a:extLst>
            </p:cNvPr>
            <p:cNvSpPr txBox="1">
              <a:spLocks noChangeArrowheads="1"/>
            </p:cNvSpPr>
            <p:nvPr/>
          </p:nvSpPr>
          <p:spPr bwMode="auto">
            <a:xfrm>
              <a:off x="5" y="1"/>
              <a:ext cx="48"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49" name="직선 연결선 201">
              <a:extLst>
                <a:ext uri="{FF2B5EF4-FFF2-40B4-BE49-F238E27FC236}">
                  <a16:creationId xmlns:a16="http://schemas.microsoft.com/office/drawing/2014/main" xmlns="" id="{3556D332-924D-47CD-B332-91E4B2263CBA}"/>
                </a:ext>
              </a:extLst>
            </p:cNvPr>
            <p:cNvCxnSpPr>
              <a:cxnSpLocks noChangeShapeType="1"/>
            </p:cNvCxnSpPr>
            <p:nvPr/>
          </p:nvCxnSpPr>
          <p:spPr bwMode="auto">
            <a:xfrm>
              <a:off x="0" y="50"/>
              <a:ext cx="7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50" name="직선 연결선 202">
              <a:extLst>
                <a:ext uri="{FF2B5EF4-FFF2-40B4-BE49-F238E27FC236}">
                  <a16:creationId xmlns:a16="http://schemas.microsoft.com/office/drawing/2014/main" xmlns="" id="{A800A81C-63EF-4FDE-B477-8D3143555E69}"/>
                </a:ext>
              </a:extLst>
            </p:cNvPr>
            <p:cNvCxnSpPr>
              <a:cxnSpLocks noChangeShapeType="1"/>
            </p:cNvCxnSpPr>
            <p:nvPr/>
          </p:nvCxnSpPr>
          <p:spPr bwMode="auto">
            <a:xfrm rot="5400000" flipH="1" flipV="1">
              <a:off x="13" y="5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51" name="직선 연결선 203">
              <a:extLst>
                <a:ext uri="{FF2B5EF4-FFF2-40B4-BE49-F238E27FC236}">
                  <a16:creationId xmlns:a16="http://schemas.microsoft.com/office/drawing/2014/main" xmlns="" id="{464DD1C5-7B82-407C-A64D-7D093C7877DF}"/>
                </a:ext>
              </a:extLst>
            </p:cNvPr>
            <p:cNvCxnSpPr>
              <a:cxnSpLocks noChangeShapeType="1"/>
            </p:cNvCxnSpPr>
            <p:nvPr/>
          </p:nvCxnSpPr>
          <p:spPr bwMode="auto">
            <a:xfrm rot="5400000" flipH="1" flipV="1">
              <a:off x="17" y="5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52" name="TextBox 952">
              <a:extLst>
                <a:ext uri="{FF2B5EF4-FFF2-40B4-BE49-F238E27FC236}">
                  <a16:creationId xmlns:a16="http://schemas.microsoft.com/office/drawing/2014/main" xmlns="" id="{0A7CBD93-1510-4274-8071-14B6BAFEA749}"/>
                </a:ext>
              </a:extLst>
            </p:cNvPr>
            <p:cNvSpPr txBox="1">
              <a:spLocks noChangeArrowheads="1"/>
            </p:cNvSpPr>
            <p:nvPr/>
          </p:nvSpPr>
          <p:spPr bwMode="auto">
            <a:xfrm>
              <a:off x="65" y="41"/>
              <a:ext cx="64"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 Y40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53" name="TextBox 953">
              <a:extLst>
                <a:ext uri="{FF2B5EF4-FFF2-40B4-BE49-F238E27FC236}">
                  <a16:creationId xmlns:a16="http://schemas.microsoft.com/office/drawing/2014/main" xmlns="" id="{B8265561-94AD-40F7-8A41-07BCAA3710A3}"/>
                </a:ext>
              </a:extLst>
            </p:cNvPr>
            <p:cNvSpPr txBox="1">
              <a:spLocks noChangeArrowheads="1"/>
            </p:cNvSpPr>
            <p:nvPr/>
          </p:nvSpPr>
          <p:spPr bwMode="auto">
            <a:xfrm>
              <a:off x="5" y="30"/>
              <a:ext cx="34"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T0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54" name="직선 연결선 206">
              <a:extLst>
                <a:ext uri="{FF2B5EF4-FFF2-40B4-BE49-F238E27FC236}">
                  <a16:creationId xmlns:a16="http://schemas.microsoft.com/office/drawing/2014/main" xmlns="" id="{6AA80141-F615-4DF6-B5DF-FB64C30E3BB6}"/>
                </a:ext>
              </a:extLst>
            </p:cNvPr>
            <p:cNvCxnSpPr>
              <a:cxnSpLocks noChangeShapeType="1"/>
            </p:cNvCxnSpPr>
            <p:nvPr/>
          </p:nvCxnSpPr>
          <p:spPr bwMode="auto">
            <a:xfrm>
              <a:off x="169" y="25"/>
              <a:ext cx="75"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55" name="직선 연결선 207">
              <a:extLst>
                <a:ext uri="{FF2B5EF4-FFF2-40B4-BE49-F238E27FC236}">
                  <a16:creationId xmlns:a16="http://schemas.microsoft.com/office/drawing/2014/main" xmlns="" id="{FE092CFB-257A-4827-9316-79CB099D6272}"/>
                </a:ext>
              </a:extLst>
            </p:cNvPr>
            <p:cNvCxnSpPr>
              <a:cxnSpLocks noChangeShapeType="1"/>
            </p:cNvCxnSpPr>
            <p:nvPr/>
          </p:nvCxnSpPr>
          <p:spPr bwMode="auto">
            <a:xfrm rot="5400000" flipH="1" flipV="1">
              <a:off x="182" y="25"/>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56" name="직선 연결선 208">
              <a:extLst>
                <a:ext uri="{FF2B5EF4-FFF2-40B4-BE49-F238E27FC236}">
                  <a16:creationId xmlns:a16="http://schemas.microsoft.com/office/drawing/2014/main" xmlns="" id="{F62DAB82-2D93-4698-87B6-69EE4193BF5C}"/>
                </a:ext>
              </a:extLst>
            </p:cNvPr>
            <p:cNvCxnSpPr>
              <a:cxnSpLocks noChangeShapeType="1"/>
            </p:cNvCxnSpPr>
            <p:nvPr/>
          </p:nvCxnSpPr>
          <p:spPr bwMode="auto">
            <a:xfrm rot="5400000" flipH="1" flipV="1">
              <a:off x="186" y="25"/>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57" name="TextBox 957">
              <a:extLst>
                <a:ext uri="{FF2B5EF4-FFF2-40B4-BE49-F238E27FC236}">
                  <a16:creationId xmlns:a16="http://schemas.microsoft.com/office/drawing/2014/main" xmlns="" id="{79E4DEF2-2151-48D2-91AD-08F7533A9190}"/>
                </a:ext>
              </a:extLst>
            </p:cNvPr>
            <p:cNvSpPr txBox="1">
              <a:spLocks noChangeArrowheads="1"/>
            </p:cNvSpPr>
            <p:nvPr/>
          </p:nvSpPr>
          <p:spPr bwMode="auto">
            <a:xfrm>
              <a:off x="233" y="16"/>
              <a:ext cx="76"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&lt;T0 K30&gt;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58" name="TextBox 958">
              <a:extLst>
                <a:ext uri="{FF2B5EF4-FFF2-40B4-BE49-F238E27FC236}">
                  <a16:creationId xmlns:a16="http://schemas.microsoft.com/office/drawing/2014/main" xmlns="" id="{844A217C-4C8B-41EA-A897-FB4846D15133}"/>
                </a:ext>
              </a:extLst>
            </p:cNvPr>
            <p:cNvSpPr txBox="1">
              <a:spLocks noChangeArrowheads="1"/>
            </p:cNvSpPr>
            <p:nvPr/>
          </p:nvSpPr>
          <p:spPr bwMode="auto">
            <a:xfrm>
              <a:off x="174" y="0"/>
              <a:ext cx="4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59" name="직선 연결선 211">
              <a:extLst>
                <a:ext uri="{FF2B5EF4-FFF2-40B4-BE49-F238E27FC236}">
                  <a16:creationId xmlns:a16="http://schemas.microsoft.com/office/drawing/2014/main" xmlns="" id="{29232546-158E-493B-884D-12468FD85C9C}"/>
                </a:ext>
              </a:extLst>
            </p:cNvPr>
            <p:cNvCxnSpPr>
              <a:cxnSpLocks noChangeShapeType="1"/>
            </p:cNvCxnSpPr>
            <p:nvPr/>
          </p:nvCxnSpPr>
          <p:spPr bwMode="auto">
            <a:xfrm>
              <a:off x="169" y="50"/>
              <a:ext cx="75"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60" name="직선 연결선 212">
              <a:extLst>
                <a:ext uri="{FF2B5EF4-FFF2-40B4-BE49-F238E27FC236}">
                  <a16:creationId xmlns:a16="http://schemas.microsoft.com/office/drawing/2014/main" xmlns="" id="{D7E04F4B-FD82-492C-A4A5-0D05A2595DC4}"/>
                </a:ext>
              </a:extLst>
            </p:cNvPr>
            <p:cNvCxnSpPr>
              <a:cxnSpLocks noChangeShapeType="1"/>
            </p:cNvCxnSpPr>
            <p:nvPr/>
          </p:nvCxnSpPr>
          <p:spPr bwMode="auto">
            <a:xfrm rot="5400000" flipH="1" flipV="1">
              <a:off x="182" y="5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61" name="직선 연결선 213">
              <a:extLst>
                <a:ext uri="{FF2B5EF4-FFF2-40B4-BE49-F238E27FC236}">
                  <a16:creationId xmlns:a16="http://schemas.microsoft.com/office/drawing/2014/main" xmlns="" id="{A261BD7A-0931-46D9-BEFE-258C8DCD4BC7}"/>
                </a:ext>
              </a:extLst>
            </p:cNvPr>
            <p:cNvCxnSpPr>
              <a:cxnSpLocks noChangeShapeType="1"/>
            </p:cNvCxnSpPr>
            <p:nvPr/>
          </p:nvCxnSpPr>
          <p:spPr bwMode="auto">
            <a:xfrm rot="5400000" flipH="1" flipV="1">
              <a:off x="186" y="5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62" name="TextBox 962">
              <a:extLst>
                <a:ext uri="{FF2B5EF4-FFF2-40B4-BE49-F238E27FC236}">
                  <a16:creationId xmlns:a16="http://schemas.microsoft.com/office/drawing/2014/main" xmlns="" id="{337D11B8-595F-461C-837F-29CF2B02BBC8}"/>
                </a:ext>
              </a:extLst>
            </p:cNvPr>
            <p:cNvSpPr txBox="1">
              <a:spLocks noChangeArrowheads="1"/>
            </p:cNvSpPr>
            <p:nvPr/>
          </p:nvSpPr>
          <p:spPr bwMode="auto">
            <a:xfrm>
              <a:off x="233" y="41"/>
              <a:ext cx="6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 Y40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63" name="TextBox 963">
              <a:extLst>
                <a:ext uri="{FF2B5EF4-FFF2-40B4-BE49-F238E27FC236}">
                  <a16:creationId xmlns:a16="http://schemas.microsoft.com/office/drawing/2014/main" xmlns="" id="{2D0E5423-A6D5-4B5B-9520-9A9D6E106650}"/>
                </a:ext>
              </a:extLst>
            </p:cNvPr>
            <p:cNvSpPr txBox="1">
              <a:spLocks noChangeArrowheads="1"/>
            </p:cNvSpPr>
            <p:nvPr/>
          </p:nvSpPr>
          <p:spPr bwMode="auto">
            <a:xfrm>
              <a:off x="174" y="30"/>
              <a:ext cx="34"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T0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64" name="직선 연결선 216">
              <a:extLst>
                <a:ext uri="{FF2B5EF4-FFF2-40B4-BE49-F238E27FC236}">
                  <a16:creationId xmlns:a16="http://schemas.microsoft.com/office/drawing/2014/main" xmlns="" id="{FFC0637D-7B1B-4A45-A94B-C13319220ADE}"/>
                </a:ext>
              </a:extLst>
            </p:cNvPr>
            <p:cNvCxnSpPr>
              <a:cxnSpLocks noChangeShapeType="1"/>
            </p:cNvCxnSpPr>
            <p:nvPr/>
          </p:nvCxnSpPr>
          <p:spPr bwMode="auto">
            <a:xfrm>
              <a:off x="0" y="91"/>
              <a:ext cx="7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65" name="직선 연결선 217">
              <a:extLst>
                <a:ext uri="{FF2B5EF4-FFF2-40B4-BE49-F238E27FC236}">
                  <a16:creationId xmlns:a16="http://schemas.microsoft.com/office/drawing/2014/main" xmlns="" id="{775B3C2C-DDC6-4F66-AC74-340EC24F1A27}"/>
                </a:ext>
              </a:extLst>
            </p:cNvPr>
            <p:cNvCxnSpPr>
              <a:cxnSpLocks noChangeShapeType="1"/>
            </p:cNvCxnSpPr>
            <p:nvPr/>
          </p:nvCxnSpPr>
          <p:spPr bwMode="auto">
            <a:xfrm rot="5400000" flipH="1" flipV="1">
              <a:off x="13" y="91"/>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66" name="직선 연결선 218">
              <a:extLst>
                <a:ext uri="{FF2B5EF4-FFF2-40B4-BE49-F238E27FC236}">
                  <a16:creationId xmlns:a16="http://schemas.microsoft.com/office/drawing/2014/main" xmlns="" id="{D7F9FC7C-849C-442B-932C-BED8B7408FC9}"/>
                </a:ext>
              </a:extLst>
            </p:cNvPr>
            <p:cNvCxnSpPr>
              <a:cxnSpLocks noChangeShapeType="1"/>
            </p:cNvCxnSpPr>
            <p:nvPr/>
          </p:nvCxnSpPr>
          <p:spPr bwMode="auto">
            <a:xfrm rot="5400000" flipH="1" flipV="1">
              <a:off x="17" y="91"/>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67" name="TextBox 967">
              <a:extLst>
                <a:ext uri="{FF2B5EF4-FFF2-40B4-BE49-F238E27FC236}">
                  <a16:creationId xmlns:a16="http://schemas.microsoft.com/office/drawing/2014/main" xmlns="" id="{437490BD-7EBD-4709-981E-295C2F3AF059}"/>
                </a:ext>
              </a:extLst>
            </p:cNvPr>
            <p:cNvSpPr txBox="1">
              <a:spLocks noChangeArrowheads="1"/>
            </p:cNvSpPr>
            <p:nvPr/>
          </p:nvSpPr>
          <p:spPr bwMode="auto">
            <a:xfrm>
              <a:off x="65" y="82"/>
              <a:ext cx="70"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&lt;M0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68" name="TextBox 968">
              <a:extLst>
                <a:ext uri="{FF2B5EF4-FFF2-40B4-BE49-F238E27FC236}">
                  <a16:creationId xmlns:a16="http://schemas.microsoft.com/office/drawing/2014/main" xmlns="" id="{DB9960ED-0C7A-4797-ABA5-CC5C6152F07C}"/>
                </a:ext>
              </a:extLst>
            </p:cNvPr>
            <p:cNvSpPr txBox="1">
              <a:spLocks noChangeArrowheads="1"/>
            </p:cNvSpPr>
            <p:nvPr/>
          </p:nvSpPr>
          <p:spPr bwMode="auto">
            <a:xfrm>
              <a:off x="5" y="66"/>
              <a:ext cx="4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69" name="직선 연결선 221">
              <a:extLst>
                <a:ext uri="{FF2B5EF4-FFF2-40B4-BE49-F238E27FC236}">
                  <a16:creationId xmlns:a16="http://schemas.microsoft.com/office/drawing/2014/main" xmlns="" id="{72D2B238-4CB0-42CB-874B-C3A2BE226736}"/>
                </a:ext>
              </a:extLst>
            </p:cNvPr>
            <p:cNvCxnSpPr>
              <a:cxnSpLocks noChangeShapeType="1"/>
            </p:cNvCxnSpPr>
            <p:nvPr/>
          </p:nvCxnSpPr>
          <p:spPr bwMode="auto">
            <a:xfrm>
              <a:off x="0" y="140"/>
              <a:ext cx="7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70" name="직선 연결선 222">
              <a:extLst>
                <a:ext uri="{FF2B5EF4-FFF2-40B4-BE49-F238E27FC236}">
                  <a16:creationId xmlns:a16="http://schemas.microsoft.com/office/drawing/2014/main" xmlns="" id="{C3EF2A89-3F19-454A-B822-7A25C88CE347}"/>
                </a:ext>
              </a:extLst>
            </p:cNvPr>
            <p:cNvCxnSpPr>
              <a:cxnSpLocks noChangeShapeType="1"/>
            </p:cNvCxnSpPr>
            <p:nvPr/>
          </p:nvCxnSpPr>
          <p:spPr bwMode="auto">
            <a:xfrm rot="5400000" flipH="1" flipV="1">
              <a:off x="13" y="14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71" name="직선 연결선 223">
              <a:extLst>
                <a:ext uri="{FF2B5EF4-FFF2-40B4-BE49-F238E27FC236}">
                  <a16:creationId xmlns:a16="http://schemas.microsoft.com/office/drawing/2014/main" xmlns="" id="{5089CB9E-78E0-4055-B8F0-CC61159C6B06}"/>
                </a:ext>
              </a:extLst>
            </p:cNvPr>
            <p:cNvCxnSpPr>
              <a:cxnSpLocks noChangeShapeType="1"/>
            </p:cNvCxnSpPr>
            <p:nvPr/>
          </p:nvCxnSpPr>
          <p:spPr bwMode="auto">
            <a:xfrm rot="5400000" flipH="1" flipV="1">
              <a:off x="17" y="14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72" name="TextBox 972">
              <a:extLst>
                <a:ext uri="{FF2B5EF4-FFF2-40B4-BE49-F238E27FC236}">
                  <a16:creationId xmlns:a16="http://schemas.microsoft.com/office/drawing/2014/main" xmlns="" id="{3D011831-8E2D-4A3A-9B8D-8C7AF30F0089}"/>
                </a:ext>
              </a:extLst>
            </p:cNvPr>
            <p:cNvSpPr txBox="1">
              <a:spLocks noChangeArrowheads="1"/>
            </p:cNvSpPr>
            <p:nvPr/>
          </p:nvSpPr>
          <p:spPr bwMode="auto">
            <a:xfrm>
              <a:off x="65" y="131"/>
              <a:ext cx="64"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 Y40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73" name="TextBox 973">
              <a:extLst>
                <a:ext uri="{FF2B5EF4-FFF2-40B4-BE49-F238E27FC236}">
                  <a16:creationId xmlns:a16="http://schemas.microsoft.com/office/drawing/2014/main" xmlns="" id="{D75A8C75-0B95-4F97-9EF0-82DDD3B850F4}"/>
                </a:ext>
              </a:extLst>
            </p:cNvPr>
            <p:cNvSpPr txBox="1">
              <a:spLocks noChangeArrowheads="1"/>
            </p:cNvSpPr>
            <p:nvPr/>
          </p:nvSpPr>
          <p:spPr bwMode="auto">
            <a:xfrm>
              <a:off x="5" y="120"/>
              <a:ext cx="34"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T0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74" name="직선 연결선 226">
              <a:extLst>
                <a:ext uri="{FF2B5EF4-FFF2-40B4-BE49-F238E27FC236}">
                  <a16:creationId xmlns:a16="http://schemas.microsoft.com/office/drawing/2014/main" xmlns="" id="{BA21EBAB-0AD9-4D67-9560-F0CDF4C6CB7E}"/>
                </a:ext>
              </a:extLst>
            </p:cNvPr>
            <p:cNvCxnSpPr>
              <a:cxnSpLocks noChangeShapeType="1"/>
            </p:cNvCxnSpPr>
            <p:nvPr/>
          </p:nvCxnSpPr>
          <p:spPr bwMode="auto">
            <a:xfrm>
              <a:off x="0" y="115"/>
              <a:ext cx="4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75" name="직선 연결선 227">
              <a:extLst>
                <a:ext uri="{FF2B5EF4-FFF2-40B4-BE49-F238E27FC236}">
                  <a16:creationId xmlns:a16="http://schemas.microsoft.com/office/drawing/2014/main" xmlns="" id="{E1D0B3FF-3316-4EB6-80B8-105F8A13BEDF}"/>
                </a:ext>
              </a:extLst>
            </p:cNvPr>
            <p:cNvCxnSpPr>
              <a:cxnSpLocks noChangeShapeType="1"/>
            </p:cNvCxnSpPr>
            <p:nvPr/>
          </p:nvCxnSpPr>
          <p:spPr bwMode="auto">
            <a:xfrm rot="5400000" flipH="1" flipV="1">
              <a:off x="35" y="104"/>
              <a:ext cx="23"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76" name="직선 연결선 228">
              <a:extLst>
                <a:ext uri="{FF2B5EF4-FFF2-40B4-BE49-F238E27FC236}">
                  <a16:creationId xmlns:a16="http://schemas.microsoft.com/office/drawing/2014/main" xmlns="" id="{19BE63A0-7F7F-45ED-B7F2-9387F895B261}"/>
                </a:ext>
              </a:extLst>
            </p:cNvPr>
            <p:cNvCxnSpPr>
              <a:cxnSpLocks noChangeShapeType="1"/>
            </p:cNvCxnSpPr>
            <p:nvPr/>
          </p:nvCxnSpPr>
          <p:spPr bwMode="auto">
            <a:xfrm rot="5400000" flipH="1" flipV="1">
              <a:off x="14" y="116"/>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77" name="직선 연결선 229">
              <a:extLst>
                <a:ext uri="{FF2B5EF4-FFF2-40B4-BE49-F238E27FC236}">
                  <a16:creationId xmlns:a16="http://schemas.microsoft.com/office/drawing/2014/main" xmlns="" id="{623F8C77-41CA-4C08-83B5-F9034FDABEEC}"/>
                </a:ext>
              </a:extLst>
            </p:cNvPr>
            <p:cNvCxnSpPr>
              <a:cxnSpLocks noChangeShapeType="1"/>
            </p:cNvCxnSpPr>
            <p:nvPr/>
          </p:nvCxnSpPr>
          <p:spPr bwMode="auto">
            <a:xfrm rot="5400000" flipH="1" flipV="1">
              <a:off x="17" y="116"/>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78" name="TextBox 978">
              <a:extLst>
                <a:ext uri="{FF2B5EF4-FFF2-40B4-BE49-F238E27FC236}">
                  <a16:creationId xmlns:a16="http://schemas.microsoft.com/office/drawing/2014/main" xmlns="" id="{9BE9565F-F3A1-48D4-A1AF-B51C2994C958}"/>
                </a:ext>
              </a:extLst>
            </p:cNvPr>
            <p:cNvSpPr txBox="1">
              <a:spLocks noChangeArrowheads="1"/>
            </p:cNvSpPr>
            <p:nvPr/>
          </p:nvSpPr>
          <p:spPr bwMode="auto">
            <a:xfrm>
              <a:off x="5" y="96"/>
              <a:ext cx="40"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M0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79" name="직선 연결선 231">
              <a:extLst>
                <a:ext uri="{FF2B5EF4-FFF2-40B4-BE49-F238E27FC236}">
                  <a16:creationId xmlns:a16="http://schemas.microsoft.com/office/drawing/2014/main" xmlns="" id="{E35C8994-3FA1-4102-9D45-C80AE59AA50A}"/>
                </a:ext>
              </a:extLst>
            </p:cNvPr>
            <p:cNvCxnSpPr>
              <a:cxnSpLocks noChangeShapeType="1"/>
            </p:cNvCxnSpPr>
            <p:nvPr/>
          </p:nvCxnSpPr>
          <p:spPr bwMode="auto">
            <a:xfrm>
              <a:off x="46" y="115"/>
              <a:ext cx="3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80" name="TextBox 980">
              <a:extLst>
                <a:ext uri="{FF2B5EF4-FFF2-40B4-BE49-F238E27FC236}">
                  <a16:creationId xmlns:a16="http://schemas.microsoft.com/office/drawing/2014/main" xmlns="" id="{EA4EA5B3-F3D9-47D1-8853-D9340A57E92D}"/>
                </a:ext>
              </a:extLst>
            </p:cNvPr>
            <p:cNvSpPr txBox="1">
              <a:spLocks noChangeArrowheads="1"/>
            </p:cNvSpPr>
            <p:nvPr/>
          </p:nvSpPr>
          <p:spPr bwMode="auto">
            <a:xfrm>
              <a:off x="64" y="106"/>
              <a:ext cx="76"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&lt;T0 K30&gt;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81" name="직선 연결선 233">
              <a:extLst>
                <a:ext uri="{FF2B5EF4-FFF2-40B4-BE49-F238E27FC236}">
                  <a16:creationId xmlns:a16="http://schemas.microsoft.com/office/drawing/2014/main" xmlns="" id="{9E15076A-1D2F-49F9-8070-D6D438125461}"/>
                </a:ext>
              </a:extLst>
            </p:cNvPr>
            <p:cNvCxnSpPr>
              <a:cxnSpLocks noChangeShapeType="1"/>
            </p:cNvCxnSpPr>
            <p:nvPr/>
          </p:nvCxnSpPr>
          <p:spPr bwMode="auto">
            <a:xfrm>
              <a:off x="169" y="91"/>
              <a:ext cx="75"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82" name="직선 연결선 234">
              <a:extLst>
                <a:ext uri="{FF2B5EF4-FFF2-40B4-BE49-F238E27FC236}">
                  <a16:creationId xmlns:a16="http://schemas.microsoft.com/office/drawing/2014/main" xmlns="" id="{C9907329-7E8B-42E8-BEC7-6F36DFBA6FEC}"/>
                </a:ext>
              </a:extLst>
            </p:cNvPr>
            <p:cNvCxnSpPr>
              <a:cxnSpLocks noChangeShapeType="1"/>
            </p:cNvCxnSpPr>
            <p:nvPr/>
          </p:nvCxnSpPr>
          <p:spPr bwMode="auto">
            <a:xfrm rot="5400000" flipH="1" flipV="1">
              <a:off x="182" y="91"/>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83" name="직선 연결선 235">
              <a:extLst>
                <a:ext uri="{FF2B5EF4-FFF2-40B4-BE49-F238E27FC236}">
                  <a16:creationId xmlns:a16="http://schemas.microsoft.com/office/drawing/2014/main" xmlns="" id="{A5518F44-F54A-4762-AAEB-63C6ADF01051}"/>
                </a:ext>
              </a:extLst>
            </p:cNvPr>
            <p:cNvCxnSpPr>
              <a:cxnSpLocks noChangeShapeType="1"/>
            </p:cNvCxnSpPr>
            <p:nvPr/>
          </p:nvCxnSpPr>
          <p:spPr bwMode="auto">
            <a:xfrm rot="5400000" flipH="1" flipV="1">
              <a:off x="186" y="91"/>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84" name="TextBox 984">
              <a:extLst>
                <a:ext uri="{FF2B5EF4-FFF2-40B4-BE49-F238E27FC236}">
                  <a16:creationId xmlns:a16="http://schemas.microsoft.com/office/drawing/2014/main" xmlns="" id="{4DCF04CF-F048-4B57-A37F-2845E2F4672C}"/>
                </a:ext>
              </a:extLst>
            </p:cNvPr>
            <p:cNvSpPr txBox="1">
              <a:spLocks noChangeArrowheads="1"/>
            </p:cNvSpPr>
            <p:nvPr/>
          </p:nvSpPr>
          <p:spPr bwMode="auto">
            <a:xfrm>
              <a:off x="233" y="82"/>
              <a:ext cx="6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&lt;M0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85" name="TextBox 985">
              <a:extLst>
                <a:ext uri="{FF2B5EF4-FFF2-40B4-BE49-F238E27FC236}">
                  <a16:creationId xmlns:a16="http://schemas.microsoft.com/office/drawing/2014/main" xmlns="" id="{EAC0154A-1067-48C1-B318-230384997415}"/>
                </a:ext>
              </a:extLst>
            </p:cNvPr>
            <p:cNvSpPr txBox="1">
              <a:spLocks noChangeArrowheads="1"/>
            </p:cNvSpPr>
            <p:nvPr/>
          </p:nvSpPr>
          <p:spPr bwMode="auto">
            <a:xfrm>
              <a:off x="174" y="66"/>
              <a:ext cx="45"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86" name="직선 연결선 238">
              <a:extLst>
                <a:ext uri="{FF2B5EF4-FFF2-40B4-BE49-F238E27FC236}">
                  <a16:creationId xmlns:a16="http://schemas.microsoft.com/office/drawing/2014/main" xmlns="" id="{12B6FF4F-5E40-494E-8260-5E86239BF13C}"/>
                </a:ext>
              </a:extLst>
            </p:cNvPr>
            <p:cNvCxnSpPr>
              <a:cxnSpLocks noChangeShapeType="1"/>
            </p:cNvCxnSpPr>
            <p:nvPr/>
          </p:nvCxnSpPr>
          <p:spPr bwMode="auto">
            <a:xfrm>
              <a:off x="169" y="140"/>
              <a:ext cx="75"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87" name="직선 연결선 239">
              <a:extLst>
                <a:ext uri="{FF2B5EF4-FFF2-40B4-BE49-F238E27FC236}">
                  <a16:creationId xmlns:a16="http://schemas.microsoft.com/office/drawing/2014/main" xmlns="" id="{5BC3572E-66A7-4C8F-B1A9-CE8ECCC1BCC6}"/>
                </a:ext>
              </a:extLst>
            </p:cNvPr>
            <p:cNvCxnSpPr>
              <a:cxnSpLocks noChangeShapeType="1"/>
            </p:cNvCxnSpPr>
            <p:nvPr/>
          </p:nvCxnSpPr>
          <p:spPr bwMode="auto">
            <a:xfrm rot="5400000" flipH="1" flipV="1">
              <a:off x="182" y="14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88" name="직선 연결선 240">
              <a:extLst>
                <a:ext uri="{FF2B5EF4-FFF2-40B4-BE49-F238E27FC236}">
                  <a16:creationId xmlns:a16="http://schemas.microsoft.com/office/drawing/2014/main" xmlns="" id="{825534CA-A1BC-4B27-A7D1-20B679A2E106}"/>
                </a:ext>
              </a:extLst>
            </p:cNvPr>
            <p:cNvCxnSpPr>
              <a:cxnSpLocks noChangeShapeType="1"/>
            </p:cNvCxnSpPr>
            <p:nvPr/>
          </p:nvCxnSpPr>
          <p:spPr bwMode="auto">
            <a:xfrm rot="5400000" flipH="1" flipV="1">
              <a:off x="186" y="140"/>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89" name="TextBox 989">
              <a:extLst>
                <a:ext uri="{FF2B5EF4-FFF2-40B4-BE49-F238E27FC236}">
                  <a16:creationId xmlns:a16="http://schemas.microsoft.com/office/drawing/2014/main" xmlns="" id="{273157E2-9A9C-4F2C-BBA9-5E148EF374B8}"/>
                </a:ext>
              </a:extLst>
            </p:cNvPr>
            <p:cNvSpPr txBox="1">
              <a:spLocks noChangeArrowheads="1"/>
            </p:cNvSpPr>
            <p:nvPr/>
          </p:nvSpPr>
          <p:spPr bwMode="auto">
            <a:xfrm>
              <a:off x="233" y="131"/>
              <a:ext cx="6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 Y40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90" name="TextBox 990">
              <a:extLst>
                <a:ext uri="{FF2B5EF4-FFF2-40B4-BE49-F238E27FC236}">
                  <a16:creationId xmlns:a16="http://schemas.microsoft.com/office/drawing/2014/main" xmlns="" id="{CAB125C7-2213-4FBF-87F5-313A6494EB7D}"/>
                </a:ext>
              </a:extLst>
            </p:cNvPr>
            <p:cNvSpPr txBox="1">
              <a:spLocks noChangeArrowheads="1"/>
            </p:cNvSpPr>
            <p:nvPr/>
          </p:nvSpPr>
          <p:spPr bwMode="auto">
            <a:xfrm>
              <a:off x="174" y="120"/>
              <a:ext cx="34"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T0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91" name="직선 연결선 243">
              <a:extLst>
                <a:ext uri="{FF2B5EF4-FFF2-40B4-BE49-F238E27FC236}">
                  <a16:creationId xmlns:a16="http://schemas.microsoft.com/office/drawing/2014/main" xmlns="" id="{E67CD3C7-1C94-4E01-9E7C-919DB1773236}"/>
                </a:ext>
              </a:extLst>
            </p:cNvPr>
            <p:cNvCxnSpPr>
              <a:cxnSpLocks noChangeShapeType="1"/>
            </p:cNvCxnSpPr>
            <p:nvPr/>
          </p:nvCxnSpPr>
          <p:spPr bwMode="auto">
            <a:xfrm>
              <a:off x="169" y="115"/>
              <a:ext cx="46"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92" name="직선 연결선 244">
              <a:extLst>
                <a:ext uri="{FF2B5EF4-FFF2-40B4-BE49-F238E27FC236}">
                  <a16:creationId xmlns:a16="http://schemas.microsoft.com/office/drawing/2014/main" xmlns="" id="{5D80BDD6-CCEB-402A-AC7D-CC12DBC1857E}"/>
                </a:ext>
              </a:extLst>
            </p:cNvPr>
            <p:cNvCxnSpPr>
              <a:cxnSpLocks noChangeShapeType="1"/>
            </p:cNvCxnSpPr>
            <p:nvPr/>
          </p:nvCxnSpPr>
          <p:spPr bwMode="auto">
            <a:xfrm rot="5400000" flipH="1" flipV="1">
              <a:off x="203" y="104"/>
              <a:ext cx="23"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93" name="직선 연결선 245">
              <a:extLst>
                <a:ext uri="{FF2B5EF4-FFF2-40B4-BE49-F238E27FC236}">
                  <a16:creationId xmlns:a16="http://schemas.microsoft.com/office/drawing/2014/main" xmlns="" id="{3B17C33F-3441-4894-8473-C430C4DC89AC}"/>
                </a:ext>
              </a:extLst>
            </p:cNvPr>
            <p:cNvCxnSpPr>
              <a:cxnSpLocks noChangeShapeType="1"/>
            </p:cNvCxnSpPr>
            <p:nvPr/>
          </p:nvCxnSpPr>
          <p:spPr bwMode="auto">
            <a:xfrm rot="5400000" flipH="1" flipV="1">
              <a:off x="182" y="116"/>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94" name="직선 연결선 246">
              <a:extLst>
                <a:ext uri="{FF2B5EF4-FFF2-40B4-BE49-F238E27FC236}">
                  <a16:creationId xmlns:a16="http://schemas.microsoft.com/office/drawing/2014/main" xmlns="" id="{FFA64412-F92B-421E-8CAA-BE815B90DA6E}"/>
                </a:ext>
              </a:extLst>
            </p:cNvPr>
            <p:cNvCxnSpPr>
              <a:cxnSpLocks noChangeShapeType="1"/>
            </p:cNvCxnSpPr>
            <p:nvPr/>
          </p:nvCxnSpPr>
          <p:spPr bwMode="auto">
            <a:xfrm rot="5400000" flipH="1" flipV="1">
              <a:off x="186" y="116"/>
              <a:ext cx="11"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95" name="TextBox 995">
              <a:extLst>
                <a:ext uri="{FF2B5EF4-FFF2-40B4-BE49-F238E27FC236}">
                  <a16:creationId xmlns:a16="http://schemas.microsoft.com/office/drawing/2014/main" xmlns="" id="{2BF171EE-1DA5-4630-9F6A-589A987954EF}"/>
                </a:ext>
              </a:extLst>
            </p:cNvPr>
            <p:cNvSpPr txBox="1">
              <a:spLocks noChangeArrowheads="1"/>
            </p:cNvSpPr>
            <p:nvPr/>
          </p:nvSpPr>
          <p:spPr bwMode="auto">
            <a:xfrm>
              <a:off x="173" y="95"/>
              <a:ext cx="46"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M0</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96" name="직선 연결선 248">
              <a:extLst>
                <a:ext uri="{FF2B5EF4-FFF2-40B4-BE49-F238E27FC236}">
                  <a16:creationId xmlns:a16="http://schemas.microsoft.com/office/drawing/2014/main" xmlns="" id="{8C1A0BDD-D45F-4D31-A723-89B8F5CF2360}"/>
                </a:ext>
              </a:extLst>
            </p:cNvPr>
            <p:cNvCxnSpPr>
              <a:cxnSpLocks noChangeShapeType="1"/>
            </p:cNvCxnSpPr>
            <p:nvPr/>
          </p:nvCxnSpPr>
          <p:spPr bwMode="auto">
            <a:xfrm>
              <a:off x="215" y="115"/>
              <a:ext cx="30" cy="0"/>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sp>
          <p:nvSpPr>
            <p:cNvPr id="5197" name="TextBox 997">
              <a:extLst>
                <a:ext uri="{FF2B5EF4-FFF2-40B4-BE49-F238E27FC236}">
                  <a16:creationId xmlns:a16="http://schemas.microsoft.com/office/drawing/2014/main" xmlns="" id="{F11F5B04-75F8-41AE-B04D-142F59F0556B}"/>
                </a:ext>
              </a:extLst>
            </p:cNvPr>
            <p:cNvSpPr txBox="1">
              <a:spLocks noChangeArrowheads="1"/>
            </p:cNvSpPr>
            <p:nvPr/>
          </p:nvSpPr>
          <p:spPr bwMode="auto">
            <a:xfrm>
              <a:off x="233" y="106"/>
              <a:ext cx="75"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&lt;T0 K30&gt;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cxnSp>
          <p:nvCxnSpPr>
            <p:cNvPr id="5198" name="직선 연결선 250">
              <a:extLst>
                <a:ext uri="{FF2B5EF4-FFF2-40B4-BE49-F238E27FC236}">
                  <a16:creationId xmlns:a16="http://schemas.microsoft.com/office/drawing/2014/main" xmlns="" id="{EC7D3E17-4B52-4692-962A-A4F1AFBFCC30}"/>
                </a:ext>
              </a:extLst>
            </p:cNvPr>
            <p:cNvCxnSpPr>
              <a:cxnSpLocks noChangeShapeType="1"/>
            </p:cNvCxnSpPr>
            <p:nvPr/>
          </p:nvCxnSpPr>
          <p:spPr bwMode="auto">
            <a:xfrm flipV="1">
              <a:off x="183" y="135"/>
              <a:ext cx="14" cy="9"/>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cxnSp>
          <p:nvCxnSpPr>
            <p:cNvPr id="5199" name="직선 연결선 251">
              <a:extLst>
                <a:ext uri="{FF2B5EF4-FFF2-40B4-BE49-F238E27FC236}">
                  <a16:creationId xmlns:a16="http://schemas.microsoft.com/office/drawing/2014/main" xmlns="" id="{4048D5F6-B01C-479F-8360-D3E51A3EC7E3}"/>
                </a:ext>
              </a:extLst>
            </p:cNvPr>
            <p:cNvCxnSpPr>
              <a:cxnSpLocks noChangeShapeType="1"/>
            </p:cNvCxnSpPr>
            <p:nvPr/>
          </p:nvCxnSpPr>
          <p:spPr bwMode="auto">
            <a:xfrm flipV="1">
              <a:off x="182" y="21"/>
              <a:ext cx="16" cy="9"/>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cxnSp>
      </p:grpSp>
      <p:grpSp>
        <p:nvGrpSpPr>
          <p:cNvPr id="5126" name="그룹 186">
            <a:extLst>
              <a:ext uri="{FF2B5EF4-FFF2-40B4-BE49-F238E27FC236}">
                <a16:creationId xmlns:a16="http://schemas.microsoft.com/office/drawing/2014/main" xmlns="" id="{FBFB0B22-C20C-47BD-B2C3-AAEC674290B1}"/>
              </a:ext>
            </a:extLst>
          </p:cNvPr>
          <p:cNvGrpSpPr>
            <a:grpSpLocks/>
          </p:cNvGrpSpPr>
          <p:nvPr/>
        </p:nvGrpSpPr>
        <p:grpSpPr bwMode="auto">
          <a:xfrm>
            <a:off x="3573463" y="1136576"/>
            <a:ext cx="2808287" cy="401637"/>
            <a:chOff x="0" y="0"/>
            <a:chExt cx="2808568" cy="401303"/>
          </a:xfrm>
        </p:grpSpPr>
        <p:sp>
          <p:nvSpPr>
            <p:cNvPr id="5129" name="Line 160">
              <a:extLst>
                <a:ext uri="{FF2B5EF4-FFF2-40B4-BE49-F238E27FC236}">
                  <a16:creationId xmlns:a16="http://schemas.microsoft.com/office/drawing/2014/main" xmlns="" id="{FDDA6AB1-9357-4C73-BB04-34387B2BCAC5}"/>
                </a:ext>
              </a:extLst>
            </p:cNvPr>
            <p:cNvSpPr>
              <a:spLocks noChangeShapeType="1"/>
            </p:cNvSpPr>
            <p:nvPr/>
          </p:nvSpPr>
          <p:spPr bwMode="auto">
            <a:xfrm flipH="1">
              <a:off x="1201624" y="268450"/>
              <a:ext cx="590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grpSp>
          <p:nvGrpSpPr>
            <p:cNvPr id="5130" name="Group 163">
              <a:extLst>
                <a:ext uri="{FF2B5EF4-FFF2-40B4-BE49-F238E27FC236}">
                  <a16:creationId xmlns:a16="http://schemas.microsoft.com/office/drawing/2014/main" xmlns="" id="{E75F4AB3-F2F0-4076-B217-C1281C98921A}"/>
                </a:ext>
              </a:extLst>
            </p:cNvPr>
            <p:cNvGrpSpPr>
              <a:grpSpLocks/>
            </p:cNvGrpSpPr>
            <p:nvPr/>
          </p:nvGrpSpPr>
          <p:grpSpPr bwMode="auto">
            <a:xfrm>
              <a:off x="120641" y="192204"/>
              <a:ext cx="592083" cy="152492"/>
              <a:chOff x="120641" y="192204"/>
              <a:chExt cx="240" cy="96"/>
            </a:xfrm>
          </p:grpSpPr>
          <p:grpSp>
            <p:nvGrpSpPr>
              <p:cNvPr id="5138" name="Group 164">
                <a:extLst>
                  <a:ext uri="{FF2B5EF4-FFF2-40B4-BE49-F238E27FC236}">
                    <a16:creationId xmlns:a16="http://schemas.microsoft.com/office/drawing/2014/main" xmlns="" id="{CD47CDA4-30A7-4397-A891-3D10B8247770}"/>
                  </a:ext>
                </a:extLst>
              </p:cNvPr>
              <p:cNvGrpSpPr>
                <a:grpSpLocks/>
              </p:cNvGrpSpPr>
              <p:nvPr/>
            </p:nvGrpSpPr>
            <p:grpSpPr bwMode="auto">
              <a:xfrm>
                <a:off x="120641" y="192204"/>
                <a:ext cx="96" cy="96"/>
                <a:chOff x="120641" y="192204"/>
                <a:chExt cx="96" cy="96"/>
              </a:xfrm>
            </p:grpSpPr>
            <p:sp>
              <p:nvSpPr>
                <p:cNvPr id="5142" name="Line 165">
                  <a:extLst>
                    <a:ext uri="{FF2B5EF4-FFF2-40B4-BE49-F238E27FC236}">
                      <a16:creationId xmlns:a16="http://schemas.microsoft.com/office/drawing/2014/main" xmlns="" id="{70915D4E-6438-46B5-B72C-BCD4EC297F1A}"/>
                    </a:ext>
                  </a:extLst>
                </p:cNvPr>
                <p:cNvSpPr>
                  <a:spLocks noChangeShapeType="1"/>
                </p:cNvSpPr>
                <p:nvPr/>
              </p:nvSpPr>
              <p:spPr bwMode="auto">
                <a:xfrm>
                  <a:off x="120641" y="192252"/>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43" name="Line 166">
                  <a:extLst>
                    <a:ext uri="{FF2B5EF4-FFF2-40B4-BE49-F238E27FC236}">
                      <a16:creationId xmlns:a16="http://schemas.microsoft.com/office/drawing/2014/main" xmlns="" id="{1683B61C-C640-4791-AAAB-ED71BA614C28}"/>
                    </a:ext>
                  </a:extLst>
                </p:cNvPr>
                <p:cNvSpPr>
                  <a:spLocks noChangeShapeType="1"/>
                </p:cNvSpPr>
                <p:nvPr/>
              </p:nvSpPr>
              <p:spPr bwMode="auto">
                <a:xfrm>
                  <a:off x="120737" y="192204"/>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grpSp>
          <p:grpSp>
            <p:nvGrpSpPr>
              <p:cNvPr id="5139" name="Group 167">
                <a:extLst>
                  <a:ext uri="{FF2B5EF4-FFF2-40B4-BE49-F238E27FC236}">
                    <a16:creationId xmlns:a16="http://schemas.microsoft.com/office/drawing/2014/main" xmlns="" id="{8A3B2C18-B890-46CA-9782-A9F588D91646}"/>
                  </a:ext>
                </a:extLst>
              </p:cNvPr>
              <p:cNvGrpSpPr>
                <a:grpSpLocks/>
              </p:cNvGrpSpPr>
              <p:nvPr/>
            </p:nvGrpSpPr>
            <p:grpSpPr bwMode="auto">
              <a:xfrm flipH="1">
                <a:off x="120785" y="192204"/>
                <a:ext cx="96" cy="96"/>
                <a:chOff x="120785" y="192204"/>
                <a:chExt cx="96" cy="96"/>
              </a:xfrm>
            </p:grpSpPr>
            <p:sp>
              <p:nvSpPr>
                <p:cNvPr id="5140" name="Line 168">
                  <a:extLst>
                    <a:ext uri="{FF2B5EF4-FFF2-40B4-BE49-F238E27FC236}">
                      <a16:creationId xmlns:a16="http://schemas.microsoft.com/office/drawing/2014/main" xmlns="" id="{1AC0F7D0-E1F5-4579-93BA-BF9A7A367B46}"/>
                    </a:ext>
                  </a:extLst>
                </p:cNvPr>
                <p:cNvSpPr>
                  <a:spLocks noChangeShapeType="1"/>
                </p:cNvSpPr>
                <p:nvPr/>
              </p:nvSpPr>
              <p:spPr bwMode="auto">
                <a:xfrm>
                  <a:off x="120785" y="192252"/>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41" name="Line 169">
                  <a:extLst>
                    <a:ext uri="{FF2B5EF4-FFF2-40B4-BE49-F238E27FC236}">
                      <a16:creationId xmlns:a16="http://schemas.microsoft.com/office/drawing/2014/main" xmlns="" id="{C4E66D8F-EF2A-429C-A287-4892A9A21C8E}"/>
                    </a:ext>
                  </a:extLst>
                </p:cNvPr>
                <p:cNvSpPr>
                  <a:spLocks noChangeShapeType="1"/>
                </p:cNvSpPr>
                <p:nvPr/>
              </p:nvSpPr>
              <p:spPr bwMode="auto">
                <a:xfrm>
                  <a:off x="120881" y="192204"/>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grpSp>
        </p:grpSp>
        <p:sp>
          <p:nvSpPr>
            <p:cNvPr id="5131" name="Line 170">
              <a:extLst>
                <a:ext uri="{FF2B5EF4-FFF2-40B4-BE49-F238E27FC236}">
                  <a16:creationId xmlns:a16="http://schemas.microsoft.com/office/drawing/2014/main" xmlns="" id="{92D6FCE7-0570-432A-B4B9-466EB081295E}"/>
                </a:ext>
              </a:extLst>
            </p:cNvPr>
            <p:cNvSpPr>
              <a:spLocks noChangeShapeType="1"/>
            </p:cNvSpPr>
            <p:nvPr/>
          </p:nvSpPr>
          <p:spPr bwMode="auto">
            <a:xfrm>
              <a:off x="0" y="268450"/>
              <a:ext cx="3539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32" name="Line 171">
              <a:extLst>
                <a:ext uri="{FF2B5EF4-FFF2-40B4-BE49-F238E27FC236}">
                  <a16:creationId xmlns:a16="http://schemas.microsoft.com/office/drawing/2014/main" xmlns="" id="{A1E30566-9276-484A-8758-2D018BBC0AE6}"/>
                </a:ext>
              </a:extLst>
            </p:cNvPr>
            <p:cNvSpPr>
              <a:spLocks noChangeShapeType="1"/>
            </p:cNvSpPr>
            <p:nvPr/>
          </p:nvSpPr>
          <p:spPr bwMode="auto">
            <a:xfrm>
              <a:off x="590495" y="268450"/>
              <a:ext cx="683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33" name="Text Box 172">
              <a:extLst>
                <a:ext uri="{FF2B5EF4-FFF2-40B4-BE49-F238E27FC236}">
                  <a16:creationId xmlns:a16="http://schemas.microsoft.com/office/drawing/2014/main" xmlns="" id="{D814F5AF-1998-4B7B-91EC-C5D5D575EECC}"/>
                </a:ext>
              </a:extLst>
            </p:cNvPr>
            <p:cNvSpPr txBox="1">
              <a:spLocks noChangeArrowheads="1"/>
            </p:cNvSpPr>
            <p:nvPr/>
          </p:nvSpPr>
          <p:spPr bwMode="auto">
            <a:xfrm>
              <a:off x="1724529" y="162432"/>
              <a:ext cx="1084039" cy="2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&lt;  C0  K50 &gt;</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34" name="Text Box 173">
              <a:extLst>
                <a:ext uri="{FF2B5EF4-FFF2-40B4-BE49-F238E27FC236}">
                  <a16:creationId xmlns:a16="http://schemas.microsoft.com/office/drawing/2014/main" xmlns="" id="{A470670E-41D3-4969-87CD-B6E9D54A982C}"/>
                </a:ext>
              </a:extLst>
            </p:cNvPr>
            <p:cNvSpPr txBox="1">
              <a:spLocks noChangeArrowheads="1"/>
            </p:cNvSpPr>
            <p:nvPr/>
          </p:nvSpPr>
          <p:spPr bwMode="auto">
            <a:xfrm>
              <a:off x="266724" y="0"/>
              <a:ext cx="452981" cy="2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a:solidFill>
                    <a:srgbClr val="000000"/>
                  </a:solidFill>
                  <a:latin typeface="Arial" panose="020B0600000101010101" pitchFamily="50" charset="-127"/>
                  <a:ea typeface="돋움" panose="020B0600000101010101" pitchFamily="50" charset="-127"/>
                </a:rPr>
                <a:t>X1</a:t>
              </a:r>
            </a:p>
            <a:p>
              <a:pPr eaLnBrk="1" latinLnBrk="0" hangingPunct="1">
                <a:spcBef>
                  <a:spcPct val="0"/>
                </a:spcBef>
                <a:buFontTx/>
                <a:buNone/>
              </a:pPr>
              <a:endParaRPr lang="en-US" altLang="ko-KR" sz="900">
                <a:solidFill>
                  <a:srgbClr val="000000"/>
                </a:solidFill>
                <a:latin typeface="돋움" panose="020B0600000101010101" pitchFamily="50" charset="-127"/>
                <a:ea typeface="돋움" panose="020B0600000101010101" pitchFamily="50" charset="-127"/>
              </a:endParaRPr>
            </a:p>
          </p:txBody>
        </p:sp>
        <p:sp>
          <p:nvSpPr>
            <p:cNvPr id="5135" name="Line 175">
              <a:extLst>
                <a:ext uri="{FF2B5EF4-FFF2-40B4-BE49-F238E27FC236}">
                  <a16:creationId xmlns:a16="http://schemas.microsoft.com/office/drawing/2014/main" xmlns="" id="{AFBCBA50-DFA6-4E6F-9610-BABAE71FD864}"/>
                </a:ext>
              </a:extLst>
            </p:cNvPr>
            <p:cNvSpPr>
              <a:spLocks noChangeShapeType="1"/>
            </p:cNvSpPr>
            <p:nvPr/>
          </p:nvSpPr>
          <p:spPr bwMode="auto">
            <a:xfrm>
              <a:off x="2483121" y="273216"/>
              <a:ext cx="2412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36" name="Line 176">
              <a:extLst>
                <a:ext uri="{FF2B5EF4-FFF2-40B4-BE49-F238E27FC236}">
                  <a16:creationId xmlns:a16="http://schemas.microsoft.com/office/drawing/2014/main" xmlns="" id="{AD8B9DD5-5E30-4339-A450-D2A134601A6C}"/>
                </a:ext>
              </a:extLst>
            </p:cNvPr>
            <p:cNvSpPr>
              <a:spLocks noChangeShapeType="1"/>
            </p:cNvSpPr>
            <p:nvPr/>
          </p:nvSpPr>
          <p:spPr bwMode="auto">
            <a:xfrm>
              <a:off x="2724398" y="114658"/>
              <a:ext cx="0" cy="2714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sp>
          <p:nvSpPr>
            <p:cNvPr id="5137" name="Line 174">
              <a:extLst>
                <a:ext uri="{FF2B5EF4-FFF2-40B4-BE49-F238E27FC236}">
                  <a16:creationId xmlns:a16="http://schemas.microsoft.com/office/drawing/2014/main" xmlns="" id="{2004EB41-CB41-41DE-A5E9-B089E5261F6E}"/>
                </a:ext>
              </a:extLst>
            </p:cNvPr>
            <p:cNvSpPr>
              <a:spLocks noChangeShapeType="1"/>
            </p:cNvSpPr>
            <p:nvPr/>
          </p:nvSpPr>
          <p:spPr bwMode="auto">
            <a:xfrm flipH="1">
              <a:off x="0" y="87897"/>
              <a:ext cx="4856" cy="3134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latinLnBrk="0"/>
              <a:endParaRPr lang="ko-KR" altLang="en-US"/>
            </a:p>
          </p:txBody>
        </p:sp>
      </p:grpSp>
      <p:sp>
        <p:nvSpPr>
          <p:cNvPr id="5127" name="Line 2">
            <a:extLst>
              <a:ext uri="{FF2B5EF4-FFF2-40B4-BE49-F238E27FC236}">
                <a16:creationId xmlns:a16="http://schemas.microsoft.com/office/drawing/2014/main" xmlns="" id="{72B2C3CF-2DB5-4E6E-A8B2-CF2F838E479D}"/>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104" name="Text Box 6">
            <a:extLst>
              <a:ext uri="{FF2B5EF4-FFF2-40B4-BE49-F238E27FC236}">
                <a16:creationId xmlns:a16="http://schemas.microsoft.com/office/drawing/2014/main" xmlns="" id="{3A96FF30-769D-4986-822F-60643A350FD8}"/>
              </a:ext>
            </a:extLst>
          </p:cNvPr>
          <p:cNvSpPr txBox="1">
            <a:spLocks noChangeArrowheads="1"/>
          </p:cNvSpPr>
          <p:nvPr/>
        </p:nvSpPr>
        <p:spPr bwMode="auto">
          <a:xfrm>
            <a:off x="123825" y="228600"/>
            <a:ext cx="2366353"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PLC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xmlns="" id="{A8E61B99-6ECA-4A68-A86D-EEC7512A46B2}"/>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41. Điều nào không đúng về ưu điểm của công nghệ khí nén?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Dễ dàng khuếch đại lực.</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Không có nguy cơ dẫn hỏa.</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Dễ dàng tích lũy năng lượng.</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Có thể kiểm soát tốc độ chính xác và mang lại hiệu quả tốt.</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42. Điều nào không đúng về nhược điểm của công nghệ khí nén?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Khả năng phản hồi kém.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Khó kiểm soát tốc độc một cách chính xác.</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Khó tích lũy năng lượng.</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Tiếng ồn lớn.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43. Quy tắc nào đúng với quy luật thay đổi trạng thái của một bình kín trong điều kiện áp suất khí không đổi?</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①Định luật Boyle</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a:t>
            </a:r>
            <a:r>
              <a:rPr lang="vi-VN" sz="900" dirty="0">
                <a:solidFill>
                  <a:srgbClr val="FF0000"/>
                </a:solidFill>
                <a:latin typeface="Arial" panose="020B0600000101010101" pitchFamily="50" charset="-127"/>
                <a:ea typeface="돋움" panose="020B0600000101010101" pitchFamily="50" charset="-127"/>
              </a:rPr>
              <a:t>Định luật Charles</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③Định luật pascal</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④Quy tắc Charles- Boyle</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44. Đâu không phải là phương pháp sấy của máy sấy khí tạo ra khí nén khô?</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720000" indent="-72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Phương pháp làm lạnh không khí</a:t>
            </a:r>
            <a:endParaRPr lang="en-US" sz="900" dirty="0">
              <a:solidFill>
                <a:srgbClr val="FF0000"/>
              </a:solidFill>
              <a:latin typeface="Arial" panose="020B0600000101010101" pitchFamily="50" charset="-127"/>
              <a:ea typeface="돋움" panose="020B0600000101010101" pitchFamily="50" charset="-127"/>
            </a:endParaRPr>
          </a:p>
          <a:p>
            <a:pPr marL="720000" indent="-720000" eaLnBrk="1" latinLnBrk="0" hangingPunct="1">
              <a:spcBef>
                <a:spcPct val="0"/>
              </a:spcBef>
              <a:buFontTx/>
              <a:buNone/>
            </a:pPr>
            <a:r>
              <a:rPr lang="vi-VN" sz="900" dirty="0">
                <a:latin typeface="Arial" panose="020B0600000101010101" pitchFamily="50" charset="-127"/>
                <a:ea typeface="돋움" panose="020B0600000101010101" pitchFamily="50" charset="-127"/>
              </a:rPr>
              <a:t>② Phương pháp làm đông</a:t>
            </a:r>
          </a:p>
          <a:p>
            <a:pPr marL="720000" indent="-720000" eaLnBrk="1" latinLnBrk="0" hangingPunct="1">
              <a:spcBef>
                <a:spcPct val="0"/>
              </a:spcBef>
              <a:buFontTx/>
              <a:buNone/>
            </a:pPr>
            <a:r>
              <a:rPr lang="vi-VN" sz="900" dirty="0">
                <a:latin typeface="Arial" panose="020B0600000101010101" pitchFamily="50" charset="-127"/>
                <a:ea typeface="돋움" panose="020B0600000101010101" pitchFamily="50" charset="-127"/>
              </a:rPr>
              <a:t>③ Phương pháp kết dính</a:t>
            </a:r>
            <a:endParaRPr lang="en-US" sz="900" dirty="0">
              <a:latin typeface="Arial" panose="020B0600000101010101" pitchFamily="50" charset="-127"/>
              <a:ea typeface="돋움" panose="020B0600000101010101" pitchFamily="50" charset="-127"/>
            </a:endParaRPr>
          </a:p>
          <a:p>
            <a:pPr marL="720000" indent="-720000" eaLnBrk="1" latinLnBrk="0" hangingPunct="1">
              <a:spcBef>
                <a:spcPct val="0"/>
              </a:spcBef>
              <a:buFontTx/>
              <a:buNone/>
            </a:pPr>
            <a:r>
              <a:rPr lang="vi-VN" sz="900" dirty="0">
                <a:latin typeface="Arial" panose="020B0600000101010101" pitchFamily="50" charset="-127"/>
                <a:ea typeface="돋움" panose="020B0600000101010101" pitchFamily="50" charset="-127"/>
              </a:rPr>
              <a:t>④ Phương pháp hấp thụ</a:t>
            </a:r>
            <a:endParaRPr lang="en-US" sz="900" dirty="0">
              <a:latin typeface="Arial" panose="020B0600000101010101" pitchFamily="50" charset="-127"/>
              <a:ea typeface="돋움" panose="020B0600000101010101" pitchFamily="50" charset="-127"/>
            </a:endParaRPr>
          </a:p>
          <a:p>
            <a:pPr marL="720000" indent="-720000"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45. Máy nén khí nào được sử dụng nhiều làm nguồn cấp của mô tơ khí nén do việc cấp khí nén được thực hiện liên tục, dễ dàng nên xung và tiếng ồn nhỏ, kích thước nhỏ?</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800000" indent="-180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800000" indent="-1800000" eaLnBrk="1" latinLnBrk="0" hangingPunct="1">
              <a:spcBef>
                <a:spcPct val="0"/>
              </a:spcBef>
              <a:buFontTx/>
              <a:buNone/>
            </a:pPr>
            <a:r>
              <a:rPr lang="vi-VN" sz="900" dirty="0">
                <a:latin typeface="Arial" panose="020B0600000101010101" pitchFamily="50" charset="-127"/>
                <a:ea typeface="돋움" panose="020B0600000101010101" pitchFamily="50" charset="-127"/>
              </a:rPr>
              <a:t>③</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46. Tên gọi xi lanh tác động kép có gì sai?</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47. Thiết bị đệm nào của xi lanh chủ yếu được sử dụng trong các xi lanh có đường kính trên 20 mm?</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①Van cao su</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Bộ giảm xung</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③Aircushion</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Xy lanh hãm (Stopper)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p:txBody>
      </p:sp>
      <p:sp>
        <p:nvSpPr>
          <p:cNvPr id="6147" name="Rectangle 4">
            <a:extLst>
              <a:ext uri="{FF2B5EF4-FFF2-40B4-BE49-F238E27FC236}">
                <a16:creationId xmlns:a16="http://schemas.microsoft.com/office/drawing/2014/main" xmlns="" id="{1E1E71FB-0FEB-4F28-81C8-1453A917C4EB}"/>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48. Cấu trúc nào của bộ truyền động quay không phải là loại piston?</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Thiết bị truyền động kiểu cánh gạt (vane</a:t>
            </a:r>
            <a:r>
              <a:rPr lang="vi-VN" sz="900" dirty="0">
                <a:latin typeface="Arial" panose="020B0600000101010101" pitchFamily="50" charset="-127"/>
                <a:ea typeface="돋움" panose="020B0600000101010101" pitchFamily="50" charset="-127"/>
              </a:rPr>
              <a:t>)</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Thiết bị truyền động tay quay (crank)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Thiết bị truyền động kiểu yoke</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Thiết bị truyền động quay Rack-Pinion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49. Loại van nào đúng với hình khí nén sau đây?</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Van tiết lưu</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Van tuần tự</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Van giảm áp</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Van xả áp</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50. Giải thích nào đúng cho hình sau?</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Đây là van làm tăng tốc độ xi lanh bằng cách làm giảm sức cản khí thải của không khí thoát ra từ xi lanh.</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Đây là van điều khiển lưu lượng, làm thay đổi mặt cắt ngang của dòng chảy.</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Được sử dụng như một bộ hẹn giờ cùng với bình khí nén hoặc điều tiết nguồn cung và thải khí của xi lanh khí nén.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Đây là van kết nối với ống xả van điện tử để kiểm soát tốc độ xi lanh.</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51. Đâu không phải là mô tả về phương pháp Meter - in của bộ điều khiển tốc độ?</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Do khả năng nén của không khí nên rất khó để ngăn chặn hoàn toàn sự khởi động nhanh của piston.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Vì áp suất của ⓑ ở trạng thái dòng chảy tự do nên sẽ nhanh chóng giảm xuống mức áp suất khí quyển.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Vì không khí cung cấp được điều tiết nên cần có thời gian để áp suất ở phía ⓐ tăng lên.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Chuyển động của piston không ổn định do áp suất của ⓐ và ⓑ không cân bằng.</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52. Trong số các ký hiệu khí nén của van điều khiển hướng,</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đường kẻ ngắn ở bên ngoài hộp hình vuông thể hiện cho điều gì? (hình mũi tên)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Dòng chảy của chất lỏng</a:t>
            </a:r>
            <a:r>
              <a:rPr lang="en-US" sz="900" dirty="0">
                <a:latin typeface="Arial" panose="020B0600000101010101" pitchFamily="50" charset="-127"/>
                <a:ea typeface="돋움" panose="020B0600000101010101" pitchFamily="50" charset="-127"/>
              </a:rPr>
              <a:t>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② </a:t>
            </a:r>
            <a:r>
              <a:rPr lang="vi-VN" sz="900" dirty="0">
                <a:solidFill>
                  <a:srgbClr val="FF0000"/>
                </a:solidFill>
                <a:latin typeface="Arial" panose="020B0600000101010101" pitchFamily="50" charset="-127"/>
                <a:ea typeface="돋움" panose="020B0600000101010101" pitchFamily="50" charset="-127"/>
              </a:rPr>
              <a:t>Biểu thị cổng</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Số switching</a:t>
            </a:r>
            <a:endParaRPr lang="en-US" sz="900" dirty="0">
              <a:latin typeface="Arial"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④ Chặn dòng chảy của chất lỏng</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53. Tên gọi chính xác của đế xi lanh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vi-VN" sz="900" dirty="0">
                <a:latin typeface="Arial" panose="020B0600000101010101" pitchFamily="50" charset="-127"/>
                <a:ea typeface="돋움" panose="020B0600000101010101" pitchFamily="50" charset="-127"/>
              </a:rPr>
              <a:t>trong dưới là gì?</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Dạng Foot</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Dạng Trunnion    </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Dạng Flange</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Dạng Clevis</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p:txBody>
      </p:sp>
      <p:grpSp>
        <p:nvGrpSpPr>
          <p:cNvPr id="6148" name="그룹 45">
            <a:extLst>
              <a:ext uri="{FF2B5EF4-FFF2-40B4-BE49-F238E27FC236}">
                <a16:creationId xmlns:a16="http://schemas.microsoft.com/office/drawing/2014/main" xmlns="" id="{F186D6F6-F368-46F3-838C-A5F2A2BFF7EC}"/>
              </a:ext>
            </a:extLst>
          </p:cNvPr>
          <p:cNvGrpSpPr>
            <a:grpSpLocks/>
          </p:cNvGrpSpPr>
          <p:nvPr/>
        </p:nvGrpSpPr>
        <p:grpSpPr bwMode="auto">
          <a:xfrm>
            <a:off x="692150" y="5673080"/>
            <a:ext cx="2466975" cy="1257300"/>
            <a:chOff x="0" y="0"/>
            <a:chExt cx="2462743" cy="1250284"/>
          </a:xfrm>
        </p:grpSpPr>
        <p:pic>
          <p:nvPicPr>
            <p:cNvPr id="6170" name="그림 46">
              <a:extLst>
                <a:ext uri="{FF2B5EF4-FFF2-40B4-BE49-F238E27FC236}">
                  <a16:creationId xmlns:a16="http://schemas.microsoft.com/office/drawing/2014/main" xmlns="" id="{DAEC738E-DB70-48D3-A439-0E43735BA22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5997" y="713740"/>
              <a:ext cx="736746" cy="53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1" name="그림 47">
              <a:extLst>
                <a:ext uri="{FF2B5EF4-FFF2-40B4-BE49-F238E27FC236}">
                  <a16:creationId xmlns:a16="http://schemas.microsoft.com/office/drawing/2014/main" xmlns="" id="{12A516EF-B990-4299-BF1A-4521F9E3EBD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266" y="722479"/>
              <a:ext cx="392204" cy="525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2" name="그림 48">
              <a:extLst>
                <a:ext uri="{FF2B5EF4-FFF2-40B4-BE49-F238E27FC236}">
                  <a16:creationId xmlns:a16="http://schemas.microsoft.com/office/drawing/2014/main" xmlns="" id="{BB05AB2D-2D95-47CC-BA1C-580B9A443C3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25996" y="79938"/>
              <a:ext cx="700333" cy="58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3" name="그림 49">
              <a:extLst>
                <a:ext uri="{FF2B5EF4-FFF2-40B4-BE49-F238E27FC236}">
                  <a16:creationId xmlns:a16="http://schemas.microsoft.com/office/drawing/2014/main" xmlns="" id="{305F0F02-E65D-47D2-BDE3-EEDAEA083EE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571649" cy="561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49" name="그룹 50">
            <a:extLst>
              <a:ext uri="{FF2B5EF4-FFF2-40B4-BE49-F238E27FC236}">
                <a16:creationId xmlns:a16="http://schemas.microsoft.com/office/drawing/2014/main" xmlns="" id="{9C1E4B94-AED2-4E93-B30A-A1DEB3039B54}"/>
              </a:ext>
            </a:extLst>
          </p:cNvPr>
          <p:cNvGrpSpPr>
            <a:grpSpLocks/>
          </p:cNvGrpSpPr>
          <p:nvPr/>
        </p:nvGrpSpPr>
        <p:grpSpPr bwMode="auto">
          <a:xfrm>
            <a:off x="528638" y="7185248"/>
            <a:ext cx="2765425" cy="1743075"/>
            <a:chOff x="0" y="0"/>
            <a:chExt cx="2761042" cy="1746029"/>
          </a:xfrm>
        </p:grpSpPr>
        <p:pic>
          <p:nvPicPr>
            <p:cNvPr id="6161" name="Picture 251">
              <a:extLst>
                <a:ext uri="{FF2B5EF4-FFF2-40B4-BE49-F238E27FC236}">
                  <a16:creationId xmlns:a16="http://schemas.microsoft.com/office/drawing/2014/main" xmlns="" id="{891F9C23-7957-44CA-A5C7-6B7F854917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35" y="278961"/>
              <a:ext cx="2607049" cy="116088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6162" name="직선 연결선 52">
              <a:extLst>
                <a:ext uri="{FF2B5EF4-FFF2-40B4-BE49-F238E27FC236}">
                  <a16:creationId xmlns:a16="http://schemas.microsoft.com/office/drawing/2014/main" xmlns="" id="{CE2554D3-CD73-467F-A9C4-7CD79B1BFE4B}"/>
                </a:ext>
              </a:extLst>
            </p:cNvPr>
            <p:cNvCxnSpPr>
              <a:cxnSpLocks noChangeShapeType="1"/>
            </p:cNvCxnSpPr>
            <p:nvPr/>
          </p:nvCxnSpPr>
          <p:spPr bwMode="auto">
            <a:xfrm>
              <a:off x="1241335" y="210721"/>
              <a:ext cx="0" cy="197953"/>
            </a:xfrm>
            <a:prstGeom prst="line">
              <a:avLst/>
            </a:prstGeom>
            <a:noFill/>
            <a:ln w="34925" algn="ctr">
              <a:solidFill>
                <a:srgbClr val="FF0000"/>
              </a:solidFill>
              <a:round/>
              <a:headEnd type="triangle"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cxnSp>
        <p:cxnSp>
          <p:nvCxnSpPr>
            <p:cNvPr id="6163" name="직선 연결선 53">
              <a:extLst>
                <a:ext uri="{FF2B5EF4-FFF2-40B4-BE49-F238E27FC236}">
                  <a16:creationId xmlns:a16="http://schemas.microsoft.com/office/drawing/2014/main" xmlns="" id="{5BCDB5F0-A6C9-4246-95A2-1AE0183994D1}"/>
                </a:ext>
              </a:extLst>
            </p:cNvPr>
            <p:cNvCxnSpPr>
              <a:cxnSpLocks noChangeShapeType="1"/>
            </p:cNvCxnSpPr>
            <p:nvPr/>
          </p:nvCxnSpPr>
          <p:spPr bwMode="auto">
            <a:xfrm>
              <a:off x="435378" y="1046544"/>
              <a:ext cx="89295" cy="474092"/>
            </a:xfrm>
            <a:prstGeom prst="line">
              <a:avLst/>
            </a:prstGeom>
            <a:noFill/>
            <a:ln w="31750" algn="ctr">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cxnSp>
        <p:cxnSp>
          <p:nvCxnSpPr>
            <p:cNvPr id="6164" name="직선 연결선 54">
              <a:extLst>
                <a:ext uri="{FF2B5EF4-FFF2-40B4-BE49-F238E27FC236}">
                  <a16:creationId xmlns:a16="http://schemas.microsoft.com/office/drawing/2014/main" xmlns="" id="{CCF3D5AB-4C49-464B-8E91-952A15D19934}"/>
                </a:ext>
              </a:extLst>
            </p:cNvPr>
            <p:cNvCxnSpPr>
              <a:cxnSpLocks noChangeShapeType="1"/>
            </p:cNvCxnSpPr>
            <p:nvPr/>
          </p:nvCxnSpPr>
          <p:spPr bwMode="auto">
            <a:xfrm flipH="1">
              <a:off x="1331497" y="871963"/>
              <a:ext cx="3887" cy="626261"/>
            </a:xfrm>
            <a:prstGeom prst="line">
              <a:avLst/>
            </a:prstGeom>
            <a:noFill/>
            <a:ln w="31750" algn="ctr">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cxnSp>
        <p:cxnSp>
          <p:nvCxnSpPr>
            <p:cNvPr id="6165" name="직선 연결선 55">
              <a:extLst>
                <a:ext uri="{FF2B5EF4-FFF2-40B4-BE49-F238E27FC236}">
                  <a16:creationId xmlns:a16="http://schemas.microsoft.com/office/drawing/2014/main" xmlns="" id="{CA658F70-2024-4906-ABE1-4C4B457DD841}"/>
                </a:ext>
              </a:extLst>
            </p:cNvPr>
            <p:cNvCxnSpPr>
              <a:cxnSpLocks noChangeShapeType="1"/>
            </p:cNvCxnSpPr>
            <p:nvPr/>
          </p:nvCxnSpPr>
          <p:spPr bwMode="auto">
            <a:xfrm>
              <a:off x="165570" y="210721"/>
              <a:ext cx="22927" cy="346210"/>
            </a:xfrm>
            <a:prstGeom prst="line">
              <a:avLst/>
            </a:prstGeom>
            <a:noFill/>
            <a:ln w="34925" algn="ctr">
              <a:solidFill>
                <a:srgbClr val="FF0000"/>
              </a:solidFill>
              <a:round/>
              <a:headEnd type="triangle"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cxnSp>
        <p:sp>
          <p:nvSpPr>
            <p:cNvPr id="6166" name="TextBox 3">
              <a:extLst>
                <a:ext uri="{FF2B5EF4-FFF2-40B4-BE49-F238E27FC236}">
                  <a16:creationId xmlns:a16="http://schemas.microsoft.com/office/drawing/2014/main" xmlns="" id="{87C27B22-0550-4682-AE77-B3E982E6E20A}"/>
                </a:ext>
              </a:extLst>
            </p:cNvPr>
            <p:cNvSpPr txBox="1">
              <a:spLocks noChangeArrowheads="1"/>
            </p:cNvSpPr>
            <p:nvPr/>
          </p:nvSpPr>
          <p:spPr bwMode="auto">
            <a:xfrm>
              <a:off x="0" y="0"/>
              <a:ext cx="1132970" cy="30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Nắp đậy </a:t>
              </a:r>
              <a:r>
                <a:rPr lang="en-US" sz="900" dirty="0">
                  <a:latin typeface="Arial" panose="020B0600000101010101" pitchFamily="50" charset="-127"/>
                  <a:ea typeface="돋움" panose="020B0600000101010101" pitchFamily="50" charset="-127"/>
                </a:rPr>
                <a:t/>
              </a:r>
              <a:br>
                <a:rPr lang="en-US" sz="900" dirty="0">
                  <a:latin typeface="Arial" panose="020B0600000101010101" pitchFamily="50" charset="-127"/>
                  <a:ea typeface="돋움" panose="020B0600000101010101" pitchFamily="50" charset="-127"/>
                </a:rPr>
              </a:b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(Head cover)</a:t>
              </a:r>
            </a:p>
          </p:txBody>
        </p:sp>
        <p:sp>
          <p:nvSpPr>
            <p:cNvPr id="6167" name="TextBox 3">
              <a:extLst>
                <a:ext uri="{FF2B5EF4-FFF2-40B4-BE49-F238E27FC236}">
                  <a16:creationId xmlns:a16="http://schemas.microsoft.com/office/drawing/2014/main" xmlns="" id="{7B6BEEC0-3668-4E54-BD17-EF545AE5E460}"/>
                </a:ext>
              </a:extLst>
            </p:cNvPr>
            <p:cNvSpPr txBox="1">
              <a:spLocks noChangeArrowheads="1"/>
            </p:cNvSpPr>
            <p:nvPr/>
          </p:nvSpPr>
          <p:spPr bwMode="auto">
            <a:xfrm>
              <a:off x="1107651" y="0"/>
              <a:ext cx="1653391" cy="278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Nắp đậy (Head cover)</a:t>
              </a:r>
            </a:p>
          </p:txBody>
        </p:sp>
        <p:sp>
          <p:nvSpPr>
            <p:cNvPr id="6168" name="TextBox 3">
              <a:extLst>
                <a:ext uri="{FF2B5EF4-FFF2-40B4-BE49-F238E27FC236}">
                  <a16:creationId xmlns:a16="http://schemas.microsoft.com/office/drawing/2014/main" xmlns="" id="{6E6FD0AE-AC09-434F-93E3-5EB5D1F2EA6C}"/>
                </a:ext>
              </a:extLst>
            </p:cNvPr>
            <p:cNvSpPr txBox="1">
              <a:spLocks noChangeArrowheads="1"/>
            </p:cNvSpPr>
            <p:nvPr/>
          </p:nvSpPr>
          <p:spPr bwMode="auto">
            <a:xfrm>
              <a:off x="380396" y="1459795"/>
              <a:ext cx="1077492" cy="28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Cushioning</a:t>
              </a:r>
            </a:p>
          </p:txBody>
        </p:sp>
        <p:sp>
          <p:nvSpPr>
            <p:cNvPr id="6169" name="TextBox 3">
              <a:extLst>
                <a:ext uri="{FF2B5EF4-FFF2-40B4-BE49-F238E27FC236}">
                  <a16:creationId xmlns:a16="http://schemas.microsoft.com/office/drawing/2014/main" xmlns="" id="{E9848B92-9371-49A2-A873-5B401BE68C0C}"/>
                </a:ext>
              </a:extLst>
            </p:cNvPr>
            <p:cNvSpPr txBox="1">
              <a:spLocks noChangeArrowheads="1"/>
            </p:cNvSpPr>
            <p:nvPr/>
          </p:nvSpPr>
          <p:spPr bwMode="auto">
            <a:xfrm>
              <a:off x="1188738" y="1450254"/>
              <a:ext cx="827362" cy="28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Piston</a:t>
              </a:r>
            </a:p>
          </p:txBody>
        </p:sp>
      </p:grpSp>
      <p:pic>
        <p:nvPicPr>
          <p:cNvPr id="6150" name="Picture 75">
            <a:extLst>
              <a:ext uri="{FF2B5EF4-FFF2-40B4-BE49-F238E27FC236}">
                <a16:creationId xmlns:a16="http://schemas.microsoft.com/office/drawing/2014/main" xmlns="" id="{CC1DCD88-19EF-4E48-99D2-A97DC6970E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38103" t="55359" r="51242" b="30975"/>
          <a:stretch>
            <a:fillRect/>
          </a:stretch>
        </p:blipFill>
        <p:spPr bwMode="auto">
          <a:xfrm rot="60000">
            <a:off x="5663423" y="2149209"/>
            <a:ext cx="866775" cy="5905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lgn="ctr">
                <a:solidFill>
                  <a:srgbClr val="3333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1" name="Picture 80">
            <a:extLst>
              <a:ext uri="{FF2B5EF4-FFF2-40B4-BE49-F238E27FC236}">
                <a16:creationId xmlns:a16="http://schemas.microsoft.com/office/drawing/2014/main" xmlns="" id="{4EAE686E-1D30-44F5-BB81-198BF454A9A6}"/>
              </a:ext>
            </a:extLst>
          </p:cNvPr>
          <p:cNvPicPr>
            <a:picLocks noChangeAspect="1" noChangeArrowheads="1"/>
          </p:cNvPicPr>
          <p:nvPr/>
        </p:nvPicPr>
        <p:blipFill>
          <a:blip r:embed="rId9" cstate="print">
            <a:lum contrast="40000"/>
            <a:extLst>
              <a:ext uri="{28A0092B-C50C-407E-A947-70E740481C1C}">
                <a14:useLocalDpi xmlns:a14="http://schemas.microsoft.com/office/drawing/2010/main" val="0"/>
              </a:ext>
            </a:extLst>
          </a:blip>
          <a:srcRect l="42229" t="37994" r="9384" b="54626"/>
          <a:stretch>
            <a:fillRect/>
          </a:stretch>
        </p:blipFill>
        <p:spPr bwMode="auto">
          <a:xfrm>
            <a:off x="4676775" y="3052529"/>
            <a:ext cx="6286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그림 16">
            <a:extLst>
              <a:ext uri="{FF2B5EF4-FFF2-40B4-BE49-F238E27FC236}">
                <a16:creationId xmlns:a16="http://schemas.microsoft.com/office/drawing/2014/main" xmlns="" id="{EDF89631-64EE-4124-8199-5E72CB95A320}"/>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548188" y="5253980"/>
            <a:ext cx="8858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54" descr="http://www.smckorea.co.kr/homepage/data/technique/tech/html/9.jpg">
            <a:extLst>
              <a:ext uri="{FF2B5EF4-FFF2-40B4-BE49-F238E27FC236}">
                <a16:creationId xmlns:a16="http://schemas.microsoft.com/office/drawing/2014/main" xmlns="" id="{FDA7A40C-A7F9-423A-B9B8-94B841B9B436}"/>
              </a:ext>
            </a:extLst>
          </p:cNvPr>
          <p:cNvPicPr>
            <a:picLocks noChangeAspect="1" noChangeArrowheads="1"/>
          </p:cNvPicPr>
          <p:nvPr/>
        </p:nvPicPr>
        <p:blipFill>
          <a:blip r:embed="rId11" r:link="rId12">
            <a:extLst>
              <a:ext uri="{28A0092B-C50C-407E-A947-70E740481C1C}">
                <a14:useLocalDpi xmlns:a14="http://schemas.microsoft.com/office/drawing/2010/main" val="0"/>
              </a:ext>
            </a:extLst>
          </a:blip>
          <a:srcRect/>
          <a:stretch>
            <a:fillRect/>
          </a:stretch>
        </p:blipFill>
        <p:spPr bwMode="auto">
          <a:xfrm>
            <a:off x="5613011" y="8770565"/>
            <a:ext cx="7715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그룹 1">
            <a:extLst>
              <a:ext uri="{FF2B5EF4-FFF2-40B4-BE49-F238E27FC236}">
                <a16:creationId xmlns:a16="http://schemas.microsoft.com/office/drawing/2014/main" xmlns="" id="{9210307A-93A7-4308-99A1-304DE78AFA92}"/>
              </a:ext>
            </a:extLst>
          </p:cNvPr>
          <p:cNvGrpSpPr/>
          <p:nvPr/>
        </p:nvGrpSpPr>
        <p:grpSpPr>
          <a:xfrm>
            <a:off x="4088607" y="7494435"/>
            <a:ext cx="1804987" cy="539750"/>
            <a:chOff x="4037013" y="7629525"/>
            <a:chExt cx="1804987" cy="539750"/>
          </a:xfrm>
        </p:grpSpPr>
        <p:pic>
          <p:nvPicPr>
            <p:cNvPr id="6154" name="Picture 152">
              <a:extLst>
                <a:ext uri="{FF2B5EF4-FFF2-40B4-BE49-F238E27FC236}">
                  <a16:creationId xmlns:a16="http://schemas.microsoft.com/office/drawing/2014/main" xmlns="" id="{782B066A-81DC-4F61-9C5A-78CD0A63F4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24310" b="55386"/>
            <a:stretch>
              <a:fillRect/>
            </a:stretch>
          </p:blipFill>
          <p:spPr bwMode="auto">
            <a:xfrm>
              <a:off x="4037013" y="7629525"/>
              <a:ext cx="7381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155" name="Line 156">
              <a:extLst>
                <a:ext uri="{FF2B5EF4-FFF2-40B4-BE49-F238E27FC236}">
                  <a16:creationId xmlns:a16="http://schemas.microsoft.com/office/drawing/2014/main" xmlns="" id="{5FAB9473-4AC8-408A-8E32-0619A553829D}"/>
                </a:ext>
              </a:extLst>
            </p:cNvPr>
            <p:cNvSpPr>
              <a:spLocks noChangeShapeType="1"/>
            </p:cNvSpPr>
            <p:nvPr/>
          </p:nvSpPr>
          <p:spPr bwMode="auto">
            <a:xfrm flipV="1">
              <a:off x="4556125" y="7670800"/>
              <a:ext cx="215900" cy="0"/>
            </a:xfrm>
            <a:prstGeom prst="line">
              <a:avLst/>
            </a:prstGeom>
            <a:noFill/>
            <a:ln w="9525">
              <a:solidFill>
                <a:srgbClr val="FF66FF"/>
              </a:solidFill>
              <a:round/>
              <a:headEnd type="arrow" w="med" len="med"/>
              <a:tailEnd/>
            </a:ln>
            <a:extLst>
              <a:ext uri="{909E8E84-426E-40DD-AFC4-6F175D3DCCD1}">
                <a14:hiddenFill xmlns:a14="http://schemas.microsoft.com/office/drawing/2010/main">
                  <a:noFill/>
                </a14:hiddenFill>
              </a:ext>
            </a:extLst>
          </p:spPr>
          <p:txBody>
            <a:bodyPr>
              <a:spAutoFit/>
            </a:bodyPr>
            <a:lstStyle/>
            <a:p>
              <a:pPr latinLnBrk="0"/>
              <a:endParaRPr lang="ko-KR" altLang="en-US"/>
            </a:p>
          </p:txBody>
        </p:sp>
        <p:sp>
          <p:nvSpPr>
            <p:cNvPr id="6156" name="타원 1">
              <a:extLst>
                <a:ext uri="{FF2B5EF4-FFF2-40B4-BE49-F238E27FC236}">
                  <a16:creationId xmlns:a16="http://schemas.microsoft.com/office/drawing/2014/main" xmlns="" id="{4831276C-959D-4918-98BB-22D8BE2BCB47}"/>
                </a:ext>
              </a:extLst>
            </p:cNvPr>
            <p:cNvSpPr>
              <a:spLocks noChangeArrowheads="1"/>
            </p:cNvSpPr>
            <p:nvPr/>
          </p:nvSpPr>
          <p:spPr bwMode="auto">
            <a:xfrm>
              <a:off x="4429125" y="7629525"/>
              <a:ext cx="107950" cy="106363"/>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p:txBody>
        </p:sp>
        <p:pic>
          <p:nvPicPr>
            <p:cNvPr id="6157" name="그림 17">
              <a:extLst>
                <a:ext uri="{FF2B5EF4-FFF2-40B4-BE49-F238E27FC236}">
                  <a16:creationId xmlns:a16="http://schemas.microsoft.com/office/drawing/2014/main" xmlns="" id="{F0CF65C4-077D-417F-8788-3C33E8B7724B}"/>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4989513" y="7654925"/>
              <a:ext cx="7429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8" name="Line 156">
              <a:extLst>
                <a:ext uri="{FF2B5EF4-FFF2-40B4-BE49-F238E27FC236}">
                  <a16:creationId xmlns:a16="http://schemas.microsoft.com/office/drawing/2014/main" xmlns="" id="{B61E4C0F-CF59-420C-9288-11FE7F9AD9C4}"/>
                </a:ext>
              </a:extLst>
            </p:cNvPr>
            <p:cNvSpPr>
              <a:spLocks noChangeShapeType="1"/>
            </p:cNvSpPr>
            <p:nvPr/>
          </p:nvSpPr>
          <p:spPr bwMode="auto">
            <a:xfrm flipV="1">
              <a:off x="5624513" y="7681913"/>
              <a:ext cx="217487" cy="0"/>
            </a:xfrm>
            <a:prstGeom prst="line">
              <a:avLst/>
            </a:prstGeom>
            <a:noFill/>
            <a:ln w="9525">
              <a:solidFill>
                <a:srgbClr val="FF66FF"/>
              </a:solidFill>
              <a:round/>
              <a:headEnd type="arrow" w="med" len="med"/>
              <a:tailEnd/>
            </a:ln>
            <a:extLst>
              <a:ext uri="{909E8E84-426E-40DD-AFC4-6F175D3DCCD1}">
                <a14:hiddenFill xmlns:a14="http://schemas.microsoft.com/office/drawing/2010/main">
                  <a:noFill/>
                </a14:hiddenFill>
              </a:ext>
            </a:extLst>
          </p:spPr>
          <p:txBody>
            <a:bodyPr>
              <a:spAutoFit/>
            </a:bodyPr>
            <a:lstStyle/>
            <a:p>
              <a:pPr latinLnBrk="0"/>
              <a:endParaRPr lang="ko-KR" altLang="en-US"/>
            </a:p>
          </p:txBody>
        </p:sp>
      </p:grpSp>
      <p:sp>
        <p:nvSpPr>
          <p:cNvPr id="6159" name="Line 2">
            <a:extLst>
              <a:ext uri="{FF2B5EF4-FFF2-40B4-BE49-F238E27FC236}">
                <a16:creationId xmlns:a16="http://schemas.microsoft.com/office/drawing/2014/main" xmlns="" id="{26ECC453-890D-4FE1-B7B8-E0822144109C}"/>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31" name="Text Box 6">
            <a:extLst>
              <a:ext uri="{FF2B5EF4-FFF2-40B4-BE49-F238E27FC236}">
                <a16:creationId xmlns:a16="http://schemas.microsoft.com/office/drawing/2014/main" xmlns="" id="{35C56A72-4B92-404A-9E02-2291906F5038}"/>
              </a:ext>
            </a:extLst>
          </p:cNvPr>
          <p:cNvSpPr txBox="1">
            <a:spLocks noChangeArrowheads="1"/>
          </p:cNvSpPr>
          <p:nvPr/>
        </p:nvSpPr>
        <p:spPr bwMode="auto">
          <a:xfrm>
            <a:off x="123825" y="228600"/>
            <a:ext cx="2694969"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Khí nén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xmlns="" id="{F7064515-E7F3-425C-97C9-161EBEBFD7FA}"/>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54. Van poppete có đặc điểm gì?</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Phù hợp với áp suất cao hoặc van điều khiển tự động.</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Cấu trúc đơn giản và dễ dàng chế tác với độ chính xác cao.</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Lực hoạt động của van nhỏ.</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Khoảng cách di chuyển của bộ phận hoạt động là ngắn, tốc độ đóng/mở nhanh.</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55. Khi cung cấp áp suất khác nhau tại hai đầu nhập thì áp suất của đầu ra là bao nhiêu?</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9kgf/㎠</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② 4kgf/㎠</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1kgf/㎠</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5kgf/㎠</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56. Van nào cho phép dòng chảy theo một hướng nhưng chặn dòng chảy theo hướng ngược lại và được sử dụng để ngăn dòng chảy ngược?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57. Thiết bị khí nén nào không được sử dụng với máy phun chân không khí nén?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Van điện tử</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Bộ lọc</a:t>
            </a:r>
          </a:p>
          <a:p>
            <a:pPr marL="1440000" indent="-1440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Van một chiều</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Công tắc áp suất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58. Đâu không phải là loại công tắc phát hiện có thể phát hiện khi không tiếp xúc với vật thể phát hiện?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 Công tắc tiệm cận</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② Công tắc hành trình</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Công tắc mức siêu âm</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④ Công tắc quang điện</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59. Giải thích nào đúng khi nói về tính năng bộ nhớ trong các tính năng tiêu biểu của rơ le?</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Trạng thái đầu vào có thể được duy trì bởi tiếp điểm tiếp xúc của rơ le và có thể ghi nhớ tín hiệu hoạt động.</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Khi số lượng tiếp điểm đầu ra về tín hiệu đầu vào của 1 cuộn dây nhiều thì tín hiệu được phân nhánh và có thể điều khiển đồng thời một số thiết bị.</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Khi lấy điện năng tiêu thụ của cuộn dây là đầu vào thì ở tiếp điểm đầu ra điện năng có thể tăng gấp mấy chục lần đầu vào.</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Do phần cuộn dây và phần tiếp điểm được phân tách bằng điện nên có thể xử lý tín hiệu của các thuộc tính khác nhau.</a:t>
            </a:r>
          </a:p>
        </p:txBody>
      </p:sp>
      <p:sp>
        <p:nvSpPr>
          <p:cNvPr id="7171" name="Rectangle 4">
            <a:extLst>
              <a:ext uri="{FF2B5EF4-FFF2-40B4-BE49-F238E27FC236}">
                <a16:creationId xmlns:a16="http://schemas.microsoft.com/office/drawing/2014/main" xmlns="" id="{79B13D30-1CF7-4619-BCD7-5148332AD5A2}"/>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60. Đâu không phải loại hình dòng chảy ở vị trí trung lập?</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① Loại đóng giữa</a:t>
            </a:r>
            <a:r>
              <a:rPr lang="en-US" altLang="ko-KR" sz="900" dirty="0">
                <a:latin typeface="Arial" panose="020B0600000101010101" pitchFamily="50" charset="-127"/>
                <a:ea typeface="돋움" panose="020B0600000101010101" pitchFamily="50" charset="-127"/>
              </a:rPr>
              <a:t>	</a:t>
            </a:r>
            <a:r>
              <a:rPr lang="vi-VN" altLang="ko-KR" sz="900" dirty="0">
                <a:latin typeface="Arial" panose="020B0600000101010101" pitchFamily="50" charset="-127"/>
                <a:ea typeface="돋움" panose="020B0600000101010101" pitchFamily="50" charset="-127"/>
              </a:rPr>
              <a:t>② Loại nhấn giữa</a:t>
            </a:r>
          </a:p>
          <a:p>
            <a:pPr marL="1440000" indent="-1440000" eaLnBrk="1" latinLnBrk="0" hangingPunct="1">
              <a:spcBef>
                <a:spcPct val="0"/>
              </a:spcBef>
              <a:buFontTx/>
              <a:buNone/>
            </a:pPr>
            <a:r>
              <a:rPr lang="vi-VN" altLang="ko-KR" sz="900" dirty="0">
                <a:solidFill>
                  <a:srgbClr val="FF0000"/>
                </a:solidFill>
                <a:latin typeface="Arial" panose="020B0600000101010101" pitchFamily="50" charset="-127"/>
                <a:ea typeface="돋움" panose="020B0600000101010101" pitchFamily="50" charset="-127"/>
              </a:rPr>
              <a:t>③ Loại kết nối PAR</a:t>
            </a:r>
            <a:r>
              <a:rPr lang="en-US" altLang="ko-KR" sz="900" dirty="0">
                <a:latin typeface="Arial" panose="020B0600000101010101" pitchFamily="50" charset="-127"/>
                <a:ea typeface="돋움" panose="020B0600000101010101" pitchFamily="50" charset="-127"/>
              </a:rPr>
              <a:t>	</a:t>
            </a:r>
            <a:r>
              <a:rPr lang="vi-VN" altLang="ko-KR" sz="900" dirty="0">
                <a:latin typeface="Arial" panose="020B0600000101010101" pitchFamily="50" charset="-127"/>
                <a:ea typeface="돋움" panose="020B0600000101010101" pitchFamily="50" charset="-127"/>
              </a:rPr>
              <a:t>④ Loại xả giữa</a:t>
            </a:r>
          </a:p>
        </p:txBody>
      </p:sp>
      <p:pic>
        <p:nvPicPr>
          <p:cNvPr id="7172" name="그림 127">
            <a:extLst>
              <a:ext uri="{FF2B5EF4-FFF2-40B4-BE49-F238E27FC236}">
                <a16:creationId xmlns:a16="http://schemas.microsoft.com/office/drawing/2014/main" xmlns="" id="{6CBD7E28-AC54-4FF1-84EE-AA6AE621C5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0925" y="2576736"/>
            <a:ext cx="1133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91">
            <a:extLst>
              <a:ext uri="{FF2B5EF4-FFF2-40B4-BE49-F238E27FC236}">
                <a16:creationId xmlns:a16="http://schemas.microsoft.com/office/drawing/2014/main" xmlns="" id="{EC527459-1065-4517-86D1-3435B4D1C226}"/>
              </a:ext>
            </a:extLst>
          </p:cNvPr>
          <p:cNvPicPr>
            <a:picLocks noChangeAspect="1" noChangeArrowheads="1"/>
          </p:cNvPicPr>
          <p:nvPr/>
        </p:nvPicPr>
        <p:blipFill>
          <a:blip r:embed="rId4">
            <a:lum contrast="40000"/>
            <a:extLst>
              <a:ext uri="{28A0092B-C50C-407E-A947-70E740481C1C}">
                <a14:useLocalDpi xmlns:a14="http://schemas.microsoft.com/office/drawing/2010/main" val="0"/>
              </a:ext>
            </a:extLst>
          </a:blip>
          <a:srcRect l="56140" t="95370" r="8772" b="1852"/>
          <a:stretch>
            <a:fillRect/>
          </a:stretch>
        </p:blipFill>
        <p:spPr bwMode="auto">
          <a:xfrm>
            <a:off x="2123616" y="4953695"/>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169">
            <a:extLst>
              <a:ext uri="{FF2B5EF4-FFF2-40B4-BE49-F238E27FC236}">
                <a16:creationId xmlns:a16="http://schemas.microsoft.com/office/drawing/2014/main" xmlns="" id="{6B8216F0-FD0E-4B9A-9616-086A7F5A64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23616" y="4377432"/>
            <a:ext cx="6667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5" name="그림 9">
            <a:extLst>
              <a:ext uri="{FF2B5EF4-FFF2-40B4-BE49-F238E27FC236}">
                <a16:creationId xmlns:a16="http://schemas.microsoft.com/office/drawing/2014/main" xmlns="" id="{34D8E232-9B5C-42C0-9D9D-EBCD343E3DD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35137" y="4936232"/>
            <a:ext cx="781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그림 10">
            <a:extLst>
              <a:ext uri="{FF2B5EF4-FFF2-40B4-BE49-F238E27FC236}">
                <a16:creationId xmlns:a16="http://schemas.microsoft.com/office/drawing/2014/main" xmlns="" id="{B1239B8F-70D0-439E-967B-B75C0B54EF6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73237" y="4448870"/>
            <a:ext cx="609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7" name="Line 2">
            <a:extLst>
              <a:ext uri="{FF2B5EF4-FFF2-40B4-BE49-F238E27FC236}">
                <a16:creationId xmlns:a16="http://schemas.microsoft.com/office/drawing/2014/main" xmlns="" id="{479901C1-8EB4-4C34-9342-C4D1F0B38D3F}"/>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12" name="Text Box 6">
            <a:extLst>
              <a:ext uri="{FF2B5EF4-FFF2-40B4-BE49-F238E27FC236}">
                <a16:creationId xmlns:a16="http://schemas.microsoft.com/office/drawing/2014/main" xmlns="" id="{3A07B509-40B4-41A2-970A-90CA0EE25A71}"/>
              </a:ext>
            </a:extLst>
          </p:cNvPr>
          <p:cNvSpPr txBox="1">
            <a:spLocks noChangeArrowheads="1"/>
          </p:cNvSpPr>
          <p:nvPr/>
        </p:nvSpPr>
        <p:spPr bwMode="auto">
          <a:xfrm>
            <a:off x="123825" y="228600"/>
            <a:ext cx="2694969"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Khí nén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a:extLst>
              <a:ext uri="{FF2B5EF4-FFF2-40B4-BE49-F238E27FC236}">
                <a16:creationId xmlns:a16="http://schemas.microsoft.com/office/drawing/2014/main" xmlns="" id="{6E696459-DADF-4679-8D64-B9CD82B9992C}"/>
              </a:ext>
            </a:extLst>
          </p:cNvPr>
          <p:cNvSpPr>
            <a:spLocks noChangeArrowheads="1"/>
          </p:cNvSpPr>
          <p:nvPr/>
        </p:nvSpPr>
        <p:spPr bwMode="auto">
          <a:xfrm>
            <a:off x="3384550" y="776288"/>
            <a:ext cx="3214688"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8195" name="Rectangle 5">
            <a:extLst>
              <a:ext uri="{FF2B5EF4-FFF2-40B4-BE49-F238E27FC236}">
                <a16:creationId xmlns:a16="http://schemas.microsoft.com/office/drawing/2014/main" xmlns="" id="{A4002CC8-BD7C-4070-B973-6DA495693ABF}"/>
              </a:ext>
            </a:extLst>
          </p:cNvPr>
          <p:cNvSpPr>
            <a:spLocks noChangeArrowheads="1"/>
          </p:cNvSpPr>
          <p:nvPr/>
        </p:nvSpPr>
        <p:spPr bwMode="auto">
          <a:xfrm>
            <a:off x="169863" y="776288"/>
            <a:ext cx="3214687"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8196" name="직사각형 1">
            <a:extLst>
              <a:ext uri="{FF2B5EF4-FFF2-40B4-BE49-F238E27FC236}">
                <a16:creationId xmlns:a16="http://schemas.microsoft.com/office/drawing/2014/main" xmlns="" id="{891BBDFA-8A36-4BCC-8EDA-DD47637D6DD4}"/>
              </a:ext>
            </a:extLst>
          </p:cNvPr>
          <p:cNvSpPr>
            <a:spLocks noChangeArrowheads="1"/>
          </p:cNvSpPr>
          <p:nvPr/>
        </p:nvSpPr>
        <p:spPr bwMode="auto">
          <a:xfrm>
            <a:off x="188913" y="776288"/>
            <a:ext cx="3195637" cy="909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61. Ký hiệu nào không đúng với tiêu chuẩn công nghiệp ở mỗi quốc gia?</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Anh - BM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Đức - DIN</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Thụy Sĩ - VSM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Hoa Kỳ – ANSI</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62. Giải thích nào không đúng về động cơ trục chính?</a:t>
            </a:r>
          </a:p>
          <a:p>
            <a:pPr eaLnBrk="1" latinLnBrk="0" hangingPunct="1">
              <a:spcBef>
                <a:spcPct val="0"/>
              </a:spcBef>
              <a:buFontTx/>
              <a:buNone/>
            </a:pPr>
            <a:endParaRPr lang="en-US" altLang="ko-KR" sz="900" b="1"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a:t>
            </a:r>
            <a:r>
              <a:rPr lang="vi-VN" sz="900" b="1" dirty="0">
                <a:solidFill>
                  <a:srgbClr val="FF0000"/>
                </a:solidFill>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Trục có đường kính lớn và trục dài</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Xoay với tốc độ cao 10.000 RPM.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Bị xoắn và uốn đồng thời.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Số lượng biến dạng phải cực nhỏ.</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63. Đáp án nào không đúng trong phân loại theo mục đích sử dụng của trục?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Trục xe</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Trục truyền</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Trục khuỷu</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Cổ trục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64. Giải thích nào không đúng về các hạng mục cần lưu ý khi sử dụng trục?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Tránh tải trọng ngang quá mức.</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Không bảo quản ở nơi có sự thay đổi về nhiệt độ.</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Khi bảo quản chỉ cần chú ý tới phần journal bị đâm.</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Không để tiếp xúc với khí ga.</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65. Khớp nối nào không được sử dụng khi đường trục nằm trên cùng một đường?</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Khớp nối ống</a:t>
            </a:r>
            <a:r>
              <a:rPr lang="en-US" sz="900"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Khớp nối mặt bích </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Khớp nối Sellers</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④ Khớp nối Oldham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66. Đặc điểm nào đúng với vòng bi rãnh sâu?</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Press Retainer của tấm thép thường được sử dụng.</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Chỉ chịu được tải theo hướng trục.</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Góc tiếp xúc càng lớn thì khả năng hỗ trợ trục càng lớn.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Nếu góc tiếp xúc nhỏ thì có lợi trong việc quay nhanh.</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ko-KR" altLang="en-US"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67. Đâu không phải là đặc điểm của ổ bi tiếp xúc 4 điểm?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Vòng trong được chia thành 2 phần.</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Góc tiếp xúc giữa vòng trong và vòng ngoài là 35 độ.</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Có thể sử dụng thay cho vòng bi đỡ chặn tiếp xúc.         </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Press Retainer của tấm thép thường được sử dụng</a:t>
            </a:r>
            <a:r>
              <a:rPr lang="vi-VN" sz="900" dirty="0">
                <a:latin typeface="Arial" panose="020B0600000101010101" pitchFamily="50" charset="-127"/>
                <a:ea typeface="돋움" panose="020B0600000101010101" pitchFamily="50" charset="-127"/>
              </a:rPr>
              <a:t>.</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68. Bu lông ốc vít nào được dùng để kết hợp?</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Ren vuông</a:t>
            </a:r>
            <a:r>
              <a:rPr lang="en-US"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② Ren chặn</a:t>
            </a:r>
          </a:p>
          <a:p>
            <a:pPr marL="1440000" indent="-1440000" eaLnBrk="1" latinLnBrk="0" hangingPunct="1">
              <a:spcBef>
                <a:spcPct val="0"/>
              </a:spcBef>
              <a:buFontTx/>
              <a:buNone/>
            </a:pPr>
            <a:r>
              <a:rPr lang="vi-VN" sz="900" dirty="0">
                <a:latin typeface="Arial" panose="020B0600000101010101" pitchFamily="50" charset="-127"/>
                <a:ea typeface="돋움" panose="020B0600000101010101" pitchFamily="50" charset="-127"/>
              </a:rPr>
              <a:t>③ Ren tròn</a:t>
            </a:r>
            <a:r>
              <a:rPr lang="en-US" sz="900" dirty="0">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④ Ren hợp nhất</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p:txBody>
      </p:sp>
      <p:sp>
        <p:nvSpPr>
          <p:cNvPr id="8197" name="직사각형 2">
            <a:extLst>
              <a:ext uri="{FF2B5EF4-FFF2-40B4-BE49-F238E27FC236}">
                <a16:creationId xmlns:a16="http://schemas.microsoft.com/office/drawing/2014/main" xmlns="" id="{96CD97AC-C53D-40F3-B86B-701B69AED6B6}"/>
              </a:ext>
            </a:extLst>
          </p:cNvPr>
          <p:cNvSpPr>
            <a:spLocks noChangeArrowheads="1"/>
          </p:cNvSpPr>
          <p:nvPr/>
        </p:nvSpPr>
        <p:spPr bwMode="auto">
          <a:xfrm>
            <a:off x="3384550" y="777875"/>
            <a:ext cx="3284538" cy="886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r>
              <a:rPr lang="vi-VN" sz="900" dirty="0">
                <a:latin typeface="Arial" panose="020B0600000101010101" pitchFamily="50" charset="-127"/>
                <a:ea typeface="돋움" panose="020B0600000101010101" pitchFamily="50" charset="-127"/>
              </a:rPr>
              <a:t>69. Tên gọi bộ phận của bu lông ốc vít bị sai?</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Bước ren “Pitch”: Là khoảng cách của đỉnh ren và bu lông</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Đường kính danh nghĩa: Đường kính ngoài của bu lông</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Phai: Điểm kết nối phía cuối hai đầu của đỉnh ren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Chân ren: Mặt mà hai bên phai của rãnh ốc vít được nối với nhau </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70. Giải thích nào về chốt ghim không đúng?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76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 </a:t>
            </a:r>
            <a:r>
              <a:rPr lang="vi-VN" sz="900" spc="-20" dirty="0">
                <a:solidFill>
                  <a:srgbClr val="FF0000"/>
                </a:solidFill>
                <a:latin typeface="Arial" panose="020B0600000101010101" pitchFamily="50" charset="-127"/>
                <a:ea typeface="돋움" panose="020B0600000101010101" pitchFamily="50" charset="-127"/>
              </a:rPr>
              <a:t>Chốt ghim được sử dụng ở những nơi có tải trọng lớn như bánh răng, ròng rọc và phương pháp lắp đặt đơn giản.</a:t>
            </a:r>
          </a:p>
          <a:p>
            <a:pPr marL="144000" indent="-147600" eaLnBrk="1" latinLnBrk="0" hangingPunct="1">
              <a:spcBef>
                <a:spcPct val="0"/>
              </a:spcBef>
              <a:buFontTx/>
              <a:buNone/>
            </a:pPr>
            <a:r>
              <a:rPr lang="vi-VN" sz="900" dirty="0">
                <a:latin typeface="Arial" panose="020B0600000101010101" pitchFamily="50" charset="-127"/>
                <a:ea typeface="돋움" panose="020B0600000101010101" pitchFamily="50" charset="-127"/>
              </a:rPr>
              <a:t>② Chốt côn có loại tách và không tách ở phần đuôi.</a:t>
            </a:r>
          </a:p>
          <a:p>
            <a:pPr marL="144000" indent="-147600" eaLnBrk="1" latinLnBrk="0" hangingPunct="1">
              <a:spcBef>
                <a:spcPct val="0"/>
              </a:spcBef>
              <a:buFontTx/>
              <a:buNone/>
            </a:pPr>
            <a:r>
              <a:rPr lang="vi-VN" sz="900" dirty="0">
                <a:latin typeface="Arial" panose="020B0600000101010101" pitchFamily="50" charset="-127"/>
                <a:ea typeface="돋움" panose="020B0600000101010101" pitchFamily="50" charset="-127"/>
              </a:rPr>
              <a:t>③ Chốt bản lề cơ cấu lái được kết nối để 2 thanh có thể hoạt động.</a:t>
            </a:r>
          </a:p>
          <a:p>
            <a:pPr marL="144000" indent="-147600" eaLnBrk="1" latinLnBrk="0" hangingPunct="1">
              <a:spcBef>
                <a:spcPct val="0"/>
              </a:spcBef>
              <a:buFontTx/>
              <a:buNone/>
            </a:pPr>
            <a:r>
              <a:rPr lang="vi-VN" sz="900" dirty="0">
                <a:latin typeface="Arial" panose="020B0600000101010101" pitchFamily="50" charset="-127"/>
                <a:ea typeface="돋움" panose="020B0600000101010101" pitchFamily="50" charset="-127"/>
              </a:rPr>
              <a:t>④ Chốt định vị được sử dụng để nối các thanh với nhau.</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ko-KR" altLang="en-US"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71. Trong các loại then (key), đâu là loại nên được sử dụng với áp lực bên thấp?</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Then ma sát (saddle key)</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Then bán nguyệt (woodruff key)</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Then bằng (flat key)</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Then trượt (sliding key)</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72. Mô tả nào không đúng về đặc điểm của then bán nguyệt (woodruff key)?</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 Được sử dụng cho các trục nhỏ dưới 60 mm.</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Độ sâu của rãnh làm tăng độ cứng của trục.</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Phù hợp với trục taper của máy móc chế tạo.</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Dễ dàng gia công và điều chỉnh.</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73. Trong phương pháp phân loại bánh răng (trục song song) dưới đây, loại nào khác với những loại còn lại? </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Bánh răng trụ tròn (spur gear)</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Bánh răng ăn khớp trong (internal gear)    </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Bánh răng côn xoắn (helical gear)</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Bánh răng xoắn ốc (srew gear)</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ko-KR" altLang="en-US"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74. Bánh răng nào có đặc điểm là trục trung tâm của bánh răng và bánh răng nhỏ (pinion) không giao nhau mà đan chéo nhau?</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Bánh răng côn xoắn (Helical gear) </a:t>
            </a:r>
            <a:endParaRPr lang="en-US" sz="900" dirty="0">
              <a:latin typeface="Arial"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Bánh răng hypoid (Hypoid gear)</a:t>
            </a:r>
          </a:p>
          <a:p>
            <a:pPr marL="144000" indent="-144000" eaLnBrk="1" latinLnBrk="0" hangingPunct="1">
              <a:spcBef>
                <a:spcPct val="0"/>
              </a:spcBef>
              <a:buFontTx/>
              <a:buAutoNum type="circleNumDbPlain" startAt="3"/>
            </a:pPr>
            <a:r>
              <a:rPr lang="vi-VN" sz="900" dirty="0">
                <a:latin typeface="Arial" panose="020B0600000101010101" pitchFamily="50" charset="-127"/>
                <a:ea typeface="돋움" panose="020B0600000101010101" pitchFamily="50" charset="-127"/>
              </a:rPr>
              <a:t>Bánh răng côn spiral (Spiral bevel gear)  </a:t>
            </a:r>
            <a:endParaRPr lang="en-US" sz="900" dirty="0">
              <a:latin typeface="Arial" panose="020B0600000101010101" pitchFamily="50" charset="-127"/>
              <a:ea typeface="돋움" panose="020B0600000101010101" pitchFamily="50" charset="-127"/>
            </a:endParaRPr>
          </a:p>
          <a:p>
            <a:pPr marL="144000" indent="-144000" eaLnBrk="1" latinLnBrk="0" hangingPunct="1">
              <a:spcBef>
                <a:spcPct val="0"/>
              </a:spcBef>
              <a:buFontTx/>
              <a:buAutoNum type="circleNumDbPlain" startAt="3"/>
            </a:pPr>
            <a:r>
              <a:rPr lang="vi-VN" sz="900" dirty="0">
                <a:latin typeface="Arial" panose="020B0600000101010101" pitchFamily="50" charset="-127"/>
                <a:ea typeface="돋움" panose="020B0600000101010101" pitchFamily="50" charset="-127"/>
              </a:rPr>
              <a:t>Thanh răng (Rack gear)</a:t>
            </a: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lnSpc>
                <a:spcPts val="900"/>
              </a:lnSpc>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75. Mô tả nào không đúng về bộ giảm tốc?</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①</a:t>
            </a:r>
            <a:r>
              <a:rPr lang="vi-VN" sz="900" b="1" dirty="0">
                <a:solidFill>
                  <a:srgbClr val="FF0000"/>
                </a:solidFill>
                <a:latin typeface="Arial" panose="020B0600000101010101" pitchFamily="50" charset="-127"/>
                <a:ea typeface="돋움" panose="020B0600000101010101" pitchFamily="50" charset="-127"/>
              </a:rPr>
              <a:t> </a:t>
            </a:r>
            <a:r>
              <a:rPr lang="vi-VN" sz="900" dirty="0">
                <a:solidFill>
                  <a:srgbClr val="FF0000"/>
                </a:solidFill>
                <a:latin typeface="Arial" panose="020B0600000101010101" pitchFamily="50" charset="-127"/>
                <a:ea typeface="돋움" panose="020B0600000101010101" pitchFamily="50" charset="-127"/>
              </a:rPr>
              <a:t>Bộ giảm tốc bánh răng côn xoắn (helical gear) có 2 chục chéo nhau.           </a:t>
            </a:r>
            <a:r>
              <a:rPr lang="vi-VN" sz="900" dirty="0">
                <a:latin typeface="Arial" panose="020B0600000101010101" pitchFamily="50" charset="-127"/>
                <a:ea typeface="돋움" panose="020B0600000101010101" pitchFamily="50" charset="-127"/>
              </a:rPr>
              <a:t>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Bộ giảm tốc bánh răng nón (bevel gear) có 2 trục giao nhau tại 1 điểm.</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Bộ truyền Harmonic Drive có khe hở nhỏ.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Hộp giảm tốc nhiều bánh răng có thể được chế tác cho tải cao.</a:t>
            </a:r>
          </a:p>
        </p:txBody>
      </p:sp>
      <p:sp>
        <p:nvSpPr>
          <p:cNvPr id="8198" name="Line 2">
            <a:extLst>
              <a:ext uri="{FF2B5EF4-FFF2-40B4-BE49-F238E27FC236}">
                <a16:creationId xmlns:a16="http://schemas.microsoft.com/office/drawing/2014/main" xmlns="" id="{DFCF3A35-2F52-46E7-A6D7-9B126A039046}"/>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10" name="Text Box 6">
            <a:extLst>
              <a:ext uri="{FF2B5EF4-FFF2-40B4-BE49-F238E27FC236}">
                <a16:creationId xmlns:a16="http://schemas.microsoft.com/office/drawing/2014/main" xmlns="" id="{E002F1CB-2F42-41E7-9DA4-25D276646399}"/>
              </a:ext>
            </a:extLst>
          </p:cNvPr>
          <p:cNvSpPr txBox="1">
            <a:spLocks noChangeArrowheads="1"/>
          </p:cNvSpPr>
          <p:nvPr/>
        </p:nvSpPr>
        <p:spPr bwMode="auto">
          <a:xfrm>
            <a:off x="123825" y="228600"/>
            <a:ext cx="3514104"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Yếu tố máy móc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xmlns="" id="{11C79BDD-B3B6-472F-AA44-DE892320B7B8}"/>
              </a:ext>
            </a:extLst>
          </p:cNvPr>
          <p:cNvSpPr>
            <a:spLocks noChangeArrowheads="1"/>
          </p:cNvSpPr>
          <p:nvPr/>
        </p:nvSpPr>
        <p:spPr bwMode="auto">
          <a:xfrm>
            <a:off x="2603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9219" name="Rectangle 5">
            <a:extLst>
              <a:ext uri="{FF2B5EF4-FFF2-40B4-BE49-F238E27FC236}">
                <a16:creationId xmlns:a16="http://schemas.microsoft.com/office/drawing/2014/main" xmlns="" id="{F0FFCFF1-BA8B-41A9-A705-7E527B3CE405}"/>
              </a:ext>
            </a:extLst>
          </p:cNvPr>
          <p:cNvSpPr>
            <a:spLocks noChangeArrowheads="1"/>
          </p:cNvSpPr>
          <p:nvPr/>
        </p:nvSpPr>
        <p:spPr bwMode="auto">
          <a:xfrm>
            <a:off x="33845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ko-KR" sz="900">
              <a:latin typeface="돋움" panose="020B0600000101010101" pitchFamily="50" charset="-127"/>
              <a:ea typeface="돋움" panose="020B0600000101010101" pitchFamily="50" charset="-127"/>
            </a:endParaRPr>
          </a:p>
        </p:txBody>
      </p:sp>
      <p:sp>
        <p:nvSpPr>
          <p:cNvPr id="9220" name="직사각형 1">
            <a:extLst>
              <a:ext uri="{FF2B5EF4-FFF2-40B4-BE49-F238E27FC236}">
                <a16:creationId xmlns:a16="http://schemas.microsoft.com/office/drawing/2014/main" xmlns="" id="{E8254AEF-2459-4227-9FB0-28B7EE75E72A}"/>
              </a:ext>
            </a:extLst>
          </p:cNvPr>
          <p:cNvSpPr>
            <a:spLocks noChangeArrowheads="1"/>
          </p:cNvSpPr>
          <p:nvPr/>
        </p:nvSpPr>
        <p:spPr bwMode="auto">
          <a:xfrm>
            <a:off x="250825" y="657225"/>
            <a:ext cx="3124200" cy="687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76. Bộ giảm tốc bánh răng sâu (worm gear) có đặc tính gì?</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① Tuy cấu trúc phức tạp nhưng khi vận hành sẽ ít gây rung và tiếng ồn.</a:t>
            </a:r>
          </a:p>
          <a:p>
            <a:pPr marL="144000" indent="-144000"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② Tải trọng tác động mạnh và chỉ có thể nhập vào trục vuông góc.</a:t>
            </a:r>
          </a:p>
          <a:p>
            <a:pPr marL="144000" indent="-144000" eaLnBrk="1" latinLnBrk="0" hangingPunct="1">
              <a:spcBef>
                <a:spcPct val="0"/>
              </a:spcBef>
              <a:buFontTx/>
              <a:buNone/>
            </a:pPr>
            <a:r>
              <a:rPr lang="vi-VN" altLang="ko-KR" sz="900" dirty="0">
                <a:solidFill>
                  <a:srgbClr val="FF0000"/>
                </a:solidFill>
                <a:latin typeface="Arial" panose="020B0600000101010101" pitchFamily="50" charset="-127"/>
                <a:ea typeface="돋움" panose="020B0600000101010101" pitchFamily="50" charset="-127"/>
              </a:rPr>
              <a:t>③ Cần vận hành sơ bộ thích hợp.</a:t>
            </a:r>
          </a:p>
          <a:p>
            <a:pPr marL="144000" indent="-144000" eaLnBrk="1" latinLnBrk="0" hangingPunct="1">
              <a:spcBef>
                <a:spcPct val="0"/>
              </a:spcBef>
              <a:buFontTx/>
              <a:buNone/>
            </a:pPr>
            <a:r>
              <a:rPr lang="vi-VN" altLang="ko-KR" sz="900" dirty="0">
                <a:latin typeface="Arial" panose="020B0600000101010101" pitchFamily="50" charset="-127"/>
                <a:ea typeface="돋움" panose="020B0600000101010101" pitchFamily="50" charset="-127"/>
              </a:rPr>
              <a:t>④ Hiệu quả cao và không phát nhiệt.</a:t>
            </a:r>
            <a:endParaRPr lang="en-US" altLang="ko-KR" sz="900" dirty="0">
              <a:latin typeface="Arial" panose="020B0600000101010101" pitchFamily="50" charset="-127"/>
              <a:ea typeface="돋움" panose="020B0600000101010101" pitchFamily="50" charset="-127"/>
            </a:endParaRPr>
          </a:p>
          <a:p>
            <a:pPr eaLnBrk="1" latinLnBrk="0" hangingPunct="1">
              <a:spcBef>
                <a:spcPct val="0"/>
              </a:spcBef>
              <a:buFontTx/>
              <a:buNone/>
            </a:pPr>
            <a:endParaRPr lang="en-US" sz="900" dirty="0">
              <a:latin typeface="Arial" panose="020B0600000101010101" pitchFamily="50" charset="-127"/>
              <a:ea typeface="돋움" panose="020B0600000101010101" pitchFamily="50" charset="-127"/>
            </a:endParaRPr>
          </a:p>
          <a:p>
            <a:pPr eaLnBrk="1" latinLnBrk="0" hangingPunct="1">
              <a:spcBef>
                <a:spcPct val="0"/>
              </a:spcBef>
              <a:buFontTx/>
              <a:buNone/>
            </a:pPr>
            <a:endParaRPr lang="en-US" sz="900" dirty="0">
              <a:latin typeface="Arial"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77. Mô tả nào về truyền động dây đai không đúng?</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 Dây đai V có độ linh hoạt cao và độ trượt nhỏ.</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② Dây đai V có thể truyền động lực lớn do sức căng nhỏ của mối nối.</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③ Dây đai Timing cần lực căng ban đầu và có thể đạt được hiệu suất cao.</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Dây đai Timing có thể ngăn ngừa tổn thất truyền động do nhiệt ma sát, tối thiểu hoá phụ tải của vòng bi.</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78. Đâu không phải là đặc tính của truyền động xích?</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Không tăng tải trọng lên vòng bi.              </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Cần lực căng ban đầu và lực căng tĩnh không hoạt động.</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Khả năng chống ẩm cao.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④ Hiệu quả là hơn 95%.</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79. Đâu không phải là đặc tính của thanh trượt dẫn hướng tuyến tính (LM)?</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Phương thức hướng dẫn trượt có hệ số ma sát cao nên hiệu quả thấp.</a:t>
            </a:r>
          </a:p>
          <a:p>
            <a:pPr marL="144000" indent="-144000"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② Ống lót tuyến tính có tải trọng cho phép lớn.</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③ Thanh trượt dẫn hướng tuyến tính hầu như không có sự quay trượt và chảy không tải.                 </a:t>
            </a:r>
          </a:p>
          <a:p>
            <a:pPr marL="144000" indent="-144000" eaLnBrk="1" latinLnBrk="0" hangingPunct="1">
              <a:spcBef>
                <a:spcPct val="0"/>
              </a:spcBef>
              <a:buFontTx/>
              <a:buNone/>
            </a:pPr>
            <a:r>
              <a:rPr lang="vi-VN" sz="900" dirty="0">
                <a:latin typeface="Arial" panose="020B0600000101010101" pitchFamily="50" charset="-127"/>
                <a:ea typeface="돋움" panose="020B0600000101010101" pitchFamily="50" charset="-127"/>
              </a:rPr>
              <a:t>④ Vít me bi (ball screw) có thể giảm thiểu khe hở.</a:t>
            </a: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eaLnBrk="1" latinLnBrk="0" hangingPunct="1">
              <a:spcBef>
                <a:spcPct val="0"/>
              </a:spcBef>
              <a:buFontTx/>
              <a:buNone/>
            </a:pPr>
            <a:endParaRPr lang="en-US" altLang="ko-KR" sz="900" dirty="0">
              <a:latin typeface="돋움" panose="020B0600000101010101" pitchFamily="50" charset="-127"/>
              <a:ea typeface="돋움" panose="020B0600000101010101" pitchFamily="50" charset="-127"/>
            </a:endParaRPr>
          </a:p>
          <a:p>
            <a:pPr marL="198000" indent="-198000" eaLnBrk="1" latinLnBrk="0" hangingPunct="1">
              <a:spcBef>
                <a:spcPct val="0"/>
              </a:spcBef>
              <a:buFontTx/>
              <a:buNone/>
            </a:pPr>
            <a:r>
              <a:rPr lang="vi-VN" sz="900" dirty="0">
                <a:latin typeface="Arial" panose="020B0600000101010101" pitchFamily="50" charset="-127"/>
                <a:ea typeface="돋움" panose="020B0600000101010101" pitchFamily="50" charset="-127"/>
              </a:rPr>
              <a:t>80. Trong những giải thích về bôi trơn, tính năng nào giúp làm giảm ma sát và hư hỏng, kéo dài tuổi thọ thiết bị?</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 </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①</a:t>
            </a:r>
            <a:r>
              <a:rPr lang="vi-VN" sz="900" b="1" dirty="0">
                <a:latin typeface="Arial" panose="020B0600000101010101" pitchFamily="50" charset="-127"/>
                <a:ea typeface="돋움" panose="020B0600000101010101" pitchFamily="50" charset="-127"/>
              </a:rPr>
              <a:t> </a:t>
            </a:r>
            <a:r>
              <a:rPr lang="vi-VN" sz="900" dirty="0">
                <a:latin typeface="Arial" panose="020B0600000101010101" pitchFamily="50" charset="-127"/>
                <a:ea typeface="돋움" panose="020B0600000101010101" pitchFamily="50" charset="-127"/>
              </a:rPr>
              <a:t>Tác động làm mát</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② Tác động phân tán ứng lực</a:t>
            </a:r>
          </a:p>
          <a:p>
            <a:pPr eaLnBrk="1" latinLnBrk="0" hangingPunct="1">
              <a:spcBef>
                <a:spcPct val="0"/>
              </a:spcBef>
              <a:buFontTx/>
              <a:buNone/>
            </a:pPr>
            <a:r>
              <a:rPr lang="vi-VN" sz="900" dirty="0">
                <a:latin typeface="Arial" panose="020B0600000101010101" pitchFamily="50" charset="-127"/>
                <a:ea typeface="돋움" panose="020B0600000101010101" pitchFamily="50" charset="-127"/>
              </a:rPr>
              <a:t>③ Tác động niêm phong</a:t>
            </a:r>
          </a:p>
          <a:p>
            <a:pPr eaLnBrk="1" latinLnBrk="0" hangingPunct="1">
              <a:spcBef>
                <a:spcPct val="0"/>
              </a:spcBef>
              <a:buFontTx/>
              <a:buNone/>
            </a:pPr>
            <a:r>
              <a:rPr lang="vi-VN" sz="900" dirty="0">
                <a:solidFill>
                  <a:srgbClr val="FF0000"/>
                </a:solidFill>
                <a:latin typeface="Arial" panose="020B0600000101010101" pitchFamily="50" charset="-127"/>
                <a:ea typeface="돋움" panose="020B0600000101010101" pitchFamily="50" charset="-127"/>
              </a:rPr>
              <a:t>④ Tác động Gamma</a:t>
            </a:r>
          </a:p>
        </p:txBody>
      </p:sp>
      <p:sp>
        <p:nvSpPr>
          <p:cNvPr id="9221" name="Line 2">
            <a:extLst>
              <a:ext uri="{FF2B5EF4-FFF2-40B4-BE49-F238E27FC236}">
                <a16:creationId xmlns:a16="http://schemas.microsoft.com/office/drawing/2014/main" xmlns="" id="{4917C40E-3AFA-4E74-9685-EFB51781536F}"/>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9" name="Text Box 6">
            <a:extLst>
              <a:ext uri="{FF2B5EF4-FFF2-40B4-BE49-F238E27FC236}">
                <a16:creationId xmlns:a16="http://schemas.microsoft.com/office/drawing/2014/main" xmlns="" id="{A3C67F3B-B709-4FBC-B075-B7C22351AC24}"/>
              </a:ext>
            </a:extLst>
          </p:cNvPr>
          <p:cNvSpPr txBox="1">
            <a:spLocks noChangeArrowheads="1"/>
          </p:cNvSpPr>
          <p:nvPr/>
        </p:nvSpPr>
        <p:spPr bwMode="auto">
          <a:xfrm>
            <a:off x="123825" y="228600"/>
            <a:ext cx="3514104"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Đánh giá WS – Yếu tố máy móc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xmlns="" id="{11C79BDD-B3B6-472F-AA44-DE892320B7B8}"/>
              </a:ext>
            </a:extLst>
          </p:cNvPr>
          <p:cNvSpPr>
            <a:spLocks noChangeArrowheads="1"/>
          </p:cNvSpPr>
          <p:nvPr/>
        </p:nvSpPr>
        <p:spPr bwMode="auto">
          <a:xfrm>
            <a:off x="2603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en-US" altLang="ko-KR" sz="900">
              <a:latin typeface="돋움" panose="020B0600000101010101" pitchFamily="50" charset="-127"/>
              <a:ea typeface="돋움" panose="020B0600000101010101" pitchFamily="50" charset="-127"/>
            </a:endParaRPr>
          </a:p>
        </p:txBody>
      </p:sp>
      <p:sp>
        <p:nvSpPr>
          <p:cNvPr id="9219" name="Rectangle 5">
            <a:extLst>
              <a:ext uri="{FF2B5EF4-FFF2-40B4-BE49-F238E27FC236}">
                <a16:creationId xmlns:a16="http://schemas.microsoft.com/office/drawing/2014/main" xmlns="" id="{F0FFCFF1-BA8B-41A9-A705-7E527B3CE405}"/>
              </a:ext>
            </a:extLst>
          </p:cNvPr>
          <p:cNvSpPr>
            <a:spLocks noChangeArrowheads="1"/>
          </p:cNvSpPr>
          <p:nvPr/>
        </p:nvSpPr>
        <p:spPr bwMode="auto">
          <a:xfrm>
            <a:off x="3384550" y="776288"/>
            <a:ext cx="31242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eaLnBrk="0" hangingPunct="0">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eaLnBrk="0" hangingPunct="0">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eaLnBrk="0" hangingPunct="0">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eaLnBrk="1" latinLnBrk="0" hangingPunct="1">
              <a:spcBef>
                <a:spcPct val="0"/>
              </a:spcBef>
              <a:buFontTx/>
              <a:buNone/>
            </a:pPr>
            <a:endParaRPr lang="ko-KR" altLang="ko-KR" sz="900">
              <a:latin typeface="돋움" panose="020B0600000101010101" pitchFamily="50" charset="-127"/>
              <a:ea typeface="돋움" panose="020B0600000101010101" pitchFamily="50" charset="-127"/>
            </a:endParaRPr>
          </a:p>
        </p:txBody>
      </p:sp>
      <p:sp>
        <p:nvSpPr>
          <p:cNvPr id="9221" name="Line 2">
            <a:extLst>
              <a:ext uri="{FF2B5EF4-FFF2-40B4-BE49-F238E27FC236}">
                <a16:creationId xmlns:a16="http://schemas.microsoft.com/office/drawing/2014/main" xmlns="" id="{4917C40E-3AFA-4E74-9685-EFB51781536F}"/>
              </a:ext>
            </a:extLst>
          </p:cNvPr>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atinLnBrk="0"/>
            <a:endParaRPr lang="ko-KR" altLang="en-US"/>
          </a:p>
        </p:txBody>
      </p:sp>
      <p:sp>
        <p:nvSpPr>
          <p:cNvPr id="9" name="Text Box 6">
            <a:extLst>
              <a:ext uri="{FF2B5EF4-FFF2-40B4-BE49-F238E27FC236}">
                <a16:creationId xmlns:a16="http://schemas.microsoft.com/office/drawing/2014/main" xmlns="" id="{A3C67F3B-B709-4FBC-B075-B7C22351AC24}"/>
              </a:ext>
            </a:extLst>
          </p:cNvPr>
          <p:cNvSpPr txBox="1">
            <a:spLocks noChangeArrowheads="1"/>
          </p:cNvSpPr>
          <p:nvPr/>
        </p:nvSpPr>
        <p:spPr bwMode="auto">
          <a:xfrm>
            <a:off x="123825" y="228600"/>
            <a:ext cx="1588897" cy="338554"/>
          </a:xfrm>
          <a:prstGeom prst="rect">
            <a:avLst/>
          </a:prstGeom>
          <a:noFill/>
          <a:ln w="9525">
            <a:noFill/>
            <a:miter lim="800000"/>
            <a:headEnd/>
            <a:tailEnd/>
          </a:ln>
          <a:effectLst/>
        </p:spPr>
        <p:txBody>
          <a:bodyPr wrap="none">
            <a:spAutoFit/>
          </a:bodyPr>
          <a:lstStyle/>
          <a:p>
            <a:pPr latinLnBrk="0">
              <a:defRPr/>
            </a:pPr>
            <a:r>
              <a:rPr lang="vi-VN" sz="1600" b="1" dirty="0">
                <a:effectLst>
                  <a:outerShdw blurRad="38100" dist="38100" dir="2700000" algn="tl">
                    <a:srgbClr val="C0C0C0"/>
                  </a:outerShdw>
                </a:effectLst>
                <a:latin typeface="+mj-lt"/>
              </a:rPr>
              <a:t>[ </a:t>
            </a:r>
            <a:r>
              <a:rPr lang="en-US" sz="1600" b="1" dirty="0" err="1" smtClean="0">
                <a:effectLst>
                  <a:outerShdw blurRad="38100" dist="38100" dir="2700000" algn="tl">
                    <a:srgbClr val="C0C0C0"/>
                  </a:outerShdw>
                </a:effectLst>
                <a:latin typeface="+mj-lt"/>
              </a:rPr>
              <a:t>Đáp</a:t>
            </a:r>
            <a:r>
              <a:rPr lang="en-US" sz="1600" b="1" dirty="0" smtClean="0">
                <a:effectLst>
                  <a:outerShdw blurRad="38100" dist="38100" dir="2700000" algn="tl">
                    <a:srgbClr val="C0C0C0"/>
                  </a:outerShdw>
                </a:effectLst>
                <a:latin typeface="+mj-lt"/>
              </a:rPr>
              <a:t> </a:t>
            </a:r>
            <a:r>
              <a:rPr lang="en-US" sz="1600" b="1" dirty="0" err="1" smtClean="0">
                <a:effectLst>
                  <a:outerShdw blurRad="38100" dist="38100" dir="2700000" algn="tl">
                    <a:srgbClr val="C0C0C0"/>
                  </a:outerShdw>
                </a:effectLst>
                <a:latin typeface="+mj-lt"/>
              </a:rPr>
              <a:t>án</a:t>
            </a:r>
            <a:r>
              <a:rPr lang="en-US" sz="1600" b="1" dirty="0" smtClean="0">
                <a:effectLst>
                  <a:outerShdw blurRad="38100" dist="38100" dir="2700000" algn="tl">
                    <a:srgbClr val="C0C0C0"/>
                  </a:outerShdw>
                </a:effectLst>
                <a:latin typeface="+mj-lt"/>
              </a:rPr>
              <a:t> </a:t>
            </a:r>
            <a:r>
              <a:rPr lang="en-US" sz="1600" b="1" dirty="0" err="1" smtClean="0">
                <a:effectLst>
                  <a:outerShdw blurRad="38100" dist="38100" dir="2700000" algn="tl">
                    <a:srgbClr val="C0C0C0"/>
                  </a:outerShdw>
                </a:effectLst>
                <a:latin typeface="+mj-lt"/>
              </a:rPr>
              <a:t>đề</a:t>
            </a:r>
            <a:r>
              <a:rPr lang="en-US" sz="1600" b="1" dirty="0" smtClean="0">
                <a:effectLst>
                  <a:outerShdw blurRad="38100" dist="38100" dir="2700000" algn="tl">
                    <a:srgbClr val="C0C0C0"/>
                  </a:outerShdw>
                </a:effectLst>
                <a:latin typeface="+mj-lt"/>
              </a:rPr>
              <a:t> 1 </a:t>
            </a:r>
            <a:r>
              <a:rPr lang="vi-VN" sz="1600" b="1" dirty="0" smtClean="0">
                <a:effectLst>
                  <a:outerShdw blurRad="38100" dist="38100" dir="2700000" algn="tl">
                    <a:srgbClr val="C0C0C0"/>
                  </a:outerShdw>
                </a:effectLst>
                <a:latin typeface="+mj-lt"/>
              </a:rPr>
              <a:t>]</a:t>
            </a:r>
            <a:endParaRPr lang="vi-VN" sz="1600" b="1" dirty="0">
              <a:effectLst>
                <a:outerShdw blurRad="38100" dist="38100" dir="2700000" algn="tl">
                  <a:srgbClr val="C0C0C0"/>
                </a:outerShdw>
              </a:effectLst>
              <a:latin typeface="+mj-l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776288"/>
            <a:ext cx="6229350" cy="8856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4515495"/>
      </p:ext>
    </p:extLst>
  </p:cSld>
  <p:clrMapOvr>
    <a:masterClrMapping/>
  </p:clrMapOvr>
</p:sld>
</file>

<file path=ppt/theme/theme1.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Arial"/>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\\기술이론\문제지\WS12차_1회_051119.ppt</Template>
  <TotalTime>5385</TotalTime>
  <Words>2917</Words>
  <Application>Microsoft Office PowerPoint</Application>
  <PresentationFormat>A4 Paper (210x297 mm)</PresentationFormat>
  <Paragraphs>699</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1_WS12차_1회_051119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ttc</dc:creator>
  <cp:lastModifiedBy>LGDVH</cp:lastModifiedBy>
  <cp:revision>380</cp:revision>
  <dcterms:created xsi:type="dcterms:W3CDTF">2006-01-07T00:13:15Z</dcterms:created>
  <dcterms:modified xsi:type="dcterms:W3CDTF">2021-08-21T00:57:40Z</dcterms:modified>
</cp:coreProperties>
</file>