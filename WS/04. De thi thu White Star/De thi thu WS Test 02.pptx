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1"/>
  </p:notesMasterIdLst>
  <p:handoutMasterIdLst>
    <p:handoutMasterId r:id="rId12"/>
  </p:handoutMasterIdLst>
  <p:sldIdLst>
    <p:sldId id="322" r:id="rId2"/>
    <p:sldId id="313" r:id="rId3"/>
    <p:sldId id="304" r:id="rId4"/>
    <p:sldId id="305" r:id="rId5"/>
    <p:sldId id="308" r:id="rId6"/>
    <p:sldId id="309" r:id="rId7"/>
    <p:sldId id="310" r:id="rId8"/>
    <p:sldId id="311" r:id="rId9"/>
    <p:sldId id="323" r:id="rId10"/>
  </p:sldIdLst>
  <p:sldSz cx="6858000" cy="9906000" type="A4"/>
  <p:notesSz cx="6797675" cy="9874250"/>
  <p:defaultTextStyle>
    <a:defPPr>
      <a:defRPr lang="ko-KR"/>
    </a:defPPr>
    <a:lvl1pPr algn="l" rtl="0" fontAlgn="base" latinLnBrk="1">
      <a:spcBef>
        <a:spcPct val="0"/>
      </a:spcBef>
      <a:spcAft>
        <a:spcPct val="0"/>
      </a:spcAft>
      <a:defRPr kumimoji="1" sz="900" kern="1200">
        <a:solidFill>
          <a:schemeClr val="tx1"/>
        </a:solidFill>
        <a:latin typeface="돋움" pitchFamily="50" charset="-127"/>
        <a:ea typeface="돋움" pitchFamily="50" charset="-127"/>
        <a:cs typeface="+mn-cs"/>
      </a:defRPr>
    </a:lvl1pPr>
    <a:lvl2pPr marL="457200" algn="l" rtl="0" fontAlgn="base" latinLnBrk="1">
      <a:spcBef>
        <a:spcPct val="0"/>
      </a:spcBef>
      <a:spcAft>
        <a:spcPct val="0"/>
      </a:spcAft>
      <a:defRPr kumimoji="1" sz="900" kern="1200">
        <a:solidFill>
          <a:schemeClr val="tx1"/>
        </a:solidFill>
        <a:latin typeface="돋움" pitchFamily="50" charset="-127"/>
        <a:ea typeface="돋움" pitchFamily="50" charset="-127"/>
        <a:cs typeface="+mn-cs"/>
      </a:defRPr>
    </a:lvl2pPr>
    <a:lvl3pPr marL="914400" algn="l" rtl="0" fontAlgn="base" latinLnBrk="1">
      <a:spcBef>
        <a:spcPct val="0"/>
      </a:spcBef>
      <a:spcAft>
        <a:spcPct val="0"/>
      </a:spcAft>
      <a:defRPr kumimoji="1" sz="900" kern="1200">
        <a:solidFill>
          <a:schemeClr val="tx1"/>
        </a:solidFill>
        <a:latin typeface="돋움" pitchFamily="50" charset="-127"/>
        <a:ea typeface="돋움" pitchFamily="50" charset="-127"/>
        <a:cs typeface="+mn-cs"/>
      </a:defRPr>
    </a:lvl3pPr>
    <a:lvl4pPr marL="1371600" algn="l" rtl="0" fontAlgn="base" latinLnBrk="1">
      <a:spcBef>
        <a:spcPct val="0"/>
      </a:spcBef>
      <a:spcAft>
        <a:spcPct val="0"/>
      </a:spcAft>
      <a:defRPr kumimoji="1" sz="900" kern="1200">
        <a:solidFill>
          <a:schemeClr val="tx1"/>
        </a:solidFill>
        <a:latin typeface="돋움" pitchFamily="50" charset="-127"/>
        <a:ea typeface="돋움" pitchFamily="50" charset="-127"/>
        <a:cs typeface="+mn-cs"/>
      </a:defRPr>
    </a:lvl4pPr>
    <a:lvl5pPr marL="1828800" algn="l" rtl="0" fontAlgn="base" latinLnBrk="1">
      <a:spcBef>
        <a:spcPct val="0"/>
      </a:spcBef>
      <a:spcAft>
        <a:spcPct val="0"/>
      </a:spcAft>
      <a:defRPr kumimoji="1" sz="900" kern="1200">
        <a:solidFill>
          <a:schemeClr val="tx1"/>
        </a:solidFill>
        <a:latin typeface="돋움" pitchFamily="50" charset="-127"/>
        <a:ea typeface="돋움" pitchFamily="50" charset="-127"/>
        <a:cs typeface="+mn-cs"/>
      </a:defRPr>
    </a:lvl5pPr>
    <a:lvl6pPr marL="2286000" algn="l" defTabSz="914400" rtl="0" eaLnBrk="1" latinLnBrk="1" hangingPunct="1">
      <a:defRPr kumimoji="1" sz="900" kern="1200">
        <a:solidFill>
          <a:schemeClr val="tx1"/>
        </a:solidFill>
        <a:latin typeface="돋움" pitchFamily="50" charset="-127"/>
        <a:ea typeface="돋움" pitchFamily="50" charset="-127"/>
        <a:cs typeface="+mn-cs"/>
      </a:defRPr>
    </a:lvl6pPr>
    <a:lvl7pPr marL="2743200" algn="l" defTabSz="914400" rtl="0" eaLnBrk="1" latinLnBrk="1" hangingPunct="1">
      <a:defRPr kumimoji="1" sz="900" kern="1200">
        <a:solidFill>
          <a:schemeClr val="tx1"/>
        </a:solidFill>
        <a:latin typeface="돋움" pitchFamily="50" charset="-127"/>
        <a:ea typeface="돋움" pitchFamily="50" charset="-127"/>
        <a:cs typeface="+mn-cs"/>
      </a:defRPr>
    </a:lvl7pPr>
    <a:lvl8pPr marL="3200400" algn="l" defTabSz="914400" rtl="0" eaLnBrk="1" latinLnBrk="1" hangingPunct="1">
      <a:defRPr kumimoji="1" sz="900" kern="1200">
        <a:solidFill>
          <a:schemeClr val="tx1"/>
        </a:solidFill>
        <a:latin typeface="돋움" pitchFamily="50" charset="-127"/>
        <a:ea typeface="돋움" pitchFamily="50" charset="-127"/>
        <a:cs typeface="+mn-cs"/>
      </a:defRPr>
    </a:lvl8pPr>
    <a:lvl9pPr marL="3657600" algn="l" defTabSz="914400" rtl="0" eaLnBrk="1" latinLnBrk="1" hangingPunct="1">
      <a:defRPr kumimoji="1" sz="900" kern="1200">
        <a:solidFill>
          <a:schemeClr val="tx1"/>
        </a:solidFill>
        <a:latin typeface="돋움" pitchFamily="50" charset="-127"/>
        <a:ea typeface="돋움" pitchFamily="50" charset="-127"/>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CC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870" autoAdjust="0"/>
    <p:restoredTop sz="94660"/>
  </p:normalViewPr>
  <p:slideViewPr>
    <p:cSldViewPr>
      <p:cViewPr>
        <p:scale>
          <a:sx n="110" d="100"/>
          <a:sy n="110" d="100"/>
        </p:scale>
        <p:origin x="-2718" y="804"/>
      </p:cViewPr>
      <p:guideLst>
        <p:guide orient="horz" pos="503"/>
        <p:guide orient="horz" pos="6114"/>
        <p:guide pos="2160"/>
        <p:guide pos="414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2946400"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굴림" pitchFamily="50" charset="-127"/>
                <a:ea typeface="굴림" pitchFamily="50" charset="-127"/>
              </a:defRPr>
            </a:lvl1pPr>
          </a:lstStyle>
          <a:p>
            <a:pPr>
              <a:defRPr/>
            </a:pPr>
            <a:endParaRPr lang="en-US" altLang="ko-KR"/>
          </a:p>
        </p:txBody>
      </p:sp>
      <p:sp>
        <p:nvSpPr>
          <p:cNvPr id="11267" name="Rectangle 3"/>
          <p:cNvSpPr>
            <a:spLocks noGrp="1" noChangeArrowheads="1"/>
          </p:cNvSpPr>
          <p:nvPr>
            <p:ph type="dt" sz="quarter" idx="1"/>
          </p:nvPr>
        </p:nvSpPr>
        <p:spPr bwMode="auto">
          <a:xfrm>
            <a:off x="3851275" y="0"/>
            <a:ext cx="2946400"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굴림" pitchFamily="50" charset="-127"/>
                <a:ea typeface="굴림" pitchFamily="50" charset="-127"/>
              </a:defRPr>
            </a:lvl1pPr>
          </a:lstStyle>
          <a:p>
            <a:pPr>
              <a:defRPr/>
            </a:pPr>
            <a:endParaRPr lang="en-US" altLang="ko-KR"/>
          </a:p>
        </p:txBody>
      </p:sp>
      <p:sp>
        <p:nvSpPr>
          <p:cNvPr id="11268" name="Rectangle 4"/>
          <p:cNvSpPr>
            <a:spLocks noGrp="1" noChangeArrowheads="1"/>
          </p:cNvSpPr>
          <p:nvPr>
            <p:ph type="ftr" sz="quarter" idx="2"/>
          </p:nvPr>
        </p:nvSpPr>
        <p:spPr bwMode="auto">
          <a:xfrm>
            <a:off x="0" y="9380538"/>
            <a:ext cx="2946400"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굴림" pitchFamily="50" charset="-127"/>
                <a:ea typeface="굴림" pitchFamily="50" charset="-127"/>
              </a:defRPr>
            </a:lvl1pPr>
          </a:lstStyle>
          <a:p>
            <a:pPr>
              <a:defRPr/>
            </a:pPr>
            <a:endParaRPr lang="en-US" altLang="ko-KR"/>
          </a:p>
        </p:txBody>
      </p:sp>
      <p:sp>
        <p:nvSpPr>
          <p:cNvPr id="11269" name="Rectangle 5"/>
          <p:cNvSpPr>
            <a:spLocks noGrp="1" noChangeArrowheads="1"/>
          </p:cNvSpPr>
          <p:nvPr>
            <p:ph type="sldNum" sz="quarter" idx="3"/>
          </p:nvPr>
        </p:nvSpPr>
        <p:spPr bwMode="auto">
          <a:xfrm>
            <a:off x="3851275" y="9380538"/>
            <a:ext cx="2946400"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굴림" pitchFamily="50" charset="-127"/>
                <a:ea typeface="굴림" pitchFamily="50" charset="-127"/>
              </a:defRPr>
            </a:lvl1pPr>
          </a:lstStyle>
          <a:p>
            <a:pPr>
              <a:defRPr/>
            </a:pPr>
            <a:fld id="{374A6AB7-F493-4070-9631-A8C92F9A13CB}" type="slidenum">
              <a:rPr lang="en-US" altLang="ko-KR"/>
              <a:pPr>
                <a:defRPr/>
              </a:pPr>
              <a:t>‹#›</a:t>
            </a:fld>
            <a:endParaRPr lang="en-US" altLang="ko-KR"/>
          </a:p>
        </p:txBody>
      </p:sp>
    </p:spTree>
    <p:extLst>
      <p:ext uri="{BB962C8B-B14F-4D97-AF65-F5344CB8AC3E}">
        <p14:creationId xmlns:p14="http://schemas.microsoft.com/office/powerpoint/2010/main" val="24871483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46400"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굴림" pitchFamily="50" charset="-127"/>
                <a:ea typeface="굴림" pitchFamily="50" charset="-127"/>
              </a:defRPr>
            </a:lvl1pPr>
          </a:lstStyle>
          <a:p>
            <a:pPr>
              <a:defRPr/>
            </a:pPr>
            <a:endParaRPr lang="en-US" altLang="ko-KR"/>
          </a:p>
        </p:txBody>
      </p:sp>
      <p:sp>
        <p:nvSpPr>
          <p:cNvPr id="3075" name="Rectangle 3"/>
          <p:cNvSpPr>
            <a:spLocks noGrp="1" noChangeArrowheads="1"/>
          </p:cNvSpPr>
          <p:nvPr>
            <p:ph type="dt" idx="1"/>
          </p:nvPr>
        </p:nvSpPr>
        <p:spPr bwMode="auto">
          <a:xfrm>
            <a:off x="3851275" y="0"/>
            <a:ext cx="2946400"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굴림" pitchFamily="50" charset="-127"/>
                <a:ea typeface="굴림" pitchFamily="50" charset="-127"/>
              </a:defRPr>
            </a:lvl1pPr>
          </a:lstStyle>
          <a:p>
            <a:pPr>
              <a:defRPr/>
            </a:pPr>
            <a:endParaRPr lang="en-US" altLang="ko-KR"/>
          </a:p>
        </p:txBody>
      </p:sp>
      <p:sp>
        <p:nvSpPr>
          <p:cNvPr id="16388" name="Rectangle 4"/>
          <p:cNvSpPr>
            <a:spLocks noGrp="1" noRot="1" noChangeAspect="1" noChangeArrowheads="1" noTextEdit="1"/>
          </p:cNvSpPr>
          <p:nvPr>
            <p:ph type="sldImg" idx="2"/>
          </p:nvPr>
        </p:nvSpPr>
        <p:spPr bwMode="auto">
          <a:xfrm>
            <a:off x="2117725" y="741363"/>
            <a:ext cx="2562225" cy="37020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p:cNvSpPr>
            <a:spLocks noGrp="1" noChangeArrowheads="1"/>
          </p:cNvSpPr>
          <p:nvPr>
            <p:ph type="body" sz="quarter" idx="3"/>
          </p:nvPr>
        </p:nvSpPr>
        <p:spPr bwMode="auto">
          <a:xfrm>
            <a:off x="906463" y="4691063"/>
            <a:ext cx="4984750" cy="444341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ko-KR" altLang="en-US" noProof="0" smtClean="0"/>
              <a:t>마스터 텍스트 스타일을 편집합니다</a:t>
            </a:r>
          </a:p>
          <a:p>
            <a:pPr lvl="1"/>
            <a:r>
              <a:rPr lang="ko-KR" altLang="en-US" noProof="0" smtClean="0"/>
              <a:t>둘째 수준</a:t>
            </a:r>
          </a:p>
          <a:p>
            <a:pPr lvl="2"/>
            <a:r>
              <a:rPr lang="ko-KR" altLang="en-US" noProof="0" smtClean="0"/>
              <a:t>셋째 수준</a:t>
            </a:r>
          </a:p>
          <a:p>
            <a:pPr lvl="3"/>
            <a:r>
              <a:rPr lang="ko-KR" altLang="en-US" noProof="0" smtClean="0"/>
              <a:t>넷째 수준</a:t>
            </a:r>
          </a:p>
          <a:p>
            <a:pPr lvl="4"/>
            <a:r>
              <a:rPr lang="ko-KR" altLang="en-US" noProof="0" smtClean="0"/>
              <a:t>다섯째 수준</a:t>
            </a:r>
          </a:p>
        </p:txBody>
      </p:sp>
      <p:sp>
        <p:nvSpPr>
          <p:cNvPr id="3078" name="Rectangle 6"/>
          <p:cNvSpPr>
            <a:spLocks noGrp="1" noChangeArrowheads="1"/>
          </p:cNvSpPr>
          <p:nvPr>
            <p:ph type="ftr" sz="quarter" idx="4"/>
          </p:nvPr>
        </p:nvSpPr>
        <p:spPr bwMode="auto">
          <a:xfrm>
            <a:off x="0" y="9380538"/>
            <a:ext cx="2946400"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굴림" pitchFamily="50" charset="-127"/>
                <a:ea typeface="굴림" pitchFamily="50" charset="-127"/>
              </a:defRPr>
            </a:lvl1pPr>
          </a:lstStyle>
          <a:p>
            <a:pPr>
              <a:defRPr/>
            </a:pPr>
            <a:endParaRPr lang="en-US" altLang="ko-KR"/>
          </a:p>
        </p:txBody>
      </p:sp>
      <p:sp>
        <p:nvSpPr>
          <p:cNvPr id="3079" name="Rectangle 7"/>
          <p:cNvSpPr>
            <a:spLocks noGrp="1" noChangeArrowheads="1"/>
          </p:cNvSpPr>
          <p:nvPr>
            <p:ph type="sldNum" sz="quarter" idx="5"/>
          </p:nvPr>
        </p:nvSpPr>
        <p:spPr bwMode="auto">
          <a:xfrm>
            <a:off x="3851275" y="9380538"/>
            <a:ext cx="2946400"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굴림" pitchFamily="50" charset="-127"/>
                <a:ea typeface="굴림" pitchFamily="50" charset="-127"/>
              </a:defRPr>
            </a:lvl1pPr>
          </a:lstStyle>
          <a:p>
            <a:pPr>
              <a:defRPr/>
            </a:pPr>
            <a:fld id="{AD0056ED-E54C-4E95-9ECD-D3C06D234D09}" type="slidenum">
              <a:rPr lang="en-US" altLang="ko-KR"/>
              <a:pPr>
                <a:defRPr/>
              </a:pPr>
              <a:t>‹#›</a:t>
            </a:fld>
            <a:endParaRPr lang="en-US" altLang="ko-KR"/>
          </a:p>
        </p:txBody>
      </p:sp>
    </p:spTree>
    <p:extLst>
      <p:ext uri="{BB962C8B-B14F-4D97-AF65-F5344CB8AC3E}">
        <p14:creationId xmlns:p14="http://schemas.microsoft.com/office/powerpoint/2010/main" val="218628294"/>
      </p:ext>
    </p:extLst>
  </p:cSld>
  <p:clrMap bg1="lt1" tx1="dk1" bg2="lt2" tx2="dk2" accent1="accent1" accent2="accent2" accent3="accent3" accent4="accent4" accent5="accent5" accent6="accent6" hlink="hlink" folHlink="folHlink"/>
  <p:notesStyle>
    <a:lvl1pPr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1pPr>
    <a:lvl2pPr marL="4572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2pPr>
    <a:lvl3pPr marL="9144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3pPr>
    <a:lvl4pPr marL="13716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4pPr>
    <a:lvl5pPr marL="18288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pitchFamily="50" charset="-127"/>
                <a:ea typeface="굴림" pitchFamily="50" charset="-127"/>
              </a:defRPr>
            </a:lvl1pPr>
            <a:lvl2pPr marL="742950" indent="-285750" eaLnBrk="0" hangingPunct="0">
              <a:spcBef>
                <a:spcPct val="30000"/>
              </a:spcBef>
              <a:defRPr kumimoji="1" sz="1200">
                <a:solidFill>
                  <a:schemeClr val="tx1"/>
                </a:solidFill>
                <a:latin typeface="굴림" pitchFamily="50" charset="-127"/>
                <a:ea typeface="굴림" pitchFamily="50" charset="-127"/>
              </a:defRPr>
            </a:lvl2pPr>
            <a:lvl3pPr marL="1143000" indent="-228600" eaLnBrk="0" hangingPunct="0">
              <a:spcBef>
                <a:spcPct val="30000"/>
              </a:spcBef>
              <a:defRPr kumimoji="1" sz="1200">
                <a:solidFill>
                  <a:schemeClr val="tx1"/>
                </a:solidFill>
                <a:latin typeface="굴림" pitchFamily="50" charset="-127"/>
                <a:ea typeface="굴림" pitchFamily="50" charset="-127"/>
              </a:defRPr>
            </a:lvl3pPr>
            <a:lvl4pPr marL="1600200" indent="-228600" eaLnBrk="0" hangingPunct="0">
              <a:spcBef>
                <a:spcPct val="30000"/>
              </a:spcBef>
              <a:defRPr kumimoji="1" sz="1200">
                <a:solidFill>
                  <a:schemeClr val="tx1"/>
                </a:solidFill>
                <a:latin typeface="굴림" pitchFamily="50" charset="-127"/>
                <a:ea typeface="굴림" pitchFamily="50" charset="-127"/>
              </a:defRPr>
            </a:lvl4pPr>
            <a:lvl5pPr marL="2057400" indent="-228600" eaLnBrk="0"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hangingPunct="1">
              <a:spcBef>
                <a:spcPct val="0"/>
              </a:spcBef>
            </a:pPr>
            <a:fld id="{0AED8F5A-A739-4E13-89EE-C2632BD414CB}" type="slidenum">
              <a:rPr lang="en-US" altLang="ko-KR" smtClean="0"/>
              <a:pPr eaLnBrk="1" hangingPunct="1">
                <a:spcBef>
                  <a:spcPct val="0"/>
                </a:spcBef>
              </a:pPr>
              <a:t>1</a:t>
            </a:fld>
            <a:endParaRPr lang="en-US" altLang="ko-KR" smtClean="0"/>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pitchFamily="50" charset="-127"/>
                <a:ea typeface="굴림" pitchFamily="50" charset="-127"/>
              </a:defRPr>
            </a:lvl1pPr>
            <a:lvl2pPr marL="742950" indent="-285750" eaLnBrk="0" hangingPunct="0">
              <a:spcBef>
                <a:spcPct val="30000"/>
              </a:spcBef>
              <a:defRPr kumimoji="1" sz="1200">
                <a:solidFill>
                  <a:schemeClr val="tx1"/>
                </a:solidFill>
                <a:latin typeface="굴림" pitchFamily="50" charset="-127"/>
                <a:ea typeface="굴림" pitchFamily="50" charset="-127"/>
              </a:defRPr>
            </a:lvl2pPr>
            <a:lvl3pPr marL="1143000" indent="-228600" eaLnBrk="0" hangingPunct="0">
              <a:spcBef>
                <a:spcPct val="30000"/>
              </a:spcBef>
              <a:defRPr kumimoji="1" sz="1200">
                <a:solidFill>
                  <a:schemeClr val="tx1"/>
                </a:solidFill>
                <a:latin typeface="굴림" pitchFamily="50" charset="-127"/>
                <a:ea typeface="굴림" pitchFamily="50" charset="-127"/>
              </a:defRPr>
            </a:lvl3pPr>
            <a:lvl4pPr marL="1600200" indent="-228600" eaLnBrk="0" hangingPunct="0">
              <a:spcBef>
                <a:spcPct val="30000"/>
              </a:spcBef>
              <a:defRPr kumimoji="1" sz="1200">
                <a:solidFill>
                  <a:schemeClr val="tx1"/>
                </a:solidFill>
                <a:latin typeface="굴림" pitchFamily="50" charset="-127"/>
                <a:ea typeface="굴림" pitchFamily="50" charset="-127"/>
              </a:defRPr>
            </a:lvl4pPr>
            <a:lvl5pPr marL="2057400" indent="-228600" eaLnBrk="0"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hangingPunct="1">
              <a:spcBef>
                <a:spcPct val="0"/>
              </a:spcBef>
            </a:pPr>
            <a:fld id="{10748178-1465-46E8-BB46-31183A632F34}" type="slidenum">
              <a:rPr lang="en-US" altLang="ko-KR" smtClean="0"/>
              <a:pPr eaLnBrk="1" hangingPunct="1">
                <a:spcBef>
                  <a:spcPct val="0"/>
                </a:spcBef>
              </a:pPr>
              <a:t>2</a:t>
            </a:fld>
            <a:endParaRPr lang="en-US" altLang="ko-KR" smtClean="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pitchFamily="50" charset="-127"/>
                <a:ea typeface="굴림" pitchFamily="50" charset="-127"/>
              </a:defRPr>
            </a:lvl1pPr>
            <a:lvl2pPr marL="742950" indent="-285750" eaLnBrk="0" hangingPunct="0">
              <a:spcBef>
                <a:spcPct val="30000"/>
              </a:spcBef>
              <a:defRPr kumimoji="1" sz="1200">
                <a:solidFill>
                  <a:schemeClr val="tx1"/>
                </a:solidFill>
                <a:latin typeface="굴림" pitchFamily="50" charset="-127"/>
                <a:ea typeface="굴림" pitchFamily="50" charset="-127"/>
              </a:defRPr>
            </a:lvl2pPr>
            <a:lvl3pPr marL="1143000" indent="-228600" eaLnBrk="0" hangingPunct="0">
              <a:spcBef>
                <a:spcPct val="30000"/>
              </a:spcBef>
              <a:defRPr kumimoji="1" sz="1200">
                <a:solidFill>
                  <a:schemeClr val="tx1"/>
                </a:solidFill>
                <a:latin typeface="굴림" pitchFamily="50" charset="-127"/>
                <a:ea typeface="굴림" pitchFamily="50" charset="-127"/>
              </a:defRPr>
            </a:lvl3pPr>
            <a:lvl4pPr marL="1600200" indent="-228600" eaLnBrk="0" hangingPunct="0">
              <a:spcBef>
                <a:spcPct val="30000"/>
              </a:spcBef>
              <a:defRPr kumimoji="1" sz="1200">
                <a:solidFill>
                  <a:schemeClr val="tx1"/>
                </a:solidFill>
                <a:latin typeface="굴림" pitchFamily="50" charset="-127"/>
                <a:ea typeface="굴림" pitchFamily="50" charset="-127"/>
              </a:defRPr>
            </a:lvl4pPr>
            <a:lvl5pPr marL="2057400" indent="-228600" eaLnBrk="0"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hangingPunct="1">
              <a:spcBef>
                <a:spcPct val="0"/>
              </a:spcBef>
            </a:pPr>
            <a:fld id="{39CF344C-E5AA-454C-AD69-9E1D9837E956}" type="slidenum">
              <a:rPr lang="en-US" altLang="ko-KR" smtClean="0">
                <a:solidFill>
                  <a:srgbClr val="000000"/>
                </a:solidFill>
              </a:rPr>
              <a:pPr eaLnBrk="1" hangingPunct="1">
                <a:spcBef>
                  <a:spcPct val="0"/>
                </a:spcBef>
              </a:pPr>
              <a:t>3</a:t>
            </a:fld>
            <a:endParaRPr lang="en-US" altLang="ko-KR" smtClean="0">
              <a:solidFill>
                <a:srgbClr val="000000"/>
              </a:solidFill>
            </a:endParaRPr>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pitchFamily="50" charset="-127"/>
                <a:ea typeface="굴림" pitchFamily="50" charset="-127"/>
              </a:defRPr>
            </a:lvl1pPr>
            <a:lvl2pPr marL="742950" indent="-285750" eaLnBrk="0" hangingPunct="0">
              <a:spcBef>
                <a:spcPct val="30000"/>
              </a:spcBef>
              <a:defRPr kumimoji="1" sz="1200">
                <a:solidFill>
                  <a:schemeClr val="tx1"/>
                </a:solidFill>
                <a:latin typeface="굴림" pitchFamily="50" charset="-127"/>
                <a:ea typeface="굴림" pitchFamily="50" charset="-127"/>
              </a:defRPr>
            </a:lvl2pPr>
            <a:lvl3pPr marL="1143000" indent="-228600" eaLnBrk="0" hangingPunct="0">
              <a:spcBef>
                <a:spcPct val="30000"/>
              </a:spcBef>
              <a:defRPr kumimoji="1" sz="1200">
                <a:solidFill>
                  <a:schemeClr val="tx1"/>
                </a:solidFill>
                <a:latin typeface="굴림" pitchFamily="50" charset="-127"/>
                <a:ea typeface="굴림" pitchFamily="50" charset="-127"/>
              </a:defRPr>
            </a:lvl3pPr>
            <a:lvl4pPr marL="1600200" indent="-228600" eaLnBrk="0" hangingPunct="0">
              <a:spcBef>
                <a:spcPct val="30000"/>
              </a:spcBef>
              <a:defRPr kumimoji="1" sz="1200">
                <a:solidFill>
                  <a:schemeClr val="tx1"/>
                </a:solidFill>
                <a:latin typeface="굴림" pitchFamily="50" charset="-127"/>
                <a:ea typeface="굴림" pitchFamily="50" charset="-127"/>
              </a:defRPr>
            </a:lvl4pPr>
            <a:lvl5pPr marL="2057400" indent="-228600" eaLnBrk="0"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hangingPunct="1">
              <a:spcBef>
                <a:spcPct val="0"/>
              </a:spcBef>
            </a:pPr>
            <a:fld id="{8EDC41A9-5F18-4AC7-A3C1-2D3224CEF100}" type="slidenum">
              <a:rPr lang="en-US" altLang="ko-KR" smtClean="0">
                <a:solidFill>
                  <a:srgbClr val="000000"/>
                </a:solidFill>
              </a:rPr>
              <a:pPr eaLnBrk="1" hangingPunct="1">
                <a:spcBef>
                  <a:spcPct val="0"/>
                </a:spcBef>
              </a:pPr>
              <a:t>4</a:t>
            </a:fld>
            <a:endParaRPr lang="en-US" altLang="ko-KR" smtClean="0">
              <a:solidFill>
                <a:srgbClr val="000000"/>
              </a:solidFill>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txBox="1">
            <a:spLocks noGrp="1" noChangeArrowheads="1"/>
          </p:cNvSpPr>
          <p:nvPr/>
        </p:nvSpPr>
        <p:spPr bwMode="auto">
          <a:xfrm>
            <a:off x="3851275" y="9380538"/>
            <a:ext cx="2946400"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30000"/>
              </a:spcBef>
              <a:defRPr kumimoji="1" sz="1200">
                <a:solidFill>
                  <a:schemeClr val="tx1"/>
                </a:solidFill>
                <a:latin typeface="굴림" pitchFamily="50" charset="-127"/>
                <a:ea typeface="굴림" pitchFamily="50" charset="-127"/>
              </a:defRPr>
            </a:lvl1pPr>
            <a:lvl2pPr marL="742950" indent="-285750" eaLnBrk="0" hangingPunct="0">
              <a:spcBef>
                <a:spcPct val="30000"/>
              </a:spcBef>
              <a:defRPr kumimoji="1" sz="1200">
                <a:solidFill>
                  <a:schemeClr val="tx1"/>
                </a:solidFill>
                <a:latin typeface="굴림" pitchFamily="50" charset="-127"/>
                <a:ea typeface="굴림" pitchFamily="50" charset="-127"/>
              </a:defRPr>
            </a:lvl2pPr>
            <a:lvl3pPr marL="1143000" indent="-228600" eaLnBrk="0" hangingPunct="0">
              <a:spcBef>
                <a:spcPct val="30000"/>
              </a:spcBef>
              <a:defRPr kumimoji="1" sz="1200">
                <a:solidFill>
                  <a:schemeClr val="tx1"/>
                </a:solidFill>
                <a:latin typeface="굴림" pitchFamily="50" charset="-127"/>
                <a:ea typeface="굴림" pitchFamily="50" charset="-127"/>
              </a:defRPr>
            </a:lvl3pPr>
            <a:lvl4pPr marL="1600200" indent="-228600" eaLnBrk="0" hangingPunct="0">
              <a:spcBef>
                <a:spcPct val="30000"/>
              </a:spcBef>
              <a:defRPr kumimoji="1" sz="1200">
                <a:solidFill>
                  <a:schemeClr val="tx1"/>
                </a:solidFill>
                <a:latin typeface="굴림" pitchFamily="50" charset="-127"/>
                <a:ea typeface="굴림" pitchFamily="50" charset="-127"/>
              </a:defRPr>
            </a:lvl4pPr>
            <a:lvl5pPr marL="2057400" indent="-228600" eaLnBrk="0"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algn="r" eaLnBrk="1" hangingPunct="1">
              <a:spcBef>
                <a:spcPct val="0"/>
              </a:spcBef>
            </a:pPr>
            <a:fld id="{F711A4ED-4994-4ABE-902D-A61CB12E7DF2}" type="slidenum">
              <a:rPr lang="en-US" altLang="ko-KR">
                <a:solidFill>
                  <a:srgbClr val="000000"/>
                </a:solidFill>
              </a:rPr>
              <a:pPr algn="r" eaLnBrk="1" hangingPunct="1">
                <a:spcBef>
                  <a:spcPct val="0"/>
                </a:spcBef>
              </a:pPr>
              <a:t>5</a:t>
            </a:fld>
            <a:endParaRPr lang="en-US" altLang="ko-KR">
              <a:solidFill>
                <a:srgbClr val="000000"/>
              </a:solidFill>
            </a:endParaRPr>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txBox="1">
            <a:spLocks noGrp="1" noChangeArrowheads="1"/>
          </p:cNvSpPr>
          <p:nvPr/>
        </p:nvSpPr>
        <p:spPr bwMode="auto">
          <a:xfrm>
            <a:off x="3851275" y="9380538"/>
            <a:ext cx="2946400"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30000"/>
              </a:spcBef>
              <a:defRPr kumimoji="1" sz="1200">
                <a:solidFill>
                  <a:schemeClr val="tx1"/>
                </a:solidFill>
                <a:latin typeface="굴림" pitchFamily="50" charset="-127"/>
                <a:ea typeface="굴림" pitchFamily="50" charset="-127"/>
              </a:defRPr>
            </a:lvl1pPr>
            <a:lvl2pPr marL="742950" indent="-285750" eaLnBrk="0" hangingPunct="0">
              <a:spcBef>
                <a:spcPct val="30000"/>
              </a:spcBef>
              <a:defRPr kumimoji="1" sz="1200">
                <a:solidFill>
                  <a:schemeClr val="tx1"/>
                </a:solidFill>
                <a:latin typeface="굴림" pitchFamily="50" charset="-127"/>
                <a:ea typeface="굴림" pitchFamily="50" charset="-127"/>
              </a:defRPr>
            </a:lvl2pPr>
            <a:lvl3pPr marL="1143000" indent="-228600" eaLnBrk="0" hangingPunct="0">
              <a:spcBef>
                <a:spcPct val="30000"/>
              </a:spcBef>
              <a:defRPr kumimoji="1" sz="1200">
                <a:solidFill>
                  <a:schemeClr val="tx1"/>
                </a:solidFill>
                <a:latin typeface="굴림" pitchFamily="50" charset="-127"/>
                <a:ea typeface="굴림" pitchFamily="50" charset="-127"/>
              </a:defRPr>
            </a:lvl3pPr>
            <a:lvl4pPr marL="1600200" indent="-228600" eaLnBrk="0" hangingPunct="0">
              <a:spcBef>
                <a:spcPct val="30000"/>
              </a:spcBef>
              <a:defRPr kumimoji="1" sz="1200">
                <a:solidFill>
                  <a:schemeClr val="tx1"/>
                </a:solidFill>
                <a:latin typeface="굴림" pitchFamily="50" charset="-127"/>
                <a:ea typeface="굴림" pitchFamily="50" charset="-127"/>
              </a:defRPr>
            </a:lvl4pPr>
            <a:lvl5pPr marL="2057400" indent="-228600" eaLnBrk="0"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algn="r" eaLnBrk="1" hangingPunct="1">
              <a:spcBef>
                <a:spcPct val="0"/>
              </a:spcBef>
            </a:pPr>
            <a:fld id="{DEB02ABA-9F3A-442B-B31D-02654C64F74E}" type="slidenum">
              <a:rPr lang="en-US" altLang="ko-KR">
                <a:solidFill>
                  <a:srgbClr val="000000"/>
                </a:solidFill>
              </a:rPr>
              <a:pPr algn="r" eaLnBrk="1" hangingPunct="1">
                <a:spcBef>
                  <a:spcPct val="0"/>
                </a:spcBef>
              </a:pPr>
              <a:t>6</a:t>
            </a:fld>
            <a:endParaRPr lang="en-US" altLang="ko-KR">
              <a:solidFill>
                <a:srgbClr val="000000"/>
              </a:solidFill>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pitchFamily="50" charset="-127"/>
                <a:ea typeface="굴림" pitchFamily="50" charset="-127"/>
              </a:defRPr>
            </a:lvl1pPr>
            <a:lvl2pPr marL="742950" indent="-285750" eaLnBrk="0" hangingPunct="0">
              <a:spcBef>
                <a:spcPct val="30000"/>
              </a:spcBef>
              <a:defRPr kumimoji="1" sz="1200">
                <a:solidFill>
                  <a:schemeClr val="tx1"/>
                </a:solidFill>
                <a:latin typeface="굴림" pitchFamily="50" charset="-127"/>
                <a:ea typeface="굴림" pitchFamily="50" charset="-127"/>
              </a:defRPr>
            </a:lvl2pPr>
            <a:lvl3pPr marL="1143000" indent="-228600" eaLnBrk="0" hangingPunct="0">
              <a:spcBef>
                <a:spcPct val="30000"/>
              </a:spcBef>
              <a:defRPr kumimoji="1" sz="1200">
                <a:solidFill>
                  <a:schemeClr val="tx1"/>
                </a:solidFill>
                <a:latin typeface="굴림" pitchFamily="50" charset="-127"/>
                <a:ea typeface="굴림" pitchFamily="50" charset="-127"/>
              </a:defRPr>
            </a:lvl3pPr>
            <a:lvl4pPr marL="1600200" indent="-228600" eaLnBrk="0" hangingPunct="0">
              <a:spcBef>
                <a:spcPct val="30000"/>
              </a:spcBef>
              <a:defRPr kumimoji="1" sz="1200">
                <a:solidFill>
                  <a:schemeClr val="tx1"/>
                </a:solidFill>
                <a:latin typeface="굴림" pitchFamily="50" charset="-127"/>
                <a:ea typeface="굴림" pitchFamily="50" charset="-127"/>
              </a:defRPr>
            </a:lvl4pPr>
            <a:lvl5pPr marL="2057400" indent="-228600" eaLnBrk="0"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hangingPunct="1">
              <a:spcBef>
                <a:spcPct val="0"/>
              </a:spcBef>
            </a:pPr>
            <a:fld id="{52AF72F5-2918-4004-8F8A-EA35B233F143}" type="slidenum">
              <a:rPr lang="en-US" altLang="ko-KR" smtClean="0">
                <a:solidFill>
                  <a:srgbClr val="000000"/>
                </a:solidFill>
              </a:rPr>
              <a:pPr eaLnBrk="1" hangingPunct="1">
                <a:spcBef>
                  <a:spcPct val="0"/>
                </a:spcBef>
              </a:pPr>
              <a:t>7</a:t>
            </a:fld>
            <a:endParaRPr lang="en-US" altLang="ko-KR" smtClean="0">
              <a:solidFill>
                <a:srgbClr val="000000"/>
              </a:solidFill>
            </a:endParaRPr>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pitchFamily="50" charset="-127"/>
                <a:ea typeface="굴림" pitchFamily="50" charset="-127"/>
              </a:defRPr>
            </a:lvl1pPr>
            <a:lvl2pPr marL="742950" indent="-285750" eaLnBrk="0" hangingPunct="0">
              <a:spcBef>
                <a:spcPct val="30000"/>
              </a:spcBef>
              <a:defRPr kumimoji="1" sz="1200">
                <a:solidFill>
                  <a:schemeClr val="tx1"/>
                </a:solidFill>
                <a:latin typeface="굴림" pitchFamily="50" charset="-127"/>
                <a:ea typeface="굴림" pitchFamily="50" charset="-127"/>
              </a:defRPr>
            </a:lvl2pPr>
            <a:lvl3pPr marL="1143000" indent="-228600" eaLnBrk="0" hangingPunct="0">
              <a:spcBef>
                <a:spcPct val="30000"/>
              </a:spcBef>
              <a:defRPr kumimoji="1" sz="1200">
                <a:solidFill>
                  <a:schemeClr val="tx1"/>
                </a:solidFill>
                <a:latin typeface="굴림" pitchFamily="50" charset="-127"/>
                <a:ea typeface="굴림" pitchFamily="50" charset="-127"/>
              </a:defRPr>
            </a:lvl3pPr>
            <a:lvl4pPr marL="1600200" indent="-228600" eaLnBrk="0" hangingPunct="0">
              <a:spcBef>
                <a:spcPct val="30000"/>
              </a:spcBef>
              <a:defRPr kumimoji="1" sz="1200">
                <a:solidFill>
                  <a:schemeClr val="tx1"/>
                </a:solidFill>
                <a:latin typeface="굴림" pitchFamily="50" charset="-127"/>
                <a:ea typeface="굴림" pitchFamily="50" charset="-127"/>
              </a:defRPr>
            </a:lvl4pPr>
            <a:lvl5pPr marL="2057400" indent="-228600" eaLnBrk="0"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hangingPunct="1">
              <a:spcBef>
                <a:spcPct val="0"/>
              </a:spcBef>
            </a:pPr>
            <a:fld id="{778A3C71-B922-4425-9992-E2933FFB4C71}" type="slidenum">
              <a:rPr lang="en-US" altLang="ko-KR" smtClean="0">
                <a:solidFill>
                  <a:srgbClr val="000000"/>
                </a:solidFill>
              </a:rPr>
              <a:pPr eaLnBrk="1" hangingPunct="1">
                <a:spcBef>
                  <a:spcPct val="0"/>
                </a:spcBef>
              </a:pPr>
              <a:t>8</a:t>
            </a:fld>
            <a:endParaRPr lang="en-US" altLang="ko-KR" smtClean="0">
              <a:solidFill>
                <a:srgbClr val="000000"/>
              </a:solidFill>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514350" y="3076575"/>
            <a:ext cx="5829300" cy="2124075"/>
          </a:xfrm>
        </p:spPr>
        <p:txBody>
          <a:bodyPr/>
          <a:lstStyle/>
          <a:p>
            <a:r>
              <a:rPr lang="ko-KR" altLang="en-US" smtClean="0"/>
              <a:t>마스터 제목 스타일 편집</a:t>
            </a:r>
            <a:endParaRPr lang="ko-KR" altLang="en-US"/>
          </a:p>
        </p:txBody>
      </p:sp>
      <p:sp>
        <p:nvSpPr>
          <p:cNvPr id="3" name="부제목 2"/>
          <p:cNvSpPr>
            <a:spLocks noGrp="1"/>
          </p:cNvSpPr>
          <p:nvPr>
            <p:ph type="subTitle" idx="1"/>
          </p:nvPr>
        </p:nvSpPr>
        <p:spPr>
          <a:xfrm>
            <a:off x="1028700" y="5613400"/>
            <a:ext cx="4800600" cy="2532063"/>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ko-KR" altLang="en-US" smtClean="0"/>
              <a:t>마스터 부제목 스타일 편집</a:t>
            </a:r>
            <a:endParaRPr lang="ko-KR"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Tree>
    <p:extLst>
      <p:ext uri="{BB962C8B-B14F-4D97-AF65-F5344CB8AC3E}">
        <p14:creationId xmlns:p14="http://schemas.microsoft.com/office/powerpoint/2010/main" val="7219534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idx="1"/>
          </p:nvPr>
        </p:nvSpPr>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Tree>
    <p:extLst>
      <p:ext uri="{BB962C8B-B14F-4D97-AF65-F5344CB8AC3E}">
        <p14:creationId xmlns:p14="http://schemas.microsoft.com/office/powerpoint/2010/main" val="1112965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541338" y="6365875"/>
            <a:ext cx="5829300" cy="1966913"/>
          </a:xfrm>
        </p:spPr>
        <p:txBody>
          <a:bodyPr anchor="t"/>
          <a:lstStyle>
            <a:lvl1pPr algn="l">
              <a:defRPr sz="4000" b="1" cap="all"/>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541338" y="4198938"/>
            <a:ext cx="5829300" cy="216693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ko-KR" altLang="en-US" smtClean="0"/>
              <a:t>마스터 텍스트 스타일을 편집합니다</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Tree>
    <p:extLst>
      <p:ext uri="{BB962C8B-B14F-4D97-AF65-F5344CB8AC3E}">
        <p14:creationId xmlns:p14="http://schemas.microsoft.com/office/powerpoint/2010/main" val="75866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sz="half" idx="1"/>
          </p:nvPr>
        </p:nvSpPr>
        <p:spPr>
          <a:xfrm>
            <a:off x="514350" y="2862263"/>
            <a:ext cx="2838450" cy="5943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내용 개체 틀 3"/>
          <p:cNvSpPr>
            <a:spLocks noGrp="1"/>
          </p:cNvSpPr>
          <p:nvPr>
            <p:ph sz="half" idx="2"/>
          </p:nvPr>
        </p:nvSpPr>
        <p:spPr>
          <a:xfrm>
            <a:off x="3505200" y="2862263"/>
            <a:ext cx="2838450" cy="5943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p>
        </p:txBody>
      </p:sp>
    </p:spTree>
    <p:extLst>
      <p:ext uri="{BB962C8B-B14F-4D97-AF65-F5344CB8AC3E}">
        <p14:creationId xmlns:p14="http://schemas.microsoft.com/office/powerpoint/2010/main" val="20071119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342900" y="396875"/>
            <a:ext cx="6172200" cy="1651000"/>
          </a:xfrm>
        </p:spPr>
        <p:txBody>
          <a:bodyPr/>
          <a:lstStyle>
            <a:lvl1pPr>
              <a:defRPr/>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342900" y="2217738"/>
            <a:ext cx="3030538" cy="9239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4" name="내용 개체 틀 3"/>
          <p:cNvSpPr>
            <a:spLocks noGrp="1"/>
          </p:cNvSpPr>
          <p:nvPr>
            <p:ph sz="half" idx="2"/>
          </p:nvPr>
        </p:nvSpPr>
        <p:spPr>
          <a:xfrm>
            <a:off x="342900" y="3141663"/>
            <a:ext cx="3030538" cy="57070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텍스트 개체 틀 4"/>
          <p:cNvSpPr>
            <a:spLocks noGrp="1"/>
          </p:cNvSpPr>
          <p:nvPr>
            <p:ph type="body" sz="quarter" idx="3"/>
          </p:nvPr>
        </p:nvSpPr>
        <p:spPr>
          <a:xfrm>
            <a:off x="3484563" y="2217738"/>
            <a:ext cx="3030537" cy="9239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6" name="내용 개체 틀 5"/>
          <p:cNvSpPr>
            <a:spLocks noGrp="1"/>
          </p:cNvSpPr>
          <p:nvPr>
            <p:ph sz="quarter" idx="4"/>
          </p:nvPr>
        </p:nvSpPr>
        <p:spPr>
          <a:xfrm>
            <a:off x="3484563" y="3141663"/>
            <a:ext cx="3030537" cy="57070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ko-KR"/>
          </a:p>
        </p:txBody>
      </p:sp>
    </p:spTree>
    <p:extLst>
      <p:ext uri="{BB962C8B-B14F-4D97-AF65-F5344CB8AC3E}">
        <p14:creationId xmlns:p14="http://schemas.microsoft.com/office/powerpoint/2010/main" val="30828578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ko-KR"/>
          </a:p>
        </p:txBody>
      </p:sp>
    </p:spTree>
    <p:extLst>
      <p:ext uri="{BB962C8B-B14F-4D97-AF65-F5344CB8AC3E}">
        <p14:creationId xmlns:p14="http://schemas.microsoft.com/office/powerpoint/2010/main" val="1165185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ko-KR"/>
          </a:p>
        </p:txBody>
      </p:sp>
    </p:spTree>
    <p:extLst>
      <p:ext uri="{BB962C8B-B14F-4D97-AF65-F5344CB8AC3E}">
        <p14:creationId xmlns:p14="http://schemas.microsoft.com/office/powerpoint/2010/main" val="7006292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342900" y="393700"/>
            <a:ext cx="2255838" cy="1679575"/>
          </a:xfrm>
        </p:spPr>
        <p:txBody>
          <a:bodyPr anchor="b"/>
          <a:lstStyle>
            <a:lvl1pPr algn="l">
              <a:defRPr sz="2000" b="1"/>
            </a:lvl1pPr>
          </a:lstStyle>
          <a:p>
            <a:r>
              <a:rPr lang="ko-KR" altLang="en-US" smtClean="0"/>
              <a:t>마스터 제목 스타일 편집</a:t>
            </a:r>
            <a:endParaRPr lang="ko-KR" altLang="en-US"/>
          </a:p>
        </p:txBody>
      </p:sp>
      <p:sp>
        <p:nvSpPr>
          <p:cNvPr id="3" name="내용 개체 틀 2"/>
          <p:cNvSpPr>
            <a:spLocks noGrp="1"/>
          </p:cNvSpPr>
          <p:nvPr>
            <p:ph idx="1"/>
          </p:nvPr>
        </p:nvSpPr>
        <p:spPr>
          <a:xfrm>
            <a:off x="2681288" y="393700"/>
            <a:ext cx="3833812" cy="84550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텍스트 개체 틀 3"/>
          <p:cNvSpPr>
            <a:spLocks noGrp="1"/>
          </p:cNvSpPr>
          <p:nvPr>
            <p:ph type="body" sz="half" idx="2"/>
          </p:nvPr>
        </p:nvSpPr>
        <p:spPr>
          <a:xfrm>
            <a:off x="342900" y="2073275"/>
            <a:ext cx="2255838" cy="67754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smtClean="0"/>
              <a:t>마스터 텍스트 스타일을 편집합니다</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p>
        </p:txBody>
      </p:sp>
    </p:spTree>
    <p:extLst>
      <p:ext uri="{BB962C8B-B14F-4D97-AF65-F5344CB8AC3E}">
        <p14:creationId xmlns:p14="http://schemas.microsoft.com/office/powerpoint/2010/main" val="11149566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344613" y="6934200"/>
            <a:ext cx="4114800" cy="819150"/>
          </a:xfrm>
        </p:spPr>
        <p:txBody>
          <a:bodyPr anchor="b"/>
          <a:lstStyle>
            <a:lvl1pPr algn="l">
              <a:defRPr sz="2000" b="1"/>
            </a:lvl1pPr>
          </a:lstStyle>
          <a:p>
            <a:r>
              <a:rPr lang="ko-KR" altLang="en-US" smtClean="0"/>
              <a:t>마스터 제목 스타일 편집</a:t>
            </a:r>
            <a:endParaRPr lang="ko-KR" altLang="en-US"/>
          </a:p>
        </p:txBody>
      </p:sp>
      <p:sp>
        <p:nvSpPr>
          <p:cNvPr id="3" name="그림 개체 틀 2"/>
          <p:cNvSpPr>
            <a:spLocks noGrp="1"/>
          </p:cNvSpPr>
          <p:nvPr>
            <p:ph type="pic" idx="1"/>
          </p:nvPr>
        </p:nvSpPr>
        <p:spPr>
          <a:xfrm>
            <a:off x="1344613" y="885825"/>
            <a:ext cx="4114800" cy="59436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ko-KR" altLang="en-US" noProof="0" smtClean="0"/>
          </a:p>
        </p:txBody>
      </p:sp>
      <p:sp>
        <p:nvSpPr>
          <p:cNvPr id="4" name="텍스트 개체 틀 3"/>
          <p:cNvSpPr>
            <a:spLocks noGrp="1"/>
          </p:cNvSpPr>
          <p:nvPr>
            <p:ph type="body" sz="half" idx="2"/>
          </p:nvPr>
        </p:nvSpPr>
        <p:spPr>
          <a:xfrm>
            <a:off x="1344613" y="7753350"/>
            <a:ext cx="4114800" cy="11620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smtClean="0"/>
              <a:t>마스터 텍스트 스타일을 편집합니다</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p>
        </p:txBody>
      </p:sp>
    </p:spTree>
    <p:extLst>
      <p:ext uri="{BB962C8B-B14F-4D97-AF65-F5344CB8AC3E}">
        <p14:creationId xmlns:p14="http://schemas.microsoft.com/office/powerpoint/2010/main" val="32666460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Tree>
    <p:extLst>
      <p:ext uri="{BB962C8B-B14F-4D97-AF65-F5344CB8AC3E}">
        <p14:creationId xmlns:p14="http://schemas.microsoft.com/office/powerpoint/2010/main" val="3603537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4886325" y="881063"/>
            <a:ext cx="1457325" cy="7924800"/>
          </a:xfrm>
        </p:spPr>
        <p:txBody>
          <a:bodyPr vert="eaVert"/>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a:xfrm>
            <a:off x="514350" y="881063"/>
            <a:ext cx="4219575" cy="7924800"/>
          </a:xfrm>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Tree>
    <p:extLst>
      <p:ext uri="{BB962C8B-B14F-4D97-AF65-F5344CB8AC3E}">
        <p14:creationId xmlns:p14="http://schemas.microsoft.com/office/powerpoint/2010/main" val="38183633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14350" y="881063"/>
            <a:ext cx="5829300" cy="165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ko-KR" altLang="en-US" smtClean="0"/>
              <a:t>마스터 제목 스타일 편집</a:t>
            </a:r>
          </a:p>
        </p:txBody>
      </p:sp>
      <p:sp>
        <p:nvSpPr>
          <p:cNvPr id="1027" name="Rectangle 3"/>
          <p:cNvSpPr>
            <a:spLocks noGrp="1" noChangeArrowheads="1"/>
          </p:cNvSpPr>
          <p:nvPr>
            <p:ph type="body" idx="1"/>
          </p:nvPr>
        </p:nvSpPr>
        <p:spPr bwMode="auto">
          <a:xfrm>
            <a:off x="514350" y="2862263"/>
            <a:ext cx="5829300" cy="594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p>
        </p:txBody>
      </p:sp>
      <p:sp>
        <p:nvSpPr>
          <p:cNvPr id="154628" name="Rectangle 4"/>
          <p:cNvSpPr>
            <a:spLocks noGrp="1" noChangeArrowheads="1"/>
          </p:cNvSpPr>
          <p:nvPr>
            <p:ph type="dt" sz="half" idx="2"/>
          </p:nvPr>
        </p:nvSpPr>
        <p:spPr bwMode="auto">
          <a:xfrm>
            <a:off x="514350" y="9024938"/>
            <a:ext cx="1428750" cy="660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ea typeface="+mn-ea"/>
              </a:defRPr>
            </a:lvl1pPr>
          </a:lstStyle>
          <a:p>
            <a:pPr>
              <a:defRPr/>
            </a:pPr>
            <a:endParaRPr lang="en-US" altLang="ko-KR"/>
          </a:p>
        </p:txBody>
      </p:sp>
      <p:sp>
        <p:nvSpPr>
          <p:cNvPr id="154629" name="Rectangle 5"/>
          <p:cNvSpPr>
            <a:spLocks noGrp="1" noChangeArrowheads="1"/>
          </p:cNvSpPr>
          <p:nvPr>
            <p:ph type="ftr" sz="quarter" idx="3"/>
          </p:nvPr>
        </p:nvSpPr>
        <p:spPr bwMode="auto">
          <a:xfrm>
            <a:off x="2343150" y="9024938"/>
            <a:ext cx="2171700" cy="660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ea typeface="+mn-ea"/>
              </a:defRPr>
            </a:lvl1pPr>
          </a:lstStyle>
          <a:p>
            <a:pPr>
              <a:defRPr/>
            </a:pPr>
            <a:endParaRPr lang="en-US" altLang="ko-K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ctr" rtl="0" eaLnBrk="0" fontAlgn="base" latinLnBrk="1" hangingPunct="0">
        <a:spcBef>
          <a:spcPct val="0"/>
        </a:spcBef>
        <a:spcAft>
          <a:spcPct val="0"/>
        </a:spcAft>
        <a:defRPr kumimoji="1" sz="4400">
          <a:solidFill>
            <a:schemeClr val="tx2"/>
          </a:solidFill>
          <a:latin typeface="+mj-lt"/>
          <a:ea typeface="+mj-ea"/>
          <a:cs typeface="+mj-cs"/>
        </a:defRPr>
      </a:lvl1pPr>
      <a:lvl2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2pPr>
      <a:lvl3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3pPr>
      <a:lvl4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4pPr>
      <a:lvl5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5pPr>
      <a:lvl6pPr marL="457200" algn="ctr" rtl="0" fontAlgn="base" latinLnBrk="1">
        <a:spcBef>
          <a:spcPct val="0"/>
        </a:spcBef>
        <a:spcAft>
          <a:spcPct val="0"/>
        </a:spcAft>
        <a:defRPr kumimoji="1" sz="4400">
          <a:solidFill>
            <a:schemeClr val="tx2"/>
          </a:solidFill>
          <a:latin typeface="굴림" pitchFamily="50" charset="-127"/>
          <a:ea typeface="굴림" pitchFamily="50" charset="-127"/>
        </a:defRPr>
      </a:lvl6pPr>
      <a:lvl7pPr marL="914400" algn="ctr" rtl="0" fontAlgn="base" latinLnBrk="1">
        <a:spcBef>
          <a:spcPct val="0"/>
        </a:spcBef>
        <a:spcAft>
          <a:spcPct val="0"/>
        </a:spcAft>
        <a:defRPr kumimoji="1" sz="4400">
          <a:solidFill>
            <a:schemeClr val="tx2"/>
          </a:solidFill>
          <a:latin typeface="굴림" pitchFamily="50" charset="-127"/>
          <a:ea typeface="굴림" pitchFamily="50" charset="-127"/>
        </a:defRPr>
      </a:lvl7pPr>
      <a:lvl8pPr marL="1371600" algn="ctr" rtl="0" fontAlgn="base" latinLnBrk="1">
        <a:spcBef>
          <a:spcPct val="0"/>
        </a:spcBef>
        <a:spcAft>
          <a:spcPct val="0"/>
        </a:spcAft>
        <a:defRPr kumimoji="1" sz="4400">
          <a:solidFill>
            <a:schemeClr val="tx2"/>
          </a:solidFill>
          <a:latin typeface="굴림" pitchFamily="50" charset="-127"/>
          <a:ea typeface="굴림" pitchFamily="50" charset="-127"/>
        </a:defRPr>
      </a:lvl8pPr>
      <a:lvl9pPr marL="1828800" algn="ctr" rtl="0" fontAlgn="base" latinLnBrk="1">
        <a:spcBef>
          <a:spcPct val="0"/>
        </a:spcBef>
        <a:spcAft>
          <a:spcPct val="0"/>
        </a:spcAft>
        <a:defRPr kumimoji="1" sz="4400">
          <a:solidFill>
            <a:schemeClr val="tx2"/>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800">
          <a:solidFill>
            <a:schemeClr val="tx1"/>
          </a:solidFill>
          <a:latin typeface="+mn-lt"/>
          <a:ea typeface="+mn-ea"/>
        </a:defRPr>
      </a:lvl2pPr>
      <a:lvl3pPr marL="1143000" indent="-228600" algn="l" rtl="0" eaLnBrk="0" fontAlgn="base" latinLnBrk="1" hangingPunct="0">
        <a:spcBef>
          <a:spcPct val="20000"/>
        </a:spcBef>
        <a:spcAft>
          <a:spcPct val="0"/>
        </a:spcAft>
        <a:buChar char="•"/>
        <a:defRPr kumimoji="1" sz="2400">
          <a:solidFill>
            <a:schemeClr val="tx1"/>
          </a:solidFill>
          <a:latin typeface="+mn-lt"/>
          <a:ea typeface="+mn-ea"/>
        </a:defRPr>
      </a:lvl3pPr>
      <a:lvl4pPr marL="1600200" indent="-228600" algn="l" rtl="0" eaLnBrk="0" fontAlgn="base" latinLnBrk="1" hangingPunct="0">
        <a:spcBef>
          <a:spcPct val="20000"/>
        </a:spcBef>
        <a:spcAft>
          <a:spcPct val="0"/>
        </a:spcAft>
        <a:buChar char="–"/>
        <a:defRPr kumimoji="1" sz="2000">
          <a:solidFill>
            <a:schemeClr val="tx1"/>
          </a:solidFill>
          <a:latin typeface="+mn-lt"/>
          <a:ea typeface="+mn-ea"/>
        </a:defRPr>
      </a:lvl4pPr>
      <a:lvl5pPr marL="2057400" indent="-228600" algn="l" rtl="0" eaLnBrk="0" fontAlgn="base" latinLnBrk="1" hangingPunct="0">
        <a:spcBef>
          <a:spcPct val="20000"/>
        </a:spcBef>
        <a:spcAft>
          <a:spcPct val="0"/>
        </a:spcAft>
        <a:buChar char="»"/>
        <a:defRPr kumimoji="1" sz="2000">
          <a:solidFill>
            <a:schemeClr val="tx1"/>
          </a:solidFill>
          <a:latin typeface="+mn-lt"/>
          <a:ea typeface="+mn-ea"/>
        </a:defRPr>
      </a:lvl5pPr>
      <a:lvl6pPr marL="2514600" indent="-228600" algn="l" rtl="0" fontAlgn="base" latinLnBrk="1">
        <a:spcBef>
          <a:spcPct val="20000"/>
        </a:spcBef>
        <a:spcAft>
          <a:spcPct val="0"/>
        </a:spcAft>
        <a:buChar char="»"/>
        <a:defRPr kumimoji="1" sz="2000">
          <a:solidFill>
            <a:schemeClr val="tx1"/>
          </a:solidFill>
          <a:latin typeface="+mn-lt"/>
          <a:ea typeface="+mn-ea"/>
        </a:defRPr>
      </a:lvl6pPr>
      <a:lvl7pPr marL="2971800" indent="-228600" algn="l" rtl="0" fontAlgn="base" latinLnBrk="1">
        <a:spcBef>
          <a:spcPct val="20000"/>
        </a:spcBef>
        <a:spcAft>
          <a:spcPct val="0"/>
        </a:spcAft>
        <a:buChar char="»"/>
        <a:defRPr kumimoji="1" sz="2000">
          <a:solidFill>
            <a:schemeClr val="tx1"/>
          </a:solidFill>
          <a:latin typeface="+mn-lt"/>
          <a:ea typeface="+mn-ea"/>
        </a:defRPr>
      </a:lvl7pPr>
      <a:lvl8pPr marL="3429000" indent="-228600" algn="l" rtl="0" fontAlgn="base" latinLnBrk="1">
        <a:spcBef>
          <a:spcPct val="20000"/>
        </a:spcBef>
        <a:spcAft>
          <a:spcPct val="0"/>
        </a:spcAft>
        <a:buChar char="»"/>
        <a:defRPr kumimoji="1" sz="2000">
          <a:solidFill>
            <a:schemeClr val="tx1"/>
          </a:solidFill>
          <a:latin typeface="+mn-lt"/>
          <a:ea typeface="+mn-ea"/>
        </a:defRPr>
      </a:lvl8pPr>
      <a:lvl9pPr marL="3886200" indent="-228600" algn="l" rtl="0" fontAlgn="base" latinLnBrk="1">
        <a:spcBef>
          <a:spcPct val="20000"/>
        </a:spcBef>
        <a:spcAft>
          <a:spcPct val="0"/>
        </a:spcAft>
        <a:buChar char="»"/>
        <a:defRPr kumimoji="1" sz="20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2051" name="Rectangle 3"/>
          <p:cNvSpPr>
            <a:spLocks noChangeArrowheads="1"/>
          </p:cNvSpPr>
          <p:nvPr/>
        </p:nvSpPr>
        <p:spPr bwMode="auto">
          <a:xfrm>
            <a:off x="304800" y="776288"/>
            <a:ext cx="3124200" cy="90471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Ins="54000"/>
          <a:lstStyle>
            <a:lvl1pPr marL="457200" indent="-457200"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endParaRPr lang="en-US" altLang="ko-KR" sz="900">
              <a:latin typeface="돋움" pitchFamily="50" charset="-127"/>
              <a:ea typeface="돋움" pitchFamily="50" charset="-127"/>
            </a:endParaRPr>
          </a:p>
          <a:p>
            <a:pPr eaLnBrk="1" hangingPunct="1">
              <a:spcBef>
                <a:spcPct val="0"/>
              </a:spcBef>
              <a:buFontTx/>
              <a:buNone/>
            </a:pPr>
            <a:endParaRPr lang="en-US" altLang="ko-KR" sz="900">
              <a:latin typeface="돋움" pitchFamily="50" charset="-127"/>
              <a:ea typeface="돋움" pitchFamily="50" charset="-127"/>
            </a:endParaRPr>
          </a:p>
        </p:txBody>
      </p:sp>
      <p:sp>
        <p:nvSpPr>
          <p:cNvPr id="2052" name="Rectangle 4"/>
          <p:cNvSpPr>
            <a:spLocks noChangeArrowheads="1"/>
          </p:cNvSpPr>
          <p:nvPr/>
        </p:nvSpPr>
        <p:spPr bwMode="auto">
          <a:xfrm>
            <a:off x="3429000" y="776288"/>
            <a:ext cx="3124200" cy="90471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endParaRPr lang="ko-KR" altLang="ko-KR" sz="900">
              <a:latin typeface="돋움" pitchFamily="50" charset="-127"/>
              <a:ea typeface="돋움" pitchFamily="50" charset="-127"/>
            </a:endParaRPr>
          </a:p>
        </p:txBody>
      </p:sp>
      <p:sp>
        <p:nvSpPr>
          <p:cNvPr id="2053" name="Text Box 6"/>
          <p:cNvSpPr txBox="1">
            <a:spLocks noChangeArrowheads="1"/>
          </p:cNvSpPr>
          <p:nvPr/>
        </p:nvSpPr>
        <p:spPr bwMode="auto">
          <a:xfrm>
            <a:off x="292100" y="817563"/>
            <a:ext cx="1292225" cy="2460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1000" b="1">
                <a:latin typeface="Times New Roman" pitchFamily="18" charset="0"/>
                <a:ea typeface="돋움" pitchFamily="50" charset="-127"/>
                <a:cs typeface="Times New Roman" pitchFamily="18" charset="0"/>
              </a:rPr>
              <a:t>※ Điện</a:t>
            </a:r>
            <a:r>
              <a:rPr lang="ko-KR" altLang="en-US" sz="1000" b="1">
                <a:latin typeface="Times New Roman" pitchFamily="18" charset="0"/>
                <a:ea typeface="돋움" pitchFamily="50" charset="-127"/>
                <a:cs typeface="Times New Roman" pitchFamily="18" charset="0"/>
              </a:rPr>
              <a:t> </a:t>
            </a:r>
            <a:r>
              <a:rPr lang="en-US" altLang="ko-KR" sz="1000" b="1">
                <a:latin typeface="Times New Roman" pitchFamily="18" charset="0"/>
                <a:ea typeface="돋움" pitchFamily="50" charset="-127"/>
                <a:cs typeface="Times New Roman" pitchFamily="18" charset="0"/>
              </a:rPr>
              <a:t>: Câu 1</a:t>
            </a:r>
            <a:r>
              <a:rPr lang="ko-KR" altLang="en-US" sz="1000" b="1">
                <a:latin typeface="Times New Roman" pitchFamily="18" charset="0"/>
                <a:ea typeface="돋움" pitchFamily="50" charset="-127"/>
                <a:cs typeface="Times New Roman" pitchFamily="18" charset="0"/>
              </a:rPr>
              <a:t> </a:t>
            </a:r>
            <a:r>
              <a:rPr lang="en-US" altLang="ko-KR" sz="1000" b="1">
                <a:latin typeface="Times New Roman" pitchFamily="18" charset="0"/>
                <a:ea typeface="돋움" pitchFamily="50" charset="-127"/>
                <a:cs typeface="Times New Roman" pitchFamily="18" charset="0"/>
              </a:rPr>
              <a:t>~ 20</a:t>
            </a:r>
            <a:endParaRPr lang="ko-KR" altLang="en-US" sz="1000" b="1">
              <a:latin typeface="Times New Roman" pitchFamily="18" charset="0"/>
              <a:ea typeface="돋움" pitchFamily="50" charset="-127"/>
              <a:cs typeface="Times New Roman" pitchFamily="18" charset="0"/>
            </a:endParaRPr>
          </a:p>
        </p:txBody>
      </p:sp>
      <p:sp>
        <p:nvSpPr>
          <p:cNvPr id="50" name="Text Box 6"/>
          <p:cNvSpPr txBox="1">
            <a:spLocks noChangeArrowheads="1"/>
          </p:cNvSpPr>
          <p:nvPr/>
        </p:nvSpPr>
        <p:spPr bwMode="auto">
          <a:xfrm>
            <a:off x="123825" y="228600"/>
            <a:ext cx="1233488" cy="338138"/>
          </a:xfrm>
          <a:prstGeom prst="rect">
            <a:avLst/>
          </a:prstGeom>
          <a:noFill/>
          <a:ln w="9525">
            <a:noFill/>
            <a:miter lim="800000"/>
            <a:headEnd/>
            <a:tailEnd/>
          </a:ln>
          <a:effectLst/>
        </p:spPr>
        <p:txBody>
          <a:bodyPr wrap="none">
            <a:spAutoFit/>
          </a:bodyPr>
          <a:lstStyle/>
          <a:p>
            <a:pPr>
              <a:defRPr/>
            </a:pPr>
            <a:r>
              <a:rPr lang="en-US" altLang="ko-KR" sz="1600" b="1">
                <a:effectLst>
                  <a:outerShdw blurRad="38100" dist="38100" dir="2700000" algn="tl">
                    <a:srgbClr val="C0C0C0"/>
                  </a:outerShdw>
                </a:effectLst>
              </a:rPr>
              <a:t>WS TEST 2</a:t>
            </a:r>
            <a:endParaRPr lang="ko-KR" altLang="en-US" sz="1600" b="1" dirty="0">
              <a:effectLst>
                <a:outerShdw blurRad="38100" dist="38100" dir="2700000" algn="tl">
                  <a:srgbClr val="C0C0C0"/>
                </a:outerShdw>
              </a:effectLst>
            </a:endParaRPr>
          </a:p>
        </p:txBody>
      </p:sp>
      <p:sp>
        <p:nvSpPr>
          <p:cNvPr id="2055" name="Rectangle 7"/>
          <p:cNvSpPr>
            <a:spLocks noChangeArrowheads="1"/>
          </p:cNvSpPr>
          <p:nvPr/>
        </p:nvSpPr>
        <p:spPr bwMode="auto">
          <a:xfrm>
            <a:off x="255588" y="1004888"/>
            <a:ext cx="3186112" cy="798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vi-VN" altLang="ko-KR" sz="900">
                <a:latin typeface="Times New Roman" pitchFamily="18" charset="0"/>
                <a:ea typeface="돋움" pitchFamily="50" charset="-127"/>
                <a:cs typeface="Times New Roman" pitchFamily="18" charset="0"/>
              </a:rPr>
              <a:t>1. Ý nào không đúng khi giải thích về</a:t>
            </a:r>
            <a:r>
              <a:rPr lang="ko-KR" altLang="en-US" sz="900">
                <a:latin typeface="Times New Roman" pitchFamily="18" charset="0"/>
                <a:ea typeface="돋움" pitchFamily="50" charset="-127"/>
                <a:cs typeface="Times New Roman" pitchFamily="18" charset="0"/>
              </a:rPr>
              <a:t> </a:t>
            </a:r>
            <a:r>
              <a:rPr lang="en-US" altLang="ko-KR" sz="900">
                <a:latin typeface="Times New Roman" pitchFamily="18" charset="0"/>
                <a:ea typeface="돋움" pitchFamily="50" charset="-127"/>
                <a:cs typeface="Times New Roman" pitchFamily="18" charset="0"/>
              </a:rPr>
              <a:t>cấu tạo của nguyên tử?</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① </a:t>
            </a:r>
            <a:r>
              <a:rPr lang="vi-VN" altLang="ko-KR" sz="900">
                <a:latin typeface="Times New Roman" pitchFamily="18" charset="0"/>
                <a:ea typeface="돋움" pitchFamily="50" charset="-127"/>
                <a:cs typeface="Times New Roman" pitchFamily="18" charset="0"/>
              </a:rPr>
              <a:t>Hạt nhân nguyên tử: gồm proton và nơtron</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② </a:t>
            </a:r>
            <a:r>
              <a:rPr lang="vi-VN" altLang="ko-KR" sz="900">
                <a:latin typeface="Times New Roman" pitchFamily="18" charset="0"/>
                <a:ea typeface="돋움" pitchFamily="50" charset="-127"/>
                <a:cs typeface="Times New Roman" pitchFamily="18" charset="0"/>
              </a:rPr>
              <a:t>Các proton và neutron có khối lượng gần như</a:t>
            </a:r>
            <a:r>
              <a:rPr lang="ko-KR" altLang="en-US" sz="90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bằng nhau, và  các electron có hạt lớn hơn khoảng 1840 lần</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③ </a:t>
            </a:r>
            <a:r>
              <a:rPr lang="en-US" altLang="ko-KR" sz="900">
                <a:latin typeface="Times New Roman" pitchFamily="18" charset="0"/>
                <a:ea typeface="돋움" pitchFamily="50" charset="-127"/>
                <a:cs typeface="Times New Roman" pitchFamily="18" charset="0"/>
              </a:rPr>
              <a:t>Số</a:t>
            </a:r>
            <a:r>
              <a:rPr lang="ko-KR" altLang="en-US" sz="900">
                <a:latin typeface="Times New Roman" pitchFamily="18" charset="0"/>
                <a:ea typeface="돋움" pitchFamily="50" charset="-127"/>
                <a:cs typeface="Times New Roman" pitchFamily="18" charset="0"/>
              </a:rPr>
              <a:t> </a:t>
            </a:r>
            <a:r>
              <a:rPr lang="en-US" altLang="ko-KR" sz="900">
                <a:latin typeface="Times New Roman" pitchFamily="18" charset="0"/>
                <a:ea typeface="돋움" pitchFamily="50" charset="-127"/>
                <a:cs typeface="Times New Roman" pitchFamily="18" charset="0"/>
              </a:rPr>
              <a:t>proton Z = số</a:t>
            </a:r>
            <a:r>
              <a:rPr lang="ko-KR" altLang="en-US" sz="90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điện tích = số</a:t>
            </a:r>
            <a:r>
              <a:rPr lang="ko-KR" altLang="en-US" sz="900">
                <a:latin typeface="Times New Roman" pitchFamily="18" charset="0"/>
                <a:ea typeface="돋움" pitchFamily="50" charset="-127"/>
                <a:cs typeface="Times New Roman" pitchFamily="18" charset="0"/>
              </a:rPr>
              <a:t> </a:t>
            </a:r>
            <a:r>
              <a:rPr lang="en-US" altLang="ko-KR" sz="900">
                <a:latin typeface="Times New Roman" pitchFamily="18" charset="0"/>
                <a:ea typeface="돋움" pitchFamily="50" charset="-127"/>
                <a:cs typeface="Times New Roman" pitchFamily="18" charset="0"/>
              </a:rPr>
              <a:t>hiệu nguyên tử</a:t>
            </a:r>
            <a:r>
              <a:rPr lang="ko-KR" altLang="en-US" sz="900">
                <a:latin typeface="Times New Roman" pitchFamily="18" charset="0"/>
                <a:ea typeface="돋움" pitchFamily="50" charset="-127"/>
                <a:cs typeface="Times New Roman" pitchFamily="18" charset="0"/>
              </a:rPr>
              <a:t> </a:t>
            </a:r>
            <a:r>
              <a:rPr lang="en-US" altLang="ko-KR" sz="900">
                <a:latin typeface="Times New Roman" pitchFamily="18" charset="0"/>
                <a:ea typeface="돋움" pitchFamily="50" charset="-127"/>
                <a:cs typeface="Times New Roman" pitchFamily="18" charset="0"/>
              </a:rPr>
              <a:t>=&gt; giống số</a:t>
            </a:r>
            <a:r>
              <a:rPr lang="ko-KR" altLang="en-US" sz="900">
                <a:latin typeface="Times New Roman" pitchFamily="18" charset="0"/>
                <a:ea typeface="돋움" pitchFamily="50" charset="-127"/>
                <a:cs typeface="Times New Roman" pitchFamily="18" charset="0"/>
              </a:rPr>
              <a:t> </a:t>
            </a:r>
            <a:r>
              <a:rPr lang="en-US" altLang="ko-KR" sz="900">
                <a:latin typeface="Times New Roman" pitchFamily="18" charset="0"/>
                <a:ea typeface="돋움" pitchFamily="50" charset="-127"/>
                <a:cs typeface="Times New Roman" pitchFamily="18" charset="0"/>
              </a:rPr>
              <a:t>electron</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④ </a:t>
            </a:r>
            <a:r>
              <a:rPr lang="vi-VN" altLang="ko-KR" sz="900">
                <a:latin typeface="Times New Roman" pitchFamily="18" charset="0"/>
                <a:ea typeface="돋움" pitchFamily="50" charset="-127"/>
                <a:cs typeface="Times New Roman" pitchFamily="18" charset="0"/>
              </a:rPr>
              <a:t>Lượng hạt điện tích dương là chính xác nhưng lượng hạt trung tính có thể</a:t>
            </a:r>
            <a:r>
              <a:rPr lang="ko-KR" altLang="en-US" sz="90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hơn kém vài đơn vị</a:t>
            </a: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2. Điện năng do các êlectron tự</a:t>
            </a:r>
            <a:r>
              <a:rPr lang="ko-KR" altLang="en-US" sz="900">
                <a:latin typeface="Times New Roman" pitchFamily="18" charset="0"/>
                <a:ea typeface="돋움" pitchFamily="50" charset="-127"/>
                <a:cs typeface="Times New Roman" pitchFamily="18" charset="0"/>
              </a:rPr>
              <a:t> </a:t>
            </a:r>
            <a:r>
              <a:rPr lang="en-US" altLang="ko-KR" sz="900">
                <a:latin typeface="Times New Roman" pitchFamily="18" charset="0"/>
                <a:ea typeface="돋움" pitchFamily="50" charset="-127"/>
                <a:cs typeface="Times New Roman" pitchFamily="18" charset="0"/>
              </a:rPr>
              <a:t>do di chuyển giữa các nguyên tử</a:t>
            </a:r>
            <a:r>
              <a:rPr lang="ko-KR" altLang="en-US" sz="90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tạo ra được gọi là?</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① </a:t>
            </a:r>
            <a:r>
              <a:rPr lang="vi-VN" altLang="ko-KR" sz="900">
                <a:latin typeface="Times New Roman" pitchFamily="18" charset="0"/>
                <a:ea typeface="돋움" pitchFamily="50" charset="-127"/>
                <a:cs typeface="Times New Roman" pitchFamily="18" charset="0"/>
              </a:rPr>
              <a:t>Nhiễm điện</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② </a:t>
            </a:r>
            <a:r>
              <a:rPr lang="en-US" altLang="ko-KR" sz="900">
                <a:latin typeface="Times New Roman" pitchFamily="18" charset="0"/>
                <a:ea typeface="돋움" pitchFamily="50" charset="-127"/>
                <a:cs typeface="Times New Roman" pitchFamily="18" charset="0"/>
              </a:rPr>
              <a:t>Ion hóa</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③ </a:t>
            </a:r>
            <a:r>
              <a:rPr lang="en-US" altLang="ko-KR" sz="900">
                <a:latin typeface="Times New Roman" pitchFamily="18" charset="0"/>
                <a:ea typeface="돋움" pitchFamily="50" charset="-127"/>
                <a:cs typeface="Times New Roman" pitchFamily="18" charset="0"/>
              </a:rPr>
              <a:t>Điện tích</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④ </a:t>
            </a:r>
            <a:r>
              <a:rPr lang="en-US" altLang="ko-KR" sz="900">
                <a:latin typeface="Times New Roman" pitchFamily="18" charset="0"/>
                <a:ea typeface="돋움" pitchFamily="50" charset="-127"/>
                <a:cs typeface="Times New Roman" pitchFamily="18" charset="0"/>
              </a:rPr>
              <a:t>Điện ly</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3. Trong số</a:t>
            </a:r>
            <a:r>
              <a:rPr lang="ko-KR" altLang="en-US" sz="90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nhiễu dao động điện áp, hiện tượng mất đi 1 phần pha của dòng điện xoay chiều thường gặp gọi là gì?</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a:t>
            </a: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① </a:t>
            </a:r>
            <a:r>
              <a:rPr lang="vi-VN" altLang="ko-KR" sz="900">
                <a:latin typeface="Times New Roman" pitchFamily="18" charset="0"/>
                <a:ea typeface="돋움" pitchFamily="50" charset="-127"/>
                <a:cs typeface="Times New Roman" pitchFamily="18" charset="0"/>
              </a:rPr>
              <a:t>Mất điện tức thời</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② </a:t>
            </a:r>
            <a:r>
              <a:rPr lang="vi-VN" altLang="ko-KR" sz="900">
                <a:latin typeface="Times New Roman" pitchFamily="18" charset="0"/>
                <a:ea typeface="돋움" pitchFamily="50" charset="-127"/>
                <a:cs typeface="Times New Roman" pitchFamily="18" charset="0"/>
              </a:rPr>
              <a:t>Giảm điện áp tức thời</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③ </a:t>
            </a:r>
            <a:r>
              <a:rPr lang="en-US" altLang="ko-KR" sz="900">
                <a:latin typeface="Times New Roman" pitchFamily="18" charset="0"/>
                <a:ea typeface="돋움" pitchFamily="50" charset="-127"/>
                <a:cs typeface="Times New Roman" pitchFamily="18" charset="0"/>
              </a:rPr>
              <a:t>Sấm sét</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④ </a:t>
            </a:r>
            <a:r>
              <a:rPr lang="vi-VN" altLang="ko-KR" sz="900">
                <a:latin typeface="Times New Roman" pitchFamily="18" charset="0"/>
                <a:ea typeface="돋움" pitchFamily="50" charset="-127"/>
                <a:cs typeface="Times New Roman" pitchFamily="18" charset="0"/>
              </a:rPr>
              <a:t>Nháy điện</a:t>
            </a: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4. Dạng sóng có giá trị</a:t>
            </a:r>
            <a:r>
              <a:rPr lang="ko-KR" altLang="en-US" sz="90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đỉnh-đỉnh là</a:t>
            </a:r>
            <a:r>
              <a:rPr lang="ko-KR" altLang="en-US" sz="900">
                <a:latin typeface="Times New Roman" pitchFamily="18" charset="0"/>
                <a:ea typeface="돋움" pitchFamily="50" charset="-127"/>
                <a:cs typeface="Times New Roman" pitchFamily="18" charset="0"/>
              </a:rPr>
              <a:t> </a:t>
            </a:r>
            <a:r>
              <a:rPr lang="en-US" altLang="ko-KR" sz="900">
                <a:latin typeface="Times New Roman" pitchFamily="18" charset="0"/>
                <a:ea typeface="돋움" pitchFamily="50" charset="-127"/>
                <a:cs typeface="Times New Roman" pitchFamily="18" charset="0"/>
              </a:rPr>
              <a:t>20V. Vậy giá</a:t>
            </a:r>
            <a:r>
              <a:rPr lang="ko-KR" altLang="en-US" sz="900">
                <a:latin typeface="Times New Roman" pitchFamily="18" charset="0"/>
                <a:ea typeface="돋움" pitchFamily="50" charset="-127"/>
                <a:cs typeface="Times New Roman" pitchFamily="18" charset="0"/>
              </a:rPr>
              <a:t> </a:t>
            </a:r>
            <a:r>
              <a:rPr lang="en-US" altLang="ko-KR" sz="900">
                <a:latin typeface="Times New Roman" pitchFamily="18" charset="0"/>
                <a:ea typeface="돋움" pitchFamily="50" charset="-127"/>
                <a:cs typeface="Times New Roman" pitchFamily="18" charset="0"/>
              </a:rPr>
              <a:t>trị</a:t>
            </a:r>
            <a:r>
              <a:rPr lang="ko-KR" altLang="en-US" sz="900">
                <a:latin typeface="Times New Roman" pitchFamily="18" charset="0"/>
                <a:ea typeface="돋움" pitchFamily="50" charset="-127"/>
                <a:cs typeface="Times New Roman" pitchFamily="18" charset="0"/>
              </a:rPr>
              <a:t> </a:t>
            </a:r>
            <a:r>
              <a:rPr lang="en-US" altLang="ko-KR" sz="900">
                <a:latin typeface="Times New Roman" pitchFamily="18" charset="0"/>
                <a:ea typeface="돋움" pitchFamily="50" charset="-127"/>
                <a:cs typeface="Times New Roman" pitchFamily="18" charset="0"/>
              </a:rPr>
              <a:t>Vave là bao nhiêu?</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① </a:t>
            </a:r>
            <a:r>
              <a:rPr lang="en-US" altLang="ko-KR" sz="900">
                <a:latin typeface="Times New Roman" pitchFamily="18" charset="0"/>
                <a:ea typeface="돋움" pitchFamily="50" charset="-127"/>
                <a:cs typeface="Times New Roman" pitchFamily="18" charset="0"/>
              </a:rPr>
              <a:t>6,37V</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② </a:t>
            </a:r>
            <a:r>
              <a:rPr lang="en-US" altLang="ko-KR" sz="900">
                <a:latin typeface="Times New Roman" pitchFamily="18" charset="0"/>
                <a:ea typeface="돋움" pitchFamily="50" charset="-127"/>
                <a:cs typeface="Times New Roman" pitchFamily="18" charset="0"/>
              </a:rPr>
              <a:t>7,07V</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③ </a:t>
            </a:r>
            <a:r>
              <a:rPr lang="en-US" altLang="ko-KR" sz="900">
                <a:latin typeface="Times New Roman" pitchFamily="18" charset="0"/>
                <a:ea typeface="돋움" pitchFamily="50" charset="-127"/>
                <a:cs typeface="Times New Roman" pitchFamily="18" charset="0"/>
              </a:rPr>
              <a:t>12,74V</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④ </a:t>
            </a:r>
            <a:r>
              <a:rPr lang="en-US" altLang="ko-KR" sz="900">
                <a:latin typeface="Times New Roman" pitchFamily="18" charset="0"/>
                <a:ea typeface="돋움" pitchFamily="50" charset="-127"/>
                <a:cs typeface="Times New Roman" pitchFamily="18" charset="0"/>
              </a:rPr>
              <a:t>14,14V</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fr-FR" altLang="ko-KR" sz="900">
                <a:latin typeface="Times New Roman" pitchFamily="18" charset="0"/>
                <a:ea typeface="돋움" pitchFamily="50" charset="-127"/>
                <a:cs typeface="Times New Roman" pitchFamily="18" charset="0"/>
              </a:rPr>
              <a:t>5. Đâu không phải là</a:t>
            </a:r>
            <a:r>
              <a:rPr lang="ko-KR" altLang="en-US" sz="900">
                <a:latin typeface="Times New Roman" pitchFamily="18" charset="0"/>
                <a:ea typeface="돋움" pitchFamily="50" charset="-127"/>
                <a:cs typeface="Times New Roman" pitchFamily="18" charset="0"/>
              </a:rPr>
              <a:t> </a:t>
            </a:r>
            <a:r>
              <a:rPr lang="en-US" altLang="ko-KR" sz="900">
                <a:latin typeface="Times New Roman" pitchFamily="18" charset="0"/>
                <a:ea typeface="돋움" pitchFamily="50" charset="-127"/>
                <a:cs typeface="Times New Roman" pitchFamily="18" charset="0"/>
              </a:rPr>
              <a:t>chế</a:t>
            </a:r>
            <a:r>
              <a:rPr lang="ko-KR" altLang="en-US" sz="90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độ</a:t>
            </a:r>
            <a:r>
              <a:rPr lang="ko-KR" altLang="en-US" sz="900">
                <a:latin typeface="Times New Roman" pitchFamily="18" charset="0"/>
                <a:ea typeface="돋움" pitchFamily="50" charset="-127"/>
                <a:cs typeface="Times New Roman" pitchFamily="18" charset="0"/>
              </a:rPr>
              <a:t> </a:t>
            </a:r>
            <a:r>
              <a:rPr lang="en-US" altLang="ko-KR" sz="900">
                <a:latin typeface="Times New Roman" pitchFamily="18" charset="0"/>
                <a:ea typeface="돋움" pitchFamily="50" charset="-127"/>
                <a:cs typeface="Times New Roman" pitchFamily="18" charset="0"/>
              </a:rPr>
              <a:t>thu nhận của máy hiện sóng?</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① </a:t>
            </a:r>
            <a:r>
              <a:rPr lang="en-US" altLang="ko-KR" sz="900">
                <a:latin typeface="Times New Roman" pitchFamily="18" charset="0"/>
                <a:ea typeface="돋움" pitchFamily="50" charset="-127"/>
                <a:cs typeface="Times New Roman" pitchFamily="18" charset="0"/>
              </a:rPr>
              <a:t>Chu kỳ</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② </a:t>
            </a:r>
            <a:r>
              <a:rPr lang="en-US" altLang="ko-KR" sz="900">
                <a:latin typeface="Times New Roman" pitchFamily="18" charset="0"/>
                <a:ea typeface="돋움" pitchFamily="50" charset="-127"/>
                <a:cs typeface="Times New Roman" pitchFamily="18" charset="0"/>
              </a:rPr>
              <a:t>Đỉnh</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③ </a:t>
            </a:r>
            <a:r>
              <a:rPr lang="en-US" altLang="ko-KR" sz="900">
                <a:latin typeface="Times New Roman" pitchFamily="18" charset="0"/>
                <a:ea typeface="돋움" pitchFamily="50" charset="-127"/>
                <a:cs typeface="Times New Roman" pitchFamily="18" charset="0"/>
              </a:rPr>
              <a:t>Trung bình</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④ </a:t>
            </a:r>
            <a:r>
              <a:rPr lang="en-US" altLang="ko-KR" sz="900">
                <a:latin typeface="Times New Roman" pitchFamily="18" charset="0"/>
                <a:ea typeface="돋움" pitchFamily="50" charset="-127"/>
                <a:cs typeface="Times New Roman" pitchFamily="18" charset="0"/>
              </a:rPr>
              <a:t>Xung</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6. Loại điện trở</a:t>
            </a:r>
            <a:r>
              <a:rPr lang="ko-KR" altLang="en-US" sz="90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nào được mô</a:t>
            </a:r>
            <a:r>
              <a:rPr lang="ko-KR" altLang="en-US" sz="900">
                <a:latin typeface="Times New Roman" pitchFamily="18" charset="0"/>
                <a:ea typeface="돋움" pitchFamily="50" charset="-127"/>
                <a:cs typeface="Times New Roman" pitchFamily="18" charset="0"/>
              </a:rPr>
              <a:t> </a:t>
            </a:r>
            <a:r>
              <a:rPr lang="en-US" altLang="ko-KR" sz="900">
                <a:latin typeface="Times New Roman" pitchFamily="18" charset="0"/>
                <a:ea typeface="돋움" pitchFamily="50" charset="-127"/>
                <a:cs typeface="Times New Roman" pitchFamily="18" charset="0"/>
              </a:rPr>
              <a:t>tả</a:t>
            </a:r>
            <a:r>
              <a:rPr lang="ko-KR" altLang="en-US" sz="90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dưới đây?</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a:t>
            </a:r>
            <a:r>
              <a:rPr lang="en-US" altLang="ko-KR" sz="900">
                <a:latin typeface="Times New Roman" pitchFamily="18" charset="0"/>
                <a:ea typeface="돋움" pitchFamily="50" charset="-127"/>
                <a:cs typeface="Times New Roman" pitchFamily="18" charset="0"/>
              </a:rPr>
              <a:t>[Bởi vì nó là một loại nhựa không cháy, nó không bắt lửa ngay cả</a:t>
            </a:r>
            <a:r>
              <a:rPr lang="ko-KR" altLang="en-US" sz="900">
                <a:latin typeface="Times New Roman" pitchFamily="18" charset="0"/>
                <a:ea typeface="돋움" pitchFamily="50" charset="-127"/>
                <a:cs typeface="Times New Roman" pitchFamily="18" charset="0"/>
              </a:rPr>
              <a:t> </a:t>
            </a:r>
            <a:r>
              <a:rPr lang="en-US" altLang="ko-KR" sz="900">
                <a:latin typeface="Times New Roman" pitchFamily="18" charset="0"/>
                <a:ea typeface="돋움" pitchFamily="50" charset="-127"/>
                <a:cs typeface="Times New Roman" pitchFamily="18" charset="0"/>
              </a:rPr>
              <a:t>ở</a:t>
            </a:r>
            <a:r>
              <a:rPr lang="ko-KR" altLang="en-US" sz="90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nhiệt độ</a:t>
            </a:r>
            <a:r>
              <a:rPr lang="ko-KR" altLang="en-US" sz="900">
                <a:latin typeface="Times New Roman" pitchFamily="18" charset="0"/>
                <a:ea typeface="돋움" pitchFamily="50" charset="-127"/>
                <a:cs typeface="Times New Roman" pitchFamily="18" charset="0"/>
              </a:rPr>
              <a:t> </a:t>
            </a:r>
            <a:r>
              <a:rPr lang="en-US" altLang="ko-KR" sz="900">
                <a:latin typeface="Times New Roman" pitchFamily="18" charset="0"/>
                <a:ea typeface="돋움" pitchFamily="50" charset="-127"/>
                <a:cs typeface="Times New Roman" pitchFamily="18" charset="0"/>
              </a:rPr>
              <a:t>cao. Nó</a:t>
            </a:r>
            <a:r>
              <a:rPr lang="ko-KR" altLang="en-US" sz="900">
                <a:latin typeface="Times New Roman" pitchFamily="18" charset="0"/>
                <a:ea typeface="돋움" pitchFamily="50" charset="-127"/>
                <a:cs typeface="Times New Roman" pitchFamily="18" charset="0"/>
              </a:rPr>
              <a:t> </a:t>
            </a:r>
            <a:r>
              <a:rPr lang="en-US" altLang="ko-KR" sz="900">
                <a:latin typeface="Times New Roman" pitchFamily="18" charset="0"/>
                <a:ea typeface="돋움" pitchFamily="50" charset="-127"/>
                <a:cs typeface="Times New Roman" pitchFamily="18" charset="0"/>
              </a:rPr>
              <a:t>rất dễ</a:t>
            </a:r>
            <a:r>
              <a:rPr lang="ko-KR" altLang="en-US" sz="90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lắp đặt do đặc tính cách nhiệt phong phú]</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① </a:t>
            </a:r>
            <a:r>
              <a:rPr lang="en-US" altLang="ko-KR" sz="900">
                <a:latin typeface="Times New Roman" pitchFamily="18" charset="0"/>
                <a:ea typeface="돋움" pitchFamily="50" charset="-127"/>
                <a:cs typeface="Times New Roman" pitchFamily="18" charset="0"/>
              </a:rPr>
              <a:t>Điện trở</a:t>
            </a:r>
            <a:r>
              <a:rPr lang="ko-KR" altLang="en-US" sz="900">
                <a:latin typeface="Times New Roman" pitchFamily="18" charset="0"/>
                <a:ea typeface="돋움" pitchFamily="50" charset="-127"/>
                <a:cs typeface="Times New Roman" pitchFamily="18" charset="0"/>
              </a:rPr>
              <a:t> </a:t>
            </a:r>
            <a:r>
              <a:rPr lang="en-US" altLang="ko-KR" sz="900">
                <a:latin typeface="Times New Roman" pitchFamily="18" charset="0"/>
                <a:ea typeface="돋움" pitchFamily="50" charset="-127"/>
                <a:cs typeface="Times New Roman" pitchFamily="18" charset="0"/>
              </a:rPr>
              <a:t>cố</a:t>
            </a:r>
            <a:r>
              <a:rPr lang="ko-KR" altLang="en-US" sz="90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định màng carbon nhỏ</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② </a:t>
            </a:r>
            <a:r>
              <a:rPr lang="en-US" altLang="ko-KR" sz="900">
                <a:latin typeface="Times New Roman" pitchFamily="18" charset="0"/>
                <a:ea typeface="돋움" pitchFamily="50" charset="-127"/>
                <a:cs typeface="Times New Roman" pitchFamily="18" charset="0"/>
              </a:rPr>
              <a:t>Điện trở</a:t>
            </a:r>
            <a:r>
              <a:rPr lang="ko-KR" altLang="en-US" sz="900">
                <a:latin typeface="Times New Roman" pitchFamily="18" charset="0"/>
                <a:ea typeface="돋움" pitchFamily="50" charset="-127"/>
                <a:cs typeface="Times New Roman" pitchFamily="18" charset="0"/>
              </a:rPr>
              <a:t> </a:t>
            </a:r>
            <a:r>
              <a:rPr lang="en-US" altLang="ko-KR" sz="900">
                <a:latin typeface="Times New Roman" pitchFamily="18" charset="0"/>
                <a:ea typeface="돋움" pitchFamily="50" charset="-127"/>
                <a:cs typeface="Times New Roman" pitchFamily="18" charset="0"/>
              </a:rPr>
              <a:t>phim kim loại</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③ </a:t>
            </a:r>
            <a:r>
              <a:rPr lang="en-US" altLang="ko-KR" sz="900">
                <a:latin typeface="Times New Roman" pitchFamily="18" charset="0"/>
                <a:ea typeface="돋움" pitchFamily="50" charset="-127"/>
                <a:cs typeface="Times New Roman" pitchFamily="18" charset="0"/>
              </a:rPr>
              <a:t>Điện trở</a:t>
            </a:r>
            <a:r>
              <a:rPr lang="ko-KR" altLang="en-US" sz="90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xi măng</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④ </a:t>
            </a:r>
            <a:r>
              <a:rPr lang="en-US" altLang="ko-KR" sz="900">
                <a:latin typeface="Times New Roman" pitchFamily="18" charset="0"/>
                <a:ea typeface="돋움" pitchFamily="50" charset="-127"/>
                <a:cs typeface="Times New Roman" pitchFamily="18" charset="0"/>
              </a:rPr>
              <a:t>Điện trở</a:t>
            </a:r>
            <a:r>
              <a:rPr lang="ko-KR" altLang="en-US" sz="900">
                <a:latin typeface="Times New Roman" pitchFamily="18" charset="0"/>
                <a:ea typeface="돋움" pitchFamily="50" charset="-127"/>
                <a:cs typeface="Times New Roman" pitchFamily="18" charset="0"/>
              </a:rPr>
              <a:t> </a:t>
            </a:r>
            <a:r>
              <a:rPr lang="en-US" altLang="ko-KR" sz="900">
                <a:latin typeface="Times New Roman" pitchFamily="18" charset="0"/>
                <a:ea typeface="돋움" pitchFamily="50" charset="-127"/>
                <a:cs typeface="Times New Roman" pitchFamily="18" charset="0"/>
              </a:rPr>
              <a:t>khả biến</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7. Theo cấu tạo, đâu không phải là một loại biến trở ?</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① Loại màng carbon</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② Loại màng kim loại</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③ Loại phủ sứ</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④ Loại cuộn cảm</a:t>
            </a:r>
          </a:p>
        </p:txBody>
      </p:sp>
      <p:sp>
        <p:nvSpPr>
          <p:cNvPr id="2056" name="Rectangle 7"/>
          <p:cNvSpPr>
            <a:spLocks noChangeArrowheads="1"/>
          </p:cNvSpPr>
          <p:nvPr/>
        </p:nvSpPr>
        <p:spPr bwMode="auto">
          <a:xfrm>
            <a:off x="3363913" y="788988"/>
            <a:ext cx="3186112" cy="8402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vi-VN" altLang="ko-KR" sz="900">
                <a:latin typeface="Times New Roman" pitchFamily="18" charset="0"/>
                <a:ea typeface="돋움" pitchFamily="50" charset="-127"/>
                <a:cs typeface="Times New Roman" pitchFamily="18" charset="0"/>
              </a:rPr>
              <a:t>8. </a:t>
            </a:r>
            <a:r>
              <a:rPr lang="en-US" altLang="ko-KR" sz="900">
                <a:latin typeface="Times New Roman" pitchFamily="18" charset="0"/>
                <a:ea typeface="돋움" pitchFamily="50" charset="-127"/>
                <a:cs typeface="Times New Roman" pitchFamily="18" charset="0"/>
              </a:rPr>
              <a:t>Tụ nào thông thường sử dụng ở mạch ghép hoặc mạch hằng số thời gian nhanh</a:t>
            </a:r>
            <a:r>
              <a:rPr lang="vi-VN" altLang="ko-KR" sz="900">
                <a:latin typeface="Times New Roman" pitchFamily="18" charset="0"/>
                <a:ea typeface="돋움" pitchFamily="50" charset="-127"/>
                <a:cs typeface="Times New Roman" pitchFamily="18" charset="0"/>
              </a:rPr>
              <a:t>?</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① Tụ </a:t>
            </a:r>
            <a:r>
              <a:rPr lang="en-US" altLang="ko-KR" sz="900">
                <a:latin typeface="Times New Roman" pitchFamily="18" charset="0"/>
                <a:ea typeface="돋움" pitchFamily="50" charset="-127"/>
                <a:cs typeface="Times New Roman" pitchFamily="18" charset="0"/>
              </a:rPr>
              <a:t>hóa</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② Tụ Mylar</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③ Tụ sứ</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④ Tụ Tantal</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9. Suất điện động sinh ra khi từ thông đi qua cuộn dây bị thay đổi.</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Hiện tượng </a:t>
            </a:r>
            <a:r>
              <a:rPr lang="en-US" altLang="ko-KR" sz="900">
                <a:latin typeface="Times New Roman" pitchFamily="18" charset="0"/>
                <a:ea typeface="돋움" pitchFamily="50" charset="-127"/>
                <a:cs typeface="Times New Roman" pitchFamily="18" charset="0"/>
              </a:rPr>
              <a:t>đó </a:t>
            </a:r>
            <a:r>
              <a:rPr lang="vi-VN" altLang="ko-KR" sz="900">
                <a:latin typeface="Times New Roman" pitchFamily="18" charset="0"/>
                <a:ea typeface="돋움" pitchFamily="50" charset="-127"/>
                <a:cs typeface="Times New Roman" pitchFamily="18" charset="0"/>
              </a:rPr>
              <a:t>được gọi là gì?</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① </a:t>
            </a:r>
            <a:r>
              <a:rPr lang="en-US" altLang="ko-KR" sz="900">
                <a:latin typeface="Times New Roman" pitchFamily="18" charset="0"/>
                <a:ea typeface="돋움" pitchFamily="50" charset="-127"/>
                <a:cs typeface="Times New Roman" pitchFamily="18" charset="0"/>
              </a:rPr>
              <a:t>C</a:t>
            </a:r>
            <a:r>
              <a:rPr lang="vi-VN" altLang="ko-KR" sz="900">
                <a:latin typeface="Times New Roman" pitchFamily="18" charset="0"/>
                <a:ea typeface="돋움" pitchFamily="50" charset="-127"/>
                <a:cs typeface="Times New Roman" pitchFamily="18" charset="0"/>
              </a:rPr>
              <a:t>ảm ứng điện từ</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② Suất điện động</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③ Định luật Lenz</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④ Điện cảm tương hỗ</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10. Tụ điện mắc song song trước sau là loại cuộn dây nào?</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① RFC</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② FCZ</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③ IFT</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④ Cuộn cảm cho nguồn điện</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11. </a:t>
            </a:r>
            <a:r>
              <a:rPr lang="en-US" altLang="ko-KR" sz="900">
                <a:solidFill>
                  <a:srgbClr val="000000"/>
                </a:solidFill>
                <a:latin typeface="Times New Roman" pitchFamily="18" charset="0"/>
                <a:ea typeface="돋움" pitchFamily="50" charset="-127"/>
                <a:cs typeface="Times New Roman" pitchFamily="18" charset="0"/>
              </a:rPr>
              <a:t>Là phần tử đóng mở, chuyên sử dụng cho điện áp ngược cao, dòng điện cao </a:t>
            </a:r>
            <a:r>
              <a:rPr lang="vi-VN" altLang="ko-KR" sz="900">
                <a:latin typeface="Times New Roman" pitchFamily="18" charset="0"/>
                <a:ea typeface="돋움" pitchFamily="50" charset="-127"/>
                <a:cs typeface="Times New Roman" pitchFamily="18" charset="0"/>
              </a:rPr>
              <a:t>?</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① TR</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② SCR</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③ TRIAC</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④ SSR</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12. Điều gì không phải là đặc điểm của SSR?</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① Tiếng ồn thấp</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② Không phát ra tiếng</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③ Chức năng cao</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④ Khả năng chịu nhiệt</a:t>
            </a:r>
            <a:r>
              <a:rPr lang="en-US" altLang="ko-KR" sz="900">
                <a:latin typeface="Times New Roman" pitchFamily="18" charset="0"/>
                <a:ea typeface="돋움" pitchFamily="50" charset="-127"/>
                <a:cs typeface="Times New Roman" pitchFamily="18" charset="0"/>
              </a:rPr>
              <a:t> tốt</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13. Thành phần phù hợp của Photo Coupler là gì?</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① LED + Diode</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② LED + Photo Diode</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③ Diode phát quang + Photo TR</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④ Diode phát quang + Photo Diode</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14. Trong số các loại điện trở</a:t>
            </a:r>
            <a:r>
              <a:rPr lang="en-US" altLang="ko-KR" sz="900">
                <a:latin typeface="Times New Roman" pitchFamily="18" charset="0"/>
                <a:ea typeface="돋움" pitchFamily="50" charset="-127"/>
                <a:cs typeface="Times New Roman" pitchFamily="18" charset="0"/>
              </a:rPr>
              <a:t> nhiệt</a:t>
            </a:r>
            <a:r>
              <a:rPr lang="vi-VN" altLang="ko-KR" sz="900">
                <a:latin typeface="Times New Roman" pitchFamily="18" charset="0"/>
                <a:ea typeface="돋움" pitchFamily="50" charset="-127"/>
                <a:cs typeface="Times New Roman" pitchFamily="18" charset="0"/>
              </a:rPr>
              <a:t>,</a:t>
            </a:r>
            <a:r>
              <a:rPr lang="en-US" altLang="ko-KR" sz="900">
                <a:latin typeface="Times New Roman" pitchFamily="18" charset="0"/>
                <a:ea typeface="돋움" pitchFamily="50" charset="-127"/>
                <a:cs typeface="Times New Roman" pitchFamily="18" charset="0"/>
              </a:rPr>
              <a:t> loại nào</a:t>
            </a:r>
            <a:r>
              <a:rPr lang="vi-VN" altLang="ko-KR" sz="900">
                <a:latin typeface="Times New Roman" pitchFamily="18" charset="0"/>
                <a:ea typeface="돋움" pitchFamily="50" charset="-127"/>
                <a:cs typeface="Times New Roman" pitchFamily="18" charset="0"/>
              </a:rPr>
              <a:t> khi nhiệt độ tăng </a:t>
            </a: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thì giá trị điện trở giảm</a:t>
            </a:r>
            <a:r>
              <a:rPr lang="en-US" altLang="ko-KR" sz="900">
                <a:latin typeface="Times New Roman" pitchFamily="18" charset="0"/>
                <a:ea typeface="돋움" pitchFamily="50" charset="-127"/>
                <a:cs typeface="Times New Roman" pitchFamily="18" charset="0"/>
              </a:rPr>
              <a:t>?</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① NTC</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② PTC</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③ CTR</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④ PPT</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15. Trong số các loại cảm biến loại nhỏ, loại nào </a:t>
            </a:r>
            <a:r>
              <a:rPr lang="en-US" altLang="ko-KR" sz="900">
                <a:latin typeface="Times New Roman" pitchFamily="18" charset="0"/>
                <a:ea typeface="돋움" pitchFamily="50" charset="-127"/>
                <a:cs typeface="Times New Roman" pitchFamily="18" charset="0"/>
              </a:rPr>
              <a:t>để</a:t>
            </a:r>
            <a:r>
              <a:rPr lang="vi-VN" altLang="ko-KR" sz="900">
                <a:latin typeface="Times New Roman" pitchFamily="18" charset="0"/>
                <a:ea typeface="돋움" pitchFamily="50" charset="-127"/>
                <a:cs typeface="Times New Roman" pitchFamily="18" charset="0"/>
              </a:rPr>
              <a:t> lắp PCB?</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① Kiểu móng ngựa </a:t>
            </a: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② Kiểu phản chiếu </a:t>
            </a:r>
            <a:r>
              <a:rPr lang="en-US" altLang="ko-KR" sz="900">
                <a:latin typeface="Times New Roman" pitchFamily="18" charset="0"/>
                <a:ea typeface="돋움" pitchFamily="50" charset="-127"/>
                <a:cs typeface="Times New Roman" pitchFamily="18" charset="0"/>
              </a:rPr>
              <a:t>hồi quy</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③ Loại phản xạ</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④ Photo interrupter</a:t>
            </a:r>
            <a:endParaRPr lang="ko-KR" altLang="en-US" sz="900">
              <a:latin typeface="Times New Roman" pitchFamily="18" charset="0"/>
              <a:ea typeface="돋움" pitchFamily="50" charset="-127"/>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3075" name="Rectangle 3"/>
          <p:cNvSpPr>
            <a:spLocks noChangeArrowheads="1"/>
          </p:cNvSpPr>
          <p:nvPr/>
        </p:nvSpPr>
        <p:spPr bwMode="auto">
          <a:xfrm>
            <a:off x="304800" y="776288"/>
            <a:ext cx="3124200" cy="89011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Ins="54000"/>
          <a:lstStyle>
            <a:lvl1pPr marL="457200" indent="-457200"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endParaRPr lang="ko-KR" altLang="ko-KR" sz="900">
              <a:latin typeface="돋움" pitchFamily="50" charset="-127"/>
              <a:ea typeface="돋움" pitchFamily="50" charset="-127"/>
            </a:endParaRPr>
          </a:p>
        </p:txBody>
      </p:sp>
      <p:sp>
        <p:nvSpPr>
          <p:cNvPr id="3076" name="Rectangle 4"/>
          <p:cNvSpPr>
            <a:spLocks noChangeArrowheads="1"/>
          </p:cNvSpPr>
          <p:nvPr/>
        </p:nvSpPr>
        <p:spPr bwMode="auto">
          <a:xfrm>
            <a:off x="3429000" y="776288"/>
            <a:ext cx="3124200" cy="89011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Ins="72000"/>
          <a:lstStyle>
            <a:lvl1pPr marL="457200" indent="-457200"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endParaRPr lang="ko-KR" altLang="ko-KR" sz="900">
              <a:latin typeface="돋움" pitchFamily="50" charset="-127"/>
              <a:ea typeface="돋움" pitchFamily="50" charset="-127"/>
            </a:endParaRPr>
          </a:p>
        </p:txBody>
      </p:sp>
      <p:sp>
        <p:nvSpPr>
          <p:cNvPr id="3077" name="Rectangle 7"/>
          <p:cNvSpPr>
            <a:spLocks noChangeArrowheads="1"/>
          </p:cNvSpPr>
          <p:nvPr/>
        </p:nvSpPr>
        <p:spPr bwMode="auto">
          <a:xfrm>
            <a:off x="304800" y="776288"/>
            <a:ext cx="3124200" cy="5770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vi-VN" altLang="ko-KR" sz="900">
                <a:latin typeface="Times New Roman" pitchFamily="18" charset="0"/>
                <a:ea typeface="돋움" pitchFamily="50" charset="-127"/>
                <a:cs typeface="Times New Roman" pitchFamily="18" charset="0"/>
              </a:rPr>
              <a:t>16. Khi kết nối cảm biến đầu ra </a:t>
            </a:r>
            <a:r>
              <a:rPr lang="en-US" altLang="ko-KR" sz="900">
                <a:latin typeface="Times New Roman" pitchFamily="18" charset="0"/>
                <a:ea typeface="돋움" pitchFamily="50" charset="-127"/>
                <a:cs typeface="Times New Roman" pitchFamily="18" charset="0"/>
              </a:rPr>
              <a:t>là</a:t>
            </a:r>
            <a:r>
              <a:rPr lang="vi-VN" altLang="ko-KR" sz="900">
                <a:latin typeface="Times New Roman" pitchFamily="18" charset="0"/>
                <a:ea typeface="돋움" pitchFamily="50" charset="-127"/>
                <a:cs typeface="Times New Roman" pitchFamily="18" charset="0"/>
              </a:rPr>
              <a:t> các </a:t>
            </a:r>
            <a:r>
              <a:rPr lang="en-US" altLang="ko-KR" sz="900">
                <a:latin typeface="Times New Roman" pitchFamily="18" charset="0"/>
                <a:ea typeface="돋움" pitchFamily="50" charset="-127"/>
                <a:cs typeface="Times New Roman" pitchFamily="18" charset="0"/>
              </a:rPr>
              <a:t>chân</a:t>
            </a:r>
            <a:r>
              <a:rPr lang="vi-VN" altLang="ko-KR" sz="900">
                <a:latin typeface="Times New Roman" pitchFamily="18" charset="0"/>
                <a:ea typeface="돋움" pitchFamily="50" charset="-127"/>
                <a:cs typeface="Times New Roman" pitchFamily="18" charset="0"/>
              </a:rPr>
              <a:t> I + và V + </a:t>
            </a:r>
            <a:r>
              <a:rPr lang="en-US" altLang="ko-KR" sz="900">
                <a:latin typeface="Times New Roman" pitchFamily="18" charset="0"/>
                <a:ea typeface="돋움" pitchFamily="50" charset="-127"/>
                <a:cs typeface="Times New Roman" pitchFamily="18" charset="0"/>
              </a:rPr>
              <a:t>. Bạn cần sử dụng loại module AD nào?</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① Q64AD    ② Q68ADV</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③ Q68ADI   ④ Q61P</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fr-FR" altLang="ko-KR" sz="900">
                <a:latin typeface="Times New Roman" pitchFamily="18" charset="0"/>
                <a:ea typeface="돋움" pitchFamily="50" charset="-127"/>
                <a:cs typeface="Times New Roman" pitchFamily="18" charset="0"/>
              </a:rPr>
              <a:t>17. Điện áp cutin (ngưỡng) của Diode Ge là gì?</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① 0,2V</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② 0,7V</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③ 0,5V</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④ 1,4V</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18. Điều gì sai với phương pháp tắt SCR đã bật?</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① Đ</a:t>
            </a:r>
            <a:r>
              <a:rPr lang="en-US" altLang="ko-KR" sz="900">
                <a:latin typeface="Times New Roman" pitchFamily="18" charset="0"/>
                <a:ea typeface="돋움" pitchFamily="50" charset="-127"/>
                <a:cs typeface="Times New Roman" pitchFamily="18" charset="0"/>
              </a:rPr>
              <a:t>ưa</a:t>
            </a:r>
            <a:r>
              <a:rPr lang="vi-VN" altLang="ko-KR" sz="900">
                <a:latin typeface="Times New Roman" pitchFamily="18" charset="0"/>
                <a:ea typeface="돋움" pitchFamily="50" charset="-127"/>
                <a:cs typeface="Times New Roman" pitchFamily="18" charset="0"/>
              </a:rPr>
              <a:t> điện áp cực dương </a:t>
            </a:r>
            <a:r>
              <a:rPr lang="en-US" altLang="ko-KR" sz="900">
                <a:latin typeface="Times New Roman" pitchFamily="18" charset="0"/>
                <a:ea typeface="돋움" pitchFamily="50" charset="-127"/>
                <a:cs typeface="Times New Roman" pitchFamily="18" charset="0"/>
              </a:rPr>
              <a:t>về giá trị </a:t>
            </a:r>
            <a:r>
              <a:rPr lang="vi-VN" altLang="ko-KR" sz="900">
                <a:latin typeface="Times New Roman" pitchFamily="18" charset="0"/>
                <a:ea typeface="돋움" pitchFamily="50" charset="-127"/>
                <a:cs typeface="Times New Roman" pitchFamily="18" charset="0"/>
              </a:rPr>
              <a:t>-</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② Tắt điện áp cực dương bằng công tắc</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③ Đ</a:t>
            </a:r>
            <a:r>
              <a:rPr lang="en-US" altLang="ko-KR" sz="900">
                <a:latin typeface="Times New Roman" pitchFamily="18" charset="0"/>
                <a:ea typeface="돋움" pitchFamily="50" charset="-127"/>
                <a:cs typeface="Times New Roman" pitchFamily="18" charset="0"/>
              </a:rPr>
              <a:t>ưa</a:t>
            </a:r>
            <a:r>
              <a:rPr lang="vi-VN" altLang="ko-KR" sz="900">
                <a:latin typeface="Times New Roman" pitchFamily="18" charset="0"/>
                <a:ea typeface="돋움" pitchFamily="50" charset="-127"/>
                <a:cs typeface="Times New Roman" pitchFamily="18" charset="0"/>
              </a:rPr>
              <a:t> điện áp cực dương </a:t>
            </a:r>
            <a:r>
              <a:rPr lang="en-US" altLang="ko-KR" sz="900">
                <a:latin typeface="Times New Roman" pitchFamily="18" charset="0"/>
                <a:ea typeface="돋움" pitchFamily="50" charset="-127"/>
                <a:cs typeface="Times New Roman" pitchFamily="18" charset="0"/>
              </a:rPr>
              <a:t>về giá trị </a:t>
            </a:r>
            <a:r>
              <a:rPr lang="vi-VN" altLang="ko-KR" sz="900">
                <a:latin typeface="Times New Roman" pitchFamily="18" charset="0"/>
                <a:ea typeface="돋움" pitchFamily="50" charset="-127"/>
                <a:cs typeface="Times New Roman" pitchFamily="18" charset="0"/>
              </a:rPr>
              <a:t>+</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④ Đưa điện áp cực dương về </a:t>
            </a:r>
            <a:r>
              <a:rPr lang="en-US" altLang="ko-KR" sz="900">
                <a:latin typeface="Times New Roman" pitchFamily="18" charset="0"/>
                <a:ea typeface="돋움" pitchFamily="50" charset="-127"/>
                <a:cs typeface="Times New Roman" pitchFamily="18" charset="0"/>
              </a:rPr>
              <a:t>giá trị </a:t>
            </a:r>
            <a:r>
              <a:rPr lang="vi-VN" altLang="ko-KR" sz="900">
                <a:latin typeface="Times New Roman" pitchFamily="18" charset="0"/>
                <a:ea typeface="돋움" pitchFamily="50" charset="-127"/>
                <a:cs typeface="Times New Roman" pitchFamily="18" charset="0"/>
              </a:rPr>
              <a:t>0</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19. Hiệu điện thế </a:t>
            </a:r>
            <a:r>
              <a:rPr lang="en-US" altLang="ko-KR" sz="900">
                <a:latin typeface="Times New Roman" pitchFamily="18" charset="0"/>
                <a:ea typeface="돋움" pitchFamily="50" charset="-127"/>
                <a:cs typeface="Times New Roman" pitchFamily="18" charset="0"/>
              </a:rPr>
              <a:t>tại</a:t>
            </a:r>
            <a:r>
              <a:rPr lang="vi-VN" altLang="ko-KR" sz="900">
                <a:latin typeface="Times New Roman" pitchFamily="18" charset="0"/>
                <a:ea typeface="돋움" pitchFamily="50" charset="-127"/>
                <a:cs typeface="Times New Roman" pitchFamily="18" charset="0"/>
              </a:rPr>
              <a:t> Ⓐ là bao nhiêu?</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① 0V</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② 0,7V</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③ 4.3V</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④ 5V</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20. Hiệu điện thế </a:t>
            </a:r>
            <a:r>
              <a:rPr lang="en-US" altLang="ko-KR" sz="900">
                <a:latin typeface="Times New Roman" pitchFamily="18" charset="0"/>
                <a:ea typeface="돋움" pitchFamily="50" charset="-127"/>
                <a:cs typeface="Times New Roman" pitchFamily="18" charset="0"/>
              </a:rPr>
              <a:t>tại</a:t>
            </a:r>
            <a:r>
              <a:rPr lang="vi-VN" altLang="ko-KR" sz="900">
                <a:latin typeface="Times New Roman" pitchFamily="18" charset="0"/>
                <a:ea typeface="돋움" pitchFamily="50" charset="-127"/>
                <a:cs typeface="Times New Roman" pitchFamily="18" charset="0"/>
              </a:rPr>
              <a:t> Ⓐ là bao nhiêu?</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① 0V</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② 2,9V</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③ 9.1V</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④ 12V</a:t>
            </a:r>
          </a:p>
        </p:txBody>
      </p:sp>
      <p:grpSp>
        <p:nvGrpSpPr>
          <p:cNvPr id="3078" name="그룹 1"/>
          <p:cNvGrpSpPr>
            <a:grpSpLocks/>
          </p:cNvGrpSpPr>
          <p:nvPr/>
        </p:nvGrpSpPr>
        <p:grpSpPr bwMode="auto">
          <a:xfrm>
            <a:off x="1279525" y="4232275"/>
            <a:ext cx="1601788" cy="1050925"/>
            <a:chOff x="1440317" y="4229472"/>
            <a:chExt cx="2005411" cy="1383623"/>
          </a:xfrm>
        </p:grpSpPr>
        <p:sp>
          <p:nvSpPr>
            <p:cNvPr id="3109" name="Line 36"/>
            <p:cNvSpPr>
              <a:spLocks noChangeShapeType="1"/>
            </p:cNvSpPr>
            <p:nvPr/>
          </p:nvSpPr>
          <p:spPr bwMode="auto">
            <a:xfrm>
              <a:off x="1970534" y="4229472"/>
              <a:ext cx="0" cy="66675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10" name="Line 37"/>
            <p:cNvSpPr>
              <a:spLocks noChangeShapeType="1"/>
            </p:cNvSpPr>
            <p:nvPr/>
          </p:nvSpPr>
          <p:spPr bwMode="auto">
            <a:xfrm>
              <a:off x="1961009" y="4229472"/>
              <a:ext cx="915988"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11" name="Line 38"/>
            <p:cNvSpPr>
              <a:spLocks noChangeShapeType="1"/>
            </p:cNvSpPr>
            <p:nvPr/>
          </p:nvSpPr>
          <p:spPr bwMode="auto">
            <a:xfrm>
              <a:off x="2886522" y="4229472"/>
              <a:ext cx="0" cy="20320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3112" name="Group 39"/>
            <p:cNvGrpSpPr>
              <a:grpSpLocks/>
            </p:cNvGrpSpPr>
            <p:nvPr/>
          </p:nvGrpSpPr>
          <p:grpSpPr bwMode="auto">
            <a:xfrm>
              <a:off x="2794447" y="4432672"/>
              <a:ext cx="184150" cy="254000"/>
              <a:chOff x="1488" y="1152"/>
              <a:chExt cx="192" cy="336"/>
            </a:xfrm>
          </p:grpSpPr>
          <p:sp>
            <p:nvSpPr>
              <p:cNvPr id="3127" name="Line 40"/>
              <p:cNvSpPr>
                <a:spLocks noChangeShapeType="1"/>
              </p:cNvSpPr>
              <p:nvPr/>
            </p:nvSpPr>
            <p:spPr bwMode="auto">
              <a:xfrm>
                <a:off x="1584" y="1152"/>
                <a:ext cx="96"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28" name="Line 41"/>
              <p:cNvSpPr>
                <a:spLocks noChangeShapeType="1"/>
              </p:cNvSpPr>
              <p:nvPr/>
            </p:nvSpPr>
            <p:spPr bwMode="auto">
              <a:xfrm flipH="1">
                <a:off x="1488" y="1200"/>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29" name="Line 42"/>
              <p:cNvSpPr>
                <a:spLocks noChangeShapeType="1"/>
              </p:cNvSpPr>
              <p:nvPr/>
            </p:nvSpPr>
            <p:spPr bwMode="auto">
              <a:xfrm>
                <a:off x="1488" y="1248"/>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30" name="Line 43"/>
              <p:cNvSpPr>
                <a:spLocks noChangeShapeType="1"/>
              </p:cNvSpPr>
              <p:nvPr/>
            </p:nvSpPr>
            <p:spPr bwMode="auto">
              <a:xfrm flipH="1">
                <a:off x="1488" y="1296"/>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31" name="Line 44"/>
              <p:cNvSpPr>
                <a:spLocks noChangeShapeType="1"/>
              </p:cNvSpPr>
              <p:nvPr/>
            </p:nvSpPr>
            <p:spPr bwMode="auto">
              <a:xfrm>
                <a:off x="1488" y="1344"/>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32" name="Line 45"/>
              <p:cNvSpPr>
                <a:spLocks noChangeShapeType="1"/>
              </p:cNvSpPr>
              <p:nvPr/>
            </p:nvSpPr>
            <p:spPr bwMode="auto">
              <a:xfrm flipH="1">
                <a:off x="1488" y="1392"/>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33" name="Line 46"/>
              <p:cNvSpPr>
                <a:spLocks noChangeShapeType="1"/>
              </p:cNvSpPr>
              <p:nvPr/>
            </p:nvSpPr>
            <p:spPr bwMode="auto">
              <a:xfrm>
                <a:off x="1488" y="1440"/>
                <a:ext cx="96"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3113" name="Line 47"/>
            <p:cNvSpPr>
              <a:spLocks noChangeShapeType="1"/>
            </p:cNvSpPr>
            <p:nvPr/>
          </p:nvSpPr>
          <p:spPr bwMode="auto">
            <a:xfrm>
              <a:off x="2886522" y="4686672"/>
              <a:ext cx="0" cy="47625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14" name="AutoShape 48"/>
            <p:cNvSpPr>
              <a:spLocks noChangeArrowheads="1"/>
            </p:cNvSpPr>
            <p:nvPr/>
          </p:nvSpPr>
          <p:spPr bwMode="auto">
            <a:xfrm rot="10800000" flipV="1">
              <a:off x="2764284" y="5169024"/>
              <a:ext cx="244475" cy="101600"/>
            </a:xfrm>
            <a:prstGeom prst="triangle">
              <a:avLst>
                <a:gd name="adj" fmla="val 50000"/>
              </a:avLst>
            </a:prstGeom>
            <a:solidFill>
              <a:srgbClr val="000000"/>
            </a:solidFill>
            <a:ln w="158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endParaRPr lang="ko-KR" altLang="en-US" sz="900">
                <a:latin typeface="돋움" pitchFamily="50" charset="-127"/>
                <a:ea typeface="돋움" pitchFamily="50" charset="-127"/>
              </a:endParaRPr>
            </a:p>
          </p:txBody>
        </p:sp>
        <p:sp>
          <p:nvSpPr>
            <p:cNvPr id="3115" name="Line 49"/>
            <p:cNvSpPr>
              <a:spLocks noChangeShapeType="1"/>
            </p:cNvSpPr>
            <p:nvPr/>
          </p:nvSpPr>
          <p:spPr bwMode="auto">
            <a:xfrm flipV="1">
              <a:off x="2764284" y="5173656"/>
              <a:ext cx="244475"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16" name="Line 50"/>
            <p:cNvSpPr>
              <a:spLocks noChangeShapeType="1"/>
            </p:cNvSpPr>
            <p:nvPr/>
          </p:nvSpPr>
          <p:spPr bwMode="auto">
            <a:xfrm>
              <a:off x="1970534" y="5601072"/>
              <a:ext cx="915988"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17" name="Line 51"/>
            <p:cNvSpPr>
              <a:spLocks noChangeShapeType="1"/>
            </p:cNvSpPr>
            <p:nvPr/>
          </p:nvSpPr>
          <p:spPr bwMode="auto">
            <a:xfrm>
              <a:off x="2886522" y="5245472"/>
              <a:ext cx="0" cy="35560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18" name="Text Box 52"/>
            <p:cNvSpPr txBox="1">
              <a:spLocks noChangeArrowheads="1"/>
            </p:cNvSpPr>
            <p:nvPr/>
          </p:nvSpPr>
          <p:spPr bwMode="auto">
            <a:xfrm>
              <a:off x="2398409" y="4366177"/>
              <a:ext cx="303213"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1400">
                  <a:latin typeface="Times New Roman" pitchFamily="18" charset="0"/>
                  <a:ea typeface="돋움" pitchFamily="50" charset="-127"/>
                </a:rPr>
                <a:t>R</a:t>
              </a:r>
            </a:p>
          </p:txBody>
        </p:sp>
        <p:sp>
          <p:nvSpPr>
            <p:cNvPr id="25" name="Text Box 53"/>
            <p:cNvSpPr txBox="1">
              <a:spLocks noChangeArrowheads="1"/>
            </p:cNvSpPr>
            <p:nvPr/>
          </p:nvSpPr>
          <p:spPr bwMode="auto">
            <a:xfrm>
              <a:off x="2225389" y="5000707"/>
              <a:ext cx="393529" cy="4305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ko-KR" sz="1050" dirty="0">
                  <a:latin typeface="Times New Roman" pitchFamily="18" charset="0"/>
                </a:rPr>
                <a:t>D2</a:t>
              </a:r>
            </a:p>
            <a:p>
              <a:pPr>
                <a:defRPr/>
              </a:pPr>
              <a:r>
                <a:rPr lang="en-US" altLang="ko-KR" sz="1050" dirty="0">
                  <a:latin typeface="Times New Roman" pitchFamily="18" charset="0"/>
                </a:rPr>
                <a:t>(Si)</a:t>
              </a:r>
            </a:p>
          </p:txBody>
        </p:sp>
        <p:sp>
          <p:nvSpPr>
            <p:cNvPr id="3120" name="Line 54"/>
            <p:cNvSpPr>
              <a:spLocks noChangeShapeType="1"/>
            </p:cNvSpPr>
            <p:nvPr/>
          </p:nvSpPr>
          <p:spPr bwMode="auto">
            <a:xfrm flipV="1">
              <a:off x="1970534" y="4924795"/>
              <a:ext cx="0" cy="68830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21" name="Line 55"/>
            <p:cNvSpPr>
              <a:spLocks noChangeShapeType="1"/>
            </p:cNvSpPr>
            <p:nvPr/>
          </p:nvSpPr>
          <p:spPr bwMode="auto">
            <a:xfrm>
              <a:off x="1856234" y="4886697"/>
              <a:ext cx="238125"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22" name="Line 56"/>
            <p:cNvSpPr>
              <a:spLocks noChangeShapeType="1"/>
            </p:cNvSpPr>
            <p:nvPr/>
          </p:nvSpPr>
          <p:spPr bwMode="auto">
            <a:xfrm>
              <a:off x="1894334" y="4934322"/>
              <a:ext cx="152400"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23" name="Line 59"/>
            <p:cNvSpPr>
              <a:spLocks noChangeShapeType="1"/>
            </p:cNvSpPr>
            <p:nvPr/>
          </p:nvSpPr>
          <p:spPr bwMode="auto">
            <a:xfrm flipH="1" flipV="1">
              <a:off x="2980184" y="4894635"/>
              <a:ext cx="230188" cy="230187"/>
            </a:xfrm>
            <a:prstGeom prst="line">
              <a:avLst/>
            </a:prstGeom>
            <a:noFill/>
            <a:ln w="9525">
              <a:solidFill>
                <a:srgbClr val="00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24" name="Line 60"/>
            <p:cNvSpPr>
              <a:spLocks noChangeShapeType="1"/>
            </p:cNvSpPr>
            <p:nvPr/>
          </p:nvSpPr>
          <p:spPr bwMode="auto">
            <a:xfrm flipH="1">
              <a:off x="2980184" y="5372472"/>
              <a:ext cx="230188" cy="152400"/>
            </a:xfrm>
            <a:prstGeom prst="line">
              <a:avLst/>
            </a:prstGeom>
            <a:noFill/>
            <a:ln w="9525">
              <a:solidFill>
                <a:srgbClr val="00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25" name="Text Box 61"/>
            <p:cNvSpPr txBox="1">
              <a:spLocks noChangeArrowheads="1"/>
            </p:cNvSpPr>
            <p:nvPr/>
          </p:nvSpPr>
          <p:spPr bwMode="auto">
            <a:xfrm>
              <a:off x="1440317" y="4746141"/>
              <a:ext cx="471488"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900">
                  <a:latin typeface="Times New Roman" pitchFamily="18" charset="0"/>
                  <a:ea typeface="돋움" pitchFamily="50" charset="-127"/>
                </a:rPr>
                <a:t>5[V]</a:t>
              </a:r>
            </a:p>
          </p:txBody>
        </p:sp>
        <p:sp>
          <p:nvSpPr>
            <p:cNvPr id="3126" name="Text Box 52"/>
            <p:cNvSpPr txBox="1">
              <a:spLocks noChangeArrowheads="1"/>
            </p:cNvSpPr>
            <p:nvPr/>
          </p:nvSpPr>
          <p:spPr bwMode="auto">
            <a:xfrm>
              <a:off x="3021861" y="5065360"/>
              <a:ext cx="423867" cy="3649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ko-KR" altLang="en-US" sz="1200">
                  <a:latin typeface="Times New Roman" pitchFamily="18" charset="0"/>
                  <a:ea typeface="돋움" pitchFamily="50" charset="-127"/>
                </a:rPr>
                <a:t>Ⓐ</a:t>
              </a:r>
              <a:endParaRPr lang="en-US" altLang="ko-KR" sz="1200">
                <a:latin typeface="Times New Roman" pitchFamily="18" charset="0"/>
                <a:ea typeface="돋움" pitchFamily="50" charset="-127"/>
              </a:endParaRPr>
            </a:p>
          </p:txBody>
        </p:sp>
      </p:grpSp>
      <p:grpSp>
        <p:nvGrpSpPr>
          <p:cNvPr id="3079" name="그룹 2"/>
          <p:cNvGrpSpPr>
            <a:grpSpLocks/>
          </p:cNvGrpSpPr>
          <p:nvPr/>
        </p:nvGrpSpPr>
        <p:grpSpPr bwMode="auto">
          <a:xfrm>
            <a:off x="1196975" y="5953125"/>
            <a:ext cx="1757363" cy="1087438"/>
            <a:chOff x="1156926" y="5957664"/>
            <a:chExt cx="2041752" cy="1376591"/>
          </a:xfrm>
        </p:grpSpPr>
        <p:sp>
          <p:nvSpPr>
            <p:cNvPr id="3081" name="Line 75"/>
            <p:cNvSpPr>
              <a:spLocks noChangeShapeType="1"/>
            </p:cNvSpPr>
            <p:nvPr/>
          </p:nvSpPr>
          <p:spPr bwMode="auto">
            <a:xfrm>
              <a:off x="1715071" y="5957664"/>
              <a:ext cx="0" cy="66675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082" name="Line 76"/>
            <p:cNvSpPr>
              <a:spLocks noChangeShapeType="1"/>
            </p:cNvSpPr>
            <p:nvPr/>
          </p:nvSpPr>
          <p:spPr bwMode="auto">
            <a:xfrm>
              <a:off x="1705546" y="5957664"/>
              <a:ext cx="915987"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083" name="Line 77"/>
            <p:cNvSpPr>
              <a:spLocks noChangeShapeType="1"/>
            </p:cNvSpPr>
            <p:nvPr/>
          </p:nvSpPr>
          <p:spPr bwMode="auto">
            <a:xfrm>
              <a:off x="2631058" y="5957664"/>
              <a:ext cx="0" cy="20320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3084" name="Group 78"/>
            <p:cNvGrpSpPr>
              <a:grpSpLocks/>
            </p:cNvGrpSpPr>
            <p:nvPr/>
          </p:nvGrpSpPr>
          <p:grpSpPr bwMode="auto">
            <a:xfrm>
              <a:off x="2538983" y="6160864"/>
              <a:ext cx="184150" cy="254000"/>
              <a:chOff x="1488" y="1152"/>
              <a:chExt cx="192" cy="336"/>
            </a:xfrm>
          </p:grpSpPr>
          <p:sp>
            <p:nvSpPr>
              <p:cNvPr id="3102" name="Line 79"/>
              <p:cNvSpPr>
                <a:spLocks noChangeShapeType="1"/>
              </p:cNvSpPr>
              <p:nvPr/>
            </p:nvSpPr>
            <p:spPr bwMode="auto">
              <a:xfrm>
                <a:off x="1584" y="1152"/>
                <a:ext cx="96"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03" name="Line 80"/>
              <p:cNvSpPr>
                <a:spLocks noChangeShapeType="1"/>
              </p:cNvSpPr>
              <p:nvPr/>
            </p:nvSpPr>
            <p:spPr bwMode="auto">
              <a:xfrm flipH="1">
                <a:off x="1488" y="1200"/>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04" name="Line 81"/>
              <p:cNvSpPr>
                <a:spLocks noChangeShapeType="1"/>
              </p:cNvSpPr>
              <p:nvPr/>
            </p:nvSpPr>
            <p:spPr bwMode="auto">
              <a:xfrm>
                <a:off x="1488" y="1248"/>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05" name="Line 82"/>
              <p:cNvSpPr>
                <a:spLocks noChangeShapeType="1"/>
              </p:cNvSpPr>
              <p:nvPr/>
            </p:nvSpPr>
            <p:spPr bwMode="auto">
              <a:xfrm flipH="1">
                <a:off x="1488" y="1296"/>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06" name="Line 83"/>
              <p:cNvSpPr>
                <a:spLocks noChangeShapeType="1"/>
              </p:cNvSpPr>
              <p:nvPr/>
            </p:nvSpPr>
            <p:spPr bwMode="auto">
              <a:xfrm>
                <a:off x="1488" y="1344"/>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07" name="Line 84"/>
              <p:cNvSpPr>
                <a:spLocks noChangeShapeType="1"/>
              </p:cNvSpPr>
              <p:nvPr/>
            </p:nvSpPr>
            <p:spPr bwMode="auto">
              <a:xfrm flipH="1">
                <a:off x="1488" y="1392"/>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08" name="Line 85"/>
              <p:cNvSpPr>
                <a:spLocks noChangeShapeType="1"/>
              </p:cNvSpPr>
              <p:nvPr/>
            </p:nvSpPr>
            <p:spPr bwMode="auto">
              <a:xfrm>
                <a:off x="1488" y="1440"/>
                <a:ext cx="96"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3085" name="Line 86"/>
            <p:cNvSpPr>
              <a:spLocks noChangeShapeType="1"/>
            </p:cNvSpPr>
            <p:nvPr/>
          </p:nvSpPr>
          <p:spPr bwMode="auto">
            <a:xfrm>
              <a:off x="2631058" y="6414864"/>
              <a:ext cx="0" cy="43815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086" name="AutoShape 87"/>
            <p:cNvSpPr>
              <a:spLocks noChangeArrowheads="1"/>
            </p:cNvSpPr>
            <p:nvPr/>
          </p:nvSpPr>
          <p:spPr bwMode="auto">
            <a:xfrm>
              <a:off x="2508821" y="6853014"/>
              <a:ext cx="244475" cy="127000"/>
            </a:xfrm>
            <a:prstGeom prst="triangle">
              <a:avLst>
                <a:gd name="adj" fmla="val 50000"/>
              </a:avLst>
            </a:prstGeom>
            <a:solidFill>
              <a:srgbClr val="000000"/>
            </a:solidFill>
            <a:ln w="158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endParaRPr lang="ko-KR" altLang="en-US" sz="900">
                <a:latin typeface="돋움" pitchFamily="50" charset="-127"/>
                <a:ea typeface="돋움" pitchFamily="50" charset="-127"/>
              </a:endParaRPr>
            </a:p>
          </p:txBody>
        </p:sp>
        <p:sp>
          <p:nvSpPr>
            <p:cNvPr id="3087" name="Line 88"/>
            <p:cNvSpPr>
              <a:spLocks noChangeShapeType="1"/>
            </p:cNvSpPr>
            <p:nvPr/>
          </p:nvSpPr>
          <p:spPr bwMode="auto">
            <a:xfrm>
              <a:off x="2508821" y="6980014"/>
              <a:ext cx="244475"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088" name="Line 89"/>
            <p:cNvSpPr>
              <a:spLocks noChangeShapeType="1"/>
            </p:cNvSpPr>
            <p:nvPr/>
          </p:nvSpPr>
          <p:spPr bwMode="auto">
            <a:xfrm>
              <a:off x="1715071" y="7329264"/>
              <a:ext cx="915987"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089" name="Line 90"/>
            <p:cNvSpPr>
              <a:spLocks noChangeShapeType="1"/>
            </p:cNvSpPr>
            <p:nvPr/>
          </p:nvSpPr>
          <p:spPr bwMode="auto">
            <a:xfrm>
              <a:off x="2631058" y="6973664"/>
              <a:ext cx="0" cy="35560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090" name="Text Box 91"/>
            <p:cNvSpPr txBox="1">
              <a:spLocks noChangeArrowheads="1"/>
            </p:cNvSpPr>
            <p:nvPr/>
          </p:nvSpPr>
          <p:spPr bwMode="auto">
            <a:xfrm>
              <a:off x="2272283" y="6152927"/>
              <a:ext cx="303213"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1400">
                  <a:latin typeface="Times New Roman" pitchFamily="18" charset="0"/>
                  <a:ea typeface="돋움" pitchFamily="50" charset="-127"/>
                </a:rPr>
                <a:t>R</a:t>
              </a:r>
            </a:p>
          </p:txBody>
        </p:sp>
        <p:sp>
          <p:nvSpPr>
            <p:cNvPr id="3091" name="Line 92"/>
            <p:cNvSpPr>
              <a:spLocks noChangeShapeType="1"/>
            </p:cNvSpPr>
            <p:nvPr/>
          </p:nvSpPr>
          <p:spPr bwMode="auto">
            <a:xfrm flipV="1">
              <a:off x="1715071" y="6652988"/>
              <a:ext cx="0" cy="681267"/>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092" name="Line 93"/>
            <p:cNvSpPr>
              <a:spLocks noChangeShapeType="1"/>
            </p:cNvSpPr>
            <p:nvPr/>
          </p:nvSpPr>
          <p:spPr bwMode="auto">
            <a:xfrm>
              <a:off x="1600771" y="6614889"/>
              <a:ext cx="238125"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093" name="Line 94"/>
            <p:cNvSpPr>
              <a:spLocks noChangeShapeType="1"/>
            </p:cNvSpPr>
            <p:nvPr/>
          </p:nvSpPr>
          <p:spPr bwMode="auto">
            <a:xfrm>
              <a:off x="1638871" y="6662514"/>
              <a:ext cx="152400"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094" name="Line 96"/>
            <p:cNvSpPr>
              <a:spLocks noChangeShapeType="1"/>
            </p:cNvSpPr>
            <p:nvPr/>
          </p:nvSpPr>
          <p:spPr bwMode="auto">
            <a:xfrm>
              <a:off x="2505646" y="6853014"/>
              <a:ext cx="247650"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095" name="Line 97"/>
            <p:cNvSpPr>
              <a:spLocks noChangeShapeType="1"/>
            </p:cNvSpPr>
            <p:nvPr/>
          </p:nvSpPr>
          <p:spPr bwMode="auto">
            <a:xfrm>
              <a:off x="2753296" y="6853014"/>
              <a:ext cx="76200" cy="7620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096" name="Line 98"/>
            <p:cNvSpPr>
              <a:spLocks noChangeShapeType="1"/>
            </p:cNvSpPr>
            <p:nvPr/>
          </p:nvSpPr>
          <p:spPr bwMode="auto">
            <a:xfrm flipH="1" flipV="1">
              <a:off x="2419921" y="6776814"/>
              <a:ext cx="76200" cy="7620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097" name="Text Box 99"/>
            <p:cNvSpPr txBox="1">
              <a:spLocks noChangeArrowheads="1"/>
            </p:cNvSpPr>
            <p:nvPr/>
          </p:nvSpPr>
          <p:spPr bwMode="auto">
            <a:xfrm>
              <a:off x="1943671" y="6681564"/>
              <a:ext cx="58578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900">
                  <a:latin typeface="Times New Roman" pitchFamily="18" charset="0"/>
                  <a:ea typeface="돋움" pitchFamily="50" charset="-127"/>
                </a:rPr>
                <a:t>  ZD</a:t>
              </a:r>
            </a:p>
            <a:p>
              <a:pPr eaLnBrk="1" hangingPunct="1">
                <a:spcBef>
                  <a:spcPct val="0"/>
                </a:spcBef>
                <a:buFontTx/>
                <a:buNone/>
              </a:pPr>
              <a:r>
                <a:rPr lang="en-US" altLang="ko-KR" sz="900">
                  <a:latin typeface="Times New Roman" pitchFamily="18" charset="0"/>
                  <a:ea typeface="돋움" pitchFamily="50" charset="-127"/>
                </a:rPr>
                <a:t>(9.1V)</a:t>
              </a:r>
            </a:p>
          </p:txBody>
        </p:sp>
        <p:sp>
          <p:nvSpPr>
            <p:cNvPr id="3098" name="Text Box 100"/>
            <p:cNvSpPr txBox="1">
              <a:spLocks noChangeArrowheads="1"/>
            </p:cNvSpPr>
            <p:nvPr/>
          </p:nvSpPr>
          <p:spPr bwMode="auto">
            <a:xfrm>
              <a:off x="1156926" y="6496394"/>
              <a:ext cx="547689"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900">
                  <a:latin typeface="Times New Roman" pitchFamily="18" charset="0"/>
                  <a:ea typeface="돋움" pitchFamily="50" charset="-127"/>
                </a:rPr>
                <a:t>12[V]</a:t>
              </a:r>
            </a:p>
          </p:txBody>
        </p:sp>
        <p:sp>
          <p:nvSpPr>
            <p:cNvPr id="3099" name="Line 101"/>
            <p:cNvSpPr>
              <a:spLocks noChangeShapeType="1"/>
            </p:cNvSpPr>
            <p:nvPr/>
          </p:nvSpPr>
          <p:spPr bwMode="auto">
            <a:xfrm flipH="1" flipV="1">
              <a:off x="2705671" y="5983064"/>
              <a:ext cx="230187" cy="230188"/>
            </a:xfrm>
            <a:prstGeom prst="line">
              <a:avLst/>
            </a:prstGeom>
            <a:noFill/>
            <a:ln w="9525">
              <a:solidFill>
                <a:srgbClr val="00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00" name="Line 102"/>
            <p:cNvSpPr>
              <a:spLocks noChangeShapeType="1"/>
            </p:cNvSpPr>
            <p:nvPr/>
          </p:nvSpPr>
          <p:spPr bwMode="auto">
            <a:xfrm flipH="1">
              <a:off x="2694757" y="6445027"/>
              <a:ext cx="230187" cy="166687"/>
            </a:xfrm>
            <a:prstGeom prst="line">
              <a:avLst/>
            </a:prstGeom>
            <a:noFill/>
            <a:ln w="9525">
              <a:solidFill>
                <a:srgbClr val="00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01" name="Text Box 103"/>
            <p:cNvSpPr txBox="1">
              <a:spLocks noChangeArrowheads="1"/>
            </p:cNvSpPr>
            <p:nvPr/>
          </p:nvSpPr>
          <p:spPr bwMode="auto">
            <a:xfrm>
              <a:off x="2805211" y="6149295"/>
              <a:ext cx="393467" cy="3506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ko-KR" altLang="en-US" sz="1200">
                  <a:latin typeface="Times New Roman" pitchFamily="18" charset="0"/>
                  <a:ea typeface="돋움" pitchFamily="50" charset="-127"/>
                </a:rPr>
                <a:t>Ⓐ</a:t>
              </a:r>
              <a:endParaRPr lang="en-US" altLang="ko-KR" sz="1200">
                <a:latin typeface="Times New Roman" pitchFamily="18" charset="0"/>
                <a:ea typeface="돋움" pitchFamily="50" charset="-127"/>
              </a:endParaRPr>
            </a:p>
          </p:txBody>
        </p:sp>
      </p:grpSp>
      <p:sp>
        <p:nvSpPr>
          <p:cNvPr id="62" name="Text Box 6"/>
          <p:cNvSpPr txBox="1">
            <a:spLocks noChangeArrowheads="1"/>
          </p:cNvSpPr>
          <p:nvPr/>
        </p:nvSpPr>
        <p:spPr bwMode="auto">
          <a:xfrm>
            <a:off x="123825" y="228600"/>
            <a:ext cx="1233488" cy="338138"/>
          </a:xfrm>
          <a:prstGeom prst="rect">
            <a:avLst/>
          </a:prstGeom>
          <a:noFill/>
          <a:ln w="9525">
            <a:noFill/>
            <a:miter lim="800000"/>
            <a:headEnd/>
            <a:tailEnd/>
          </a:ln>
          <a:effectLst/>
        </p:spPr>
        <p:txBody>
          <a:bodyPr wrap="none">
            <a:spAutoFit/>
          </a:bodyPr>
          <a:lstStyle/>
          <a:p>
            <a:pPr>
              <a:defRPr/>
            </a:pPr>
            <a:r>
              <a:rPr lang="en-US" altLang="ko-KR" sz="1600" b="1">
                <a:effectLst>
                  <a:outerShdw blurRad="38100" dist="38100" dir="2700000" algn="tl">
                    <a:srgbClr val="C0C0C0"/>
                  </a:outerShdw>
                </a:effectLst>
              </a:rPr>
              <a:t>WS TEST 2</a:t>
            </a:r>
            <a:endParaRPr lang="ko-KR" altLang="en-US" sz="1600" b="1" dirty="0">
              <a:effectLst>
                <a:outerShdw blurRad="38100" dist="38100" dir="2700000" algn="tl">
                  <a:srgbClr val="C0C0C0"/>
                </a:outerShdw>
              </a:effectLst>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155" name="Text Box 6"/>
          <p:cNvSpPr txBox="1">
            <a:spLocks noChangeArrowheads="1"/>
          </p:cNvSpPr>
          <p:nvPr/>
        </p:nvSpPr>
        <p:spPr bwMode="auto">
          <a:xfrm>
            <a:off x="123825" y="228600"/>
            <a:ext cx="703263" cy="338138"/>
          </a:xfrm>
          <a:prstGeom prst="rect">
            <a:avLst/>
          </a:prstGeom>
          <a:noFill/>
          <a:ln w="9525">
            <a:noFill/>
            <a:miter lim="800000"/>
            <a:headEnd/>
            <a:tailEnd/>
          </a:ln>
          <a:effectLst/>
        </p:spPr>
        <p:txBody>
          <a:bodyPr wrap="none">
            <a:spAutoFit/>
          </a:bodyPr>
          <a:lstStyle/>
          <a:p>
            <a:pPr>
              <a:defRPr/>
            </a:pPr>
            <a:r>
              <a:rPr lang="en-US" altLang="ko-KR" sz="1600" b="1" dirty="0">
                <a:effectLst>
                  <a:outerShdw blurRad="38100" dist="38100" dir="2700000" algn="tl">
                    <a:srgbClr val="C0C0C0"/>
                  </a:outerShdw>
                </a:effectLst>
              </a:rPr>
              <a:t> PLC </a:t>
            </a:r>
            <a:endParaRPr lang="ko-KR" altLang="en-US" sz="1600" b="1" dirty="0">
              <a:effectLst>
                <a:outerShdw blurRad="38100" dist="38100" dir="2700000" algn="tl">
                  <a:srgbClr val="C0C0C0"/>
                </a:outerShdw>
              </a:effectLst>
            </a:endParaRPr>
          </a:p>
        </p:txBody>
      </p:sp>
      <p:sp>
        <p:nvSpPr>
          <p:cNvPr id="4100" name="Rectangle 3"/>
          <p:cNvSpPr>
            <a:spLocks noChangeArrowheads="1"/>
          </p:cNvSpPr>
          <p:nvPr/>
        </p:nvSpPr>
        <p:spPr bwMode="auto">
          <a:xfrm>
            <a:off x="304800" y="776288"/>
            <a:ext cx="3124200" cy="89011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457200" indent="-457200">
              <a:defRPr/>
            </a:pPr>
            <a:r>
              <a:rPr lang="en-US" altLang="ko-KR" b="1">
                <a:latin typeface="Times New Roman" pitchFamily="18" charset="0"/>
                <a:cs typeface="Times New Roman" pitchFamily="18" charset="0"/>
              </a:rPr>
              <a:t>* PLC: Câu 21</a:t>
            </a:r>
            <a:r>
              <a:rPr lang="ko-KR" altLang="en-US" b="1">
                <a:latin typeface="Times New Roman" pitchFamily="18" charset="0"/>
                <a:cs typeface="Times New Roman" pitchFamily="18" charset="0"/>
              </a:rPr>
              <a:t> </a:t>
            </a:r>
            <a:r>
              <a:rPr lang="en-US" altLang="ko-KR" b="1">
                <a:latin typeface="Times New Roman" pitchFamily="18" charset="0"/>
                <a:cs typeface="Times New Roman" pitchFamily="18" charset="0"/>
              </a:rPr>
              <a:t>~ 40</a:t>
            </a:r>
          </a:p>
          <a:p>
            <a:pPr marL="457200" indent="-457200">
              <a:defRPr/>
            </a:pPr>
            <a:endParaRPr lang="en-US" altLang="ko-KR">
              <a:latin typeface="Times New Roman" pitchFamily="18" charset="0"/>
              <a:cs typeface="Times New Roman" pitchFamily="18" charset="0"/>
            </a:endParaRPr>
          </a:p>
          <a:p>
            <a:pPr>
              <a:defRPr/>
            </a:pPr>
            <a:r>
              <a:rPr lang="vi-VN">
                <a:latin typeface="Times New Roman" pitchFamily="18" charset="0"/>
                <a:cs typeface="Times New Roman" pitchFamily="18" charset="0"/>
              </a:rPr>
              <a:t>21. Để </a:t>
            </a:r>
            <a:r>
              <a:rPr lang="en-US">
                <a:latin typeface="Times New Roman" pitchFamily="18" charset="0"/>
                <a:cs typeface="Times New Roman" pitchFamily="18" charset="0"/>
              </a:rPr>
              <a:t>điều khiển sự hoạt động chính xác của</a:t>
            </a:r>
            <a:r>
              <a:rPr lang="vi-VN">
                <a:latin typeface="Times New Roman" pitchFamily="18" charset="0"/>
                <a:cs typeface="Times New Roman" pitchFamily="18" charset="0"/>
              </a:rPr>
              <a:t> Động cơ Servo</a:t>
            </a:r>
            <a:r>
              <a:rPr lang="en-US">
                <a:latin typeface="Times New Roman" pitchFamily="18" charset="0"/>
                <a:cs typeface="Times New Roman" pitchFamily="18" charset="0"/>
              </a:rPr>
              <a:t>  </a:t>
            </a:r>
            <a:r>
              <a:rPr lang="vi-VN">
                <a:latin typeface="Times New Roman" pitchFamily="18" charset="0"/>
                <a:cs typeface="Times New Roman" pitchFamily="18" charset="0"/>
              </a:rPr>
              <a:t>AC</a:t>
            </a:r>
            <a:r>
              <a:rPr lang="en-US">
                <a:latin typeface="Times New Roman" pitchFamily="18" charset="0"/>
                <a:cs typeface="Times New Roman" pitchFamily="18" charset="0"/>
              </a:rPr>
              <a:t>. S</a:t>
            </a:r>
            <a:r>
              <a:rPr lang="vi-VN">
                <a:latin typeface="Times New Roman" pitchFamily="18" charset="0"/>
                <a:cs typeface="Times New Roman" pitchFamily="18" charset="0"/>
              </a:rPr>
              <a:t>ử dụng </a:t>
            </a:r>
            <a:r>
              <a:rPr lang="en-US">
                <a:latin typeface="Times New Roman" pitchFamily="18" charset="0"/>
                <a:cs typeface="Times New Roman" pitchFamily="18" charset="0"/>
              </a:rPr>
              <a:t>cái nào</a:t>
            </a:r>
            <a:r>
              <a:rPr lang="vi-VN">
                <a:latin typeface="Times New Roman" pitchFamily="18" charset="0"/>
                <a:cs typeface="Times New Roman" pitchFamily="18" charset="0"/>
              </a:rPr>
              <a:t>?</a:t>
            </a:r>
          </a:p>
          <a:p>
            <a:pPr>
              <a:defRPr/>
            </a:pPr>
            <a:r>
              <a:rPr lang="en-US">
                <a:latin typeface="Times New Roman" pitchFamily="18" charset="0"/>
                <a:cs typeface="Times New Roman" pitchFamily="18" charset="0"/>
              </a:rPr>
              <a:t>            </a:t>
            </a:r>
          </a:p>
          <a:p>
            <a:pPr>
              <a:defRPr/>
            </a:pPr>
            <a:r>
              <a:rPr lang="vi-VN">
                <a:latin typeface="Times New Roman" pitchFamily="18" charset="0"/>
                <a:cs typeface="Times New Roman" pitchFamily="18" charset="0"/>
              </a:rPr>
              <a:t> ① Bộ định vị </a:t>
            </a:r>
            <a:r>
              <a:rPr lang="en-US">
                <a:latin typeface="Times New Roman" pitchFamily="18" charset="0"/>
                <a:cs typeface="Times New Roman" pitchFamily="18" charset="0"/>
              </a:rPr>
              <a:t>                      </a:t>
            </a:r>
            <a:r>
              <a:rPr lang="vi-VN">
                <a:latin typeface="Times New Roman" pitchFamily="18" charset="0"/>
                <a:cs typeface="Times New Roman" pitchFamily="18" charset="0"/>
              </a:rPr>
              <a:t>② Bộ đếm tốc độ cao</a:t>
            </a:r>
          </a:p>
          <a:p>
            <a:pPr>
              <a:defRPr/>
            </a:pPr>
            <a:r>
              <a:rPr lang="vi-VN">
                <a:latin typeface="Times New Roman" pitchFamily="18" charset="0"/>
                <a:cs typeface="Times New Roman" pitchFamily="18" charset="0"/>
              </a:rPr>
              <a:t> ③ Đơn vị chuyển đổi AD </a:t>
            </a:r>
            <a:r>
              <a:rPr lang="en-US">
                <a:latin typeface="Times New Roman" pitchFamily="18" charset="0"/>
                <a:cs typeface="Times New Roman" pitchFamily="18" charset="0"/>
              </a:rPr>
              <a:t>  </a:t>
            </a:r>
            <a:r>
              <a:rPr lang="vi-VN">
                <a:latin typeface="Times New Roman" pitchFamily="18" charset="0"/>
                <a:cs typeface="Times New Roman" pitchFamily="18" charset="0"/>
              </a:rPr>
              <a:t>④ Servo AMP</a:t>
            </a:r>
          </a:p>
          <a:p>
            <a:pPr>
              <a:defRPr/>
            </a:pPr>
            <a:endParaRPr lang="en-US">
              <a:latin typeface="Times New Roman" pitchFamily="18" charset="0"/>
              <a:cs typeface="Times New Roman" pitchFamily="18" charset="0"/>
            </a:endParaRPr>
          </a:p>
          <a:p>
            <a:pPr>
              <a:defRPr/>
            </a:pPr>
            <a:r>
              <a:rPr lang="vi-VN">
                <a:latin typeface="Times New Roman" pitchFamily="18" charset="0"/>
                <a:cs typeface="Times New Roman" pitchFamily="18" charset="0"/>
              </a:rPr>
              <a:t>22. Hình dưới đây là mạch đơn vị đầu ra. Phương thức đầu ra </a:t>
            </a:r>
            <a:r>
              <a:rPr lang="en-US">
                <a:latin typeface="Times New Roman" pitchFamily="18" charset="0"/>
                <a:cs typeface="Times New Roman" pitchFamily="18" charset="0"/>
              </a:rPr>
              <a:t>  </a:t>
            </a:r>
            <a:r>
              <a:rPr lang="vi-VN">
                <a:latin typeface="Times New Roman" pitchFamily="18" charset="0"/>
                <a:cs typeface="Times New Roman" pitchFamily="18" charset="0"/>
              </a:rPr>
              <a:t>và</a:t>
            </a:r>
            <a:r>
              <a:rPr lang="en-US">
                <a:latin typeface="Times New Roman" pitchFamily="18" charset="0"/>
                <a:cs typeface="Times New Roman" pitchFamily="18" charset="0"/>
              </a:rPr>
              <a:t> đ</a:t>
            </a:r>
            <a:r>
              <a:rPr lang="vi-VN">
                <a:latin typeface="Times New Roman" pitchFamily="18" charset="0"/>
                <a:cs typeface="Times New Roman" pitchFamily="18" charset="0"/>
              </a:rPr>
              <a:t>iện áp đầu ra phù hợp là gì?</a:t>
            </a:r>
          </a:p>
          <a:p>
            <a:pPr>
              <a:defRPr/>
            </a:pPr>
            <a:r>
              <a:rPr lang="en-US">
                <a:latin typeface="Times New Roman" pitchFamily="18" charset="0"/>
                <a:cs typeface="Times New Roman" pitchFamily="18" charset="0"/>
              </a:rPr>
              <a:t>     </a:t>
            </a:r>
          </a:p>
          <a:p>
            <a:pPr>
              <a:defRPr/>
            </a:pPr>
            <a:endParaRPr lang="en-US">
              <a:latin typeface="Times New Roman" pitchFamily="18" charset="0"/>
              <a:cs typeface="Times New Roman" pitchFamily="18" charset="0"/>
            </a:endParaRPr>
          </a:p>
          <a:p>
            <a:pPr>
              <a:defRPr/>
            </a:pPr>
            <a:endParaRPr lang="en-US">
              <a:latin typeface="Times New Roman" pitchFamily="18" charset="0"/>
              <a:cs typeface="Times New Roman" pitchFamily="18" charset="0"/>
            </a:endParaRPr>
          </a:p>
          <a:p>
            <a:pPr>
              <a:defRPr/>
            </a:pPr>
            <a:endParaRPr lang="en-US">
              <a:latin typeface="Times New Roman" pitchFamily="18" charset="0"/>
              <a:cs typeface="Times New Roman" pitchFamily="18" charset="0"/>
            </a:endParaRPr>
          </a:p>
          <a:p>
            <a:pPr>
              <a:defRPr/>
            </a:pPr>
            <a:endParaRPr lang="en-US">
              <a:latin typeface="Times New Roman" pitchFamily="18" charset="0"/>
              <a:cs typeface="Times New Roman" pitchFamily="18" charset="0"/>
            </a:endParaRPr>
          </a:p>
          <a:p>
            <a:pPr>
              <a:defRPr/>
            </a:pPr>
            <a:endParaRPr lang="en-US">
              <a:latin typeface="Times New Roman" pitchFamily="18" charset="0"/>
              <a:cs typeface="Times New Roman" pitchFamily="18" charset="0"/>
            </a:endParaRPr>
          </a:p>
          <a:p>
            <a:pPr>
              <a:defRPr/>
            </a:pPr>
            <a:endParaRPr lang="en-US">
              <a:latin typeface="Times New Roman" pitchFamily="18" charset="0"/>
              <a:cs typeface="Times New Roman" pitchFamily="18" charset="0"/>
            </a:endParaRPr>
          </a:p>
          <a:p>
            <a:pPr>
              <a:defRPr/>
            </a:pPr>
            <a:endParaRPr lang="en-US">
              <a:latin typeface="Times New Roman" pitchFamily="18" charset="0"/>
              <a:cs typeface="Times New Roman" pitchFamily="18" charset="0"/>
            </a:endParaRPr>
          </a:p>
          <a:p>
            <a:pPr>
              <a:defRPr/>
            </a:pPr>
            <a:r>
              <a:rPr lang="en-US">
                <a:latin typeface="Times New Roman" pitchFamily="18" charset="0"/>
                <a:cs typeface="Times New Roman" pitchFamily="18" charset="0"/>
              </a:rPr>
              <a:t>       </a:t>
            </a:r>
          </a:p>
          <a:p>
            <a:pPr>
              <a:defRPr/>
            </a:pPr>
            <a:r>
              <a:rPr lang="vi-VN">
                <a:latin typeface="Times New Roman" pitchFamily="18" charset="0"/>
                <a:cs typeface="Times New Roman" pitchFamily="18" charset="0"/>
              </a:rPr>
              <a:t> </a:t>
            </a:r>
            <a:endParaRPr lang="en-US">
              <a:latin typeface="Times New Roman" pitchFamily="18" charset="0"/>
              <a:cs typeface="Times New Roman" pitchFamily="18" charset="0"/>
            </a:endParaRPr>
          </a:p>
          <a:p>
            <a:pPr>
              <a:defRPr/>
            </a:pPr>
            <a:r>
              <a:rPr lang="vi-VN">
                <a:latin typeface="Times New Roman" pitchFamily="18" charset="0"/>
                <a:cs typeface="Times New Roman" pitchFamily="18" charset="0"/>
              </a:rPr>
              <a:t> ① </a:t>
            </a:r>
            <a:r>
              <a:rPr lang="en-US">
                <a:latin typeface="Times New Roman" pitchFamily="18" charset="0"/>
                <a:cs typeface="Times New Roman" pitchFamily="18" charset="0"/>
              </a:rPr>
              <a:t>Đầu ra </a:t>
            </a:r>
            <a:r>
              <a:rPr lang="vi-VN">
                <a:latin typeface="Times New Roman" pitchFamily="18" charset="0"/>
                <a:cs typeface="Times New Roman" pitchFamily="18" charset="0"/>
              </a:rPr>
              <a:t>TR, 24V </a:t>
            </a:r>
            <a:r>
              <a:rPr lang="en-US">
                <a:latin typeface="Times New Roman" pitchFamily="18" charset="0"/>
                <a:cs typeface="Times New Roman" pitchFamily="18" charset="0"/>
              </a:rPr>
              <a:t>       </a:t>
            </a:r>
            <a:r>
              <a:rPr lang="vi-VN">
                <a:latin typeface="Times New Roman" pitchFamily="18" charset="0"/>
                <a:cs typeface="Times New Roman" pitchFamily="18" charset="0"/>
              </a:rPr>
              <a:t>② </a:t>
            </a:r>
            <a:r>
              <a:rPr lang="en-US">
                <a:latin typeface="Times New Roman" pitchFamily="18" charset="0"/>
                <a:cs typeface="Times New Roman" pitchFamily="18" charset="0"/>
              </a:rPr>
              <a:t>Đầu ra </a:t>
            </a:r>
            <a:r>
              <a:rPr lang="vi-VN">
                <a:latin typeface="Times New Roman" pitchFamily="18" charset="0"/>
                <a:cs typeface="Times New Roman" pitchFamily="18" charset="0"/>
              </a:rPr>
              <a:t>NPN, 0V</a:t>
            </a:r>
          </a:p>
          <a:p>
            <a:pPr>
              <a:defRPr/>
            </a:pPr>
            <a:r>
              <a:rPr lang="vi-VN">
                <a:latin typeface="Times New Roman" pitchFamily="18" charset="0"/>
                <a:cs typeface="Times New Roman" pitchFamily="18" charset="0"/>
              </a:rPr>
              <a:t> ③ Đầu ra PNP, 24V</a:t>
            </a:r>
            <a:r>
              <a:rPr lang="en-US">
                <a:latin typeface="Times New Roman" pitchFamily="18" charset="0"/>
                <a:cs typeface="Times New Roman" pitchFamily="18" charset="0"/>
              </a:rPr>
              <a:t> </a:t>
            </a:r>
            <a:r>
              <a:rPr lang="vi-VN">
                <a:latin typeface="Times New Roman" pitchFamily="18" charset="0"/>
                <a:cs typeface="Times New Roman" pitchFamily="18" charset="0"/>
              </a:rPr>
              <a:t> </a:t>
            </a:r>
            <a:r>
              <a:rPr lang="en-US">
                <a:latin typeface="Times New Roman" pitchFamily="18" charset="0"/>
                <a:cs typeface="Times New Roman" pitchFamily="18" charset="0"/>
              </a:rPr>
              <a:t>    </a:t>
            </a:r>
            <a:r>
              <a:rPr lang="vi-VN">
                <a:latin typeface="Times New Roman" pitchFamily="18" charset="0"/>
                <a:cs typeface="Times New Roman" pitchFamily="18" charset="0"/>
              </a:rPr>
              <a:t>④ Đầu ra tương tự, 0V</a:t>
            </a:r>
          </a:p>
          <a:p>
            <a:pPr>
              <a:defRPr/>
            </a:pPr>
            <a:endParaRPr lang="en-US">
              <a:latin typeface="Times New Roman" pitchFamily="18" charset="0"/>
              <a:cs typeface="Times New Roman" pitchFamily="18" charset="0"/>
            </a:endParaRPr>
          </a:p>
          <a:p>
            <a:pPr>
              <a:defRPr/>
            </a:pPr>
            <a:r>
              <a:rPr lang="vi-VN">
                <a:latin typeface="Times New Roman" pitchFamily="18" charset="0"/>
                <a:cs typeface="Times New Roman" pitchFamily="18" charset="0"/>
              </a:rPr>
              <a:t>23. Cần phải cách điện để ngăn </a:t>
            </a:r>
            <a:r>
              <a:rPr lang="en-US">
                <a:latin typeface="Times New Roman" pitchFamily="18" charset="0"/>
                <a:cs typeface="Times New Roman" pitchFamily="18" charset="0"/>
              </a:rPr>
              <a:t>nhiễu</a:t>
            </a:r>
            <a:r>
              <a:rPr lang="vi-VN">
                <a:latin typeface="Times New Roman" pitchFamily="18" charset="0"/>
                <a:cs typeface="Times New Roman" pitchFamily="18" charset="0"/>
              </a:rPr>
              <a:t> xâm nhập vào card đầu </a:t>
            </a:r>
            <a:r>
              <a:rPr lang="en-US">
                <a:latin typeface="Times New Roman" pitchFamily="18" charset="0"/>
                <a:cs typeface="Times New Roman" pitchFamily="18" charset="0"/>
              </a:rPr>
              <a:t>   </a:t>
            </a:r>
            <a:r>
              <a:rPr lang="vi-VN">
                <a:latin typeface="Times New Roman" pitchFamily="18" charset="0"/>
                <a:cs typeface="Times New Roman" pitchFamily="18" charset="0"/>
              </a:rPr>
              <a:t>vào / đầu ra của PLC</a:t>
            </a:r>
            <a:r>
              <a:rPr lang="en-US">
                <a:latin typeface="Times New Roman" pitchFamily="18" charset="0"/>
                <a:cs typeface="Times New Roman" pitchFamily="18" charset="0"/>
              </a:rPr>
              <a:t>. Sử dụng cái nào dưới đây</a:t>
            </a:r>
            <a:r>
              <a:rPr lang="vi-VN">
                <a:latin typeface="Times New Roman" pitchFamily="18" charset="0"/>
                <a:cs typeface="Times New Roman" pitchFamily="18" charset="0"/>
              </a:rPr>
              <a:t>?</a:t>
            </a:r>
          </a:p>
          <a:p>
            <a:pPr>
              <a:defRPr/>
            </a:pPr>
            <a:r>
              <a:rPr lang="en-US">
                <a:latin typeface="Times New Roman" pitchFamily="18" charset="0"/>
                <a:cs typeface="Times New Roman" pitchFamily="18" charset="0"/>
              </a:rPr>
              <a:t>           </a:t>
            </a:r>
          </a:p>
          <a:p>
            <a:pPr>
              <a:defRPr/>
            </a:pPr>
            <a:r>
              <a:rPr lang="en-US">
                <a:latin typeface="Times New Roman" pitchFamily="18" charset="0"/>
                <a:cs typeface="Times New Roman" pitchFamily="18" charset="0"/>
              </a:rPr>
              <a:t> ① Relay ② SSR ③ TR ④ Photo Coupler</a:t>
            </a:r>
          </a:p>
          <a:p>
            <a:pPr>
              <a:defRPr/>
            </a:pPr>
            <a:endParaRPr lang="en-US">
              <a:latin typeface="Times New Roman" pitchFamily="18" charset="0"/>
              <a:cs typeface="Times New Roman" pitchFamily="18" charset="0"/>
            </a:endParaRPr>
          </a:p>
          <a:p>
            <a:pPr>
              <a:defRPr/>
            </a:pPr>
            <a:r>
              <a:rPr lang="vi-VN">
                <a:latin typeface="Times New Roman" pitchFamily="18" charset="0"/>
                <a:cs typeface="Times New Roman" pitchFamily="18" charset="0"/>
              </a:rPr>
              <a:t>24. KIT được cấu hình như trong hình bên dưới.</a:t>
            </a:r>
          </a:p>
          <a:p>
            <a:pPr>
              <a:defRPr/>
            </a:pPr>
            <a:r>
              <a:rPr lang="vi-VN">
                <a:latin typeface="Times New Roman" pitchFamily="18" charset="0"/>
                <a:cs typeface="Times New Roman" pitchFamily="18" charset="0"/>
              </a:rPr>
              <a:t>     Tìm phạm vi đầu vào / đầu ra của thẻ Số ①.</a:t>
            </a:r>
          </a:p>
          <a:p>
            <a:pPr>
              <a:defRPr/>
            </a:pPr>
            <a:endParaRPr lang="en-US">
              <a:latin typeface="Times New Roman" pitchFamily="18" charset="0"/>
              <a:cs typeface="Times New Roman" pitchFamily="18" charset="0"/>
            </a:endParaRPr>
          </a:p>
          <a:p>
            <a:pPr>
              <a:defRPr/>
            </a:pPr>
            <a:endParaRPr lang="en-US">
              <a:latin typeface="Times New Roman" pitchFamily="18" charset="0"/>
              <a:cs typeface="Times New Roman" pitchFamily="18" charset="0"/>
            </a:endParaRPr>
          </a:p>
          <a:p>
            <a:pPr>
              <a:defRPr/>
            </a:pPr>
            <a:endParaRPr lang="en-US">
              <a:latin typeface="Times New Roman" pitchFamily="18" charset="0"/>
              <a:cs typeface="Times New Roman" pitchFamily="18" charset="0"/>
            </a:endParaRPr>
          </a:p>
          <a:p>
            <a:pPr>
              <a:defRPr/>
            </a:pPr>
            <a:endParaRPr lang="en-US">
              <a:latin typeface="Times New Roman" pitchFamily="18" charset="0"/>
              <a:cs typeface="Times New Roman" pitchFamily="18" charset="0"/>
            </a:endParaRPr>
          </a:p>
          <a:p>
            <a:pPr>
              <a:defRPr/>
            </a:pPr>
            <a:endParaRPr lang="en-US">
              <a:latin typeface="Times New Roman" pitchFamily="18" charset="0"/>
              <a:cs typeface="Times New Roman" pitchFamily="18" charset="0"/>
            </a:endParaRPr>
          </a:p>
          <a:p>
            <a:pPr>
              <a:defRPr/>
            </a:pPr>
            <a:endParaRPr lang="en-US">
              <a:latin typeface="Times New Roman" pitchFamily="18" charset="0"/>
              <a:cs typeface="Times New Roman" pitchFamily="18" charset="0"/>
            </a:endParaRPr>
          </a:p>
          <a:p>
            <a:pPr>
              <a:defRPr/>
            </a:pPr>
            <a:endParaRPr lang="en-US">
              <a:latin typeface="Times New Roman" pitchFamily="18" charset="0"/>
              <a:cs typeface="Times New Roman" pitchFamily="18" charset="0"/>
            </a:endParaRPr>
          </a:p>
          <a:p>
            <a:pPr>
              <a:defRPr/>
            </a:pPr>
            <a:endParaRPr lang="en-US">
              <a:latin typeface="Times New Roman" pitchFamily="18" charset="0"/>
              <a:cs typeface="Times New Roman" pitchFamily="18" charset="0"/>
            </a:endParaRPr>
          </a:p>
          <a:p>
            <a:pPr>
              <a:defRPr/>
            </a:pPr>
            <a:endParaRPr lang="en-US">
              <a:latin typeface="Times New Roman" pitchFamily="18" charset="0"/>
              <a:cs typeface="Times New Roman" pitchFamily="18" charset="0"/>
            </a:endParaRPr>
          </a:p>
          <a:p>
            <a:pPr>
              <a:defRPr/>
            </a:pPr>
            <a:endParaRPr lang="en-US">
              <a:latin typeface="Times New Roman" pitchFamily="18" charset="0"/>
              <a:cs typeface="Times New Roman" pitchFamily="18" charset="0"/>
            </a:endParaRPr>
          </a:p>
          <a:p>
            <a:pPr>
              <a:defRPr/>
            </a:pPr>
            <a:r>
              <a:rPr lang="en-US">
                <a:latin typeface="Times New Roman" pitchFamily="18" charset="0"/>
                <a:cs typeface="Times New Roman" pitchFamily="18" charset="0"/>
              </a:rPr>
              <a:t> ① YE0 ~ YFF     ② Y140 ~ Y15F</a:t>
            </a:r>
          </a:p>
          <a:p>
            <a:pPr>
              <a:defRPr/>
            </a:pPr>
            <a:r>
              <a:rPr lang="en-US">
                <a:latin typeface="Times New Roman" pitchFamily="18" charset="0"/>
                <a:cs typeface="Times New Roman" pitchFamily="18" charset="0"/>
              </a:rPr>
              <a:t> ③ YE0 ~ YEF     ④ Y140 ~ Y14F</a:t>
            </a:r>
          </a:p>
          <a:p>
            <a:pPr>
              <a:defRPr/>
            </a:pPr>
            <a:endParaRPr lang="en-US">
              <a:latin typeface="Times New Roman" pitchFamily="18" charset="0"/>
              <a:cs typeface="Times New Roman" pitchFamily="18" charset="0"/>
            </a:endParaRPr>
          </a:p>
          <a:p>
            <a:pPr>
              <a:defRPr/>
            </a:pPr>
            <a:endParaRPr lang="en-US">
              <a:latin typeface="Times New Roman" pitchFamily="18" charset="0"/>
              <a:cs typeface="Times New Roman" pitchFamily="18" charset="0"/>
            </a:endParaRPr>
          </a:p>
          <a:p>
            <a:pPr>
              <a:defRPr/>
            </a:pPr>
            <a:r>
              <a:rPr lang="vi-VN">
                <a:latin typeface="Times New Roman" pitchFamily="18" charset="0"/>
                <a:cs typeface="Times New Roman" pitchFamily="18" charset="0"/>
              </a:rPr>
              <a:t>25. Chuyển đổi số thập lục phân A37 thành BCD (số thập phân được mã hóa nhị phân).</a:t>
            </a:r>
          </a:p>
          <a:p>
            <a:pPr>
              <a:defRPr/>
            </a:pPr>
            <a:endParaRPr lang="en-US">
              <a:latin typeface="Times New Roman" pitchFamily="18" charset="0"/>
              <a:cs typeface="Times New Roman" pitchFamily="18" charset="0"/>
            </a:endParaRPr>
          </a:p>
          <a:p>
            <a:pPr>
              <a:defRPr/>
            </a:pPr>
            <a:endParaRPr lang="en-US">
              <a:latin typeface="Times New Roman" pitchFamily="18" charset="0"/>
              <a:cs typeface="Times New Roman" pitchFamily="18" charset="0"/>
            </a:endParaRPr>
          </a:p>
          <a:p>
            <a:pPr>
              <a:defRPr/>
            </a:pPr>
            <a:r>
              <a:rPr lang="en-US">
                <a:latin typeface="Times New Roman" pitchFamily="18" charset="0"/>
                <a:cs typeface="Times New Roman" pitchFamily="18" charset="0"/>
              </a:rPr>
              <a:t> ① 0011 0100 0011 1010</a:t>
            </a:r>
          </a:p>
          <a:p>
            <a:pPr>
              <a:defRPr/>
            </a:pPr>
            <a:r>
              <a:rPr lang="en-US">
                <a:latin typeface="Times New Roman" pitchFamily="18" charset="0"/>
                <a:cs typeface="Times New Roman" pitchFamily="18" charset="0"/>
              </a:rPr>
              <a:t> ② 0000 1001 0011 0111</a:t>
            </a:r>
          </a:p>
          <a:p>
            <a:pPr>
              <a:defRPr/>
            </a:pPr>
            <a:r>
              <a:rPr lang="en-US">
                <a:latin typeface="Times New Roman" pitchFamily="18" charset="0"/>
                <a:cs typeface="Times New Roman" pitchFamily="18" charset="0"/>
              </a:rPr>
              <a:t> ③ 0010 0110 0001 0101</a:t>
            </a:r>
          </a:p>
          <a:p>
            <a:pPr>
              <a:defRPr/>
            </a:pPr>
            <a:r>
              <a:rPr lang="en-US">
                <a:latin typeface="Times New Roman" pitchFamily="18" charset="0"/>
                <a:cs typeface="Times New Roman" pitchFamily="18" charset="0"/>
              </a:rPr>
              <a:t> ④ 0000 1010 0011 0111</a:t>
            </a:r>
          </a:p>
          <a:p>
            <a:pPr>
              <a:defRPr/>
            </a:pPr>
            <a:endParaRPr lang="en-US">
              <a:latin typeface="Times New Roman" pitchFamily="18" charset="0"/>
              <a:cs typeface="Times New Roman" pitchFamily="18" charset="0"/>
            </a:endParaRPr>
          </a:p>
          <a:p>
            <a:pPr>
              <a:defRPr/>
            </a:pPr>
            <a:endParaRPr lang="en-US">
              <a:latin typeface="Times New Roman" pitchFamily="18" charset="0"/>
              <a:cs typeface="Times New Roman" pitchFamily="18" charset="0"/>
            </a:endParaRPr>
          </a:p>
          <a:p>
            <a:pPr>
              <a:defRPr/>
            </a:pPr>
            <a:r>
              <a:rPr lang="en-US">
                <a:latin typeface="Times New Roman" pitchFamily="18" charset="0"/>
                <a:cs typeface="Times New Roman" pitchFamily="18" charset="0"/>
              </a:rPr>
              <a:t>26. Device nào sử dụng dạng số của các Device (X, Y, M, L, B, D, W,...)?</a:t>
            </a:r>
          </a:p>
          <a:p>
            <a:pPr>
              <a:defRPr/>
            </a:pPr>
            <a:endParaRPr lang="en-US">
              <a:latin typeface="Times New Roman" pitchFamily="18" charset="0"/>
              <a:cs typeface="Times New Roman" pitchFamily="18" charset="0"/>
            </a:endParaRPr>
          </a:p>
          <a:p>
            <a:pPr>
              <a:defRPr/>
            </a:pPr>
            <a:r>
              <a:rPr lang="en-US">
                <a:latin typeface="Times New Roman" pitchFamily="18" charset="0"/>
                <a:cs typeface="Times New Roman" pitchFamily="18" charset="0"/>
              </a:rPr>
              <a:t> ① D   ② W   ③ R   ④ Z</a:t>
            </a:r>
          </a:p>
          <a:p>
            <a:pPr marL="457200" indent="-457200">
              <a:defRPr/>
            </a:pPr>
            <a:endParaRPr lang="en-US" altLang="ko-KR">
              <a:latin typeface="Times New Roman" pitchFamily="18" charset="0"/>
              <a:cs typeface="Times New Roman" pitchFamily="18" charset="0"/>
            </a:endParaRPr>
          </a:p>
        </p:txBody>
      </p:sp>
      <p:sp>
        <p:nvSpPr>
          <p:cNvPr id="4101" name="Rectangle 4"/>
          <p:cNvSpPr>
            <a:spLocks noChangeArrowheads="1"/>
          </p:cNvSpPr>
          <p:nvPr/>
        </p:nvSpPr>
        <p:spPr bwMode="auto">
          <a:xfrm>
            <a:off x="3429000" y="776288"/>
            <a:ext cx="3124200" cy="89011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vi-VN" altLang="ko-KR" sz="900">
                <a:latin typeface="Times New Roman" pitchFamily="18" charset="0"/>
                <a:ea typeface="돋움" pitchFamily="50" charset="-127"/>
                <a:cs typeface="Times New Roman" pitchFamily="18" charset="0"/>
              </a:rPr>
              <a:t>27. Sau đây là xử lý hoạt động của PLC FLOW. </a:t>
            </a:r>
            <a:r>
              <a:rPr lang="en-US" altLang="ko-KR" sz="900">
                <a:latin typeface="Times New Roman" pitchFamily="18" charset="0"/>
                <a:ea typeface="돋움" pitchFamily="50" charset="-127"/>
                <a:cs typeface="Times New Roman" pitchFamily="18" charset="0"/>
              </a:rPr>
              <a:t>Bên trong d</a:t>
            </a:r>
            <a:r>
              <a:rPr lang="vi-VN" altLang="ko-KR" sz="900">
                <a:latin typeface="Times New Roman" pitchFamily="18" charset="0"/>
                <a:ea typeface="돋움" pitchFamily="50" charset="-127"/>
                <a:cs typeface="Times New Roman" pitchFamily="18" charset="0"/>
              </a:rPr>
              <a:t>ấu ngoặc</a:t>
            </a:r>
            <a:r>
              <a:rPr lang="en-US" altLang="ko-KR" sz="900">
                <a:latin typeface="Times New Roman" pitchFamily="18" charset="0"/>
                <a:ea typeface="돋움" pitchFamily="50" charset="-127"/>
                <a:cs typeface="Times New Roman" pitchFamily="18" charset="0"/>
              </a:rPr>
              <a:t> [  ] là gì?</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① 1 Scan</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② 1 Cycle</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③ WDT</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④ </a:t>
            </a:r>
            <a:r>
              <a:rPr lang="en-US" altLang="ko-KR" sz="900">
                <a:latin typeface="Times New Roman" pitchFamily="18" charset="0"/>
                <a:ea typeface="돋움" pitchFamily="50" charset="-127"/>
                <a:cs typeface="Times New Roman" pitchFamily="18" charset="0"/>
              </a:rPr>
              <a:t>Program</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28. </a:t>
            </a:r>
            <a:r>
              <a:rPr lang="en-US" altLang="ko-KR" sz="900">
                <a:latin typeface="Times New Roman" pitchFamily="18" charset="0"/>
                <a:ea typeface="돋움" pitchFamily="50" charset="-127"/>
                <a:cs typeface="Times New Roman" pitchFamily="18" charset="0"/>
              </a:rPr>
              <a:t>Chương </a:t>
            </a:r>
            <a:r>
              <a:rPr lang="vi-VN" altLang="ko-KR" sz="900">
                <a:latin typeface="Times New Roman" pitchFamily="18" charset="0"/>
                <a:ea typeface="돋움" pitchFamily="50" charset="-127"/>
                <a:cs typeface="Times New Roman" pitchFamily="18" charset="0"/>
              </a:rPr>
              <a:t>trình PLC GPPW</a:t>
            </a:r>
            <a:r>
              <a:rPr lang="en-US" altLang="ko-KR" sz="900">
                <a:latin typeface="Times New Roman" pitchFamily="18" charset="0"/>
                <a:ea typeface="돋움" pitchFamily="50" charset="-127"/>
                <a:cs typeface="Times New Roman" pitchFamily="18" charset="0"/>
              </a:rPr>
              <a:t> viết dạng ngôn ngữ Ladder. C</a:t>
            </a:r>
            <a:r>
              <a:rPr lang="vi-VN" altLang="ko-KR" sz="900">
                <a:latin typeface="Times New Roman" pitchFamily="18" charset="0"/>
                <a:ea typeface="돋움" pitchFamily="50" charset="-127"/>
                <a:cs typeface="Times New Roman" pitchFamily="18" charset="0"/>
              </a:rPr>
              <a:t>ó thể thiết lập và chỉnh sửa</a:t>
            </a:r>
            <a:r>
              <a:rPr lang="en-US" altLang="ko-KR" sz="900">
                <a:latin typeface="Times New Roman" pitchFamily="18" charset="0"/>
                <a:ea typeface="돋움" pitchFamily="50" charset="-127"/>
                <a:cs typeface="Times New Roman" pitchFamily="18" charset="0"/>
              </a:rPr>
              <a:t> v</a:t>
            </a:r>
            <a:r>
              <a:rPr lang="vi-VN" altLang="ko-KR" sz="900">
                <a:latin typeface="Times New Roman" pitchFamily="18" charset="0"/>
                <a:ea typeface="돋움" pitchFamily="50" charset="-127"/>
                <a:cs typeface="Times New Roman" pitchFamily="18" charset="0"/>
              </a:rPr>
              <a:t>iết chương trình</a:t>
            </a:r>
            <a:r>
              <a:rPr lang="en-US" altLang="ko-KR" sz="900">
                <a:latin typeface="Times New Roman" pitchFamily="18" charset="0"/>
                <a:ea typeface="돋움" pitchFamily="50" charset="-127"/>
                <a:cs typeface="Times New Roman" pitchFamily="18" charset="0"/>
              </a:rPr>
              <a:t> sang dạng ngôn ngữ khác. Sử dụng chức năng nào dưới đây ?</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① </a:t>
            </a:r>
            <a:r>
              <a:rPr lang="en-US" altLang="ko-KR" sz="900">
                <a:latin typeface="Times New Roman" pitchFamily="18" charset="0"/>
                <a:ea typeface="돋움" pitchFamily="50" charset="-127"/>
                <a:cs typeface="Times New Roman" pitchFamily="18" charset="0"/>
              </a:rPr>
              <a:t>Write</a:t>
            </a:r>
            <a:r>
              <a:rPr lang="vi-VN" altLang="ko-KR" sz="900">
                <a:latin typeface="Times New Roman" pitchFamily="18" charset="0"/>
                <a:ea typeface="돋움" pitchFamily="50" charset="-127"/>
                <a:cs typeface="Times New Roman" pitchFamily="18" charset="0"/>
              </a:rPr>
              <a:t> PLC</a:t>
            </a:r>
            <a:r>
              <a:rPr lang="en-US" altLang="ko-KR" sz="90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 ② </a:t>
            </a:r>
            <a:r>
              <a:rPr lang="en-US" altLang="ko-KR" sz="900">
                <a:latin typeface="Times New Roman" pitchFamily="18" charset="0"/>
                <a:ea typeface="돋움" pitchFamily="50" charset="-127"/>
                <a:cs typeface="Times New Roman" pitchFamily="18" charset="0"/>
              </a:rPr>
              <a:t>Converter</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③ </a:t>
            </a:r>
            <a:r>
              <a:rPr lang="en-US" altLang="ko-KR" sz="900">
                <a:latin typeface="Times New Roman" pitchFamily="18" charset="0"/>
                <a:ea typeface="돋움" pitchFamily="50" charset="-127"/>
                <a:cs typeface="Times New Roman" pitchFamily="18" charset="0"/>
              </a:rPr>
              <a:t>Write Mode </a:t>
            </a:r>
            <a:r>
              <a:rPr lang="vi-VN" altLang="ko-KR" sz="900">
                <a:latin typeface="Times New Roman" pitchFamily="18" charset="0"/>
                <a:ea typeface="돋움" pitchFamily="50" charset="-127"/>
                <a:cs typeface="Times New Roman" pitchFamily="18" charset="0"/>
              </a:rPr>
              <a:t> ④ </a:t>
            </a:r>
            <a:r>
              <a:rPr lang="en-US" altLang="ko-KR" sz="900">
                <a:latin typeface="Times New Roman" pitchFamily="18" charset="0"/>
                <a:ea typeface="돋움" pitchFamily="50" charset="-127"/>
                <a:cs typeface="Times New Roman" pitchFamily="18" charset="0"/>
              </a:rPr>
              <a:t>Debug</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29. Để </a:t>
            </a:r>
            <a:r>
              <a:rPr lang="en-US" altLang="ko-KR" sz="900">
                <a:latin typeface="Times New Roman" pitchFamily="18" charset="0"/>
                <a:ea typeface="돋움" pitchFamily="50" charset="-127"/>
                <a:cs typeface="Times New Roman" pitchFamily="18" charset="0"/>
              </a:rPr>
              <a:t>cài </a:t>
            </a:r>
            <a:r>
              <a:rPr lang="vi-VN" altLang="ko-KR" sz="900">
                <a:latin typeface="Times New Roman" pitchFamily="18" charset="0"/>
                <a:ea typeface="돋움" pitchFamily="50" charset="-127"/>
                <a:cs typeface="Times New Roman" pitchFamily="18" charset="0"/>
              </a:rPr>
              <a:t>đặt loại và </a:t>
            </a:r>
            <a:r>
              <a:rPr lang="en-US" altLang="ko-KR" sz="900">
                <a:latin typeface="Times New Roman" pitchFamily="18" charset="0"/>
                <a:ea typeface="돋움" pitchFamily="50" charset="-127"/>
                <a:cs typeface="Times New Roman" pitchFamily="18" charset="0"/>
              </a:rPr>
              <a:t>phân bổ </a:t>
            </a:r>
            <a:r>
              <a:rPr lang="vi-VN" altLang="ko-KR" sz="900">
                <a:latin typeface="Times New Roman" pitchFamily="18" charset="0"/>
                <a:ea typeface="돋움" pitchFamily="50" charset="-127"/>
                <a:cs typeface="Times New Roman" pitchFamily="18" charset="0"/>
              </a:rPr>
              <a:t>số điểm</a:t>
            </a:r>
            <a:r>
              <a:rPr lang="en-US" altLang="ko-KR" sz="900">
                <a:latin typeface="Times New Roman" pitchFamily="18" charset="0"/>
                <a:ea typeface="돋움" pitchFamily="50" charset="-127"/>
                <a:cs typeface="Times New Roman" pitchFamily="18" charset="0"/>
              </a:rPr>
              <a:t> chiếm hữu</a:t>
            </a:r>
            <a:r>
              <a:rPr lang="vi-VN" altLang="ko-KR" sz="900">
                <a:latin typeface="Times New Roman" pitchFamily="18" charset="0"/>
                <a:ea typeface="돋움" pitchFamily="50" charset="-127"/>
                <a:cs typeface="Times New Roman" pitchFamily="18" charset="0"/>
              </a:rPr>
              <a:t> của </a:t>
            </a:r>
            <a:r>
              <a:rPr lang="en-US" altLang="ko-KR" sz="900">
                <a:latin typeface="Times New Roman" pitchFamily="18" charset="0"/>
                <a:ea typeface="돋움" pitchFamily="50" charset="-127"/>
                <a:cs typeface="Times New Roman" pitchFamily="18" charset="0"/>
              </a:rPr>
              <a:t>card </a:t>
            </a:r>
            <a:r>
              <a:rPr lang="vi-VN" altLang="ko-KR" sz="900">
                <a:latin typeface="Times New Roman" pitchFamily="18" charset="0"/>
                <a:ea typeface="돋움" pitchFamily="50" charset="-127"/>
                <a:cs typeface="Times New Roman" pitchFamily="18" charset="0"/>
              </a:rPr>
              <a:t>trong PLC</a:t>
            </a:r>
            <a:r>
              <a:rPr lang="en-US" altLang="ko-KR" sz="900">
                <a:latin typeface="Times New Roman" pitchFamily="18" charset="0"/>
                <a:ea typeface="돋움" pitchFamily="50" charset="-127"/>
                <a:cs typeface="Times New Roman" pitchFamily="18" charset="0"/>
              </a:rPr>
              <a:t>. Vào mục nào trong Parameter?</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① I/O                        ② PLC RAS</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③ </a:t>
            </a:r>
            <a:r>
              <a:rPr lang="en-US" altLang="ko-KR" sz="900">
                <a:latin typeface="Times New Roman" pitchFamily="18" charset="0"/>
                <a:ea typeface="돋움" pitchFamily="50" charset="-127"/>
                <a:cs typeface="Times New Roman" pitchFamily="18" charset="0"/>
              </a:rPr>
              <a:t>Boot File               </a:t>
            </a:r>
            <a:r>
              <a:rPr lang="vi-VN" altLang="ko-KR" sz="900">
                <a:latin typeface="Times New Roman" pitchFamily="18" charset="0"/>
                <a:ea typeface="돋움" pitchFamily="50" charset="-127"/>
                <a:cs typeface="Times New Roman" pitchFamily="18" charset="0"/>
              </a:rPr>
              <a:t>④ </a:t>
            </a:r>
            <a:r>
              <a:rPr lang="en-US" altLang="ko-KR" sz="900">
                <a:latin typeface="Times New Roman" pitchFamily="18" charset="0"/>
                <a:ea typeface="돋움" pitchFamily="50" charset="-127"/>
                <a:cs typeface="Times New Roman" pitchFamily="18" charset="0"/>
              </a:rPr>
              <a:t>System</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30. Đây là mô tả của Timer. Cái nào là đúng?</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① Ngay cả khi giá trị cài đặt của </a:t>
            </a:r>
            <a:r>
              <a:rPr lang="en-US" altLang="ko-KR" sz="900" smtClean="0">
                <a:latin typeface="Times New Roman" pitchFamily="18" charset="0"/>
                <a:ea typeface="돋움" pitchFamily="50" charset="-127"/>
                <a:cs typeface="Times New Roman" pitchFamily="18" charset="0"/>
              </a:rPr>
              <a:t>Timer</a:t>
            </a:r>
            <a:r>
              <a:rPr lang="vi-VN" altLang="ko-KR" sz="900" smtClean="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giờ là “0”,</a:t>
            </a:r>
            <a:r>
              <a:rPr lang="en-US" altLang="ko-KR" sz="90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nó vẫn hoạt động.</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② </a:t>
            </a:r>
            <a:r>
              <a:rPr lang="en-US" altLang="ko-KR" sz="900" smtClean="0">
                <a:latin typeface="Times New Roman" panose="02020603050405020304" pitchFamily="18" charset="0"/>
                <a:cs typeface="Times New Roman" panose="02020603050405020304" pitchFamily="18" charset="0"/>
              </a:rPr>
              <a:t>Timer là lệnh 4 Step. (Tuy nhiên tiếp điểm của</a:t>
            </a:r>
            <a:r>
              <a:rPr lang="ko-KR" altLang="en-US" sz="900" smtClean="0">
                <a:latin typeface="Times New Roman" panose="02020603050405020304" pitchFamily="18" charset="0"/>
                <a:cs typeface="Times New Roman" panose="02020603050405020304" pitchFamily="18" charset="0"/>
              </a:rPr>
              <a:t> </a:t>
            </a:r>
            <a:r>
              <a:rPr lang="en-US" altLang="ko-KR" sz="900" smtClean="0">
                <a:latin typeface="Times New Roman" panose="02020603050405020304" pitchFamily="18" charset="0"/>
                <a:cs typeface="Times New Roman" panose="02020603050405020304" pitchFamily="18" charset="0"/>
              </a:rPr>
              <a:t>Timer chỉ là 2 Step)</a:t>
            </a:r>
          </a:p>
          <a:p>
            <a:pPr eaLnBrk="1" hangingPunct="1">
              <a:spcBef>
                <a:spcPct val="0"/>
              </a:spcBef>
              <a:buFontTx/>
              <a:buNone/>
            </a:pPr>
            <a:r>
              <a:rPr lang="vi-VN" altLang="ko-KR" sz="900" smtClean="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③ Giá trị cài đặt bộ hẹn giờ chỉ có thể được đặt trực </a:t>
            </a:r>
            <a:r>
              <a:rPr lang="en-US" altLang="ko-KR" sz="90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tiếp.</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④ Giá trị cài đặt bộ hẹn giờ là K1 ~ K32768.</a:t>
            </a: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31. Mạch nào hoạt động giống như biểu đồ thời gian </a:t>
            </a: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sau đây</a:t>
            </a:r>
            <a:r>
              <a:rPr lang="vi-VN" altLang="ko-KR" sz="900" smtClean="0">
                <a:latin typeface="Times New Roman" pitchFamily="18" charset="0"/>
                <a:ea typeface="돋움" pitchFamily="50" charset="-127"/>
                <a:cs typeface="Times New Roman" pitchFamily="18" charset="0"/>
              </a:rPr>
              <a:t>? </a:t>
            </a:r>
            <a:r>
              <a:rPr lang="en-US" altLang="ko-KR" sz="900" smtClean="0">
                <a:latin typeface="Times New Roman" pitchFamily="18" charset="0"/>
                <a:ea typeface="돋움" pitchFamily="50" charset="-127"/>
                <a:cs typeface="Times New Roman" pitchFamily="18" charset="0"/>
              </a:rPr>
              <a:t>(Timer sử dụng là loại </a:t>
            </a:r>
            <a:r>
              <a:rPr lang="en-US" altLang="ko-KR" sz="900">
                <a:latin typeface="Times New Roman" pitchFamily="18" charset="0"/>
                <a:ea typeface="돋움" pitchFamily="50" charset="-127"/>
                <a:cs typeface="Times New Roman" pitchFamily="18" charset="0"/>
              </a:rPr>
              <a:t>10ms)</a:t>
            </a:r>
          </a:p>
        </p:txBody>
      </p:sp>
      <p:grpSp>
        <p:nvGrpSpPr>
          <p:cNvPr id="4102" name="그룹 70"/>
          <p:cNvGrpSpPr>
            <a:grpSpLocks/>
          </p:cNvGrpSpPr>
          <p:nvPr/>
        </p:nvGrpSpPr>
        <p:grpSpPr bwMode="auto">
          <a:xfrm>
            <a:off x="404813" y="2289175"/>
            <a:ext cx="2808287" cy="1152525"/>
            <a:chOff x="1839913" y="4616450"/>
            <a:chExt cx="3833812" cy="1479550"/>
          </a:xfrm>
        </p:grpSpPr>
        <p:sp>
          <p:nvSpPr>
            <p:cNvPr id="4154" name="Picture 13" descr="clip_image005"/>
            <p:cNvSpPr>
              <a:spLocks noChangeAspect="1" noChangeArrowheads="1"/>
            </p:cNvSpPr>
            <p:nvPr/>
          </p:nvSpPr>
          <p:spPr bwMode="auto">
            <a:xfrm>
              <a:off x="1878013" y="4689475"/>
              <a:ext cx="3795712" cy="140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endParaRPr lang="ko-KR" altLang="en-US" sz="2000">
                <a:latin typeface="HY견고딕" pitchFamily="18" charset="-127"/>
                <a:ea typeface="HY견고딕" pitchFamily="18" charset="-127"/>
              </a:endParaRPr>
            </a:p>
          </p:txBody>
        </p:sp>
        <p:pic>
          <p:nvPicPr>
            <p:cNvPr id="4155" name="Picture 13" descr="clip_image005"/>
            <p:cNvPicPr>
              <a:picLocks noChangeAspect="1" noChangeArrowheads="1"/>
            </p:cNvPicPr>
            <p:nvPr/>
          </p:nvPicPr>
          <p:blipFill>
            <a:blip r:embed="rId3">
              <a:extLst>
                <a:ext uri="{28A0092B-C50C-407E-A947-70E740481C1C}">
                  <a14:useLocalDpi xmlns:a14="http://schemas.microsoft.com/office/drawing/2010/main" val="0"/>
                </a:ext>
              </a:extLst>
            </a:blip>
            <a:srcRect b="15100"/>
            <a:stretch>
              <a:fillRect/>
            </a:stretch>
          </p:blipFill>
          <p:spPr bwMode="auto">
            <a:xfrm>
              <a:off x="1878013" y="4689475"/>
              <a:ext cx="3795712" cy="140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56" name="Rectangle 19"/>
            <p:cNvSpPr>
              <a:spLocks noChangeArrowheads="1"/>
            </p:cNvSpPr>
            <p:nvPr/>
          </p:nvSpPr>
          <p:spPr bwMode="auto">
            <a:xfrm>
              <a:off x="1839913" y="4616450"/>
              <a:ext cx="2555875" cy="1476375"/>
            </a:xfrm>
            <a:prstGeom prst="rect">
              <a:avLst/>
            </a:prstGeom>
            <a:noFill/>
            <a:ln w="9525" algn="ctr">
              <a:solidFill>
                <a:srgbClr val="FF33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85337" tIns="42669" rIns="85337" bIns="42669" anchor="ctr">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endParaRPr lang="ko-KR" altLang="en-US" sz="2000">
                <a:latin typeface="HY견고딕" pitchFamily="18" charset="-127"/>
                <a:ea typeface="HY견고딕" pitchFamily="18" charset="-127"/>
              </a:endParaRPr>
            </a:p>
          </p:txBody>
        </p:sp>
      </p:grpSp>
      <p:grpSp>
        <p:nvGrpSpPr>
          <p:cNvPr id="4103" name="Group 198"/>
          <p:cNvGrpSpPr>
            <a:grpSpLocks/>
          </p:cNvGrpSpPr>
          <p:nvPr/>
        </p:nvGrpSpPr>
        <p:grpSpPr bwMode="auto">
          <a:xfrm>
            <a:off x="303213" y="5024438"/>
            <a:ext cx="3181350" cy="1076325"/>
            <a:chOff x="2178" y="3761"/>
            <a:chExt cx="2004" cy="678"/>
          </a:xfrm>
        </p:grpSpPr>
        <p:sp>
          <p:nvSpPr>
            <p:cNvPr id="4137" name="Rectangle 725"/>
            <p:cNvSpPr>
              <a:spLocks noChangeArrowheads="1"/>
            </p:cNvSpPr>
            <p:nvPr/>
          </p:nvSpPr>
          <p:spPr bwMode="auto">
            <a:xfrm>
              <a:off x="2194" y="3761"/>
              <a:ext cx="1914" cy="67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endParaRPr lang="ko-KR" altLang="en-US" sz="900">
                <a:latin typeface="돋움" pitchFamily="50" charset="-127"/>
                <a:ea typeface="돋움" pitchFamily="50" charset="-127"/>
              </a:endParaRPr>
            </a:p>
          </p:txBody>
        </p:sp>
        <p:sp>
          <p:nvSpPr>
            <p:cNvPr id="4138" name="Line 726"/>
            <p:cNvSpPr>
              <a:spLocks noChangeShapeType="1"/>
            </p:cNvSpPr>
            <p:nvPr/>
          </p:nvSpPr>
          <p:spPr bwMode="auto">
            <a:xfrm>
              <a:off x="2433" y="3761"/>
              <a:ext cx="0" cy="67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4139" name="Line 727"/>
            <p:cNvSpPr>
              <a:spLocks noChangeShapeType="1"/>
            </p:cNvSpPr>
            <p:nvPr/>
          </p:nvSpPr>
          <p:spPr bwMode="auto">
            <a:xfrm>
              <a:off x="2672" y="3761"/>
              <a:ext cx="0" cy="67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4140" name="Line 728"/>
            <p:cNvSpPr>
              <a:spLocks noChangeShapeType="1"/>
            </p:cNvSpPr>
            <p:nvPr/>
          </p:nvSpPr>
          <p:spPr bwMode="auto">
            <a:xfrm>
              <a:off x="2912" y="3761"/>
              <a:ext cx="0" cy="67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4141" name="Line 729"/>
            <p:cNvSpPr>
              <a:spLocks noChangeShapeType="1"/>
            </p:cNvSpPr>
            <p:nvPr/>
          </p:nvSpPr>
          <p:spPr bwMode="auto">
            <a:xfrm>
              <a:off x="3151" y="3761"/>
              <a:ext cx="0" cy="67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4142" name="Line 730"/>
            <p:cNvSpPr>
              <a:spLocks noChangeShapeType="1"/>
            </p:cNvSpPr>
            <p:nvPr/>
          </p:nvSpPr>
          <p:spPr bwMode="auto">
            <a:xfrm>
              <a:off x="3390" y="3761"/>
              <a:ext cx="0" cy="67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4143" name="Line 731"/>
            <p:cNvSpPr>
              <a:spLocks noChangeShapeType="1"/>
            </p:cNvSpPr>
            <p:nvPr/>
          </p:nvSpPr>
          <p:spPr bwMode="auto">
            <a:xfrm>
              <a:off x="3630" y="3761"/>
              <a:ext cx="0" cy="67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4144" name="Line 732"/>
            <p:cNvSpPr>
              <a:spLocks noChangeShapeType="1"/>
            </p:cNvSpPr>
            <p:nvPr/>
          </p:nvSpPr>
          <p:spPr bwMode="auto">
            <a:xfrm>
              <a:off x="3869" y="3761"/>
              <a:ext cx="0" cy="67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4145" name="Text Box 733"/>
            <p:cNvSpPr txBox="1">
              <a:spLocks noChangeArrowheads="1"/>
            </p:cNvSpPr>
            <p:nvPr/>
          </p:nvSpPr>
          <p:spPr bwMode="auto">
            <a:xfrm>
              <a:off x="2178" y="3917"/>
              <a:ext cx="27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algn="ctr" eaLnBrk="1" hangingPunct="1">
                <a:spcBef>
                  <a:spcPct val="0"/>
                </a:spcBef>
                <a:buFontTx/>
                <a:buNone/>
              </a:pPr>
              <a:r>
                <a:rPr lang="ko-KR" altLang="en-US" sz="800">
                  <a:latin typeface="돋움" pitchFamily="50" charset="-127"/>
                  <a:ea typeface="돋움" pitchFamily="50" charset="-127"/>
                </a:rPr>
                <a:t>전원</a:t>
              </a:r>
            </a:p>
            <a:p>
              <a:pPr algn="ctr" eaLnBrk="1" hangingPunct="1">
                <a:spcBef>
                  <a:spcPct val="0"/>
                </a:spcBef>
                <a:buFontTx/>
                <a:buNone/>
              </a:pPr>
              <a:r>
                <a:rPr lang="en-US" altLang="ko-KR" sz="800">
                  <a:latin typeface="돋움" pitchFamily="50" charset="-127"/>
                  <a:ea typeface="돋움" pitchFamily="50" charset="-127"/>
                </a:rPr>
                <a:t>Unit</a:t>
              </a:r>
            </a:p>
          </p:txBody>
        </p:sp>
        <p:sp>
          <p:nvSpPr>
            <p:cNvPr id="4146" name="Text Box 735"/>
            <p:cNvSpPr txBox="1">
              <a:spLocks noChangeArrowheads="1"/>
            </p:cNvSpPr>
            <p:nvPr/>
          </p:nvSpPr>
          <p:spPr bwMode="auto">
            <a:xfrm>
              <a:off x="2423" y="3912"/>
              <a:ext cx="264"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800">
                  <a:latin typeface="돋움" pitchFamily="50" charset="-127"/>
                  <a:ea typeface="돋움" pitchFamily="50" charset="-127"/>
                </a:rPr>
                <a:t>CPU</a:t>
              </a:r>
            </a:p>
          </p:txBody>
        </p:sp>
        <p:sp>
          <p:nvSpPr>
            <p:cNvPr id="4147" name="Text Box 736"/>
            <p:cNvSpPr txBox="1">
              <a:spLocks noChangeArrowheads="1"/>
            </p:cNvSpPr>
            <p:nvPr/>
          </p:nvSpPr>
          <p:spPr bwMode="auto">
            <a:xfrm>
              <a:off x="2653" y="3912"/>
              <a:ext cx="298"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800">
                  <a:latin typeface="돋움" pitchFamily="50" charset="-127"/>
                  <a:ea typeface="돋움" pitchFamily="50" charset="-127"/>
                </a:rPr>
                <a:t>QX42</a:t>
              </a:r>
            </a:p>
          </p:txBody>
        </p:sp>
        <p:sp>
          <p:nvSpPr>
            <p:cNvPr id="4148" name="Text Box 737"/>
            <p:cNvSpPr txBox="1">
              <a:spLocks noChangeArrowheads="1"/>
            </p:cNvSpPr>
            <p:nvPr/>
          </p:nvSpPr>
          <p:spPr bwMode="auto">
            <a:xfrm>
              <a:off x="2892" y="3916"/>
              <a:ext cx="298"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800">
                  <a:latin typeface="돋움" pitchFamily="50" charset="-127"/>
                  <a:ea typeface="돋움" pitchFamily="50" charset="-127"/>
                </a:rPr>
                <a:t>QY42</a:t>
              </a:r>
            </a:p>
          </p:txBody>
        </p:sp>
        <p:sp>
          <p:nvSpPr>
            <p:cNvPr id="4149" name="Text Box 738"/>
            <p:cNvSpPr txBox="1">
              <a:spLocks noChangeArrowheads="1"/>
            </p:cNvSpPr>
            <p:nvPr/>
          </p:nvSpPr>
          <p:spPr bwMode="auto">
            <a:xfrm>
              <a:off x="3139" y="3920"/>
              <a:ext cx="298"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800">
                  <a:latin typeface="돋움" pitchFamily="50" charset="-127"/>
                  <a:ea typeface="돋움" pitchFamily="50" charset="-127"/>
                </a:rPr>
                <a:t>QX41</a:t>
              </a:r>
            </a:p>
          </p:txBody>
        </p:sp>
        <p:sp>
          <p:nvSpPr>
            <p:cNvPr id="4150" name="Text Box 739"/>
            <p:cNvSpPr txBox="1">
              <a:spLocks noChangeArrowheads="1"/>
            </p:cNvSpPr>
            <p:nvPr/>
          </p:nvSpPr>
          <p:spPr bwMode="auto">
            <a:xfrm>
              <a:off x="3366" y="3920"/>
              <a:ext cx="299"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800">
                  <a:latin typeface="돋움" pitchFamily="50" charset="-127"/>
                  <a:ea typeface="돋움" pitchFamily="50" charset="-127"/>
                </a:rPr>
                <a:t>QY42</a:t>
              </a:r>
            </a:p>
          </p:txBody>
        </p:sp>
        <p:sp>
          <p:nvSpPr>
            <p:cNvPr id="4151" name="Text Box 740"/>
            <p:cNvSpPr txBox="1">
              <a:spLocks noChangeArrowheads="1"/>
            </p:cNvSpPr>
            <p:nvPr/>
          </p:nvSpPr>
          <p:spPr bwMode="auto">
            <a:xfrm>
              <a:off x="3831" y="3919"/>
              <a:ext cx="351"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800">
                  <a:latin typeface="돋움" pitchFamily="50" charset="-127"/>
                  <a:ea typeface="돋움" pitchFamily="50" charset="-127"/>
                </a:rPr>
                <a:t>Q62DA</a:t>
              </a:r>
            </a:p>
          </p:txBody>
        </p:sp>
        <p:sp>
          <p:nvSpPr>
            <p:cNvPr id="4152" name="Text Box 741"/>
            <p:cNvSpPr txBox="1">
              <a:spLocks noChangeArrowheads="1"/>
            </p:cNvSpPr>
            <p:nvPr/>
          </p:nvSpPr>
          <p:spPr bwMode="auto">
            <a:xfrm>
              <a:off x="3613" y="3919"/>
              <a:ext cx="351"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rIns="54000"/>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800">
                  <a:latin typeface="돋움" pitchFamily="50" charset="-127"/>
                  <a:ea typeface="돋움" pitchFamily="50" charset="-127"/>
                </a:rPr>
                <a:t>Q62AD</a:t>
              </a:r>
            </a:p>
          </p:txBody>
        </p:sp>
        <p:sp>
          <p:nvSpPr>
            <p:cNvPr id="4153" name="Rectangle 742"/>
            <p:cNvSpPr>
              <a:spLocks noChangeArrowheads="1"/>
            </p:cNvSpPr>
            <p:nvPr/>
          </p:nvSpPr>
          <p:spPr bwMode="auto">
            <a:xfrm>
              <a:off x="3648" y="3800"/>
              <a:ext cx="188"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900">
                  <a:latin typeface="돋움" pitchFamily="50" charset="-127"/>
                  <a:ea typeface="돋움" pitchFamily="50" charset="-127"/>
                </a:rPr>
                <a:t>①</a:t>
              </a:r>
            </a:p>
          </p:txBody>
        </p:sp>
      </p:grpSp>
      <p:pic>
        <p:nvPicPr>
          <p:cNvPr id="4104" name="Picture 7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68925" y="992188"/>
            <a:ext cx="1155700" cy="14398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105" name="TextBox 1"/>
          <p:cNvSpPr txBox="1">
            <a:spLocks noChangeArrowheads="1"/>
          </p:cNvSpPr>
          <p:nvPr/>
        </p:nvSpPr>
        <p:spPr bwMode="auto">
          <a:xfrm>
            <a:off x="4868863" y="1631950"/>
            <a:ext cx="70008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900">
                <a:latin typeface="돋움" pitchFamily="50" charset="-127"/>
                <a:ea typeface="돋움" pitchFamily="50" charset="-127"/>
              </a:rPr>
              <a:t>[ ??? ]</a:t>
            </a:r>
            <a:endParaRPr lang="ko-KR" altLang="en-US" sz="900">
              <a:latin typeface="돋움" pitchFamily="50" charset="-127"/>
              <a:ea typeface="돋움" pitchFamily="50" charset="-127"/>
            </a:endParaRPr>
          </a:p>
        </p:txBody>
      </p:sp>
      <p:grpSp>
        <p:nvGrpSpPr>
          <p:cNvPr id="4106" name="Group 3"/>
          <p:cNvGrpSpPr>
            <a:grpSpLocks/>
          </p:cNvGrpSpPr>
          <p:nvPr/>
        </p:nvGrpSpPr>
        <p:grpSpPr bwMode="auto">
          <a:xfrm>
            <a:off x="3467100" y="5883225"/>
            <a:ext cx="3076575" cy="2670175"/>
            <a:chOff x="3467100" y="6459314"/>
            <a:chExt cx="3076575" cy="2670150"/>
          </a:xfrm>
        </p:grpSpPr>
        <p:grpSp>
          <p:nvGrpSpPr>
            <p:cNvPr id="4107" name="Group 1"/>
            <p:cNvGrpSpPr>
              <a:grpSpLocks/>
            </p:cNvGrpSpPr>
            <p:nvPr/>
          </p:nvGrpSpPr>
          <p:grpSpPr bwMode="auto">
            <a:xfrm>
              <a:off x="3621088" y="6459314"/>
              <a:ext cx="2808287" cy="869950"/>
              <a:chOff x="3621088" y="6210300"/>
              <a:chExt cx="2808287" cy="869950"/>
            </a:xfrm>
          </p:grpSpPr>
          <p:sp>
            <p:nvSpPr>
              <p:cNvPr id="4125" name="Line 15"/>
              <p:cNvSpPr>
                <a:spLocks noChangeShapeType="1"/>
              </p:cNvSpPr>
              <p:nvPr/>
            </p:nvSpPr>
            <p:spPr bwMode="auto">
              <a:xfrm>
                <a:off x="4000500" y="6446838"/>
                <a:ext cx="22764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4126" name="Line 16"/>
              <p:cNvSpPr>
                <a:spLocks noChangeShapeType="1"/>
              </p:cNvSpPr>
              <p:nvPr/>
            </p:nvSpPr>
            <p:spPr bwMode="auto">
              <a:xfrm>
                <a:off x="4000500" y="6921500"/>
                <a:ext cx="22764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4127" name="Rectangle 17"/>
              <p:cNvSpPr>
                <a:spLocks noChangeArrowheads="1"/>
              </p:cNvSpPr>
              <p:nvPr/>
            </p:nvSpPr>
            <p:spPr bwMode="auto">
              <a:xfrm>
                <a:off x="4303713" y="6289675"/>
                <a:ext cx="1138237" cy="1571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defTabSz="854075" eaLnBrk="0" hangingPunct="0">
                  <a:spcBef>
                    <a:spcPct val="20000"/>
                  </a:spcBef>
                  <a:buChar char="•"/>
                  <a:defRPr kumimoji="1" sz="3200">
                    <a:solidFill>
                      <a:schemeClr val="tx1"/>
                    </a:solidFill>
                    <a:latin typeface="굴림" pitchFamily="50" charset="-127"/>
                    <a:ea typeface="굴림" pitchFamily="50" charset="-127"/>
                  </a:defRPr>
                </a:lvl1pPr>
                <a:lvl2pPr marL="742950" indent="-285750" defTabSz="854075" eaLnBrk="0" hangingPunct="0">
                  <a:spcBef>
                    <a:spcPct val="20000"/>
                  </a:spcBef>
                  <a:buChar char="–"/>
                  <a:defRPr kumimoji="1" sz="2800">
                    <a:solidFill>
                      <a:schemeClr val="tx1"/>
                    </a:solidFill>
                    <a:latin typeface="굴림" pitchFamily="50" charset="-127"/>
                    <a:ea typeface="굴림" pitchFamily="50" charset="-127"/>
                  </a:defRPr>
                </a:lvl2pPr>
                <a:lvl3pPr marL="1143000" indent="-228600" defTabSz="854075" eaLnBrk="0" hangingPunct="0">
                  <a:spcBef>
                    <a:spcPct val="20000"/>
                  </a:spcBef>
                  <a:buChar char="•"/>
                  <a:defRPr kumimoji="1" sz="2400">
                    <a:solidFill>
                      <a:schemeClr val="tx1"/>
                    </a:solidFill>
                    <a:latin typeface="굴림" pitchFamily="50" charset="-127"/>
                    <a:ea typeface="굴림" pitchFamily="50" charset="-127"/>
                  </a:defRPr>
                </a:lvl3pPr>
                <a:lvl4pPr marL="1600200" indent="-228600" defTabSz="854075" eaLnBrk="0" hangingPunct="0">
                  <a:spcBef>
                    <a:spcPct val="20000"/>
                  </a:spcBef>
                  <a:buChar char="–"/>
                  <a:defRPr kumimoji="1" sz="2000">
                    <a:solidFill>
                      <a:schemeClr val="tx1"/>
                    </a:solidFill>
                    <a:latin typeface="굴림" pitchFamily="50" charset="-127"/>
                    <a:ea typeface="굴림" pitchFamily="50" charset="-127"/>
                  </a:defRPr>
                </a:lvl4pPr>
                <a:lvl5pPr marL="2057400" indent="-228600" defTabSz="854075" eaLnBrk="0" hangingPunct="0">
                  <a:spcBef>
                    <a:spcPct val="20000"/>
                  </a:spcBef>
                  <a:buChar char="»"/>
                  <a:defRPr kumimoji="1" sz="2000">
                    <a:solidFill>
                      <a:schemeClr val="tx1"/>
                    </a:solidFill>
                    <a:latin typeface="굴림" pitchFamily="50" charset="-127"/>
                    <a:ea typeface="굴림" pitchFamily="50" charset="-127"/>
                  </a:defRPr>
                </a:lvl5pPr>
                <a:lvl6pPr marL="25146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lnSpc>
                    <a:spcPct val="120000"/>
                  </a:lnSpc>
                  <a:spcBef>
                    <a:spcPct val="0"/>
                  </a:spcBef>
                  <a:buFontTx/>
                  <a:buNone/>
                </a:pPr>
                <a:endParaRPr lang="ko-KR" altLang="ko-KR" sz="800">
                  <a:latin typeface="돋움" pitchFamily="50" charset="-127"/>
                  <a:ea typeface="돋움" pitchFamily="50" charset="-127"/>
                </a:endParaRPr>
              </a:p>
            </p:txBody>
          </p:sp>
          <p:sp>
            <p:nvSpPr>
              <p:cNvPr id="4128" name="Rectangle 18"/>
              <p:cNvSpPr>
                <a:spLocks noChangeArrowheads="1"/>
              </p:cNvSpPr>
              <p:nvPr/>
            </p:nvSpPr>
            <p:spPr bwMode="auto">
              <a:xfrm>
                <a:off x="4911725" y="6526213"/>
                <a:ext cx="530225" cy="1587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defTabSz="854075" eaLnBrk="0" hangingPunct="0">
                  <a:spcBef>
                    <a:spcPct val="20000"/>
                  </a:spcBef>
                  <a:buChar char="•"/>
                  <a:defRPr kumimoji="1" sz="3200">
                    <a:solidFill>
                      <a:schemeClr val="tx1"/>
                    </a:solidFill>
                    <a:latin typeface="굴림" pitchFamily="50" charset="-127"/>
                    <a:ea typeface="굴림" pitchFamily="50" charset="-127"/>
                  </a:defRPr>
                </a:lvl1pPr>
                <a:lvl2pPr marL="742950" indent="-285750" defTabSz="854075" eaLnBrk="0" hangingPunct="0">
                  <a:spcBef>
                    <a:spcPct val="20000"/>
                  </a:spcBef>
                  <a:buChar char="–"/>
                  <a:defRPr kumimoji="1" sz="2800">
                    <a:solidFill>
                      <a:schemeClr val="tx1"/>
                    </a:solidFill>
                    <a:latin typeface="굴림" pitchFamily="50" charset="-127"/>
                    <a:ea typeface="굴림" pitchFamily="50" charset="-127"/>
                  </a:defRPr>
                </a:lvl2pPr>
                <a:lvl3pPr marL="1143000" indent="-228600" defTabSz="854075" eaLnBrk="0" hangingPunct="0">
                  <a:spcBef>
                    <a:spcPct val="20000"/>
                  </a:spcBef>
                  <a:buChar char="•"/>
                  <a:defRPr kumimoji="1" sz="2400">
                    <a:solidFill>
                      <a:schemeClr val="tx1"/>
                    </a:solidFill>
                    <a:latin typeface="굴림" pitchFamily="50" charset="-127"/>
                    <a:ea typeface="굴림" pitchFamily="50" charset="-127"/>
                  </a:defRPr>
                </a:lvl3pPr>
                <a:lvl4pPr marL="1600200" indent="-228600" defTabSz="854075" eaLnBrk="0" hangingPunct="0">
                  <a:spcBef>
                    <a:spcPct val="20000"/>
                  </a:spcBef>
                  <a:buChar char="–"/>
                  <a:defRPr kumimoji="1" sz="2000">
                    <a:solidFill>
                      <a:schemeClr val="tx1"/>
                    </a:solidFill>
                    <a:latin typeface="굴림" pitchFamily="50" charset="-127"/>
                    <a:ea typeface="굴림" pitchFamily="50" charset="-127"/>
                  </a:defRPr>
                </a:lvl4pPr>
                <a:lvl5pPr marL="2057400" indent="-228600" defTabSz="854075" eaLnBrk="0" hangingPunct="0">
                  <a:spcBef>
                    <a:spcPct val="20000"/>
                  </a:spcBef>
                  <a:buChar char="»"/>
                  <a:defRPr kumimoji="1" sz="2000">
                    <a:solidFill>
                      <a:schemeClr val="tx1"/>
                    </a:solidFill>
                    <a:latin typeface="굴림" pitchFamily="50" charset="-127"/>
                    <a:ea typeface="굴림" pitchFamily="50" charset="-127"/>
                  </a:defRPr>
                </a:lvl5pPr>
                <a:lvl6pPr marL="25146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lnSpc>
                    <a:spcPct val="120000"/>
                  </a:lnSpc>
                  <a:spcBef>
                    <a:spcPct val="0"/>
                  </a:spcBef>
                  <a:buFontTx/>
                  <a:buNone/>
                </a:pPr>
                <a:endParaRPr lang="ko-KR" altLang="ko-KR" sz="800">
                  <a:latin typeface="돋움" pitchFamily="50" charset="-127"/>
                  <a:ea typeface="돋움" pitchFamily="50" charset="-127"/>
                </a:endParaRPr>
              </a:p>
            </p:txBody>
          </p:sp>
          <p:sp>
            <p:nvSpPr>
              <p:cNvPr id="4129" name="Rectangle 19"/>
              <p:cNvSpPr>
                <a:spLocks noChangeArrowheads="1"/>
              </p:cNvSpPr>
              <p:nvPr/>
            </p:nvSpPr>
            <p:spPr bwMode="auto">
              <a:xfrm>
                <a:off x="4911725" y="6764338"/>
                <a:ext cx="530225" cy="15716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defTabSz="854075" eaLnBrk="0" hangingPunct="0">
                  <a:spcBef>
                    <a:spcPct val="20000"/>
                  </a:spcBef>
                  <a:buChar char="•"/>
                  <a:defRPr kumimoji="1" sz="3200">
                    <a:solidFill>
                      <a:schemeClr val="tx1"/>
                    </a:solidFill>
                    <a:latin typeface="굴림" pitchFamily="50" charset="-127"/>
                    <a:ea typeface="굴림" pitchFamily="50" charset="-127"/>
                  </a:defRPr>
                </a:lvl1pPr>
                <a:lvl2pPr marL="742950" indent="-285750" defTabSz="854075" eaLnBrk="0" hangingPunct="0">
                  <a:spcBef>
                    <a:spcPct val="20000"/>
                  </a:spcBef>
                  <a:buChar char="–"/>
                  <a:defRPr kumimoji="1" sz="2800">
                    <a:solidFill>
                      <a:schemeClr val="tx1"/>
                    </a:solidFill>
                    <a:latin typeface="굴림" pitchFamily="50" charset="-127"/>
                    <a:ea typeface="굴림" pitchFamily="50" charset="-127"/>
                  </a:defRPr>
                </a:lvl2pPr>
                <a:lvl3pPr marL="1143000" indent="-228600" defTabSz="854075" eaLnBrk="0" hangingPunct="0">
                  <a:spcBef>
                    <a:spcPct val="20000"/>
                  </a:spcBef>
                  <a:buChar char="•"/>
                  <a:defRPr kumimoji="1" sz="2400">
                    <a:solidFill>
                      <a:schemeClr val="tx1"/>
                    </a:solidFill>
                    <a:latin typeface="굴림" pitchFamily="50" charset="-127"/>
                    <a:ea typeface="굴림" pitchFamily="50" charset="-127"/>
                  </a:defRPr>
                </a:lvl3pPr>
                <a:lvl4pPr marL="1600200" indent="-228600" defTabSz="854075" eaLnBrk="0" hangingPunct="0">
                  <a:spcBef>
                    <a:spcPct val="20000"/>
                  </a:spcBef>
                  <a:buChar char="–"/>
                  <a:defRPr kumimoji="1" sz="2000">
                    <a:solidFill>
                      <a:schemeClr val="tx1"/>
                    </a:solidFill>
                    <a:latin typeface="굴림" pitchFamily="50" charset="-127"/>
                    <a:ea typeface="굴림" pitchFamily="50" charset="-127"/>
                  </a:defRPr>
                </a:lvl4pPr>
                <a:lvl5pPr marL="2057400" indent="-228600" defTabSz="854075" eaLnBrk="0" hangingPunct="0">
                  <a:spcBef>
                    <a:spcPct val="20000"/>
                  </a:spcBef>
                  <a:buChar char="»"/>
                  <a:defRPr kumimoji="1" sz="2000">
                    <a:solidFill>
                      <a:schemeClr val="tx1"/>
                    </a:solidFill>
                    <a:latin typeface="굴림" pitchFamily="50" charset="-127"/>
                    <a:ea typeface="굴림" pitchFamily="50" charset="-127"/>
                  </a:defRPr>
                </a:lvl5pPr>
                <a:lvl6pPr marL="25146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lnSpc>
                    <a:spcPct val="120000"/>
                  </a:lnSpc>
                  <a:spcBef>
                    <a:spcPct val="0"/>
                  </a:spcBef>
                  <a:buFontTx/>
                  <a:buNone/>
                </a:pPr>
                <a:endParaRPr lang="ko-KR" altLang="ko-KR" sz="800">
                  <a:latin typeface="돋움" pitchFamily="50" charset="-127"/>
                  <a:ea typeface="돋움" pitchFamily="50" charset="-127"/>
                </a:endParaRPr>
              </a:p>
            </p:txBody>
          </p:sp>
          <p:sp>
            <p:nvSpPr>
              <p:cNvPr id="4130" name="Text Box 20"/>
              <p:cNvSpPr txBox="1">
                <a:spLocks noChangeArrowheads="1"/>
              </p:cNvSpPr>
              <p:nvPr/>
            </p:nvSpPr>
            <p:spPr bwMode="auto">
              <a:xfrm>
                <a:off x="3667125" y="6289675"/>
                <a:ext cx="384175" cy="236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854075" eaLnBrk="0" hangingPunct="0">
                  <a:spcBef>
                    <a:spcPct val="20000"/>
                  </a:spcBef>
                  <a:buChar char="•"/>
                  <a:defRPr kumimoji="1" sz="3200">
                    <a:solidFill>
                      <a:schemeClr val="tx1"/>
                    </a:solidFill>
                    <a:latin typeface="굴림" pitchFamily="50" charset="-127"/>
                    <a:ea typeface="굴림" pitchFamily="50" charset="-127"/>
                  </a:defRPr>
                </a:lvl1pPr>
                <a:lvl2pPr marL="742950" indent="-285750" defTabSz="854075" eaLnBrk="0" hangingPunct="0">
                  <a:spcBef>
                    <a:spcPct val="20000"/>
                  </a:spcBef>
                  <a:buChar char="–"/>
                  <a:defRPr kumimoji="1" sz="2800">
                    <a:solidFill>
                      <a:schemeClr val="tx1"/>
                    </a:solidFill>
                    <a:latin typeface="굴림" pitchFamily="50" charset="-127"/>
                    <a:ea typeface="굴림" pitchFamily="50" charset="-127"/>
                  </a:defRPr>
                </a:lvl2pPr>
                <a:lvl3pPr marL="1143000" indent="-228600" defTabSz="854075" eaLnBrk="0" hangingPunct="0">
                  <a:spcBef>
                    <a:spcPct val="20000"/>
                  </a:spcBef>
                  <a:buChar char="•"/>
                  <a:defRPr kumimoji="1" sz="2400">
                    <a:solidFill>
                      <a:schemeClr val="tx1"/>
                    </a:solidFill>
                    <a:latin typeface="굴림" pitchFamily="50" charset="-127"/>
                    <a:ea typeface="굴림" pitchFamily="50" charset="-127"/>
                  </a:defRPr>
                </a:lvl3pPr>
                <a:lvl4pPr marL="1600200" indent="-228600" defTabSz="854075" eaLnBrk="0" hangingPunct="0">
                  <a:spcBef>
                    <a:spcPct val="20000"/>
                  </a:spcBef>
                  <a:buChar char="–"/>
                  <a:defRPr kumimoji="1" sz="2000">
                    <a:solidFill>
                      <a:schemeClr val="tx1"/>
                    </a:solidFill>
                    <a:latin typeface="굴림" pitchFamily="50" charset="-127"/>
                    <a:ea typeface="굴림" pitchFamily="50" charset="-127"/>
                  </a:defRPr>
                </a:lvl4pPr>
                <a:lvl5pPr marL="2057400" indent="-228600" defTabSz="854075" eaLnBrk="0" hangingPunct="0">
                  <a:spcBef>
                    <a:spcPct val="20000"/>
                  </a:spcBef>
                  <a:buChar char="»"/>
                  <a:defRPr kumimoji="1" sz="2000">
                    <a:solidFill>
                      <a:schemeClr val="tx1"/>
                    </a:solidFill>
                    <a:latin typeface="굴림" pitchFamily="50" charset="-127"/>
                    <a:ea typeface="굴림" pitchFamily="50" charset="-127"/>
                  </a:defRPr>
                </a:lvl5pPr>
                <a:lvl6pPr marL="25146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lnSpc>
                    <a:spcPct val="120000"/>
                  </a:lnSpc>
                  <a:spcBef>
                    <a:spcPct val="0"/>
                  </a:spcBef>
                  <a:buFontTx/>
                  <a:buNone/>
                </a:pPr>
                <a:r>
                  <a:rPr lang="en-US" altLang="ko-KR" sz="800">
                    <a:latin typeface="돋움" pitchFamily="50" charset="-127"/>
                    <a:ea typeface="돋움" pitchFamily="50" charset="-127"/>
                  </a:rPr>
                  <a:t>X10</a:t>
                </a:r>
              </a:p>
            </p:txBody>
          </p:sp>
          <p:sp>
            <p:nvSpPr>
              <p:cNvPr id="4131" name="Text Box 21"/>
              <p:cNvSpPr txBox="1">
                <a:spLocks noChangeArrowheads="1"/>
              </p:cNvSpPr>
              <p:nvPr/>
            </p:nvSpPr>
            <p:spPr bwMode="auto">
              <a:xfrm>
                <a:off x="3733800" y="6526213"/>
                <a:ext cx="314325"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854075" eaLnBrk="0" hangingPunct="0">
                  <a:spcBef>
                    <a:spcPct val="20000"/>
                  </a:spcBef>
                  <a:buChar char="•"/>
                  <a:defRPr kumimoji="1" sz="3200">
                    <a:solidFill>
                      <a:schemeClr val="tx1"/>
                    </a:solidFill>
                    <a:latin typeface="굴림" pitchFamily="50" charset="-127"/>
                    <a:ea typeface="굴림" pitchFamily="50" charset="-127"/>
                  </a:defRPr>
                </a:lvl1pPr>
                <a:lvl2pPr marL="742950" indent="-285750" defTabSz="854075" eaLnBrk="0" hangingPunct="0">
                  <a:spcBef>
                    <a:spcPct val="20000"/>
                  </a:spcBef>
                  <a:buChar char="–"/>
                  <a:defRPr kumimoji="1" sz="2800">
                    <a:solidFill>
                      <a:schemeClr val="tx1"/>
                    </a:solidFill>
                    <a:latin typeface="굴림" pitchFamily="50" charset="-127"/>
                    <a:ea typeface="굴림" pitchFamily="50" charset="-127"/>
                  </a:defRPr>
                </a:lvl2pPr>
                <a:lvl3pPr marL="1143000" indent="-228600" defTabSz="854075" eaLnBrk="0" hangingPunct="0">
                  <a:spcBef>
                    <a:spcPct val="20000"/>
                  </a:spcBef>
                  <a:buChar char="•"/>
                  <a:defRPr kumimoji="1" sz="2400">
                    <a:solidFill>
                      <a:schemeClr val="tx1"/>
                    </a:solidFill>
                    <a:latin typeface="굴림" pitchFamily="50" charset="-127"/>
                    <a:ea typeface="굴림" pitchFamily="50" charset="-127"/>
                  </a:defRPr>
                </a:lvl3pPr>
                <a:lvl4pPr marL="1600200" indent="-228600" defTabSz="854075" eaLnBrk="0" hangingPunct="0">
                  <a:spcBef>
                    <a:spcPct val="20000"/>
                  </a:spcBef>
                  <a:buChar char="–"/>
                  <a:defRPr kumimoji="1" sz="2000">
                    <a:solidFill>
                      <a:schemeClr val="tx1"/>
                    </a:solidFill>
                    <a:latin typeface="굴림" pitchFamily="50" charset="-127"/>
                    <a:ea typeface="굴림" pitchFamily="50" charset="-127"/>
                  </a:defRPr>
                </a:lvl4pPr>
                <a:lvl5pPr marL="2057400" indent="-228600" defTabSz="854075" eaLnBrk="0" hangingPunct="0">
                  <a:spcBef>
                    <a:spcPct val="20000"/>
                  </a:spcBef>
                  <a:buChar char="»"/>
                  <a:defRPr kumimoji="1" sz="2000">
                    <a:solidFill>
                      <a:schemeClr val="tx1"/>
                    </a:solidFill>
                    <a:latin typeface="굴림" pitchFamily="50" charset="-127"/>
                    <a:ea typeface="굴림" pitchFamily="50" charset="-127"/>
                  </a:defRPr>
                </a:lvl5pPr>
                <a:lvl6pPr marL="25146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lnSpc>
                    <a:spcPct val="120000"/>
                  </a:lnSpc>
                  <a:spcBef>
                    <a:spcPct val="0"/>
                  </a:spcBef>
                  <a:buFontTx/>
                  <a:buNone/>
                </a:pPr>
                <a:r>
                  <a:rPr lang="en-US" altLang="ko-KR" sz="800">
                    <a:latin typeface="돋움" pitchFamily="50" charset="-127"/>
                    <a:ea typeface="돋움" pitchFamily="50" charset="-127"/>
                  </a:rPr>
                  <a:t>T0</a:t>
                </a:r>
              </a:p>
            </p:txBody>
          </p:sp>
          <p:sp>
            <p:nvSpPr>
              <p:cNvPr id="4132" name="Text Box 22"/>
              <p:cNvSpPr txBox="1">
                <a:spLocks noChangeArrowheads="1"/>
              </p:cNvSpPr>
              <p:nvPr/>
            </p:nvSpPr>
            <p:spPr bwMode="auto">
              <a:xfrm>
                <a:off x="3675063" y="6764338"/>
                <a:ext cx="384175"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854075" eaLnBrk="0" hangingPunct="0">
                  <a:spcBef>
                    <a:spcPct val="20000"/>
                  </a:spcBef>
                  <a:buChar char="•"/>
                  <a:defRPr kumimoji="1" sz="3200">
                    <a:solidFill>
                      <a:schemeClr val="tx1"/>
                    </a:solidFill>
                    <a:latin typeface="굴림" pitchFamily="50" charset="-127"/>
                    <a:ea typeface="굴림" pitchFamily="50" charset="-127"/>
                  </a:defRPr>
                </a:lvl1pPr>
                <a:lvl2pPr marL="742950" indent="-285750" defTabSz="854075" eaLnBrk="0" hangingPunct="0">
                  <a:spcBef>
                    <a:spcPct val="20000"/>
                  </a:spcBef>
                  <a:buChar char="–"/>
                  <a:defRPr kumimoji="1" sz="2800">
                    <a:solidFill>
                      <a:schemeClr val="tx1"/>
                    </a:solidFill>
                    <a:latin typeface="굴림" pitchFamily="50" charset="-127"/>
                    <a:ea typeface="굴림" pitchFamily="50" charset="-127"/>
                  </a:defRPr>
                </a:lvl2pPr>
                <a:lvl3pPr marL="1143000" indent="-228600" defTabSz="854075" eaLnBrk="0" hangingPunct="0">
                  <a:spcBef>
                    <a:spcPct val="20000"/>
                  </a:spcBef>
                  <a:buChar char="•"/>
                  <a:defRPr kumimoji="1" sz="2400">
                    <a:solidFill>
                      <a:schemeClr val="tx1"/>
                    </a:solidFill>
                    <a:latin typeface="굴림" pitchFamily="50" charset="-127"/>
                    <a:ea typeface="굴림" pitchFamily="50" charset="-127"/>
                  </a:defRPr>
                </a:lvl3pPr>
                <a:lvl4pPr marL="1600200" indent="-228600" defTabSz="854075" eaLnBrk="0" hangingPunct="0">
                  <a:spcBef>
                    <a:spcPct val="20000"/>
                  </a:spcBef>
                  <a:buChar char="–"/>
                  <a:defRPr kumimoji="1" sz="2000">
                    <a:solidFill>
                      <a:schemeClr val="tx1"/>
                    </a:solidFill>
                    <a:latin typeface="굴림" pitchFamily="50" charset="-127"/>
                    <a:ea typeface="굴림" pitchFamily="50" charset="-127"/>
                  </a:defRPr>
                </a:lvl4pPr>
                <a:lvl5pPr marL="2057400" indent="-228600" defTabSz="854075" eaLnBrk="0" hangingPunct="0">
                  <a:spcBef>
                    <a:spcPct val="20000"/>
                  </a:spcBef>
                  <a:buChar char="»"/>
                  <a:defRPr kumimoji="1" sz="2000">
                    <a:solidFill>
                      <a:schemeClr val="tx1"/>
                    </a:solidFill>
                    <a:latin typeface="굴림" pitchFamily="50" charset="-127"/>
                    <a:ea typeface="굴림" pitchFamily="50" charset="-127"/>
                  </a:defRPr>
                </a:lvl5pPr>
                <a:lvl6pPr marL="25146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lnSpc>
                    <a:spcPct val="120000"/>
                  </a:lnSpc>
                  <a:spcBef>
                    <a:spcPct val="0"/>
                  </a:spcBef>
                  <a:buFontTx/>
                  <a:buNone/>
                </a:pPr>
                <a:r>
                  <a:rPr lang="en-US" altLang="ko-KR" sz="800">
                    <a:latin typeface="돋움" pitchFamily="50" charset="-127"/>
                    <a:ea typeface="돋움" pitchFamily="50" charset="-127"/>
                  </a:rPr>
                  <a:t>Y30</a:t>
                </a:r>
              </a:p>
            </p:txBody>
          </p:sp>
          <p:sp>
            <p:nvSpPr>
              <p:cNvPr id="4133" name="Line 23"/>
              <p:cNvSpPr>
                <a:spLocks noChangeShapeType="1"/>
              </p:cNvSpPr>
              <p:nvPr/>
            </p:nvSpPr>
            <p:spPr bwMode="auto">
              <a:xfrm>
                <a:off x="4303713" y="6605588"/>
                <a:ext cx="608012" cy="0"/>
              </a:xfrm>
              <a:prstGeom prst="line">
                <a:avLst/>
              </a:prstGeom>
              <a:noFill/>
              <a:ln w="9525">
                <a:solidFill>
                  <a:srgbClr val="000000"/>
                </a:solidFill>
                <a:round/>
                <a:headEnd/>
                <a:tailEnd type="triangle" w="sm" len="sm"/>
              </a:ln>
              <a:extLst>
                <a:ext uri="{909E8E84-426E-40DD-AFC4-6F175D3DCCD1}">
                  <a14:hiddenFill xmlns:a14="http://schemas.microsoft.com/office/drawing/2010/main">
                    <a:noFill/>
                  </a14:hiddenFill>
                </a:ext>
              </a:extLst>
            </p:spPr>
            <p:txBody>
              <a:bodyPr/>
              <a:lstStyle/>
              <a:p>
                <a:endParaRPr lang="ko-KR" altLang="en-US"/>
              </a:p>
            </p:txBody>
          </p:sp>
          <p:sp>
            <p:nvSpPr>
              <p:cNvPr id="4134" name="Text Box 24"/>
              <p:cNvSpPr txBox="1">
                <a:spLocks noChangeArrowheads="1"/>
              </p:cNvSpPr>
              <p:nvPr/>
            </p:nvSpPr>
            <p:spPr bwMode="auto">
              <a:xfrm>
                <a:off x="4430713" y="6423025"/>
                <a:ext cx="1173162" cy="28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854075" eaLnBrk="0" hangingPunct="0">
                  <a:spcBef>
                    <a:spcPct val="20000"/>
                  </a:spcBef>
                  <a:buChar char="•"/>
                  <a:defRPr kumimoji="1" sz="3200">
                    <a:solidFill>
                      <a:schemeClr val="tx1"/>
                    </a:solidFill>
                    <a:latin typeface="굴림" pitchFamily="50" charset="-127"/>
                    <a:ea typeface="굴림" pitchFamily="50" charset="-127"/>
                  </a:defRPr>
                </a:lvl1pPr>
                <a:lvl2pPr marL="742950" indent="-285750" defTabSz="854075" eaLnBrk="0" hangingPunct="0">
                  <a:spcBef>
                    <a:spcPct val="20000"/>
                  </a:spcBef>
                  <a:buChar char="–"/>
                  <a:defRPr kumimoji="1" sz="2800">
                    <a:solidFill>
                      <a:schemeClr val="tx1"/>
                    </a:solidFill>
                    <a:latin typeface="굴림" pitchFamily="50" charset="-127"/>
                    <a:ea typeface="굴림" pitchFamily="50" charset="-127"/>
                  </a:defRPr>
                </a:lvl2pPr>
                <a:lvl3pPr marL="1143000" indent="-228600" defTabSz="854075" eaLnBrk="0" hangingPunct="0">
                  <a:spcBef>
                    <a:spcPct val="20000"/>
                  </a:spcBef>
                  <a:buChar char="•"/>
                  <a:defRPr kumimoji="1" sz="2400">
                    <a:solidFill>
                      <a:schemeClr val="tx1"/>
                    </a:solidFill>
                    <a:latin typeface="굴림" pitchFamily="50" charset="-127"/>
                    <a:ea typeface="굴림" pitchFamily="50" charset="-127"/>
                  </a:defRPr>
                </a:lvl3pPr>
                <a:lvl4pPr marL="1600200" indent="-228600" defTabSz="854075" eaLnBrk="0" hangingPunct="0">
                  <a:spcBef>
                    <a:spcPct val="20000"/>
                  </a:spcBef>
                  <a:buChar char="–"/>
                  <a:defRPr kumimoji="1" sz="2000">
                    <a:solidFill>
                      <a:schemeClr val="tx1"/>
                    </a:solidFill>
                    <a:latin typeface="굴림" pitchFamily="50" charset="-127"/>
                    <a:ea typeface="굴림" pitchFamily="50" charset="-127"/>
                  </a:defRPr>
                </a:lvl4pPr>
                <a:lvl5pPr marL="2057400" indent="-228600" defTabSz="854075" eaLnBrk="0" hangingPunct="0">
                  <a:spcBef>
                    <a:spcPct val="20000"/>
                  </a:spcBef>
                  <a:buChar char="»"/>
                  <a:defRPr kumimoji="1" sz="2000">
                    <a:solidFill>
                      <a:schemeClr val="tx1"/>
                    </a:solidFill>
                    <a:latin typeface="굴림" pitchFamily="50" charset="-127"/>
                    <a:ea typeface="굴림" pitchFamily="50" charset="-127"/>
                  </a:defRPr>
                </a:lvl5pPr>
                <a:lvl6pPr marL="25146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lnSpc>
                    <a:spcPct val="120000"/>
                  </a:lnSpc>
                  <a:spcBef>
                    <a:spcPct val="0"/>
                  </a:spcBef>
                  <a:buFontTx/>
                  <a:buNone/>
                </a:pPr>
                <a:r>
                  <a:rPr lang="en-US" altLang="ko-KR" sz="800" smtClean="0">
                    <a:latin typeface="돋움" pitchFamily="50" charset="-127"/>
                    <a:ea typeface="돋움" pitchFamily="50" charset="-127"/>
                  </a:rPr>
                  <a:t>5s</a:t>
                </a:r>
                <a:endParaRPr lang="ko-KR" altLang="en-US" sz="800">
                  <a:latin typeface="돋움" pitchFamily="50" charset="-127"/>
                  <a:ea typeface="돋움" pitchFamily="50" charset="-127"/>
                </a:endParaRPr>
              </a:p>
            </p:txBody>
          </p:sp>
          <p:sp>
            <p:nvSpPr>
              <p:cNvPr id="4135" name="Line 25"/>
              <p:cNvSpPr>
                <a:spLocks noChangeShapeType="1"/>
              </p:cNvSpPr>
              <p:nvPr/>
            </p:nvSpPr>
            <p:spPr bwMode="auto">
              <a:xfrm>
                <a:off x="4000500" y="6684963"/>
                <a:ext cx="22764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4136" name="Rectangle 26"/>
              <p:cNvSpPr>
                <a:spLocks noChangeArrowheads="1"/>
              </p:cNvSpPr>
              <p:nvPr/>
            </p:nvSpPr>
            <p:spPr bwMode="auto">
              <a:xfrm>
                <a:off x="3621088" y="6210300"/>
                <a:ext cx="2808287" cy="8699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defTabSz="854075" eaLnBrk="0" hangingPunct="0">
                  <a:spcBef>
                    <a:spcPct val="20000"/>
                  </a:spcBef>
                  <a:buChar char="•"/>
                  <a:defRPr kumimoji="1" sz="3200">
                    <a:solidFill>
                      <a:schemeClr val="tx1"/>
                    </a:solidFill>
                    <a:latin typeface="굴림" pitchFamily="50" charset="-127"/>
                    <a:ea typeface="굴림" pitchFamily="50" charset="-127"/>
                  </a:defRPr>
                </a:lvl1pPr>
                <a:lvl2pPr marL="742950" indent="-285750" defTabSz="854075" eaLnBrk="0" hangingPunct="0">
                  <a:spcBef>
                    <a:spcPct val="20000"/>
                  </a:spcBef>
                  <a:buChar char="–"/>
                  <a:defRPr kumimoji="1" sz="2800">
                    <a:solidFill>
                      <a:schemeClr val="tx1"/>
                    </a:solidFill>
                    <a:latin typeface="굴림" pitchFamily="50" charset="-127"/>
                    <a:ea typeface="굴림" pitchFamily="50" charset="-127"/>
                  </a:defRPr>
                </a:lvl2pPr>
                <a:lvl3pPr marL="1143000" indent="-228600" defTabSz="854075" eaLnBrk="0" hangingPunct="0">
                  <a:spcBef>
                    <a:spcPct val="20000"/>
                  </a:spcBef>
                  <a:buChar char="•"/>
                  <a:defRPr kumimoji="1" sz="2400">
                    <a:solidFill>
                      <a:schemeClr val="tx1"/>
                    </a:solidFill>
                    <a:latin typeface="굴림" pitchFamily="50" charset="-127"/>
                    <a:ea typeface="굴림" pitchFamily="50" charset="-127"/>
                  </a:defRPr>
                </a:lvl3pPr>
                <a:lvl4pPr marL="1600200" indent="-228600" defTabSz="854075" eaLnBrk="0" hangingPunct="0">
                  <a:spcBef>
                    <a:spcPct val="20000"/>
                  </a:spcBef>
                  <a:buChar char="–"/>
                  <a:defRPr kumimoji="1" sz="2000">
                    <a:solidFill>
                      <a:schemeClr val="tx1"/>
                    </a:solidFill>
                    <a:latin typeface="굴림" pitchFamily="50" charset="-127"/>
                    <a:ea typeface="굴림" pitchFamily="50" charset="-127"/>
                  </a:defRPr>
                </a:lvl4pPr>
                <a:lvl5pPr marL="2057400" indent="-228600" defTabSz="854075" eaLnBrk="0" hangingPunct="0">
                  <a:spcBef>
                    <a:spcPct val="20000"/>
                  </a:spcBef>
                  <a:buChar char="»"/>
                  <a:defRPr kumimoji="1" sz="2000">
                    <a:solidFill>
                      <a:schemeClr val="tx1"/>
                    </a:solidFill>
                    <a:latin typeface="굴림" pitchFamily="50" charset="-127"/>
                    <a:ea typeface="굴림" pitchFamily="50" charset="-127"/>
                  </a:defRPr>
                </a:lvl5pPr>
                <a:lvl6pPr marL="25146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defTabSz="854075"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lnSpc>
                    <a:spcPct val="120000"/>
                  </a:lnSpc>
                  <a:spcBef>
                    <a:spcPct val="0"/>
                  </a:spcBef>
                  <a:buFontTx/>
                  <a:buNone/>
                </a:pPr>
                <a:endParaRPr lang="ko-KR" altLang="ko-KR" sz="800">
                  <a:latin typeface="돋움" pitchFamily="50" charset="-127"/>
                  <a:ea typeface="돋움" pitchFamily="50" charset="-127"/>
                </a:endParaRPr>
              </a:p>
            </p:txBody>
          </p:sp>
        </p:grpSp>
        <p:grpSp>
          <p:nvGrpSpPr>
            <p:cNvPr id="4108" name="Group 2"/>
            <p:cNvGrpSpPr>
              <a:grpSpLocks/>
            </p:cNvGrpSpPr>
            <p:nvPr/>
          </p:nvGrpSpPr>
          <p:grpSpPr bwMode="auto">
            <a:xfrm>
              <a:off x="3467100" y="7472114"/>
              <a:ext cx="3076575" cy="1657350"/>
              <a:chOff x="3467100" y="7400106"/>
              <a:chExt cx="3076575" cy="1657350"/>
            </a:xfrm>
          </p:grpSpPr>
          <p:grpSp>
            <p:nvGrpSpPr>
              <p:cNvPr id="4109" name="Group 681"/>
              <p:cNvGrpSpPr>
                <a:grpSpLocks/>
              </p:cNvGrpSpPr>
              <p:nvPr/>
            </p:nvGrpSpPr>
            <p:grpSpPr bwMode="auto">
              <a:xfrm>
                <a:off x="3716338" y="7400106"/>
                <a:ext cx="1246187" cy="647700"/>
                <a:chOff x="-349" y="1811"/>
                <a:chExt cx="1466" cy="719"/>
              </a:xfrm>
            </p:grpSpPr>
            <p:pic>
              <p:nvPicPr>
                <p:cNvPr id="4123" name="Picture 679"/>
                <p:cNvPicPr>
                  <a:picLocks noChangeAspect="1" noChangeArrowheads="1"/>
                </p:cNvPicPr>
                <p:nvPr/>
              </p:nvPicPr>
              <p:blipFill>
                <a:blip r:embed="rId5">
                  <a:extLst>
                    <a:ext uri="{28A0092B-C50C-407E-A947-70E740481C1C}">
                      <a14:useLocalDpi xmlns:a14="http://schemas.microsoft.com/office/drawing/2010/main" val="0"/>
                    </a:ext>
                  </a:extLst>
                </a:blip>
                <a:srcRect l="84250" b="77261"/>
                <a:stretch>
                  <a:fillRect/>
                </a:stretch>
              </p:blipFill>
              <p:spPr bwMode="auto">
                <a:xfrm>
                  <a:off x="241" y="1811"/>
                  <a:ext cx="876" cy="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24" name="Picture 680"/>
                <p:cNvPicPr>
                  <a:picLocks noChangeAspect="1" noChangeArrowheads="1"/>
                </p:cNvPicPr>
                <p:nvPr/>
              </p:nvPicPr>
              <p:blipFill>
                <a:blip r:embed="rId5">
                  <a:extLst>
                    <a:ext uri="{28A0092B-C50C-407E-A947-70E740481C1C}">
                      <a14:useLocalDpi xmlns:a14="http://schemas.microsoft.com/office/drawing/2010/main" val="0"/>
                    </a:ext>
                  </a:extLst>
                </a:blip>
                <a:srcRect r="85886" b="77261"/>
                <a:stretch>
                  <a:fillRect/>
                </a:stretch>
              </p:blipFill>
              <p:spPr bwMode="auto">
                <a:xfrm>
                  <a:off x="-349" y="1811"/>
                  <a:ext cx="785" cy="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110" name="Group 685"/>
              <p:cNvGrpSpPr>
                <a:grpSpLocks/>
              </p:cNvGrpSpPr>
              <p:nvPr/>
            </p:nvGrpSpPr>
            <p:grpSpPr bwMode="auto">
              <a:xfrm>
                <a:off x="5262563" y="7400106"/>
                <a:ext cx="1266825" cy="625475"/>
                <a:chOff x="3294" y="4934"/>
                <a:chExt cx="738" cy="363"/>
              </a:xfrm>
            </p:grpSpPr>
            <p:pic>
              <p:nvPicPr>
                <p:cNvPr id="4121" name="Picture 682"/>
                <p:cNvPicPr>
                  <a:picLocks noChangeAspect="1" noChangeArrowheads="1"/>
                </p:cNvPicPr>
                <p:nvPr/>
              </p:nvPicPr>
              <p:blipFill>
                <a:blip r:embed="rId5">
                  <a:extLst>
                    <a:ext uri="{28A0092B-C50C-407E-A947-70E740481C1C}">
                      <a14:useLocalDpi xmlns:a14="http://schemas.microsoft.com/office/drawing/2010/main" val="0"/>
                    </a:ext>
                  </a:extLst>
                </a:blip>
                <a:srcRect l="81805" t="25616" b="51424"/>
                <a:stretch>
                  <a:fillRect/>
                </a:stretch>
              </p:blipFill>
              <p:spPr bwMode="auto">
                <a:xfrm>
                  <a:off x="3535" y="4934"/>
                  <a:ext cx="497"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22" name="Picture 683"/>
                <p:cNvPicPr>
                  <a:picLocks noChangeAspect="1" noChangeArrowheads="1"/>
                </p:cNvPicPr>
                <p:nvPr/>
              </p:nvPicPr>
              <p:blipFill>
                <a:blip r:embed="rId5">
                  <a:extLst>
                    <a:ext uri="{28A0092B-C50C-407E-A947-70E740481C1C}">
                      <a14:useLocalDpi xmlns:a14="http://schemas.microsoft.com/office/drawing/2010/main" val="0"/>
                    </a:ext>
                  </a:extLst>
                </a:blip>
                <a:srcRect t="25616" r="85886" b="51424"/>
                <a:stretch>
                  <a:fillRect/>
                </a:stretch>
              </p:blipFill>
              <p:spPr bwMode="auto">
                <a:xfrm>
                  <a:off x="3294" y="4934"/>
                  <a:ext cx="386"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111" name="Group 690"/>
              <p:cNvGrpSpPr>
                <a:grpSpLocks/>
              </p:cNvGrpSpPr>
              <p:nvPr/>
            </p:nvGrpSpPr>
            <p:grpSpPr bwMode="auto">
              <a:xfrm>
                <a:off x="5254625" y="8409756"/>
                <a:ext cx="1289050" cy="638175"/>
                <a:chOff x="-485" y="4118"/>
                <a:chExt cx="1479" cy="719"/>
              </a:xfrm>
            </p:grpSpPr>
            <p:pic>
              <p:nvPicPr>
                <p:cNvPr id="4119" name="Picture 678"/>
                <p:cNvPicPr>
                  <a:picLocks noChangeAspect="1" noChangeArrowheads="1"/>
                </p:cNvPicPr>
                <p:nvPr/>
              </p:nvPicPr>
              <p:blipFill>
                <a:blip r:embed="rId6">
                  <a:extLst>
                    <a:ext uri="{28A0092B-C50C-407E-A947-70E740481C1C}">
                      <a14:useLocalDpi xmlns:a14="http://schemas.microsoft.com/office/drawing/2010/main" val="0"/>
                    </a:ext>
                  </a:extLst>
                </a:blip>
                <a:srcRect l="80997" t="77261"/>
                <a:stretch>
                  <a:fillRect/>
                </a:stretch>
              </p:blipFill>
              <p:spPr bwMode="auto">
                <a:xfrm>
                  <a:off x="-63" y="4118"/>
                  <a:ext cx="1057" cy="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20" name="Picture 689"/>
                <p:cNvPicPr>
                  <a:picLocks noChangeAspect="1" noChangeArrowheads="1"/>
                </p:cNvPicPr>
                <p:nvPr/>
              </p:nvPicPr>
              <p:blipFill>
                <a:blip r:embed="rId5">
                  <a:extLst>
                    <a:ext uri="{28A0092B-C50C-407E-A947-70E740481C1C}">
                      <a14:useLocalDpi xmlns:a14="http://schemas.microsoft.com/office/drawing/2010/main" val="0"/>
                    </a:ext>
                  </a:extLst>
                </a:blip>
                <a:srcRect t="77261" r="87505"/>
                <a:stretch>
                  <a:fillRect/>
                </a:stretch>
              </p:blipFill>
              <p:spPr bwMode="auto">
                <a:xfrm>
                  <a:off x="-485" y="4118"/>
                  <a:ext cx="695" cy="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112" name="Text Box 691"/>
              <p:cNvSpPr txBox="1">
                <a:spLocks noChangeArrowheads="1"/>
              </p:cNvSpPr>
              <p:nvPr/>
            </p:nvSpPr>
            <p:spPr bwMode="auto">
              <a:xfrm>
                <a:off x="3467100" y="7450906"/>
                <a:ext cx="2984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900">
                    <a:latin typeface="돋움" pitchFamily="50" charset="-127"/>
                    <a:ea typeface="돋움" pitchFamily="50" charset="-127"/>
                  </a:rPr>
                  <a:t>①</a:t>
                </a:r>
              </a:p>
            </p:txBody>
          </p:sp>
          <p:sp>
            <p:nvSpPr>
              <p:cNvPr id="4113" name="Text Box 692"/>
              <p:cNvSpPr txBox="1">
                <a:spLocks noChangeArrowheads="1"/>
              </p:cNvSpPr>
              <p:nvPr/>
            </p:nvSpPr>
            <p:spPr bwMode="auto">
              <a:xfrm>
                <a:off x="4999038" y="7450906"/>
                <a:ext cx="2984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900">
                    <a:latin typeface="돋움" pitchFamily="50" charset="-127"/>
                    <a:ea typeface="돋움" pitchFamily="50" charset="-127"/>
                  </a:rPr>
                  <a:t>②</a:t>
                </a:r>
              </a:p>
            </p:txBody>
          </p:sp>
          <p:sp>
            <p:nvSpPr>
              <p:cNvPr id="4114" name="Text Box 693"/>
              <p:cNvSpPr txBox="1">
                <a:spLocks noChangeArrowheads="1"/>
              </p:cNvSpPr>
              <p:nvPr/>
            </p:nvSpPr>
            <p:spPr bwMode="auto">
              <a:xfrm>
                <a:off x="3467100" y="8470081"/>
                <a:ext cx="2984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900">
                    <a:latin typeface="돋움" pitchFamily="50" charset="-127"/>
                    <a:ea typeface="돋움" pitchFamily="50" charset="-127"/>
                  </a:rPr>
                  <a:t>③</a:t>
                </a:r>
              </a:p>
            </p:txBody>
          </p:sp>
          <p:sp>
            <p:nvSpPr>
              <p:cNvPr id="4115" name="Text Box 694"/>
              <p:cNvSpPr txBox="1">
                <a:spLocks noChangeArrowheads="1"/>
              </p:cNvSpPr>
              <p:nvPr/>
            </p:nvSpPr>
            <p:spPr bwMode="auto">
              <a:xfrm>
                <a:off x="4999038" y="8470081"/>
                <a:ext cx="2984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900">
                    <a:latin typeface="돋움" pitchFamily="50" charset="-127"/>
                    <a:ea typeface="돋움" pitchFamily="50" charset="-127"/>
                  </a:rPr>
                  <a:t>④</a:t>
                </a:r>
              </a:p>
            </p:txBody>
          </p:sp>
          <p:grpSp>
            <p:nvGrpSpPr>
              <p:cNvPr id="4116" name="Group 701"/>
              <p:cNvGrpSpPr>
                <a:grpSpLocks/>
              </p:cNvGrpSpPr>
              <p:nvPr/>
            </p:nvGrpSpPr>
            <p:grpSpPr bwMode="auto">
              <a:xfrm>
                <a:off x="3716338" y="8336731"/>
                <a:ext cx="1255712" cy="720725"/>
                <a:chOff x="-485" y="2866"/>
                <a:chExt cx="1466" cy="777"/>
              </a:xfrm>
            </p:grpSpPr>
            <p:pic>
              <p:nvPicPr>
                <p:cNvPr id="4117" name="Picture 698"/>
                <p:cNvPicPr>
                  <a:picLocks noChangeAspect="1" noChangeArrowheads="1"/>
                </p:cNvPicPr>
                <p:nvPr/>
              </p:nvPicPr>
              <p:blipFill>
                <a:blip r:embed="rId7">
                  <a:extLst>
                    <a:ext uri="{28A0092B-C50C-407E-A947-70E740481C1C}">
                      <a14:useLocalDpi xmlns:a14="http://schemas.microsoft.com/office/drawing/2010/main" val="0"/>
                    </a:ext>
                  </a:extLst>
                </a:blip>
                <a:srcRect l="83441"/>
                <a:stretch>
                  <a:fillRect/>
                </a:stretch>
              </p:blipFill>
              <p:spPr bwMode="auto">
                <a:xfrm>
                  <a:off x="60" y="2866"/>
                  <a:ext cx="921" cy="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8" name="Picture 700"/>
                <p:cNvPicPr>
                  <a:picLocks noChangeAspect="1" noChangeArrowheads="1"/>
                </p:cNvPicPr>
                <p:nvPr/>
              </p:nvPicPr>
              <p:blipFill>
                <a:blip r:embed="rId8">
                  <a:extLst>
                    <a:ext uri="{28A0092B-C50C-407E-A947-70E740481C1C}">
                      <a14:useLocalDpi xmlns:a14="http://schemas.microsoft.com/office/drawing/2010/main" val="0"/>
                    </a:ext>
                  </a:extLst>
                </a:blip>
                <a:srcRect r="88332"/>
                <a:stretch>
                  <a:fillRect/>
                </a:stretch>
              </p:blipFill>
              <p:spPr bwMode="auto">
                <a:xfrm>
                  <a:off x="-485" y="2869"/>
                  <a:ext cx="649" cy="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Line 6"/>
          <p:cNvSpPr>
            <a:spLocks noChangeShapeType="1"/>
          </p:cNvSpPr>
          <p:nvPr/>
        </p:nvSpPr>
        <p:spPr bwMode="auto">
          <a:xfrm>
            <a:off x="279400" y="609600"/>
            <a:ext cx="6324600" cy="0"/>
          </a:xfrm>
          <a:prstGeom prst="line">
            <a:avLst/>
          </a:prstGeom>
          <a:noFill/>
          <a:ln w="57150" cmpd="thinThick">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83" name="Text Box 6"/>
          <p:cNvSpPr txBox="1">
            <a:spLocks noChangeArrowheads="1"/>
          </p:cNvSpPr>
          <p:nvPr/>
        </p:nvSpPr>
        <p:spPr bwMode="auto">
          <a:xfrm>
            <a:off x="123825" y="228600"/>
            <a:ext cx="636588" cy="338138"/>
          </a:xfrm>
          <a:prstGeom prst="rect">
            <a:avLst/>
          </a:prstGeom>
          <a:noFill/>
          <a:ln w="9525">
            <a:noFill/>
            <a:miter lim="800000"/>
            <a:headEnd/>
            <a:tailEnd/>
          </a:ln>
          <a:effectLst/>
        </p:spPr>
        <p:txBody>
          <a:bodyPr wrap="none">
            <a:spAutoFit/>
          </a:bodyPr>
          <a:lstStyle/>
          <a:p>
            <a:pPr>
              <a:defRPr/>
            </a:pPr>
            <a:r>
              <a:rPr lang="en-US" altLang="ko-KR" sz="1600" b="1" dirty="0">
                <a:effectLst>
                  <a:outerShdw blurRad="38100" dist="38100" dir="2700000" algn="tl">
                    <a:srgbClr val="C0C0C0"/>
                  </a:outerShdw>
                </a:effectLst>
              </a:rPr>
              <a:t> PLC</a:t>
            </a:r>
            <a:endParaRPr lang="ko-KR" altLang="en-US" sz="1600" b="1" dirty="0">
              <a:effectLst>
                <a:outerShdw blurRad="38100" dist="38100" dir="2700000" algn="tl">
                  <a:srgbClr val="C0C0C0"/>
                </a:outerShdw>
              </a:effectLst>
            </a:endParaRPr>
          </a:p>
        </p:txBody>
      </p:sp>
      <p:sp>
        <p:nvSpPr>
          <p:cNvPr id="6148" name="Rectangle 3"/>
          <p:cNvSpPr>
            <a:spLocks noChangeArrowheads="1"/>
          </p:cNvSpPr>
          <p:nvPr/>
        </p:nvSpPr>
        <p:spPr bwMode="auto">
          <a:xfrm>
            <a:off x="304800" y="776288"/>
            <a:ext cx="3124200" cy="89011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Ins="0"/>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vi-VN" altLang="ko-KR" sz="900">
                <a:latin typeface="Times New Roman" pitchFamily="18" charset="0"/>
                <a:ea typeface="돋움" pitchFamily="50" charset="-127"/>
                <a:cs typeface="Times New Roman" pitchFamily="18" charset="0"/>
              </a:rPr>
              <a:t>32. Nhìn vào chương trình và biểu đồ dưới </a:t>
            </a:r>
            <a:r>
              <a:rPr lang="vi-VN" altLang="ko-KR" sz="900" smtClean="0">
                <a:latin typeface="Times New Roman" pitchFamily="18" charset="0"/>
                <a:ea typeface="돋움" pitchFamily="50" charset="-127"/>
                <a:cs typeface="Times New Roman" pitchFamily="18" charset="0"/>
              </a:rPr>
              <a:t>đây</a:t>
            </a:r>
            <a:r>
              <a:rPr lang="en-US" altLang="ko-KR" sz="900" smtClean="0">
                <a:latin typeface="Times New Roman" pitchFamily="18" charset="0"/>
                <a:ea typeface="돋움" pitchFamily="50" charset="-127"/>
                <a:cs typeface="Times New Roman" pitchFamily="18" charset="0"/>
              </a:rPr>
              <a:t>. Chọn những thời điểm mà C0 On</a:t>
            </a:r>
            <a:r>
              <a:rPr lang="vi-VN" altLang="ko-KR" sz="900" smtClean="0">
                <a:latin typeface="Times New Roman" pitchFamily="18" charset="0"/>
                <a:ea typeface="돋움" pitchFamily="50" charset="-127"/>
                <a:cs typeface="Times New Roman" pitchFamily="18" charset="0"/>
              </a:rPr>
              <a:t>.</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① ⓓ      ② ⓑ, ⓒ     ③ ⓑ, ⓓ      ④ ⓒ, ⓓ</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33. Đây là mô tả về các lệnh MC / MCR. Cái nào là </a:t>
            </a: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đúng?</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① Trong trường hợp MC / MCR ON → OFF, lệnh OUT</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là OFF.</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② Trong trường hợp MC / MCR ON → OFF, lệnh SET</a:t>
            </a: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sẽ trở thành RST.</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③ 100ms, 10ms, bộ hẹn giờ tích hợp được đặt thành</a:t>
            </a: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“0”</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④ Nếu bạn sử dụng MC ~ MCR, bạn có thể tiết kiệm</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thời gian quét.</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34. Sau đây là giải thích </a:t>
            </a:r>
            <a:r>
              <a:rPr lang="vi-VN" altLang="ko-KR" sz="900" smtClean="0">
                <a:latin typeface="Times New Roman" pitchFamily="18" charset="0"/>
                <a:ea typeface="돋움" pitchFamily="50" charset="-127"/>
                <a:cs typeface="Times New Roman" pitchFamily="18" charset="0"/>
              </a:rPr>
              <a:t>về</a:t>
            </a:r>
            <a:r>
              <a:rPr lang="en-US" altLang="ko-KR" sz="900" smtClean="0">
                <a:latin typeface="Times New Roman" pitchFamily="18" charset="0"/>
                <a:ea typeface="돋움" pitchFamily="50" charset="-127"/>
                <a:cs typeface="Times New Roman" pitchFamily="18" charset="0"/>
              </a:rPr>
              <a:t> Latch Clear.</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“Clear </a:t>
            </a:r>
            <a:r>
              <a:rPr lang="vi-VN" altLang="ko-KR" sz="900" smtClean="0">
                <a:latin typeface="Times New Roman" pitchFamily="18" charset="0"/>
                <a:ea typeface="돋움" pitchFamily="50" charset="-127"/>
                <a:cs typeface="Times New Roman" pitchFamily="18" charset="0"/>
              </a:rPr>
              <a:t>(</a:t>
            </a:r>
            <a:r>
              <a:rPr lang="en-US" altLang="ko-KR" sz="900" smtClean="0">
                <a:latin typeface="Times New Roman" pitchFamily="18" charset="0"/>
                <a:ea typeface="돋움" pitchFamily="50" charset="-127"/>
                <a:cs typeface="Times New Roman" pitchFamily="18" charset="0"/>
              </a:rPr>
              <a:t>…</a:t>
            </a:r>
            <a:r>
              <a:rPr lang="vi-VN" altLang="ko-KR" sz="900" smtClean="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được thiết lập bởi </a:t>
            </a:r>
            <a:r>
              <a:rPr lang="en-US" altLang="ko-KR" sz="900" smtClean="0">
                <a:latin typeface="Times New Roman" pitchFamily="18" charset="0"/>
                <a:ea typeface="돋움" pitchFamily="50" charset="-127"/>
                <a:cs typeface="Times New Roman" pitchFamily="18" charset="0"/>
              </a:rPr>
              <a:t>Latch</a:t>
            </a:r>
            <a:r>
              <a:rPr lang="vi-VN" altLang="ko-KR" sz="900" smtClean="0">
                <a:latin typeface="Times New Roman" pitchFamily="18" charset="0"/>
                <a:ea typeface="돋움" pitchFamily="50" charset="-127"/>
                <a:cs typeface="Times New Roman" pitchFamily="18" charset="0"/>
              </a:rPr>
              <a:t>.”</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smtClean="0">
                <a:latin typeface="Times New Roman" pitchFamily="18" charset="0"/>
                <a:ea typeface="돋움" pitchFamily="50" charset="-127"/>
                <a:cs typeface="Times New Roman" pitchFamily="18" charset="0"/>
              </a:rPr>
              <a:t> Chọn đáp án điền vào thích hợp.</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① </a:t>
            </a:r>
            <a:r>
              <a:rPr lang="en-US" altLang="ko-KR" sz="900" smtClean="0">
                <a:latin typeface="Times New Roman" pitchFamily="18" charset="0"/>
                <a:ea typeface="돋움" pitchFamily="50" charset="-127"/>
                <a:cs typeface="Times New Roman" pitchFamily="18" charset="0"/>
              </a:rPr>
              <a:t>Memory Card</a:t>
            </a: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② </a:t>
            </a:r>
            <a:r>
              <a:rPr lang="en-US" altLang="ko-KR" sz="900" smtClean="0">
                <a:latin typeface="Times New Roman" pitchFamily="18" charset="0"/>
                <a:ea typeface="돋움" pitchFamily="50" charset="-127"/>
                <a:cs typeface="Times New Roman" pitchFamily="18" charset="0"/>
              </a:rPr>
              <a:t>Program Memory</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③ </a:t>
            </a:r>
            <a:r>
              <a:rPr lang="en-US" altLang="ko-KR" sz="900" smtClean="0">
                <a:latin typeface="Times New Roman" pitchFamily="18" charset="0"/>
                <a:ea typeface="돋움" pitchFamily="50" charset="-127"/>
                <a:cs typeface="Times New Roman" pitchFamily="18" charset="0"/>
              </a:rPr>
              <a:t>Device Memory</a:t>
            </a: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④ </a:t>
            </a:r>
            <a:r>
              <a:rPr lang="en-US" altLang="ko-KR" sz="900" smtClean="0">
                <a:latin typeface="Times New Roman" pitchFamily="18" charset="0"/>
                <a:ea typeface="돋움" pitchFamily="50" charset="-127"/>
                <a:cs typeface="Times New Roman" pitchFamily="18" charset="0"/>
              </a:rPr>
              <a:t>Format Program &amp;</a:t>
            </a:r>
            <a:r>
              <a:rPr lang="vi-VN" altLang="ko-KR" sz="900" smtClean="0">
                <a:latin typeface="Times New Roman" pitchFamily="18" charset="0"/>
                <a:ea typeface="돋움" pitchFamily="50" charset="-127"/>
                <a:cs typeface="Times New Roman" pitchFamily="18" charset="0"/>
              </a:rPr>
              <a:t> </a:t>
            </a:r>
            <a:r>
              <a:rPr lang="en-US" altLang="ko-KR" sz="900" smtClean="0">
                <a:latin typeface="Times New Roman" pitchFamily="18" charset="0"/>
                <a:ea typeface="돋움" pitchFamily="50" charset="-127"/>
                <a:cs typeface="Times New Roman" pitchFamily="18" charset="0"/>
              </a:rPr>
              <a:t>Memory Card</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35. Trong mạch </a:t>
            </a:r>
            <a:r>
              <a:rPr lang="en-US" altLang="ko-KR" sz="900" smtClean="0">
                <a:latin typeface="Times New Roman" pitchFamily="18" charset="0"/>
                <a:ea typeface="돋움" pitchFamily="50" charset="-127"/>
                <a:cs typeface="Times New Roman" pitchFamily="18" charset="0"/>
              </a:rPr>
              <a:t>Ladder phía dưới, </a:t>
            </a:r>
            <a:r>
              <a:rPr lang="en-US" altLang="ko-KR" sz="900">
                <a:latin typeface="Times New Roman" pitchFamily="18" charset="0"/>
                <a:ea typeface="돋움" pitchFamily="50" charset="-127"/>
                <a:cs typeface="Times New Roman" pitchFamily="18" charset="0"/>
              </a:rPr>
              <a:t>bật X0 trong 2 giây.</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Giá trị của D20 là bao nhiêu?</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① 0    ② 10    ③ 20    ④ 30</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36. Chương trình tiếp theo K1 được truyền tới M bao </a:t>
            </a:r>
            <a:r>
              <a:rPr lang="vi-VN" altLang="ko-KR" sz="900" smtClean="0">
                <a:latin typeface="Times New Roman" pitchFamily="18" charset="0"/>
                <a:ea typeface="돋움" pitchFamily="50" charset="-127"/>
                <a:cs typeface="Times New Roman" pitchFamily="18" charset="0"/>
              </a:rPr>
              <a:t>nhiêu?</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smtClean="0">
                <a:latin typeface="Times New Roman" panose="02020603050405020304" pitchFamily="18" charset="0"/>
                <a:ea typeface="돋움" pitchFamily="50" charset="-127"/>
                <a:cs typeface="Times New Roman" panose="02020603050405020304" pitchFamily="18" charset="0"/>
              </a:rPr>
              <a:t>① M9      ② M10        ③ M120        ④ M119</a:t>
            </a:r>
            <a:endParaRPr lang="en-US" altLang="ko-KR" sz="900">
              <a:latin typeface="Times New Roman" panose="02020603050405020304" pitchFamily="18" charset="0"/>
              <a:ea typeface="돋움" pitchFamily="50" charset="-127"/>
              <a:cs typeface="Times New Roman" panose="02020603050405020304" pitchFamily="18" charset="0"/>
            </a:endParaRPr>
          </a:p>
        </p:txBody>
      </p:sp>
      <p:sp>
        <p:nvSpPr>
          <p:cNvPr id="6149" name="Rectangle 4"/>
          <p:cNvSpPr>
            <a:spLocks noChangeArrowheads="1"/>
          </p:cNvSpPr>
          <p:nvPr/>
        </p:nvSpPr>
        <p:spPr bwMode="auto">
          <a:xfrm>
            <a:off x="3429000" y="776288"/>
            <a:ext cx="3124200" cy="89011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900">
                <a:latin typeface="Times New Roman" pitchFamily="18" charset="0"/>
                <a:ea typeface="돋움" pitchFamily="50" charset="-127"/>
                <a:cs typeface="Times New Roman" pitchFamily="18" charset="0"/>
              </a:rPr>
              <a:t>37. Điều gì sai với mô tả của SM400?</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① </a:t>
            </a:r>
            <a:r>
              <a:rPr lang="en-US" altLang="ko-KR" sz="900" smtClean="0">
                <a:latin typeface="Times New Roman" pitchFamily="18" charset="0"/>
                <a:ea typeface="돋움" pitchFamily="50" charset="-127"/>
                <a:cs typeface="Times New Roman" pitchFamily="18" charset="0"/>
              </a:rPr>
              <a:t>Là tiếp điểm luôn Bật</a:t>
            </a: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② </a:t>
            </a:r>
            <a:r>
              <a:rPr lang="en-US" altLang="ko-KR" sz="900" smtClean="0">
                <a:latin typeface="Times New Roman" pitchFamily="18" charset="0"/>
                <a:ea typeface="돋움" pitchFamily="50" charset="-127"/>
                <a:cs typeface="Times New Roman" pitchFamily="18" charset="0"/>
              </a:rPr>
              <a:t>Là </a:t>
            </a:r>
            <a:r>
              <a:rPr lang="vi-VN" altLang="ko-KR" sz="900" smtClean="0">
                <a:latin typeface="Times New Roman" pitchFamily="18" charset="0"/>
                <a:ea typeface="돋움" pitchFamily="50" charset="-127"/>
                <a:cs typeface="Times New Roman" pitchFamily="18" charset="0"/>
              </a:rPr>
              <a:t>một </a:t>
            </a:r>
            <a:r>
              <a:rPr lang="vi-VN" altLang="ko-KR" sz="900">
                <a:latin typeface="Times New Roman" pitchFamily="18" charset="0"/>
                <a:ea typeface="돋움" pitchFamily="50" charset="-127"/>
                <a:cs typeface="Times New Roman" pitchFamily="18" charset="0"/>
              </a:rPr>
              <a:t>rơ le đặc biệt.</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③ Có thể sử dụng không giới hạn.</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④ B</a:t>
            </a:r>
            <a:r>
              <a:rPr lang="en-US" altLang="ko-KR" sz="900" smtClean="0">
                <a:latin typeface="Times New Roman" pitchFamily="18" charset="0"/>
                <a:ea typeface="돋움" pitchFamily="50" charset="-127"/>
                <a:cs typeface="Times New Roman" pitchFamily="18" charset="0"/>
              </a:rPr>
              <a:t>ật </a:t>
            </a:r>
            <a:r>
              <a:rPr lang="en-US" altLang="ko-KR" sz="900">
                <a:latin typeface="Times New Roman" pitchFamily="18" charset="0"/>
                <a:ea typeface="돋움" pitchFamily="50" charset="-127"/>
                <a:cs typeface="Times New Roman" pitchFamily="18" charset="0"/>
              </a:rPr>
              <a:t>/ tắt cứ sau 1 giây.</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38. Trong </a:t>
            </a:r>
            <a:r>
              <a:rPr lang="en-US" altLang="ko-KR" sz="900" smtClean="0">
                <a:latin typeface="Times New Roman" pitchFamily="18" charset="0"/>
                <a:ea typeface="돋움" pitchFamily="50" charset="-127"/>
                <a:cs typeface="Times New Roman" pitchFamily="18" charset="0"/>
              </a:rPr>
              <a:t>Parameter</a:t>
            </a:r>
            <a:r>
              <a:rPr lang="vi-VN" altLang="ko-KR" sz="900" smtClean="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nơi đặt thanh ghi tệp R </a:t>
            </a:r>
            <a:r>
              <a:rPr lang="vi-VN" altLang="ko-KR" sz="900" smtClean="0">
                <a:latin typeface="Times New Roman" pitchFamily="18" charset="0"/>
                <a:ea typeface="돋움" pitchFamily="50" charset="-127"/>
                <a:cs typeface="Times New Roman" pitchFamily="18" charset="0"/>
              </a:rPr>
              <a:t>là</a:t>
            </a:r>
            <a:r>
              <a:rPr lang="en-US" altLang="ko-KR" sz="900" smtClean="0">
                <a:latin typeface="Times New Roman" pitchFamily="18" charset="0"/>
                <a:ea typeface="돋움" pitchFamily="50" charset="-127"/>
                <a:cs typeface="Times New Roman" pitchFamily="18" charset="0"/>
              </a:rPr>
              <a:t> </a:t>
            </a:r>
            <a:r>
              <a:rPr lang="vi-VN" altLang="ko-KR" sz="900" smtClean="0">
                <a:latin typeface="Times New Roman" pitchFamily="18" charset="0"/>
                <a:ea typeface="돋움" pitchFamily="50" charset="-127"/>
                <a:cs typeface="Times New Roman" pitchFamily="18" charset="0"/>
              </a:rPr>
              <a:t>?</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① PLC RAS</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② </a:t>
            </a:r>
            <a:r>
              <a:rPr lang="en-US" altLang="ko-KR" sz="900" smtClean="0">
                <a:latin typeface="Times New Roman" pitchFamily="18" charset="0"/>
                <a:ea typeface="돋움" pitchFamily="50" charset="-127"/>
                <a:cs typeface="Times New Roman" pitchFamily="18" charset="0"/>
              </a:rPr>
              <a:t>PLC File</a:t>
            </a: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③ </a:t>
            </a:r>
            <a:r>
              <a:rPr lang="en-US" altLang="ko-KR" sz="900" smtClean="0">
                <a:latin typeface="Times New Roman" pitchFamily="18" charset="0"/>
                <a:ea typeface="돋움" pitchFamily="50" charset="-127"/>
                <a:cs typeface="Times New Roman" pitchFamily="18" charset="0"/>
              </a:rPr>
              <a:t>Device</a:t>
            </a: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④ </a:t>
            </a:r>
            <a:r>
              <a:rPr lang="en-US" altLang="ko-KR" sz="900" smtClean="0">
                <a:latin typeface="Times New Roman" pitchFamily="18" charset="0"/>
                <a:ea typeface="돋움" pitchFamily="50" charset="-127"/>
                <a:cs typeface="Times New Roman" pitchFamily="18" charset="0"/>
              </a:rPr>
              <a:t>System </a:t>
            </a:r>
            <a:r>
              <a:rPr lang="en-US" altLang="ko-KR" sz="900">
                <a:latin typeface="Times New Roman" pitchFamily="18" charset="0"/>
                <a:ea typeface="돋움" pitchFamily="50" charset="-127"/>
                <a:cs typeface="Times New Roman" pitchFamily="18" charset="0"/>
              </a:rPr>
              <a:t>PLC</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39. Để kiểm tra xem các </a:t>
            </a:r>
            <a:r>
              <a:rPr lang="en-US" altLang="ko-KR" sz="900" smtClean="0">
                <a:latin typeface="Times New Roman" pitchFamily="18" charset="0"/>
                <a:ea typeface="돋움" pitchFamily="50" charset="-127"/>
                <a:cs typeface="Times New Roman" pitchFamily="18" charset="0"/>
              </a:rPr>
              <a:t>Card</a:t>
            </a:r>
            <a:r>
              <a:rPr lang="vi-VN" altLang="ko-KR" sz="900" smtClean="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PLC đang sử dụng có</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a:t>
            </a:r>
            <a:r>
              <a:rPr lang="en-US" altLang="ko-KR" sz="900" smtClean="0">
                <a:latin typeface="Times New Roman" pitchFamily="18" charset="0"/>
                <a:ea typeface="돋움" pitchFamily="50" charset="-127"/>
                <a:cs typeface="Times New Roman" pitchFamily="18" charset="0"/>
              </a:rPr>
              <a:t>Sử dụng chức năng nào?</a:t>
            </a: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① Chẩn đoán PLC </a:t>
            </a:r>
            <a:r>
              <a:rPr lang="en-US" altLang="ko-KR" sz="900" smtClean="0">
                <a:latin typeface="Times New Roman" pitchFamily="18" charset="0"/>
                <a:ea typeface="돋움" pitchFamily="50" charset="-127"/>
                <a:cs typeface="Times New Roman" pitchFamily="18" charset="0"/>
              </a:rPr>
              <a:t>      </a:t>
            </a:r>
            <a:r>
              <a:rPr lang="vi-VN" altLang="ko-KR" sz="900" smtClean="0">
                <a:latin typeface="Times New Roman" pitchFamily="18" charset="0"/>
                <a:ea typeface="돋움" pitchFamily="50" charset="-127"/>
                <a:cs typeface="Times New Roman" pitchFamily="18" charset="0"/>
              </a:rPr>
              <a:t>② </a:t>
            </a:r>
            <a:r>
              <a:rPr lang="en-US" altLang="ko-KR" sz="900" smtClean="0">
                <a:latin typeface="Times New Roman" pitchFamily="18" charset="0"/>
                <a:ea typeface="돋움" pitchFamily="50" charset="-127"/>
                <a:cs typeface="Times New Roman" pitchFamily="18" charset="0"/>
              </a:rPr>
              <a:t>Monitor</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③ Giám sát hệ thống </a:t>
            </a:r>
            <a:r>
              <a:rPr lang="en-US" altLang="ko-KR" sz="900" smtClean="0">
                <a:latin typeface="Times New Roman" pitchFamily="18" charset="0"/>
                <a:ea typeface="돋움" pitchFamily="50" charset="-127"/>
                <a:cs typeface="Times New Roman" pitchFamily="18" charset="0"/>
              </a:rPr>
              <a:t>  ④ </a:t>
            </a:r>
            <a:r>
              <a:rPr lang="en-US" altLang="ko-KR" sz="900">
                <a:latin typeface="Times New Roman" pitchFamily="18" charset="0"/>
                <a:ea typeface="돋움" pitchFamily="50" charset="-127"/>
                <a:cs typeface="Times New Roman" pitchFamily="18" charset="0"/>
              </a:rPr>
              <a:t>Giám sát lỗi</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40. Thời lượng pin Q6BAT là bao </a:t>
            </a:r>
            <a:r>
              <a:rPr lang="vi-VN" altLang="ko-KR" sz="900" smtClean="0">
                <a:latin typeface="Times New Roman" pitchFamily="18" charset="0"/>
                <a:ea typeface="돋움" pitchFamily="50" charset="-127"/>
                <a:cs typeface="Times New Roman" pitchFamily="18" charset="0"/>
              </a:rPr>
              <a:t>lâu? (</a:t>
            </a:r>
            <a:r>
              <a:rPr lang="vi-VN" altLang="ko-KR" sz="900">
                <a:latin typeface="Times New Roman" pitchFamily="18" charset="0"/>
                <a:ea typeface="돋움" pitchFamily="50" charset="-127"/>
                <a:cs typeface="Times New Roman" pitchFamily="18" charset="0"/>
              </a:rPr>
              <a:t>Khi được kết nối với mô-đun CPU và luôn được cung cấp năng lượng)</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① 7 năm </a:t>
            </a:r>
            <a:r>
              <a:rPr lang="en-US" altLang="ko-KR" sz="90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② 8 năm</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③ 9 năm </a:t>
            </a:r>
            <a:r>
              <a:rPr lang="en-US" altLang="ko-KR" sz="90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④ 10 năm</a:t>
            </a:r>
          </a:p>
        </p:txBody>
      </p:sp>
      <p:grpSp>
        <p:nvGrpSpPr>
          <p:cNvPr id="6150" name="Group 246"/>
          <p:cNvGrpSpPr>
            <a:grpSpLocks/>
          </p:cNvGrpSpPr>
          <p:nvPr/>
        </p:nvGrpSpPr>
        <p:grpSpPr bwMode="auto">
          <a:xfrm>
            <a:off x="568325" y="1244600"/>
            <a:ext cx="2592388" cy="609600"/>
            <a:chOff x="770" y="26691"/>
            <a:chExt cx="259" cy="69"/>
          </a:xfrm>
        </p:grpSpPr>
        <p:pic>
          <p:nvPicPr>
            <p:cNvPr id="6215" name="Picture 24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0" y="26691"/>
              <a:ext cx="66"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16" name="Picture 2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1" y="26691"/>
              <a:ext cx="198" cy="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6151" name="Group 284"/>
          <p:cNvGrpSpPr>
            <a:grpSpLocks/>
          </p:cNvGrpSpPr>
          <p:nvPr/>
        </p:nvGrpSpPr>
        <p:grpSpPr bwMode="auto">
          <a:xfrm>
            <a:off x="423863" y="2027238"/>
            <a:ext cx="2789237" cy="838200"/>
            <a:chOff x="267" y="3320"/>
            <a:chExt cx="1757" cy="528"/>
          </a:xfrm>
        </p:grpSpPr>
        <p:sp>
          <p:nvSpPr>
            <p:cNvPr id="6184" name="Line 250"/>
            <p:cNvSpPr>
              <a:spLocks noChangeShapeType="1"/>
            </p:cNvSpPr>
            <p:nvPr/>
          </p:nvSpPr>
          <p:spPr bwMode="auto">
            <a:xfrm>
              <a:off x="440" y="3443"/>
              <a:ext cx="158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ko-KR" altLang="en-US"/>
            </a:p>
          </p:txBody>
        </p:sp>
        <p:sp>
          <p:nvSpPr>
            <p:cNvPr id="6185" name="Line 251"/>
            <p:cNvSpPr>
              <a:spLocks noChangeShapeType="1"/>
            </p:cNvSpPr>
            <p:nvPr/>
          </p:nvSpPr>
          <p:spPr bwMode="auto">
            <a:xfrm>
              <a:off x="440" y="3635"/>
              <a:ext cx="158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ko-KR" altLang="en-US"/>
            </a:p>
          </p:txBody>
        </p:sp>
        <p:sp>
          <p:nvSpPr>
            <p:cNvPr id="6186" name="Line 252"/>
            <p:cNvSpPr>
              <a:spLocks noChangeShapeType="1"/>
            </p:cNvSpPr>
            <p:nvPr/>
          </p:nvSpPr>
          <p:spPr bwMode="auto">
            <a:xfrm>
              <a:off x="440" y="3826"/>
              <a:ext cx="158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ko-KR" altLang="en-US"/>
            </a:p>
          </p:txBody>
        </p:sp>
        <p:sp>
          <p:nvSpPr>
            <p:cNvPr id="6187" name="Rectangle 253"/>
            <p:cNvSpPr>
              <a:spLocks noChangeArrowheads="1"/>
            </p:cNvSpPr>
            <p:nvPr/>
          </p:nvSpPr>
          <p:spPr bwMode="auto">
            <a:xfrm>
              <a:off x="461" y="3347"/>
              <a:ext cx="135" cy="9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endParaRPr lang="ko-KR" altLang="en-US" sz="900">
                <a:latin typeface="돋움" pitchFamily="50" charset="-127"/>
                <a:ea typeface="돋움" pitchFamily="50" charset="-127"/>
              </a:endParaRPr>
            </a:p>
          </p:txBody>
        </p:sp>
        <p:sp>
          <p:nvSpPr>
            <p:cNvPr id="6188" name="Rectangle 254"/>
            <p:cNvSpPr>
              <a:spLocks noChangeArrowheads="1"/>
            </p:cNvSpPr>
            <p:nvPr/>
          </p:nvSpPr>
          <p:spPr bwMode="auto">
            <a:xfrm>
              <a:off x="732" y="3347"/>
              <a:ext cx="136" cy="9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endParaRPr lang="ko-KR" altLang="en-US" sz="900">
                <a:latin typeface="돋움" pitchFamily="50" charset="-127"/>
                <a:ea typeface="돋움" pitchFamily="50" charset="-127"/>
              </a:endParaRPr>
            </a:p>
          </p:txBody>
        </p:sp>
        <p:sp>
          <p:nvSpPr>
            <p:cNvPr id="6189" name="Rectangle 255"/>
            <p:cNvSpPr>
              <a:spLocks noChangeArrowheads="1"/>
            </p:cNvSpPr>
            <p:nvPr/>
          </p:nvSpPr>
          <p:spPr bwMode="auto">
            <a:xfrm>
              <a:off x="1004" y="3347"/>
              <a:ext cx="136" cy="9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endParaRPr lang="ko-KR" altLang="en-US" sz="900">
                <a:latin typeface="돋움" pitchFamily="50" charset="-127"/>
                <a:ea typeface="돋움" pitchFamily="50" charset="-127"/>
              </a:endParaRPr>
            </a:p>
          </p:txBody>
        </p:sp>
        <p:sp>
          <p:nvSpPr>
            <p:cNvPr id="6190" name="Rectangle 256"/>
            <p:cNvSpPr>
              <a:spLocks noChangeArrowheads="1"/>
            </p:cNvSpPr>
            <p:nvPr/>
          </p:nvSpPr>
          <p:spPr bwMode="auto">
            <a:xfrm>
              <a:off x="1276" y="3347"/>
              <a:ext cx="136" cy="9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endParaRPr lang="ko-KR" altLang="en-US" sz="900">
                <a:latin typeface="돋움" pitchFamily="50" charset="-127"/>
                <a:ea typeface="돋움" pitchFamily="50" charset="-127"/>
              </a:endParaRPr>
            </a:p>
          </p:txBody>
        </p:sp>
        <p:sp>
          <p:nvSpPr>
            <p:cNvPr id="6191" name="Rectangle 257"/>
            <p:cNvSpPr>
              <a:spLocks noChangeArrowheads="1"/>
            </p:cNvSpPr>
            <p:nvPr/>
          </p:nvSpPr>
          <p:spPr bwMode="auto">
            <a:xfrm>
              <a:off x="1548" y="3347"/>
              <a:ext cx="136" cy="9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endParaRPr lang="ko-KR" altLang="en-US" sz="900">
                <a:latin typeface="돋움" pitchFamily="50" charset="-127"/>
                <a:ea typeface="돋움" pitchFamily="50" charset="-127"/>
              </a:endParaRPr>
            </a:p>
          </p:txBody>
        </p:sp>
        <p:sp>
          <p:nvSpPr>
            <p:cNvPr id="6192" name="Rectangle 258"/>
            <p:cNvSpPr>
              <a:spLocks noChangeArrowheads="1"/>
            </p:cNvSpPr>
            <p:nvPr/>
          </p:nvSpPr>
          <p:spPr bwMode="auto">
            <a:xfrm>
              <a:off x="1819" y="3347"/>
              <a:ext cx="136" cy="9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endParaRPr lang="ko-KR" altLang="en-US" sz="900">
                <a:latin typeface="돋움" pitchFamily="50" charset="-127"/>
                <a:ea typeface="돋움" pitchFamily="50" charset="-127"/>
              </a:endParaRPr>
            </a:p>
          </p:txBody>
        </p:sp>
        <p:sp>
          <p:nvSpPr>
            <p:cNvPr id="6193" name="Rectangle 259"/>
            <p:cNvSpPr>
              <a:spLocks noChangeArrowheads="1"/>
            </p:cNvSpPr>
            <p:nvPr/>
          </p:nvSpPr>
          <p:spPr bwMode="auto">
            <a:xfrm>
              <a:off x="687" y="3537"/>
              <a:ext cx="136" cy="9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endParaRPr lang="ko-KR" altLang="en-US" sz="900">
                <a:latin typeface="돋움" pitchFamily="50" charset="-127"/>
                <a:ea typeface="돋움" pitchFamily="50" charset="-127"/>
              </a:endParaRPr>
            </a:p>
          </p:txBody>
        </p:sp>
        <p:sp>
          <p:nvSpPr>
            <p:cNvPr id="6194" name="Rectangle 260"/>
            <p:cNvSpPr>
              <a:spLocks noChangeArrowheads="1"/>
            </p:cNvSpPr>
            <p:nvPr/>
          </p:nvSpPr>
          <p:spPr bwMode="auto">
            <a:xfrm>
              <a:off x="1197" y="3539"/>
              <a:ext cx="136" cy="9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endParaRPr lang="ko-KR" altLang="en-US" sz="900">
                <a:latin typeface="돋움" pitchFamily="50" charset="-127"/>
                <a:ea typeface="돋움" pitchFamily="50" charset="-127"/>
              </a:endParaRPr>
            </a:p>
          </p:txBody>
        </p:sp>
        <p:sp>
          <p:nvSpPr>
            <p:cNvPr id="6195" name="Rectangle 261"/>
            <p:cNvSpPr>
              <a:spLocks noChangeArrowheads="1"/>
            </p:cNvSpPr>
            <p:nvPr/>
          </p:nvSpPr>
          <p:spPr bwMode="auto">
            <a:xfrm>
              <a:off x="1864" y="3539"/>
              <a:ext cx="136" cy="9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endParaRPr lang="ko-KR" altLang="en-US" sz="900">
                <a:latin typeface="돋움" pitchFamily="50" charset="-127"/>
                <a:ea typeface="돋움" pitchFamily="50" charset="-127"/>
              </a:endParaRPr>
            </a:p>
          </p:txBody>
        </p:sp>
        <p:sp>
          <p:nvSpPr>
            <p:cNvPr id="6196" name="Line 262"/>
            <p:cNvSpPr>
              <a:spLocks noChangeShapeType="1"/>
            </p:cNvSpPr>
            <p:nvPr/>
          </p:nvSpPr>
          <p:spPr bwMode="auto">
            <a:xfrm>
              <a:off x="735" y="3443"/>
              <a:ext cx="0" cy="383"/>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nchor="ctr"/>
            <a:lstStyle/>
            <a:p>
              <a:endParaRPr lang="ko-KR" altLang="en-US"/>
            </a:p>
          </p:txBody>
        </p:sp>
        <p:sp>
          <p:nvSpPr>
            <p:cNvPr id="6197" name="Line 263"/>
            <p:cNvSpPr>
              <a:spLocks noChangeShapeType="1"/>
            </p:cNvSpPr>
            <p:nvPr/>
          </p:nvSpPr>
          <p:spPr bwMode="auto">
            <a:xfrm>
              <a:off x="1004" y="3443"/>
              <a:ext cx="0" cy="383"/>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nchor="ctr"/>
            <a:lstStyle/>
            <a:p>
              <a:endParaRPr lang="ko-KR" altLang="en-US"/>
            </a:p>
          </p:txBody>
        </p:sp>
        <p:sp>
          <p:nvSpPr>
            <p:cNvPr id="6198" name="Line 264"/>
            <p:cNvSpPr>
              <a:spLocks noChangeShapeType="1"/>
            </p:cNvSpPr>
            <p:nvPr/>
          </p:nvSpPr>
          <p:spPr bwMode="auto">
            <a:xfrm>
              <a:off x="1550" y="3443"/>
              <a:ext cx="0" cy="383"/>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nchor="ctr"/>
            <a:lstStyle/>
            <a:p>
              <a:endParaRPr lang="ko-KR" altLang="en-US"/>
            </a:p>
          </p:txBody>
        </p:sp>
        <p:sp>
          <p:nvSpPr>
            <p:cNvPr id="6199" name="Line 265"/>
            <p:cNvSpPr>
              <a:spLocks noChangeShapeType="1"/>
            </p:cNvSpPr>
            <p:nvPr/>
          </p:nvSpPr>
          <p:spPr bwMode="auto">
            <a:xfrm>
              <a:off x="1819" y="3443"/>
              <a:ext cx="0" cy="383"/>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nchor="ctr"/>
            <a:lstStyle/>
            <a:p>
              <a:endParaRPr lang="ko-KR" altLang="en-US"/>
            </a:p>
          </p:txBody>
        </p:sp>
        <p:sp>
          <p:nvSpPr>
            <p:cNvPr id="6200" name="Rectangle 269"/>
            <p:cNvSpPr>
              <a:spLocks noChangeArrowheads="1"/>
            </p:cNvSpPr>
            <p:nvPr/>
          </p:nvSpPr>
          <p:spPr bwMode="auto">
            <a:xfrm>
              <a:off x="735" y="3731"/>
              <a:ext cx="136" cy="95"/>
            </a:xfrm>
            <a:prstGeom prst="rect">
              <a:avLst/>
            </a:prstGeom>
            <a:solidFill>
              <a:srgbClr val="CCCCFF"/>
            </a:solidFill>
            <a:ln w="9525">
              <a:solidFill>
                <a:srgbClr val="000000"/>
              </a:solidFill>
              <a:miter lim="800000"/>
              <a:headEnd/>
              <a:tailEnd/>
            </a:ln>
          </p:spPr>
          <p:txBody>
            <a:bodyPr anchor="ct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algn="ctr" eaLnBrk="1" hangingPunct="1">
                <a:spcBef>
                  <a:spcPct val="0"/>
                </a:spcBef>
                <a:buFontTx/>
                <a:buNone/>
              </a:pPr>
              <a:endParaRPr lang="ko-KR" altLang="ko-KR" sz="900">
                <a:latin typeface="돋움" pitchFamily="50" charset="-127"/>
                <a:ea typeface="돋움" pitchFamily="50" charset="-127"/>
              </a:endParaRPr>
            </a:p>
          </p:txBody>
        </p:sp>
        <p:sp>
          <p:nvSpPr>
            <p:cNvPr id="6201" name="Rectangle 270"/>
            <p:cNvSpPr>
              <a:spLocks noChangeArrowheads="1"/>
            </p:cNvSpPr>
            <p:nvPr/>
          </p:nvSpPr>
          <p:spPr bwMode="auto">
            <a:xfrm>
              <a:off x="1005" y="3731"/>
              <a:ext cx="136" cy="95"/>
            </a:xfrm>
            <a:prstGeom prst="rect">
              <a:avLst/>
            </a:prstGeom>
            <a:solidFill>
              <a:srgbClr val="CCCCFF"/>
            </a:solidFill>
            <a:ln w="9525">
              <a:solidFill>
                <a:srgbClr val="000000"/>
              </a:solidFill>
              <a:miter lim="800000"/>
              <a:headEnd/>
              <a:tailEnd/>
            </a:ln>
          </p:spPr>
          <p:txBody>
            <a:bodyPr anchor="ct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algn="ctr" eaLnBrk="1" hangingPunct="1">
                <a:spcBef>
                  <a:spcPct val="0"/>
                </a:spcBef>
                <a:buFontTx/>
                <a:buNone/>
              </a:pPr>
              <a:endParaRPr lang="ko-KR" altLang="ko-KR" sz="900">
                <a:latin typeface="돋움" pitchFamily="50" charset="-127"/>
                <a:ea typeface="돋움" pitchFamily="50" charset="-127"/>
              </a:endParaRPr>
            </a:p>
          </p:txBody>
        </p:sp>
        <p:sp>
          <p:nvSpPr>
            <p:cNvPr id="6202" name="Rectangle 271"/>
            <p:cNvSpPr>
              <a:spLocks noChangeArrowheads="1"/>
            </p:cNvSpPr>
            <p:nvPr/>
          </p:nvSpPr>
          <p:spPr bwMode="auto">
            <a:xfrm>
              <a:off x="1550" y="3731"/>
              <a:ext cx="136" cy="95"/>
            </a:xfrm>
            <a:prstGeom prst="rect">
              <a:avLst/>
            </a:prstGeom>
            <a:solidFill>
              <a:srgbClr val="CCCCFF"/>
            </a:solidFill>
            <a:ln w="9525">
              <a:solidFill>
                <a:srgbClr val="000000"/>
              </a:solidFill>
              <a:miter lim="800000"/>
              <a:headEnd/>
              <a:tailEnd/>
            </a:ln>
          </p:spPr>
          <p:txBody>
            <a:bodyPr anchor="ct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algn="ctr" eaLnBrk="1" hangingPunct="1">
                <a:spcBef>
                  <a:spcPct val="0"/>
                </a:spcBef>
                <a:buFontTx/>
                <a:buNone/>
              </a:pPr>
              <a:endParaRPr lang="ko-KR" altLang="ko-KR" sz="900">
                <a:latin typeface="돋움" pitchFamily="50" charset="-127"/>
                <a:ea typeface="돋움" pitchFamily="50" charset="-127"/>
              </a:endParaRPr>
            </a:p>
          </p:txBody>
        </p:sp>
        <p:sp>
          <p:nvSpPr>
            <p:cNvPr id="6203" name="Rectangle 272"/>
            <p:cNvSpPr>
              <a:spLocks noChangeArrowheads="1"/>
            </p:cNvSpPr>
            <p:nvPr/>
          </p:nvSpPr>
          <p:spPr bwMode="auto">
            <a:xfrm>
              <a:off x="1819" y="3731"/>
              <a:ext cx="136" cy="95"/>
            </a:xfrm>
            <a:prstGeom prst="rect">
              <a:avLst/>
            </a:prstGeom>
            <a:solidFill>
              <a:srgbClr val="CCCCFF"/>
            </a:solidFill>
            <a:ln w="9525">
              <a:solidFill>
                <a:srgbClr val="000000"/>
              </a:solidFill>
              <a:miter lim="800000"/>
              <a:headEnd/>
              <a:tailEnd/>
            </a:ln>
          </p:spPr>
          <p:txBody>
            <a:bodyPr anchor="ct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algn="ctr" eaLnBrk="1" hangingPunct="1">
                <a:spcBef>
                  <a:spcPct val="0"/>
                </a:spcBef>
                <a:buFontTx/>
                <a:buNone/>
              </a:pPr>
              <a:endParaRPr lang="ko-KR" altLang="ko-KR" sz="900">
                <a:latin typeface="돋움" pitchFamily="50" charset="-127"/>
                <a:ea typeface="돋움" pitchFamily="50" charset="-127"/>
              </a:endParaRPr>
            </a:p>
          </p:txBody>
        </p:sp>
        <p:sp>
          <p:nvSpPr>
            <p:cNvPr id="6204" name="Line 273"/>
            <p:cNvSpPr>
              <a:spLocks noChangeShapeType="1"/>
            </p:cNvSpPr>
            <p:nvPr/>
          </p:nvSpPr>
          <p:spPr bwMode="auto">
            <a:xfrm>
              <a:off x="1007" y="3728"/>
              <a:ext cx="0" cy="96"/>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nchor="ctr"/>
            <a:lstStyle/>
            <a:p>
              <a:endParaRPr lang="ko-KR" altLang="en-US"/>
            </a:p>
          </p:txBody>
        </p:sp>
        <p:sp>
          <p:nvSpPr>
            <p:cNvPr id="6205" name="Line 274"/>
            <p:cNvSpPr>
              <a:spLocks noChangeShapeType="1"/>
            </p:cNvSpPr>
            <p:nvPr/>
          </p:nvSpPr>
          <p:spPr bwMode="auto">
            <a:xfrm>
              <a:off x="732" y="3724"/>
              <a:ext cx="0" cy="95"/>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nchor="ctr"/>
            <a:lstStyle/>
            <a:p>
              <a:endParaRPr lang="ko-KR" altLang="en-US"/>
            </a:p>
          </p:txBody>
        </p:sp>
        <p:sp>
          <p:nvSpPr>
            <p:cNvPr id="6206" name="Line 275"/>
            <p:cNvSpPr>
              <a:spLocks noChangeShapeType="1"/>
            </p:cNvSpPr>
            <p:nvPr/>
          </p:nvSpPr>
          <p:spPr bwMode="auto">
            <a:xfrm>
              <a:off x="1550" y="3726"/>
              <a:ext cx="0" cy="96"/>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nchor="ctr"/>
            <a:lstStyle/>
            <a:p>
              <a:endParaRPr lang="ko-KR" altLang="en-US"/>
            </a:p>
          </p:txBody>
        </p:sp>
        <p:sp>
          <p:nvSpPr>
            <p:cNvPr id="6207" name="Line 276"/>
            <p:cNvSpPr>
              <a:spLocks noChangeShapeType="1"/>
            </p:cNvSpPr>
            <p:nvPr/>
          </p:nvSpPr>
          <p:spPr bwMode="auto">
            <a:xfrm>
              <a:off x="1819" y="3728"/>
              <a:ext cx="0" cy="96"/>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nchor="ctr"/>
            <a:lstStyle/>
            <a:p>
              <a:endParaRPr lang="ko-KR" altLang="en-US"/>
            </a:p>
          </p:txBody>
        </p:sp>
        <p:sp>
          <p:nvSpPr>
            <p:cNvPr id="6208" name="Text Box 277"/>
            <p:cNvSpPr txBox="1">
              <a:spLocks noChangeArrowheads="1"/>
            </p:cNvSpPr>
            <p:nvPr/>
          </p:nvSpPr>
          <p:spPr bwMode="auto">
            <a:xfrm>
              <a:off x="267" y="3320"/>
              <a:ext cx="20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900">
                  <a:latin typeface="돋움" pitchFamily="50" charset="-127"/>
                  <a:ea typeface="돋움" pitchFamily="50" charset="-127"/>
                </a:rPr>
                <a:t>X0</a:t>
              </a:r>
            </a:p>
          </p:txBody>
        </p:sp>
        <p:sp>
          <p:nvSpPr>
            <p:cNvPr id="6209" name="Text Box 278"/>
            <p:cNvSpPr txBox="1">
              <a:spLocks noChangeArrowheads="1"/>
            </p:cNvSpPr>
            <p:nvPr/>
          </p:nvSpPr>
          <p:spPr bwMode="auto">
            <a:xfrm>
              <a:off x="267" y="3518"/>
              <a:ext cx="20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900">
                  <a:latin typeface="돋움" pitchFamily="50" charset="-127"/>
                  <a:ea typeface="돋움" pitchFamily="50" charset="-127"/>
                </a:rPr>
                <a:t>X1</a:t>
              </a:r>
            </a:p>
          </p:txBody>
        </p:sp>
        <p:sp>
          <p:nvSpPr>
            <p:cNvPr id="6210" name="Text Box 279"/>
            <p:cNvSpPr txBox="1">
              <a:spLocks noChangeArrowheads="1"/>
            </p:cNvSpPr>
            <p:nvPr/>
          </p:nvSpPr>
          <p:spPr bwMode="auto">
            <a:xfrm>
              <a:off x="267" y="3704"/>
              <a:ext cx="20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900">
                  <a:latin typeface="돋움" pitchFamily="50" charset="-127"/>
                  <a:ea typeface="돋움" pitchFamily="50" charset="-127"/>
                </a:rPr>
                <a:t>C0</a:t>
              </a:r>
            </a:p>
          </p:txBody>
        </p:sp>
        <p:sp>
          <p:nvSpPr>
            <p:cNvPr id="6211" name="Text Box 280"/>
            <p:cNvSpPr txBox="1">
              <a:spLocks noChangeArrowheads="1"/>
            </p:cNvSpPr>
            <p:nvPr/>
          </p:nvSpPr>
          <p:spPr bwMode="auto">
            <a:xfrm>
              <a:off x="709" y="3698"/>
              <a:ext cx="189"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ko-KR" altLang="en-US" sz="900">
                  <a:latin typeface="돋움" pitchFamily="50" charset="-127"/>
                  <a:ea typeface="돋움" pitchFamily="50" charset="-127"/>
                </a:rPr>
                <a:t>Ⓐ</a:t>
              </a:r>
              <a:endParaRPr lang="en-US" altLang="ko-KR" sz="900">
                <a:latin typeface="돋움" pitchFamily="50" charset="-127"/>
                <a:ea typeface="돋움" pitchFamily="50" charset="-127"/>
              </a:endParaRPr>
            </a:p>
          </p:txBody>
        </p:sp>
        <p:sp>
          <p:nvSpPr>
            <p:cNvPr id="6212" name="Text Box 281"/>
            <p:cNvSpPr txBox="1">
              <a:spLocks noChangeArrowheads="1"/>
            </p:cNvSpPr>
            <p:nvPr/>
          </p:nvSpPr>
          <p:spPr bwMode="auto">
            <a:xfrm>
              <a:off x="979" y="3698"/>
              <a:ext cx="189"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ko-KR" altLang="en-US" sz="900">
                  <a:latin typeface="돋움" pitchFamily="50" charset="-127"/>
                  <a:ea typeface="돋움" pitchFamily="50" charset="-127"/>
                </a:rPr>
                <a:t>Ⓑ</a:t>
              </a:r>
              <a:endParaRPr lang="en-US" altLang="ko-KR" sz="900">
                <a:latin typeface="돋움" pitchFamily="50" charset="-127"/>
                <a:ea typeface="돋움" pitchFamily="50" charset="-127"/>
              </a:endParaRPr>
            </a:p>
          </p:txBody>
        </p:sp>
        <p:sp>
          <p:nvSpPr>
            <p:cNvPr id="6213" name="Text Box 282"/>
            <p:cNvSpPr txBox="1">
              <a:spLocks noChangeArrowheads="1"/>
            </p:cNvSpPr>
            <p:nvPr/>
          </p:nvSpPr>
          <p:spPr bwMode="auto">
            <a:xfrm>
              <a:off x="1525" y="3698"/>
              <a:ext cx="189"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ko-KR" altLang="en-US" sz="900">
                  <a:latin typeface="돋움" pitchFamily="50" charset="-127"/>
                  <a:ea typeface="돋움" pitchFamily="50" charset="-127"/>
                </a:rPr>
                <a:t>Ⓒ</a:t>
              </a:r>
              <a:endParaRPr lang="en-US" altLang="ko-KR" sz="900">
                <a:latin typeface="돋움" pitchFamily="50" charset="-127"/>
                <a:ea typeface="돋움" pitchFamily="50" charset="-127"/>
              </a:endParaRPr>
            </a:p>
          </p:txBody>
        </p:sp>
        <p:sp>
          <p:nvSpPr>
            <p:cNvPr id="6214" name="Text Box 283"/>
            <p:cNvSpPr txBox="1">
              <a:spLocks noChangeArrowheads="1"/>
            </p:cNvSpPr>
            <p:nvPr/>
          </p:nvSpPr>
          <p:spPr bwMode="auto">
            <a:xfrm>
              <a:off x="1795" y="3698"/>
              <a:ext cx="189"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ko-KR" altLang="en-US" sz="900">
                  <a:latin typeface="돋움" pitchFamily="50" charset="-127"/>
                  <a:ea typeface="돋움" pitchFamily="50" charset="-127"/>
                </a:rPr>
                <a:t>Ⓓ</a:t>
              </a:r>
              <a:endParaRPr lang="en-US" altLang="ko-KR" sz="900">
                <a:latin typeface="돋움" pitchFamily="50" charset="-127"/>
                <a:ea typeface="돋움" pitchFamily="50" charset="-127"/>
              </a:endParaRPr>
            </a:p>
          </p:txBody>
        </p:sp>
      </p:grpSp>
      <p:grpSp>
        <p:nvGrpSpPr>
          <p:cNvPr id="6152" name="Group 112"/>
          <p:cNvGrpSpPr>
            <a:grpSpLocks/>
          </p:cNvGrpSpPr>
          <p:nvPr/>
        </p:nvGrpSpPr>
        <p:grpSpPr bwMode="auto">
          <a:xfrm>
            <a:off x="352425" y="6681192"/>
            <a:ext cx="2990850" cy="969962"/>
            <a:chOff x="0" y="0"/>
            <a:chExt cx="1882" cy="716"/>
          </a:xfrm>
        </p:grpSpPr>
        <p:sp>
          <p:nvSpPr>
            <p:cNvPr id="6163" name="Line 113"/>
            <p:cNvSpPr>
              <a:spLocks noChangeShapeType="1"/>
            </p:cNvSpPr>
            <p:nvPr/>
          </p:nvSpPr>
          <p:spPr bwMode="auto">
            <a:xfrm>
              <a:off x="0" y="81"/>
              <a:ext cx="0" cy="6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p>
          </p:txBody>
        </p:sp>
        <p:sp>
          <p:nvSpPr>
            <p:cNvPr id="6164" name="Line 114"/>
            <p:cNvSpPr>
              <a:spLocks noChangeShapeType="1"/>
            </p:cNvSpPr>
            <p:nvPr/>
          </p:nvSpPr>
          <p:spPr bwMode="auto">
            <a:xfrm>
              <a:off x="0" y="177"/>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p>
          </p:txBody>
        </p:sp>
        <p:sp>
          <p:nvSpPr>
            <p:cNvPr id="6165" name="Line 115"/>
            <p:cNvSpPr>
              <a:spLocks noChangeShapeType="1"/>
            </p:cNvSpPr>
            <p:nvPr/>
          </p:nvSpPr>
          <p:spPr bwMode="auto">
            <a:xfrm>
              <a:off x="96" y="129"/>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p>
          </p:txBody>
        </p:sp>
        <p:sp>
          <p:nvSpPr>
            <p:cNvPr id="6166" name="Line 116"/>
            <p:cNvSpPr>
              <a:spLocks noChangeShapeType="1"/>
            </p:cNvSpPr>
            <p:nvPr/>
          </p:nvSpPr>
          <p:spPr bwMode="auto">
            <a:xfrm>
              <a:off x="144" y="129"/>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p>
          </p:txBody>
        </p:sp>
        <p:sp>
          <p:nvSpPr>
            <p:cNvPr id="6167" name="Line 117"/>
            <p:cNvSpPr>
              <a:spLocks noChangeShapeType="1"/>
            </p:cNvSpPr>
            <p:nvPr/>
          </p:nvSpPr>
          <p:spPr bwMode="auto">
            <a:xfrm>
              <a:off x="1882" y="81"/>
              <a:ext cx="0"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p>
          </p:txBody>
        </p:sp>
        <p:sp>
          <p:nvSpPr>
            <p:cNvPr id="6168" name="Line 118"/>
            <p:cNvSpPr>
              <a:spLocks noChangeShapeType="1"/>
            </p:cNvSpPr>
            <p:nvPr/>
          </p:nvSpPr>
          <p:spPr bwMode="auto">
            <a:xfrm>
              <a:off x="144" y="177"/>
              <a:ext cx="17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p>
          </p:txBody>
        </p:sp>
        <p:sp>
          <p:nvSpPr>
            <p:cNvPr id="6169" name="Text Box 119"/>
            <p:cNvSpPr txBox="1">
              <a:spLocks noChangeArrowheads="1"/>
            </p:cNvSpPr>
            <p:nvPr/>
          </p:nvSpPr>
          <p:spPr bwMode="auto">
            <a:xfrm>
              <a:off x="25" y="0"/>
              <a:ext cx="204"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algn="ctr" eaLnBrk="1" hangingPunct="1">
                <a:spcBef>
                  <a:spcPct val="0"/>
                </a:spcBef>
                <a:buFontTx/>
                <a:buNone/>
              </a:pPr>
              <a:r>
                <a:rPr lang="en-US" altLang="ko-KR" sz="800">
                  <a:latin typeface="Arial" charset="0"/>
                </a:rPr>
                <a:t>X0</a:t>
              </a:r>
            </a:p>
          </p:txBody>
        </p:sp>
        <p:sp>
          <p:nvSpPr>
            <p:cNvPr id="6170" name="Line 120"/>
            <p:cNvSpPr>
              <a:spLocks noChangeShapeType="1"/>
            </p:cNvSpPr>
            <p:nvPr/>
          </p:nvSpPr>
          <p:spPr bwMode="auto">
            <a:xfrm>
              <a:off x="240" y="177"/>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p>
          </p:txBody>
        </p:sp>
        <p:sp>
          <p:nvSpPr>
            <p:cNvPr id="6171" name="Line 121"/>
            <p:cNvSpPr>
              <a:spLocks noChangeShapeType="1"/>
            </p:cNvSpPr>
            <p:nvPr/>
          </p:nvSpPr>
          <p:spPr bwMode="auto">
            <a:xfrm>
              <a:off x="240" y="380"/>
              <a:ext cx="16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p>
          </p:txBody>
        </p:sp>
        <p:sp>
          <p:nvSpPr>
            <p:cNvPr id="6172" name="Line 122"/>
            <p:cNvSpPr>
              <a:spLocks noChangeShapeType="1"/>
            </p:cNvSpPr>
            <p:nvPr/>
          </p:nvSpPr>
          <p:spPr bwMode="auto">
            <a:xfrm>
              <a:off x="240" y="321"/>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p>
          </p:txBody>
        </p:sp>
        <p:sp>
          <p:nvSpPr>
            <p:cNvPr id="6173" name="Line 123"/>
            <p:cNvSpPr>
              <a:spLocks noChangeShapeType="1"/>
            </p:cNvSpPr>
            <p:nvPr/>
          </p:nvSpPr>
          <p:spPr bwMode="auto">
            <a:xfrm>
              <a:off x="240" y="465"/>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p>
          </p:txBody>
        </p:sp>
        <p:sp>
          <p:nvSpPr>
            <p:cNvPr id="6174" name="Line 124"/>
            <p:cNvSpPr>
              <a:spLocks noChangeShapeType="1"/>
            </p:cNvSpPr>
            <p:nvPr/>
          </p:nvSpPr>
          <p:spPr bwMode="auto">
            <a:xfrm>
              <a:off x="240" y="609"/>
              <a:ext cx="16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p>
          </p:txBody>
        </p:sp>
        <p:sp>
          <p:nvSpPr>
            <p:cNvPr id="6175" name="Rectangle 125"/>
            <p:cNvSpPr>
              <a:spLocks noChangeArrowheads="1"/>
            </p:cNvSpPr>
            <p:nvPr/>
          </p:nvSpPr>
          <p:spPr bwMode="auto">
            <a:xfrm>
              <a:off x="1112" y="102"/>
              <a:ext cx="336"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algn="ctr" eaLnBrk="1" hangingPunct="1">
                <a:spcBef>
                  <a:spcPct val="0"/>
                </a:spcBef>
                <a:buFontTx/>
                <a:buNone/>
              </a:pPr>
              <a:r>
                <a:rPr lang="en-US" altLang="ko-KR" sz="800">
                  <a:latin typeface="Arial" charset="0"/>
                </a:rPr>
                <a:t>K10</a:t>
              </a:r>
            </a:p>
          </p:txBody>
        </p:sp>
        <p:sp>
          <p:nvSpPr>
            <p:cNvPr id="6176" name="Rectangle 126"/>
            <p:cNvSpPr>
              <a:spLocks noChangeArrowheads="1"/>
            </p:cNvSpPr>
            <p:nvPr/>
          </p:nvSpPr>
          <p:spPr bwMode="auto">
            <a:xfrm>
              <a:off x="1448" y="102"/>
              <a:ext cx="336"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algn="ctr" eaLnBrk="1" hangingPunct="1">
                <a:spcBef>
                  <a:spcPct val="0"/>
                </a:spcBef>
                <a:buFontTx/>
                <a:buNone/>
              </a:pPr>
              <a:r>
                <a:rPr lang="en-US" altLang="ko-KR" sz="800">
                  <a:latin typeface="Arial" charset="0"/>
                </a:rPr>
                <a:t>D10</a:t>
              </a:r>
            </a:p>
          </p:txBody>
        </p:sp>
        <p:sp>
          <p:nvSpPr>
            <p:cNvPr id="6177" name="Rectangle 127"/>
            <p:cNvSpPr>
              <a:spLocks noChangeArrowheads="1"/>
            </p:cNvSpPr>
            <p:nvPr/>
          </p:nvSpPr>
          <p:spPr bwMode="auto">
            <a:xfrm>
              <a:off x="776" y="102"/>
              <a:ext cx="336"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algn="ctr" eaLnBrk="1" hangingPunct="1">
                <a:spcBef>
                  <a:spcPct val="0"/>
                </a:spcBef>
                <a:buFontTx/>
                <a:buNone/>
              </a:pPr>
              <a:r>
                <a:rPr lang="en-US" altLang="ko-KR" sz="800">
                  <a:latin typeface="Arial" charset="0"/>
                </a:rPr>
                <a:t>MOV</a:t>
              </a:r>
            </a:p>
          </p:txBody>
        </p:sp>
        <p:sp>
          <p:nvSpPr>
            <p:cNvPr id="6178" name="Rectangle 128"/>
            <p:cNvSpPr>
              <a:spLocks noChangeArrowheads="1"/>
            </p:cNvSpPr>
            <p:nvPr/>
          </p:nvSpPr>
          <p:spPr bwMode="auto">
            <a:xfrm>
              <a:off x="1112" y="309"/>
              <a:ext cx="336"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algn="ctr" eaLnBrk="1" hangingPunct="1">
                <a:spcBef>
                  <a:spcPct val="0"/>
                </a:spcBef>
                <a:buFontTx/>
                <a:buNone/>
              </a:pPr>
              <a:r>
                <a:rPr lang="en-US" altLang="ko-KR" sz="800">
                  <a:latin typeface="Arial" charset="0"/>
                </a:rPr>
                <a:t>K20</a:t>
              </a:r>
            </a:p>
          </p:txBody>
        </p:sp>
        <p:sp>
          <p:nvSpPr>
            <p:cNvPr id="6179" name="Rectangle 129"/>
            <p:cNvSpPr>
              <a:spLocks noChangeArrowheads="1"/>
            </p:cNvSpPr>
            <p:nvPr/>
          </p:nvSpPr>
          <p:spPr bwMode="auto">
            <a:xfrm>
              <a:off x="1448" y="309"/>
              <a:ext cx="336"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algn="ctr" eaLnBrk="1" hangingPunct="1">
                <a:spcBef>
                  <a:spcPct val="0"/>
                </a:spcBef>
                <a:buFontTx/>
                <a:buNone/>
              </a:pPr>
              <a:r>
                <a:rPr lang="en-US" altLang="ko-KR" sz="800">
                  <a:latin typeface="Arial" charset="0"/>
                </a:rPr>
                <a:t>D10</a:t>
              </a:r>
            </a:p>
          </p:txBody>
        </p:sp>
        <p:sp>
          <p:nvSpPr>
            <p:cNvPr id="6180" name="Rectangle 130"/>
            <p:cNvSpPr>
              <a:spLocks noChangeArrowheads="1"/>
            </p:cNvSpPr>
            <p:nvPr/>
          </p:nvSpPr>
          <p:spPr bwMode="auto">
            <a:xfrm>
              <a:off x="776" y="309"/>
              <a:ext cx="336"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algn="ctr" eaLnBrk="1" hangingPunct="1">
                <a:spcBef>
                  <a:spcPct val="0"/>
                </a:spcBef>
                <a:buFontTx/>
                <a:buNone/>
              </a:pPr>
              <a:r>
                <a:rPr lang="en-US" altLang="ko-KR" sz="800">
                  <a:latin typeface="Arial" charset="0"/>
                </a:rPr>
                <a:t>MOVP</a:t>
              </a:r>
            </a:p>
          </p:txBody>
        </p:sp>
        <p:sp>
          <p:nvSpPr>
            <p:cNvPr id="6181" name="Rectangle 131"/>
            <p:cNvSpPr>
              <a:spLocks noChangeArrowheads="1"/>
            </p:cNvSpPr>
            <p:nvPr/>
          </p:nvSpPr>
          <p:spPr bwMode="auto">
            <a:xfrm>
              <a:off x="1112" y="539"/>
              <a:ext cx="336"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algn="ctr" eaLnBrk="1" hangingPunct="1">
                <a:spcBef>
                  <a:spcPct val="0"/>
                </a:spcBef>
                <a:buFontTx/>
                <a:buNone/>
              </a:pPr>
              <a:r>
                <a:rPr lang="en-US" altLang="ko-KR" sz="800">
                  <a:latin typeface="Arial" charset="0"/>
                </a:rPr>
                <a:t>D10</a:t>
              </a:r>
            </a:p>
          </p:txBody>
        </p:sp>
        <p:sp>
          <p:nvSpPr>
            <p:cNvPr id="6182" name="Rectangle 132"/>
            <p:cNvSpPr>
              <a:spLocks noChangeArrowheads="1"/>
            </p:cNvSpPr>
            <p:nvPr/>
          </p:nvSpPr>
          <p:spPr bwMode="auto">
            <a:xfrm>
              <a:off x="1448" y="539"/>
              <a:ext cx="336"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algn="ctr" eaLnBrk="1" hangingPunct="1">
                <a:spcBef>
                  <a:spcPct val="0"/>
                </a:spcBef>
                <a:buFontTx/>
                <a:buNone/>
              </a:pPr>
              <a:r>
                <a:rPr lang="en-US" altLang="ko-KR" sz="800">
                  <a:latin typeface="Arial" charset="0"/>
                </a:rPr>
                <a:t>D20</a:t>
              </a:r>
            </a:p>
          </p:txBody>
        </p:sp>
        <p:sp>
          <p:nvSpPr>
            <p:cNvPr id="6183" name="Rectangle 133"/>
            <p:cNvSpPr>
              <a:spLocks noChangeArrowheads="1"/>
            </p:cNvSpPr>
            <p:nvPr/>
          </p:nvSpPr>
          <p:spPr bwMode="auto">
            <a:xfrm>
              <a:off x="776" y="539"/>
              <a:ext cx="336"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algn="ctr" eaLnBrk="1" hangingPunct="1">
                <a:spcBef>
                  <a:spcPct val="0"/>
                </a:spcBef>
                <a:buFontTx/>
                <a:buNone/>
              </a:pPr>
              <a:r>
                <a:rPr lang="en-US" altLang="ko-KR" sz="800">
                  <a:latin typeface="Arial" charset="0"/>
                </a:rPr>
                <a:t>MOV</a:t>
              </a:r>
            </a:p>
          </p:txBody>
        </p:sp>
      </p:grpSp>
      <p:grpSp>
        <p:nvGrpSpPr>
          <p:cNvPr id="6153" name="Group 181"/>
          <p:cNvGrpSpPr>
            <a:grpSpLocks/>
          </p:cNvGrpSpPr>
          <p:nvPr/>
        </p:nvGrpSpPr>
        <p:grpSpPr bwMode="auto">
          <a:xfrm>
            <a:off x="352425" y="8409384"/>
            <a:ext cx="2990850" cy="514350"/>
            <a:chOff x="0" y="0"/>
            <a:chExt cx="1632" cy="324"/>
          </a:xfrm>
        </p:grpSpPr>
        <p:sp>
          <p:nvSpPr>
            <p:cNvPr id="6154" name="Line 182"/>
            <p:cNvSpPr>
              <a:spLocks noChangeShapeType="1"/>
            </p:cNvSpPr>
            <p:nvPr/>
          </p:nvSpPr>
          <p:spPr bwMode="auto">
            <a:xfrm>
              <a:off x="0" y="36"/>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p>
          </p:txBody>
        </p:sp>
        <p:sp>
          <p:nvSpPr>
            <p:cNvPr id="6155" name="Line 183"/>
            <p:cNvSpPr>
              <a:spLocks noChangeShapeType="1"/>
            </p:cNvSpPr>
            <p:nvPr/>
          </p:nvSpPr>
          <p:spPr bwMode="auto">
            <a:xfrm>
              <a:off x="0" y="180"/>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p>
          </p:txBody>
        </p:sp>
        <p:sp>
          <p:nvSpPr>
            <p:cNvPr id="6156" name="Line 184"/>
            <p:cNvSpPr>
              <a:spLocks noChangeShapeType="1"/>
            </p:cNvSpPr>
            <p:nvPr/>
          </p:nvSpPr>
          <p:spPr bwMode="auto">
            <a:xfrm>
              <a:off x="192" y="132"/>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p>
          </p:txBody>
        </p:sp>
        <p:sp>
          <p:nvSpPr>
            <p:cNvPr id="6157" name="Line 185"/>
            <p:cNvSpPr>
              <a:spLocks noChangeShapeType="1"/>
            </p:cNvSpPr>
            <p:nvPr/>
          </p:nvSpPr>
          <p:spPr bwMode="auto">
            <a:xfrm>
              <a:off x="240" y="132"/>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p>
          </p:txBody>
        </p:sp>
        <p:sp>
          <p:nvSpPr>
            <p:cNvPr id="6158" name="Line 186"/>
            <p:cNvSpPr>
              <a:spLocks noChangeShapeType="1"/>
            </p:cNvSpPr>
            <p:nvPr/>
          </p:nvSpPr>
          <p:spPr bwMode="auto">
            <a:xfrm>
              <a:off x="240" y="180"/>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p>
          </p:txBody>
        </p:sp>
        <p:sp>
          <p:nvSpPr>
            <p:cNvPr id="6159" name="Text Box 187"/>
            <p:cNvSpPr txBox="1">
              <a:spLocks noChangeArrowheads="1"/>
            </p:cNvSpPr>
            <p:nvPr/>
          </p:nvSpPr>
          <p:spPr bwMode="auto">
            <a:xfrm>
              <a:off x="114" y="0"/>
              <a:ext cx="202"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algn="ctr" eaLnBrk="1" hangingPunct="1">
                <a:spcBef>
                  <a:spcPct val="0"/>
                </a:spcBef>
                <a:buFontTx/>
                <a:buNone/>
              </a:pPr>
              <a:r>
                <a:rPr lang="en-US" altLang="ko-KR" sz="800"/>
                <a:t>X0</a:t>
              </a:r>
            </a:p>
          </p:txBody>
        </p:sp>
        <p:sp>
          <p:nvSpPr>
            <p:cNvPr id="6160" name="Line 188"/>
            <p:cNvSpPr>
              <a:spLocks noChangeShapeType="1"/>
            </p:cNvSpPr>
            <p:nvPr/>
          </p:nvSpPr>
          <p:spPr bwMode="auto">
            <a:xfrm>
              <a:off x="1632" y="36"/>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p>
          </p:txBody>
        </p:sp>
        <p:sp>
          <p:nvSpPr>
            <p:cNvPr id="6161" name="Text Box 189"/>
            <p:cNvSpPr txBox="1">
              <a:spLocks noChangeArrowheads="1"/>
            </p:cNvSpPr>
            <p:nvPr/>
          </p:nvSpPr>
          <p:spPr bwMode="auto">
            <a:xfrm>
              <a:off x="648" y="107"/>
              <a:ext cx="910"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algn="ctr" eaLnBrk="1" hangingPunct="1">
                <a:spcBef>
                  <a:spcPct val="0"/>
                </a:spcBef>
                <a:buFontTx/>
                <a:buNone/>
              </a:pPr>
              <a:r>
                <a:rPr lang="en-US" altLang="ko-KR" sz="800"/>
                <a:t>[   FMOV   K1   K3M0   K10   ]</a:t>
              </a:r>
            </a:p>
          </p:txBody>
        </p:sp>
        <p:sp>
          <p:nvSpPr>
            <p:cNvPr id="6162" name="Line 190"/>
            <p:cNvSpPr>
              <a:spLocks noChangeShapeType="1"/>
            </p:cNvSpPr>
            <p:nvPr/>
          </p:nvSpPr>
          <p:spPr bwMode="auto">
            <a:xfrm>
              <a:off x="1488" y="180"/>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35" name="Text Box 5"/>
          <p:cNvSpPr txBox="1">
            <a:spLocks noChangeArrowheads="1"/>
          </p:cNvSpPr>
          <p:nvPr/>
        </p:nvSpPr>
        <p:spPr bwMode="auto">
          <a:xfrm>
            <a:off x="174625" y="239713"/>
            <a:ext cx="109196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ko-KR" sz="1600" b="1">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altLang="ko-KR" sz="1600" b="1" smtClean="0">
                <a:effectLst>
                  <a:outerShdw blurRad="38100" dist="38100" dir="2700000" algn="tl">
                    <a:srgbClr val="C0C0C0"/>
                  </a:outerShdw>
                </a:effectLst>
                <a:latin typeface="Times New Roman" panose="02020603050405020304" pitchFamily="18" charset="0"/>
                <a:cs typeface="Times New Roman" panose="02020603050405020304" pitchFamily="18" charset="0"/>
              </a:rPr>
              <a:t>Khí nén </a:t>
            </a:r>
            <a:r>
              <a:rPr lang="ko-KR" altLang="en-US" sz="1600" b="1" smtClean="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altLang="ko-KR" sz="1600" b="1" smtClean="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endParaRPr lang="en-US" altLang="ko-KR" sz="1600" b="1" dirty="0">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grpSp>
        <p:nvGrpSpPr>
          <p:cNvPr id="8196" name="Group 2"/>
          <p:cNvGrpSpPr>
            <a:grpSpLocks/>
          </p:cNvGrpSpPr>
          <p:nvPr/>
        </p:nvGrpSpPr>
        <p:grpSpPr bwMode="auto">
          <a:xfrm>
            <a:off x="304800" y="776288"/>
            <a:ext cx="6248400" cy="8901112"/>
            <a:chOff x="192" y="672"/>
            <a:chExt cx="3936" cy="5424"/>
          </a:xfrm>
        </p:grpSpPr>
        <p:sp>
          <p:nvSpPr>
            <p:cNvPr id="8268" name="Rectangle 3"/>
            <p:cNvSpPr>
              <a:spLocks noChangeArrowheads="1"/>
            </p:cNvSpPr>
            <p:nvPr/>
          </p:nvSpPr>
          <p:spPr bwMode="auto">
            <a:xfrm>
              <a:off x="192" y="672"/>
              <a:ext cx="1968" cy="542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endParaRPr lang="ko-KR" altLang="ko-KR" sz="900">
                <a:solidFill>
                  <a:srgbClr val="FF0000"/>
                </a:solidFill>
                <a:latin typeface="돋움" pitchFamily="50" charset="-127"/>
                <a:ea typeface="돋움" pitchFamily="50" charset="-127"/>
              </a:endParaRPr>
            </a:p>
          </p:txBody>
        </p:sp>
        <p:sp>
          <p:nvSpPr>
            <p:cNvPr id="8269" name="Rectangle 4"/>
            <p:cNvSpPr>
              <a:spLocks noChangeArrowheads="1"/>
            </p:cNvSpPr>
            <p:nvPr/>
          </p:nvSpPr>
          <p:spPr bwMode="auto">
            <a:xfrm>
              <a:off x="2160" y="672"/>
              <a:ext cx="1968" cy="542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endParaRPr lang="ko-KR" altLang="ko-KR" sz="900">
                <a:solidFill>
                  <a:srgbClr val="FF0000"/>
                </a:solidFill>
                <a:latin typeface="돋움" pitchFamily="50" charset="-127"/>
                <a:ea typeface="돋움" pitchFamily="50" charset="-127"/>
              </a:endParaRPr>
            </a:p>
          </p:txBody>
        </p:sp>
      </p:grpSp>
      <p:sp>
        <p:nvSpPr>
          <p:cNvPr id="8197" name="Text Box 6"/>
          <p:cNvSpPr txBox="1">
            <a:spLocks noChangeArrowheads="1"/>
          </p:cNvSpPr>
          <p:nvPr/>
        </p:nvSpPr>
        <p:spPr bwMode="auto">
          <a:xfrm>
            <a:off x="292100" y="817563"/>
            <a:ext cx="153439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1000" b="1">
                <a:latin typeface="Times New Roman" panose="02020603050405020304" pitchFamily="18" charset="0"/>
                <a:ea typeface="돋움" pitchFamily="50" charset="-127"/>
                <a:cs typeface="Times New Roman" panose="02020603050405020304" pitchFamily="18" charset="0"/>
              </a:rPr>
              <a:t>※ </a:t>
            </a:r>
            <a:r>
              <a:rPr lang="en-US" altLang="ko-KR" sz="1000" b="1" smtClean="0">
                <a:latin typeface="Times New Roman" panose="02020603050405020304" pitchFamily="18" charset="0"/>
                <a:ea typeface="돋움" pitchFamily="50" charset="-127"/>
                <a:cs typeface="Times New Roman" panose="02020603050405020304" pitchFamily="18" charset="0"/>
              </a:rPr>
              <a:t>Khí nén</a:t>
            </a:r>
            <a:r>
              <a:rPr lang="ko-KR" altLang="en-US" sz="1000" b="1" smtClean="0">
                <a:latin typeface="Times New Roman" panose="02020603050405020304" pitchFamily="18" charset="0"/>
                <a:ea typeface="돋움" pitchFamily="50" charset="-127"/>
                <a:cs typeface="Times New Roman" panose="02020603050405020304" pitchFamily="18" charset="0"/>
              </a:rPr>
              <a:t> </a:t>
            </a:r>
            <a:r>
              <a:rPr lang="en-US" altLang="ko-KR" sz="1000" b="1">
                <a:latin typeface="Times New Roman" panose="02020603050405020304" pitchFamily="18" charset="0"/>
                <a:ea typeface="돋움" pitchFamily="50" charset="-127"/>
                <a:cs typeface="Times New Roman" panose="02020603050405020304" pitchFamily="18" charset="0"/>
              </a:rPr>
              <a:t>: </a:t>
            </a:r>
            <a:r>
              <a:rPr lang="en-US" altLang="ko-KR" sz="1000" b="1" smtClean="0">
                <a:latin typeface="Times New Roman" panose="02020603050405020304" pitchFamily="18" charset="0"/>
                <a:ea typeface="돋움" pitchFamily="50" charset="-127"/>
                <a:cs typeface="Times New Roman" panose="02020603050405020304" pitchFamily="18" charset="0"/>
              </a:rPr>
              <a:t>Câu 41</a:t>
            </a:r>
            <a:r>
              <a:rPr lang="ko-KR" altLang="en-US" sz="1000" b="1" smtClean="0">
                <a:latin typeface="Times New Roman" panose="02020603050405020304" pitchFamily="18" charset="0"/>
                <a:ea typeface="돋움" pitchFamily="50" charset="-127"/>
                <a:cs typeface="Times New Roman" panose="02020603050405020304" pitchFamily="18" charset="0"/>
              </a:rPr>
              <a:t> </a:t>
            </a:r>
            <a:r>
              <a:rPr lang="en-US" altLang="ko-KR" sz="1000" b="1">
                <a:latin typeface="Times New Roman" panose="02020603050405020304" pitchFamily="18" charset="0"/>
                <a:ea typeface="돋움" pitchFamily="50" charset="-127"/>
                <a:cs typeface="Times New Roman" panose="02020603050405020304" pitchFamily="18" charset="0"/>
              </a:rPr>
              <a:t>~ </a:t>
            </a:r>
            <a:r>
              <a:rPr lang="en-US" altLang="ko-KR" sz="1000" b="1" smtClean="0">
                <a:latin typeface="Times New Roman" panose="02020603050405020304" pitchFamily="18" charset="0"/>
                <a:ea typeface="돋움" pitchFamily="50" charset="-127"/>
                <a:cs typeface="Times New Roman" panose="02020603050405020304" pitchFamily="18" charset="0"/>
              </a:rPr>
              <a:t>60</a:t>
            </a:r>
            <a:endParaRPr lang="ko-KR" altLang="en-US" sz="1000" b="1">
              <a:latin typeface="Times New Roman" panose="02020603050405020304" pitchFamily="18" charset="0"/>
              <a:ea typeface="돋움" pitchFamily="50" charset="-127"/>
              <a:cs typeface="Times New Roman" panose="02020603050405020304" pitchFamily="18" charset="0"/>
            </a:endParaRPr>
          </a:p>
        </p:txBody>
      </p:sp>
      <p:sp>
        <p:nvSpPr>
          <p:cNvPr id="8198" name="Text Box 34"/>
          <p:cNvSpPr txBox="1">
            <a:spLocks noChangeArrowheads="1"/>
          </p:cNvSpPr>
          <p:nvPr/>
        </p:nvSpPr>
        <p:spPr bwMode="auto">
          <a:xfrm>
            <a:off x="279400" y="3979863"/>
            <a:ext cx="31496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900">
                <a:latin typeface="Times New Roman" pitchFamily="18" charset="0"/>
                <a:cs typeface="Times New Roman" pitchFamily="18" charset="0"/>
              </a:rPr>
              <a:t>43. </a:t>
            </a:r>
            <a:r>
              <a:rPr lang="en-US" altLang="ko-KR" sz="900" smtClean="0">
                <a:latin typeface="Times New Roman" pitchFamily="18" charset="0"/>
                <a:cs typeface="Times New Roman" pitchFamily="18" charset="0"/>
              </a:rPr>
              <a:t>Sử </a:t>
            </a:r>
            <a:r>
              <a:rPr lang="en-US" altLang="ko-KR" sz="900">
                <a:latin typeface="Times New Roman" pitchFamily="18" charset="0"/>
                <a:cs typeface="Times New Roman" pitchFamily="18" charset="0"/>
              </a:rPr>
              <a:t>dụng van </a:t>
            </a:r>
            <a:r>
              <a:rPr lang="en-US" altLang="ko-KR" sz="900" smtClean="0">
                <a:latin typeface="Times New Roman" pitchFamily="18" charset="0"/>
                <a:cs typeface="Times New Roman" pitchFamily="18" charset="0"/>
              </a:rPr>
              <a:t>5/3 để vận hành Xi lanh. </a:t>
            </a:r>
            <a:r>
              <a:rPr lang="vi-VN" altLang="ko-KR" sz="900" smtClean="0">
                <a:latin typeface="Times New Roman" pitchFamily="18" charset="0"/>
                <a:cs typeface="Times New Roman" pitchFamily="18" charset="0"/>
              </a:rPr>
              <a:t>Khi </a:t>
            </a:r>
            <a:r>
              <a:rPr lang="vi-VN" altLang="ko-KR" sz="900">
                <a:latin typeface="Times New Roman" pitchFamily="18" charset="0"/>
                <a:cs typeface="Times New Roman" pitchFamily="18" charset="0"/>
              </a:rPr>
              <a:t>các tín hiệu </a:t>
            </a:r>
            <a:r>
              <a:rPr lang="vi-VN" altLang="ko-KR" sz="900" smtClean="0">
                <a:latin typeface="Times New Roman" pitchFamily="18" charset="0"/>
                <a:cs typeface="Times New Roman" pitchFamily="18" charset="0"/>
              </a:rPr>
              <a:t>điều khiển hướng </a:t>
            </a:r>
            <a:r>
              <a:rPr lang="en-US" altLang="ko-KR" sz="900" smtClean="0">
                <a:latin typeface="Times New Roman" pitchFamily="18" charset="0"/>
                <a:cs typeface="Times New Roman" pitchFamily="18" charset="0"/>
              </a:rPr>
              <a:t>của</a:t>
            </a:r>
            <a:r>
              <a:rPr lang="vi-VN" altLang="ko-KR" sz="900" smtClean="0">
                <a:latin typeface="Times New Roman" pitchFamily="18" charset="0"/>
                <a:cs typeface="Times New Roman" pitchFamily="18" charset="0"/>
              </a:rPr>
              <a:t> </a:t>
            </a:r>
            <a:r>
              <a:rPr lang="vi-VN" altLang="ko-KR" sz="900">
                <a:latin typeface="Times New Roman" pitchFamily="18" charset="0"/>
                <a:cs typeface="Times New Roman" pitchFamily="18" charset="0"/>
              </a:rPr>
              <a:t>cả hai </a:t>
            </a:r>
            <a:r>
              <a:rPr lang="vi-VN" altLang="ko-KR" sz="900" smtClean="0">
                <a:latin typeface="Times New Roman" pitchFamily="18" charset="0"/>
                <a:cs typeface="Times New Roman" pitchFamily="18" charset="0"/>
              </a:rPr>
              <a:t>mặt </a:t>
            </a:r>
            <a:r>
              <a:rPr lang="vi-VN" altLang="ko-KR" sz="900">
                <a:latin typeface="Times New Roman" pitchFamily="18" charset="0"/>
                <a:cs typeface="Times New Roman" pitchFamily="18" charset="0"/>
              </a:rPr>
              <a:t>van </a:t>
            </a:r>
            <a:r>
              <a:rPr lang="vi-VN" altLang="ko-KR" sz="900" smtClean="0">
                <a:latin typeface="Times New Roman" pitchFamily="18" charset="0"/>
                <a:cs typeface="Times New Roman" pitchFamily="18" charset="0"/>
              </a:rPr>
              <a:t>bị chặn</a:t>
            </a:r>
            <a:r>
              <a:rPr lang="en-US" altLang="ko-KR" sz="900">
                <a:latin typeface="Times New Roman" pitchFamily="18" charset="0"/>
                <a:cs typeface="Times New Roman" pitchFamily="18" charset="0"/>
              </a:rPr>
              <a:t>.</a:t>
            </a:r>
            <a:r>
              <a:rPr lang="en-US" altLang="ko-KR" sz="900" smtClean="0">
                <a:latin typeface="Times New Roman" pitchFamily="18" charset="0"/>
                <a:cs typeface="Times New Roman" pitchFamily="18" charset="0"/>
              </a:rPr>
              <a:t> Kiểu kết nối van nào cho phép</a:t>
            </a:r>
            <a:r>
              <a:rPr lang="vi-VN" altLang="ko-KR" sz="900" smtClean="0">
                <a:latin typeface="Times New Roman" pitchFamily="18" charset="0"/>
                <a:cs typeface="Times New Roman" pitchFamily="18" charset="0"/>
              </a:rPr>
              <a:t> </a:t>
            </a:r>
            <a:r>
              <a:rPr lang="vi-VN" altLang="ko-KR" sz="900">
                <a:latin typeface="Times New Roman" pitchFamily="18" charset="0"/>
                <a:cs typeface="Times New Roman" pitchFamily="18" charset="0"/>
              </a:rPr>
              <a:t>xi </a:t>
            </a:r>
            <a:r>
              <a:rPr lang="vi-VN" altLang="ko-KR" sz="900" smtClean="0">
                <a:latin typeface="Times New Roman" pitchFamily="18" charset="0"/>
                <a:cs typeface="Times New Roman" pitchFamily="18" charset="0"/>
              </a:rPr>
              <a:t>lanh </a:t>
            </a:r>
            <a:r>
              <a:rPr lang="vi-VN" altLang="ko-KR" sz="900">
                <a:latin typeface="Times New Roman" pitchFamily="18" charset="0"/>
                <a:cs typeface="Times New Roman" pitchFamily="18" charset="0"/>
              </a:rPr>
              <a:t>di chuyển trái / phải bằng tay?</a:t>
            </a:r>
          </a:p>
          <a:p>
            <a:pPr eaLnBrk="1" hangingPunct="1">
              <a:spcBef>
                <a:spcPct val="0"/>
              </a:spcBef>
              <a:buFontTx/>
              <a:buNone/>
            </a:pPr>
            <a:endParaRPr lang="en-US" altLang="ko-KR" sz="900">
              <a:latin typeface="Times New Roman" pitchFamily="18" charset="0"/>
              <a:cs typeface="Times New Roman" pitchFamily="18" charset="0"/>
            </a:endParaRPr>
          </a:p>
          <a:p>
            <a:pPr eaLnBrk="1" hangingPunct="1">
              <a:spcBef>
                <a:spcPct val="0"/>
              </a:spcBef>
              <a:buFontTx/>
              <a:buNone/>
            </a:pPr>
            <a:r>
              <a:rPr lang="en-US" altLang="ko-KR" sz="900">
                <a:latin typeface="Times New Roman" pitchFamily="18" charset="0"/>
                <a:cs typeface="Times New Roman" pitchFamily="18" charset="0"/>
              </a:rPr>
              <a:t> ① Tất cả các </a:t>
            </a:r>
            <a:r>
              <a:rPr lang="en-US" altLang="ko-KR" sz="900" smtClean="0">
                <a:latin typeface="Times New Roman" pitchFamily="18" charset="0"/>
                <a:cs typeface="Times New Roman" pitchFamily="18" charset="0"/>
              </a:rPr>
              <a:t>kiểu </a:t>
            </a:r>
            <a:r>
              <a:rPr lang="en-US" altLang="ko-KR" sz="900">
                <a:latin typeface="Times New Roman" pitchFamily="18" charset="0"/>
                <a:cs typeface="Times New Roman" pitchFamily="18" charset="0"/>
              </a:rPr>
              <a:t>khối cổng </a:t>
            </a:r>
            <a:r>
              <a:rPr lang="en-US" altLang="ko-KR" sz="900" smtClean="0">
                <a:latin typeface="Times New Roman" pitchFamily="18" charset="0"/>
                <a:cs typeface="Times New Roman" pitchFamily="18" charset="0"/>
              </a:rPr>
              <a:t>  ② Kiểu </a:t>
            </a:r>
            <a:r>
              <a:rPr lang="en-US" altLang="ko-KR" sz="900">
                <a:latin typeface="Times New Roman" pitchFamily="18" charset="0"/>
                <a:cs typeface="Times New Roman" pitchFamily="18" charset="0"/>
              </a:rPr>
              <a:t>kết nối PAB</a:t>
            </a:r>
          </a:p>
          <a:p>
            <a:pPr eaLnBrk="1" hangingPunct="1">
              <a:spcBef>
                <a:spcPct val="0"/>
              </a:spcBef>
              <a:buFontTx/>
              <a:buNone/>
            </a:pPr>
            <a:r>
              <a:rPr lang="en-US" altLang="ko-KR" sz="900">
                <a:latin typeface="Times New Roman" pitchFamily="18" charset="0"/>
                <a:cs typeface="Times New Roman" pitchFamily="18" charset="0"/>
              </a:rPr>
              <a:t> ③ Kiểu kết nối ABR </a:t>
            </a:r>
            <a:r>
              <a:rPr lang="en-US" altLang="ko-KR" sz="900" smtClean="0">
                <a:latin typeface="Times New Roman" pitchFamily="18" charset="0"/>
                <a:cs typeface="Times New Roman" pitchFamily="18" charset="0"/>
              </a:rPr>
              <a:t>              ④ </a:t>
            </a:r>
            <a:r>
              <a:rPr lang="en-US" altLang="ko-KR" sz="900">
                <a:latin typeface="Times New Roman" pitchFamily="18" charset="0"/>
                <a:cs typeface="Times New Roman" pitchFamily="18" charset="0"/>
              </a:rPr>
              <a:t>Kiểu kết nối PRS</a:t>
            </a:r>
          </a:p>
        </p:txBody>
      </p:sp>
      <p:sp>
        <p:nvSpPr>
          <p:cNvPr id="8199" name="Rectangle 153"/>
          <p:cNvSpPr>
            <a:spLocks noChangeArrowheads="1"/>
          </p:cNvSpPr>
          <p:nvPr/>
        </p:nvSpPr>
        <p:spPr bwMode="auto">
          <a:xfrm>
            <a:off x="3394075" y="4418013"/>
            <a:ext cx="3203575"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vi-VN" altLang="ko-KR" sz="900">
                <a:latin typeface="Times New Roman" pitchFamily="18" charset="0"/>
                <a:ea typeface="돋움" pitchFamily="50" charset="-127"/>
                <a:cs typeface="Times New Roman" pitchFamily="18" charset="0"/>
              </a:rPr>
              <a:t>48. </a:t>
            </a:r>
            <a:r>
              <a:rPr lang="en-US" altLang="ko-KR" sz="900" smtClean="0">
                <a:latin typeface="Times New Roman" pitchFamily="18" charset="0"/>
                <a:ea typeface="돋움" pitchFamily="50" charset="-127"/>
                <a:cs typeface="Times New Roman" pitchFamily="18" charset="0"/>
              </a:rPr>
              <a:t>Theo s</a:t>
            </a:r>
            <a:r>
              <a:rPr lang="vi-VN" altLang="ko-KR" sz="900" smtClean="0">
                <a:latin typeface="Times New Roman" pitchFamily="18" charset="0"/>
                <a:ea typeface="돋움" pitchFamily="50" charset="-127"/>
                <a:cs typeface="Times New Roman" pitchFamily="18" charset="0"/>
              </a:rPr>
              <a:t>ơ đồ </a:t>
            </a:r>
            <a:r>
              <a:rPr lang="vi-VN" altLang="ko-KR" sz="900">
                <a:latin typeface="Times New Roman" pitchFamily="18" charset="0"/>
                <a:ea typeface="돋움" pitchFamily="50" charset="-127"/>
                <a:cs typeface="Times New Roman" pitchFamily="18" charset="0"/>
              </a:rPr>
              <a:t>của hệ thống khí </a:t>
            </a:r>
            <a:r>
              <a:rPr lang="vi-VN" altLang="ko-KR" sz="900" smtClean="0">
                <a:latin typeface="Times New Roman" pitchFamily="18" charset="0"/>
                <a:ea typeface="돋움" pitchFamily="50" charset="-127"/>
                <a:cs typeface="Times New Roman" pitchFamily="18" charset="0"/>
              </a:rPr>
              <a:t>nén</a:t>
            </a:r>
            <a:r>
              <a:rPr lang="en-US" altLang="ko-KR" sz="900" smtClean="0">
                <a:latin typeface="Times New Roman" pitchFamily="18" charset="0"/>
                <a:ea typeface="돋움" pitchFamily="50" charset="-127"/>
                <a:cs typeface="Times New Roman" pitchFamily="18" charset="0"/>
              </a:rPr>
              <a:t>, phần nào được đặt ngay sau</a:t>
            </a:r>
            <a:r>
              <a:rPr lang="vi-VN" altLang="ko-KR" sz="900" smtClean="0">
                <a:latin typeface="Times New Roman" pitchFamily="18" charset="0"/>
                <a:ea typeface="돋움" pitchFamily="50" charset="-127"/>
                <a:cs typeface="Times New Roman" pitchFamily="18" charset="0"/>
              </a:rPr>
              <a:t> máy nén</a:t>
            </a:r>
            <a:r>
              <a:rPr lang="en-US" altLang="ko-KR" sz="900" smtClean="0">
                <a:latin typeface="Times New Roman" pitchFamily="18" charset="0"/>
                <a:ea typeface="돋움" pitchFamily="50" charset="-127"/>
                <a:cs typeface="Times New Roman" pitchFamily="18" charset="0"/>
              </a:rPr>
              <a:t> khí</a:t>
            </a:r>
            <a:r>
              <a:rPr lang="vi-VN" altLang="ko-KR" sz="900" smtClean="0">
                <a:latin typeface="Times New Roman" pitchFamily="18" charset="0"/>
                <a:ea typeface="돋움" pitchFamily="50" charset="-127"/>
                <a:cs typeface="Times New Roman" pitchFamily="18" charset="0"/>
              </a:rPr>
              <a:t>?</a:t>
            </a: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① Động cơ điện </a:t>
            </a:r>
            <a:r>
              <a:rPr lang="en-US" altLang="ko-KR" sz="90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② Bộ tách dầu phun</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③ Bộ làm mát phía sau </a:t>
            </a:r>
            <a:r>
              <a:rPr lang="en-US" altLang="ko-KR" sz="90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④ Máy sấy</a:t>
            </a:r>
            <a:endParaRPr lang="en-US" altLang="ko-KR" sz="900">
              <a:latin typeface="Times New Roman" pitchFamily="18" charset="0"/>
              <a:ea typeface="돋움" pitchFamily="50" charset="-127"/>
              <a:cs typeface="Times New Roman" pitchFamily="18" charset="0"/>
            </a:endParaRPr>
          </a:p>
        </p:txBody>
      </p:sp>
      <p:sp>
        <p:nvSpPr>
          <p:cNvPr id="8200" name="Rectangle 52"/>
          <p:cNvSpPr>
            <a:spLocks noChangeArrowheads="1"/>
          </p:cNvSpPr>
          <p:nvPr/>
        </p:nvSpPr>
        <p:spPr bwMode="auto">
          <a:xfrm>
            <a:off x="260350" y="1065213"/>
            <a:ext cx="32131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vi-VN" altLang="ko-KR" sz="900">
                <a:latin typeface="Times New Roman" pitchFamily="18" charset="0"/>
                <a:ea typeface="돋움" pitchFamily="50" charset="-127"/>
                <a:cs typeface="Times New Roman" pitchFamily="18" charset="0"/>
              </a:rPr>
              <a:t>41. </a:t>
            </a:r>
            <a:r>
              <a:rPr lang="en-US" altLang="ko-KR" sz="900" smtClean="0">
                <a:latin typeface="Times New Roman" pitchFamily="18" charset="0"/>
                <a:ea typeface="돋움" pitchFamily="50" charset="-127"/>
                <a:cs typeface="Times New Roman" pitchFamily="18" charset="0"/>
              </a:rPr>
              <a:t>Ý</a:t>
            </a:r>
            <a:r>
              <a:rPr lang="vi-VN" altLang="ko-KR" sz="900" smtClean="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nào không đúng với đặc điểm của </a:t>
            </a:r>
            <a:r>
              <a:rPr lang="en-US" altLang="ko-KR" sz="900" smtClean="0">
                <a:latin typeface="Times New Roman" pitchFamily="18" charset="0"/>
                <a:ea typeface="돋움" pitchFamily="50" charset="-127"/>
                <a:cs typeface="Times New Roman" pitchFamily="18" charset="0"/>
              </a:rPr>
              <a:t>Vacuum Ejector</a:t>
            </a:r>
            <a:r>
              <a:rPr lang="vi-VN" altLang="ko-KR" sz="900" smtClean="0">
                <a:latin typeface="Times New Roman" pitchFamily="18" charset="0"/>
                <a:ea typeface="돋움" pitchFamily="50" charset="-127"/>
                <a:cs typeface="Times New Roman" pitchFamily="18" charset="0"/>
              </a:rPr>
              <a:t>?</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① Mức độ chân không </a:t>
            </a:r>
            <a:r>
              <a:rPr lang="vi-VN" altLang="ko-KR" sz="900" smtClean="0">
                <a:latin typeface="Times New Roman" pitchFamily="18" charset="0"/>
                <a:ea typeface="돋움" pitchFamily="50" charset="-127"/>
                <a:cs typeface="Times New Roman" pitchFamily="18" charset="0"/>
              </a:rPr>
              <a:t>gần </a:t>
            </a:r>
            <a:r>
              <a:rPr lang="vi-VN" altLang="ko-KR" sz="900">
                <a:latin typeface="Times New Roman" pitchFamily="18" charset="0"/>
                <a:ea typeface="돋움" pitchFamily="50" charset="-127"/>
                <a:cs typeface="Times New Roman" pitchFamily="18" charset="0"/>
              </a:rPr>
              <a:t>như tỷ lệ thuận với áp suất cung </a:t>
            </a:r>
            <a:r>
              <a:rPr lang="vi-VN" altLang="ko-KR" sz="900" smtClean="0">
                <a:latin typeface="Times New Roman" pitchFamily="18" charset="0"/>
                <a:ea typeface="돋움" pitchFamily="50" charset="-127"/>
                <a:cs typeface="Times New Roman" pitchFamily="18" charset="0"/>
              </a:rPr>
              <a:t>cấp</a:t>
            </a:r>
            <a:r>
              <a:rPr lang="en-US" altLang="ko-KR" sz="900" smtClean="0">
                <a:latin typeface="Times New Roman" pitchFamily="18" charset="0"/>
                <a:ea typeface="돋움" pitchFamily="50" charset="-127"/>
                <a:cs typeface="Times New Roman" pitchFamily="18" charset="0"/>
              </a:rPr>
              <a:t>   </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a:t>
            </a:r>
            <a:r>
              <a:rPr lang="vi-VN" altLang="ko-KR" sz="900" smtClean="0">
                <a:latin typeface="Times New Roman" pitchFamily="18" charset="0"/>
                <a:ea typeface="돋움" pitchFamily="50" charset="-127"/>
                <a:cs typeface="Times New Roman" pitchFamily="18" charset="0"/>
              </a:rPr>
              <a:t>② </a:t>
            </a:r>
            <a:r>
              <a:rPr lang="vi-VN" altLang="ko-KR" sz="900">
                <a:latin typeface="Times New Roman" pitchFamily="18" charset="0"/>
                <a:ea typeface="돋움" pitchFamily="50" charset="-127"/>
                <a:cs typeface="Times New Roman" pitchFamily="18" charset="0"/>
              </a:rPr>
              <a:t>Cần có </a:t>
            </a:r>
            <a:r>
              <a:rPr lang="en-US" altLang="ko-KR" sz="900" smtClean="0">
                <a:latin typeface="Times New Roman" pitchFamily="18" charset="0"/>
                <a:ea typeface="돋움" pitchFamily="50" charset="-127"/>
                <a:cs typeface="Times New Roman" pitchFamily="18" charset="0"/>
              </a:rPr>
              <a:t>tank chứa khí chân không</a:t>
            </a:r>
            <a:r>
              <a:rPr lang="vi-VN" altLang="ko-KR" sz="900" smtClean="0">
                <a:latin typeface="Times New Roman" pitchFamily="18" charset="0"/>
                <a:ea typeface="돋움" pitchFamily="50" charset="-127"/>
                <a:cs typeface="Times New Roman" pitchFamily="18" charset="0"/>
              </a:rPr>
              <a:t>.</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③ </a:t>
            </a:r>
            <a:r>
              <a:rPr lang="en-US" altLang="ko-KR" sz="900" smtClean="0">
                <a:latin typeface="Times New Roman" pitchFamily="18" charset="0"/>
                <a:ea typeface="돋움" pitchFamily="50" charset="-127"/>
                <a:cs typeface="Times New Roman" pitchFamily="18" charset="0"/>
              </a:rPr>
              <a:t>Tuổi </a:t>
            </a:r>
            <a:r>
              <a:rPr lang="vi-VN" altLang="ko-KR" sz="900" smtClean="0">
                <a:latin typeface="Times New Roman" pitchFamily="18" charset="0"/>
                <a:ea typeface="돋움" pitchFamily="50" charset="-127"/>
                <a:cs typeface="Times New Roman" pitchFamily="18" charset="0"/>
              </a:rPr>
              <a:t>thọ </a:t>
            </a:r>
            <a:r>
              <a:rPr lang="vi-VN" altLang="ko-KR" sz="900">
                <a:latin typeface="Times New Roman" pitchFamily="18" charset="0"/>
                <a:ea typeface="돋움" pitchFamily="50" charset="-127"/>
                <a:cs typeface="Times New Roman" pitchFamily="18" charset="0"/>
              </a:rPr>
              <a:t>cao do không có bộ phận chuyển động.</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④ </a:t>
            </a:r>
            <a:r>
              <a:rPr lang="en-US" altLang="ko-KR" sz="900" smtClean="0">
                <a:latin typeface="Times New Roman" pitchFamily="18" charset="0"/>
                <a:ea typeface="돋움" pitchFamily="50" charset="-127"/>
                <a:cs typeface="Times New Roman" pitchFamily="18" charset="0"/>
              </a:rPr>
              <a:t>Có thể sử dụng van điều khiển chung.</a:t>
            </a:r>
            <a:endParaRPr lang="vi-VN" altLang="ko-KR" sz="900">
              <a:latin typeface="Times New Roman" pitchFamily="18" charset="0"/>
              <a:ea typeface="돋움" pitchFamily="50" charset="-127"/>
              <a:cs typeface="Times New Roman" pitchFamily="18" charset="0"/>
            </a:endParaRPr>
          </a:p>
        </p:txBody>
      </p:sp>
      <p:sp>
        <p:nvSpPr>
          <p:cNvPr id="8201" name="Rectangle 161"/>
          <p:cNvSpPr>
            <a:spLocks noChangeArrowheads="1"/>
          </p:cNvSpPr>
          <p:nvPr/>
        </p:nvSpPr>
        <p:spPr bwMode="auto">
          <a:xfrm>
            <a:off x="269875" y="2936875"/>
            <a:ext cx="3159125" cy="784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vi-VN" altLang="ko-KR" sz="900">
                <a:latin typeface="Times New Roman" pitchFamily="18" charset="0"/>
                <a:ea typeface="돋움" pitchFamily="50" charset="-127"/>
                <a:cs typeface="Times New Roman" pitchFamily="18" charset="0"/>
              </a:rPr>
              <a:t>42. </a:t>
            </a:r>
            <a:r>
              <a:rPr lang="en-US" altLang="ko-KR" sz="900">
                <a:latin typeface="Times New Roman" pitchFamily="18" charset="0"/>
                <a:ea typeface="돋움" pitchFamily="50" charset="-127"/>
                <a:cs typeface="Times New Roman" pitchFamily="18" charset="0"/>
              </a:rPr>
              <a:t>T</a:t>
            </a:r>
            <a:r>
              <a:rPr lang="vi-VN" altLang="ko-KR" sz="900" smtClean="0">
                <a:latin typeface="Times New Roman" pitchFamily="18" charset="0"/>
                <a:ea typeface="돋움" pitchFamily="50" charset="-127"/>
                <a:cs typeface="Times New Roman" pitchFamily="18" charset="0"/>
              </a:rPr>
              <a:t>rong mạch</a:t>
            </a:r>
            <a:r>
              <a:rPr lang="en-US" altLang="ko-KR" sz="900" smtClean="0">
                <a:latin typeface="Times New Roman" pitchFamily="18" charset="0"/>
                <a:ea typeface="돋움" pitchFamily="50" charset="-127"/>
                <a:cs typeface="Times New Roman" pitchFamily="18" charset="0"/>
              </a:rPr>
              <a:t> hoạt động</a:t>
            </a:r>
            <a:r>
              <a:rPr lang="vi-VN" altLang="ko-KR" sz="900" smtClean="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có hai hoặc nhiều mạch nhánh</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Van nào điều khiển tuần tự bằng áp suất trong mạch?</a:t>
            </a:r>
          </a:p>
          <a:p>
            <a:pPr eaLnBrk="1" hangingPunct="1">
              <a:spcBef>
                <a:spcPct val="0"/>
              </a:spcBef>
              <a:buFontTx/>
              <a:buNone/>
            </a:pP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① Van tuần tự </a:t>
            </a:r>
            <a:r>
              <a:rPr lang="en-US" altLang="ko-KR" sz="900">
                <a:latin typeface="Times New Roman" pitchFamily="18" charset="0"/>
                <a:ea typeface="돋움" pitchFamily="50" charset="-127"/>
                <a:cs typeface="Times New Roman" pitchFamily="18" charset="0"/>
              </a:rPr>
              <a:t>   </a:t>
            </a:r>
            <a:r>
              <a:rPr lang="en-US" altLang="ko-KR" sz="900" smtClean="0">
                <a:latin typeface="Times New Roman" pitchFamily="18" charset="0"/>
                <a:ea typeface="돋움" pitchFamily="50" charset="-127"/>
                <a:cs typeface="Times New Roman" pitchFamily="18" charset="0"/>
              </a:rPr>
              <a:t> </a:t>
            </a:r>
            <a:r>
              <a:rPr lang="vi-VN" altLang="ko-KR" sz="900" smtClean="0">
                <a:latin typeface="Times New Roman" pitchFamily="18" charset="0"/>
                <a:ea typeface="돋움" pitchFamily="50" charset="-127"/>
                <a:cs typeface="Times New Roman" pitchFamily="18" charset="0"/>
              </a:rPr>
              <a:t>② </a:t>
            </a:r>
            <a:r>
              <a:rPr lang="vi-VN" altLang="ko-KR" sz="900">
                <a:latin typeface="Times New Roman" pitchFamily="18" charset="0"/>
                <a:ea typeface="돋움" pitchFamily="50" charset="-127"/>
                <a:cs typeface="Times New Roman" pitchFamily="18" charset="0"/>
              </a:rPr>
              <a:t>Van </a:t>
            </a:r>
            <a:r>
              <a:rPr lang="en-US" altLang="ko-KR" sz="900" smtClean="0">
                <a:latin typeface="Times New Roman" pitchFamily="18" charset="0"/>
                <a:ea typeface="돋움" pitchFamily="50" charset="-127"/>
                <a:cs typeface="Times New Roman" pitchFamily="18" charset="0"/>
              </a:rPr>
              <a:t>áp suất</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③ Van </a:t>
            </a:r>
            <a:r>
              <a:rPr lang="en-US" altLang="ko-KR" sz="900" smtClean="0">
                <a:latin typeface="Times New Roman" pitchFamily="18" charset="0"/>
                <a:ea typeface="돋움" pitchFamily="50" charset="-127"/>
                <a:cs typeface="Times New Roman" pitchFamily="18" charset="0"/>
              </a:rPr>
              <a:t>Shuttle     </a:t>
            </a:r>
            <a:r>
              <a:rPr lang="vi-VN" altLang="ko-KR" sz="900" smtClean="0">
                <a:latin typeface="Times New Roman" pitchFamily="18" charset="0"/>
                <a:ea typeface="돋움" pitchFamily="50" charset="-127"/>
                <a:cs typeface="Times New Roman" pitchFamily="18" charset="0"/>
              </a:rPr>
              <a:t>④ </a:t>
            </a:r>
            <a:r>
              <a:rPr lang="vi-VN" altLang="ko-KR" sz="900">
                <a:latin typeface="Times New Roman" pitchFamily="18" charset="0"/>
                <a:ea typeface="돋움" pitchFamily="50" charset="-127"/>
                <a:cs typeface="Times New Roman" pitchFamily="18" charset="0"/>
              </a:rPr>
              <a:t>Van một chiều</a:t>
            </a:r>
            <a:endParaRPr lang="ko-KR" altLang="en-US" sz="900">
              <a:latin typeface="Times New Roman" pitchFamily="18" charset="0"/>
              <a:ea typeface="돋움" pitchFamily="50" charset="-127"/>
              <a:cs typeface="Times New Roman" pitchFamily="18" charset="0"/>
            </a:endParaRPr>
          </a:p>
        </p:txBody>
      </p:sp>
      <p:sp>
        <p:nvSpPr>
          <p:cNvPr id="8202" name="Rectangle 110"/>
          <p:cNvSpPr>
            <a:spLocks noChangeArrowheads="1"/>
          </p:cNvSpPr>
          <p:nvPr/>
        </p:nvSpPr>
        <p:spPr bwMode="auto">
          <a:xfrm>
            <a:off x="279400" y="8267700"/>
            <a:ext cx="3141663"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vi-VN" altLang="ko-KR" sz="900">
                <a:latin typeface="Times New Roman" pitchFamily="18" charset="0"/>
                <a:ea typeface="돋움" pitchFamily="50" charset="-127"/>
                <a:cs typeface="Times New Roman" pitchFamily="18" charset="0"/>
              </a:rPr>
              <a:t>45. </a:t>
            </a:r>
            <a:r>
              <a:rPr lang="en-US" altLang="ko-KR" sz="900">
                <a:latin typeface="Times New Roman" pitchFamily="18" charset="0"/>
                <a:ea typeface="돋움" pitchFamily="50" charset="-127"/>
                <a:cs typeface="Times New Roman" pitchFamily="18" charset="0"/>
              </a:rPr>
              <a:t>K</a:t>
            </a:r>
            <a:r>
              <a:rPr lang="vi-VN" altLang="ko-KR" sz="900" smtClean="0">
                <a:latin typeface="Times New Roman" pitchFamily="18" charset="0"/>
                <a:ea typeface="돋움" pitchFamily="50" charset="-127"/>
                <a:cs typeface="Times New Roman" pitchFamily="18" charset="0"/>
              </a:rPr>
              <a:t>hông phải</a:t>
            </a:r>
            <a:r>
              <a:rPr lang="en-US" altLang="ko-KR" sz="900" smtClean="0">
                <a:latin typeface="Times New Roman" pitchFamily="18" charset="0"/>
                <a:ea typeface="돋움" pitchFamily="50" charset="-127"/>
                <a:cs typeface="Times New Roman" pitchFamily="18" charset="0"/>
              </a:rPr>
              <a:t> mục đích của Tank</a:t>
            </a:r>
            <a:r>
              <a:rPr lang="vi-VN" altLang="ko-KR" sz="900" smtClean="0">
                <a:latin typeface="Times New Roman" pitchFamily="18" charset="0"/>
                <a:ea typeface="돋움" pitchFamily="50" charset="-127"/>
                <a:cs typeface="Times New Roman" pitchFamily="18" charset="0"/>
              </a:rPr>
              <a:t> ?</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① Làm khô không khí </a:t>
            </a: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② Làm mát không khí</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③ Lưu trữ không khí </a:t>
            </a:r>
            <a:r>
              <a:rPr lang="en-US" altLang="ko-KR" sz="900">
                <a:latin typeface="Times New Roman" pitchFamily="18" charset="0"/>
                <a:ea typeface="돋움" pitchFamily="50" charset="-127"/>
                <a:cs typeface="Times New Roman" pitchFamily="18" charset="0"/>
              </a:rPr>
              <a:t> </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④ Ngăn chặn xung động</a:t>
            </a:r>
            <a:endParaRPr lang="ko-KR" altLang="en-US" sz="900">
              <a:latin typeface="Times New Roman" pitchFamily="18" charset="0"/>
              <a:ea typeface="돋움" pitchFamily="50" charset="-127"/>
              <a:cs typeface="Times New Roman" pitchFamily="18" charset="0"/>
            </a:endParaRPr>
          </a:p>
        </p:txBody>
      </p:sp>
      <p:sp>
        <p:nvSpPr>
          <p:cNvPr id="8203" name="Rectangle 164"/>
          <p:cNvSpPr>
            <a:spLocks noChangeArrowheads="1"/>
          </p:cNvSpPr>
          <p:nvPr/>
        </p:nvSpPr>
        <p:spPr bwMode="auto">
          <a:xfrm>
            <a:off x="3416300" y="6910388"/>
            <a:ext cx="31623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vi-VN" altLang="ko-KR" sz="900">
                <a:latin typeface="Times New Roman" pitchFamily="18" charset="0"/>
                <a:ea typeface="돋움" pitchFamily="50" charset="-127"/>
                <a:cs typeface="Times New Roman" pitchFamily="18" charset="0"/>
              </a:rPr>
              <a:t>50. Giải thích đúng về </a:t>
            </a:r>
            <a:r>
              <a:rPr lang="vi-VN" altLang="ko-KR" sz="900" smtClean="0">
                <a:latin typeface="Times New Roman" pitchFamily="18" charset="0"/>
                <a:ea typeface="돋움" pitchFamily="50" charset="-127"/>
                <a:cs typeface="Times New Roman" pitchFamily="18" charset="0"/>
              </a:rPr>
              <a:t>xi </a:t>
            </a:r>
            <a:r>
              <a:rPr lang="vi-VN" altLang="ko-KR" sz="900">
                <a:latin typeface="Times New Roman" pitchFamily="18" charset="0"/>
                <a:ea typeface="돋움" pitchFamily="50" charset="-127"/>
                <a:cs typeface="Times New Roman" pitchFamily="18" charset="0"/>
              </a:rPr>
              <a:t>lanh khí </a:t>
            </a:r>
            <a:r>
              <a:rPr lang="vi-VN" altLang="ko-KR" sz="900" smtClean="0">
                <a:latin typeface="Times New Roman" pitchFamily="18" charset="0"/>
                <a:ea typeface="돋움" pitchFamily="50" charset="-127"/>
                <a:cs typeface="Times New Roman" pitchFamily="18" charset="0"/>
              </a:rPr>
              <a:t>nén</a:t>
            </a:r>
            <a:r>
              <a:rPr lang="en-US" altLang="ko-KR" sz="900" smtClean="0">
                <a:latin typeface="Times New Roman" pitchFamily="18" charset="0"/>
                <a:ea typeface="돋움" pitchFamily="50" charset="-127"/>
                <a:cs typeface="Times New Roman" pitchFamily="18" charset="0"/>
              </a:rPr>
              <a:t> có ký hiệu bên dưới</a:t>
            </a:r>
            <a:r>
              <a:rPr lang="vi-VN" altLang="ko-KR" sz="900" smtClean="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là gì?</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smtClean="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None/>
            </a:pPr>
            <a:r>
              <a:rPr lang="vi-VN" altLang="ko-KR" sz="900">
                <a:latin typeface="Times New Roman" pitchFamily="18" charset="0"/>
                <a:ea typeface="돋움" pitchFamily="50" charset="-127"/>
                <a:cs typeface="Times New Roman" pitchFamily="18" charset="0"/>
              </a:rPr>
              <a:t>① Một số vị trí có thể được điều khiển bằng cách kết nối hai hoặc nhiều xi lanh tác động kép trên cùng một trục và điều khiển chúng độc lập.</a:t>
            </a: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smtClean="0">
                <a:latin typeface="Times New Roman" pitchFamily="18" charset="0"/>
                <a:ea typeface="돋움" pitchFamily="50" charset="-127"/>
                <a:cs typeface="Times New Roman" pitchFamily="18" charset="0"/>
              </a:rPr>
              <a:t>② </a:t>
            </a:r>
            <a:r>
              <a:rPr lang="vi-VN" altLang="ko-KR" sz="900">
                <a:latin typeface="Times New Roman" pitchFamily="18" charset="0"/>
                <a:ea typeface="돋움" pitchFamily="50" charset="-127"/>
                <a:cs typeface="Times New Roman" pitchFamily="18" charset="0"/>
              </a:rPr>
              <a:t>Vì khí nén được cung cấp cho hai piston, công suất mà thanh piston có thể tạo ra gấp đôi so với một xi lanh tác dụng kép có cùng đường kính.</a:t>
            </a:r>
          </a:p>
          <a:p>
            <a:pPr eaLnBrk="1" hangingPunct="1">
              <a:spcBef>
                <a:spcPct val="0"/>
              </a:spcBef>
              <a:buFontTx/>
              <a:buNone/>
            </a:pPr>
            <a:r>
              <a:rPr lang="vi-VN" altLang="ko-KR" sz="900" smtClean="0">
                <a:latin typeface="Times New Roman" pitchFamily="18" charset="0"/>
                <a:ea typeface="돋움" pitchFamily="50" charset="-127"/>
                <a:cs typeface="Times New Roman" pitchFamily="18" charset="0"/>
              </a:rPr>
              <a:t>③</a:t>
            </a:r>
            <a:r>
              <a:rPr lang="en-US" altLang="ko-KR" sz="900" smtClean="0">
                <a:latin typeface="Times New Roman" pitchFamily="18" charset="0"/>
                <a:ea typeface="돋움" pitchFamily="50" charset="-127"/>
                <a:cs typeface="Times New Roman" pitchFamily="18" charset="0"/>
              </a:rPr>
              <a:t> </a:t>
            </a:r>
            <a:r>
              <a:rPr lang="vi-VN" altLang="ko-KR" sz="900" smtClean="0">
                <a:latin typeface="Times New Roman" pitchFamily="18" charset="0"/>
                <a:ea typeface="돋움" pitchFamily="50" charset="-127"/>
                <a:cs typeface="Times New Roman" pitchFamily="18" charset="0"/>
              </a:rPr>
              <a:t>Giá </a:t>
            </a:r>
            <a:r>
              <a:rPr lang="vi-VN" altLang="ko-KR" sz="900">
                <a:latin typeface="Times New Roman" pitchFamily="18" charset="0"/>
                <a:ea typeface="돋움" pitchFamily="50" charset="-127"/>
                <a:cs typeface="Times New Roman" pitchFamily="18" charset="0"/>
              </a:rPr>
              <a:t>trị lực đẩy khi tiến và khi lùi là như nhau, tốt cho các trường hợp </a:t>
            </a:r>
            <a:r>
              <a:rPr lang="vi-VN" altLang="ko-KR" sz="900" smtClean="0">
                <a:latin typeface="Times New Roman" pitchFamily="18" charset="0"/>
                <a:ea typeface="돋움" pitchFamily="50" charset="-127"/>
                <a:cs typeface="Times New Roman" pitchFamily="18" charset="0"/>
              </a:rPr>
              <a:t>dừng </a:t>
            </a:r>
            <a:r>
              <a:rPr lang="vi-VN" altLang="ko-KR" sz="900">
                <a:latin typeface="Times New Roman" pitchFamily="18" charset="0"/>
                <a:ea typeface="돋움" pitchFamily="50" charset="-127"/>
                <a:cs typeface="Times New Roman" pitchFamily="18" charset="0"/>
              </a:rPr>
              <a:t>ở giữa</a:t>
            </a: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smtClean="0">
                <a:latin typeface="Times New Roman" pitchFamily="18" charset="0"/>
                <a:ea typeface="돋움" pitchFamily="50" charset="-127"/>
                <a:cs typeface="Times New Roman" pitchFamily="18" charset="0"/>
              </a:rPr>
              <a:t>④</a:t>
            </a:r>
            <a:r>
              <a:rPr lang="en-US" altLang="ko-KR" sz="900" smtClean="0">
                <a:latin typeface="Times New Roman" pitchFamily="18" charset="0"/>
                <a:ea typeface="돋움" pitchFamily="50" charset="-127"/>
                <a:cs typeface="Times New Roman" pitchFamily="18" charset="0"/>
              </a:rPr>
              <a:t> </a:t>
            </a:r>
            <a:r>
              <a:rPr lang="vi-VN" altLang="ko-KR" sz="900" smtClean="0">
                <a:latin typeface="Times New Roman" pitchFamily="18" charset="0"/>
                <a:ea typeface="돋움" pitchFamily="50" charset="-127"/>
                <a:cs typeface="Times New Roman" pitchFamily="18" charset="0"/>
              </a:rPr>
              <a:t>Vòng </a:t>
            </a:r>
            <a:r>
              <a:rPr lang="vi-VN" altLang="ko-KR" sz="900">
                <a:latin typeface="Times New Roman" pitchFamily="18" charset="0"/>
                <a:ea typeface="돋움" pitchFamily="50" charset="-127"/>
                <a:cs typeface="Times New Roman" pitchFamily="18" charset="0"/>
              </a:rPr>
              <a:t>bi giữ thanh piston nằm ở cả hai phía, do đó chuyển động qua lại trơn tru và nó có thể chịu được lực ngang và tải trọng tác dụng lên thanh ở một mức độ nào đó</a:t>
            </a:r>
          </a:p>
        </p:txBody>
      </p:sp>
      <p:sp>
        <p:nvSpPr>
          <p:cNvPr id="8204" name="Rectangle 110"/>
          <p:cNvSpPr>
            <a:spLocks noChangeArrowheads="1"/>
          </p:cNvSpPr>
          <p:nvPr/>
        </p:nvSpPr>
        <p:spPr bwMode="auto">
          <a:xfrm>
            <a:off x="3405188" y="863600"/>
            <a:ext cx="3187700" cy="2293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900">
                <a:latin typeface="Times New Roman" pitchFamily="18" charset="0"/>
                <a:ea typeface="돋움" pitchFamily="50" charset="-127"/>
                <a:cs typeface="Times New Roman" pitchFamily="18" charset="0"/>
              </a:rPr>
              <a:t>46. </a:t>
            </a:r>
            <a:r>
              <a:rPr lang="vi-VN" altLang="ko-KR" sz="900">
                <a:latin typeface="Times New Roman" pitchFamily="18" charset="0"/>
                <a:ea typeface="돋움" pitchFamily="50" charset="-127"/>
                <a:cs typeface="Times New Roman" pitchFamily="18" charset="0"/>
              </a:rPr>
              <a:t>Ký hiệu nào phù hợp với cấu tạo bên trong của van điều khiển </a:t>
            </a:r>
            <a:r>
              <a:rPr lang="vi-VN" altLang="ko-KR" sz="900" smtClean="0">
                <a:latin typeface="Times New Roman" pitchFamily="18" charset="0"/>
                <a:ea typeface="돋움" pitchFamily="50" charset="-127"/>
                <a:cs typeface="Times New Roman" pitchFamily="18" charset="0"/>
              </a:rPr>
              <a:t>hướng</a:t>
            </a:r>
            <a:r>
              <a:rPr lang="en-US" altLang="ko-KR" sz="900" smtClean="0">
                <a:latin typeface="Times New Roman" pitchFamily="18" charset="0"/>
                <a:ea typeface="돋움" pitchFamily="50" charset="-127"/>
                <a:cs typeface="Times New Roman" pitchFamily="18" charset="0"/>
              </a:rPr>
              <a:t> bên dưới</a:t>
            </a:r>
            <a:r>
              <a:rPr lang="vi-VN" altLang="ko-KR" sz="900" smtClean="0">
                <a:latin typeface="Times New Roman" pitchFamily="18" charset="0"/>
                <a:ea typeface="돋움" pitchFamily="50" charset="-127"/>
                <a:cs typeface="Times New Roman" pitchFamily="18" charset="0"/>
              </a:rPr>
              <a:t>?</a:t>
            </a: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① </a:t>
            </a:r>
            <a:r>
              <a:rPr lang="en-US" altLang="ko-KR" sz="900" smtClean="0">
                <a:latin typeface="Times New Roman" pitchFamily="18" charset="0"/>
                <a:ea typeface="돋움" pitchFamily="50" charset="-127"/>
                <a:cs typeface="Times New Roman" pitchFamily="18" charset="0"/>
              </a:rPr>
              <a:t>                                                 </a:t>
            </a:r>
            <a:r>
              <a:rPr lang="ko-KR" altLang="en-US" sz="900" smtClean="0">
                <a:latin typeface="Times New Roman" pitchFamily="18" charset="0"/>
                <a:ea typeface="돋움" pitchFamily="50" charset="-127"/>
                <a:cs typeface="Times New Roman" pitchFamily="18" charset="0"/>
              </a:rPr>
              <a:t> </a:t>
            </a:r>
            <a:r>
              <a:rPr lang="ko-KR" altLang="en-US" sz="900">
                <a:latin typeface="Times New Roman" pitchFamily="18" charset="0"/>
                <a:ea typeface="돋움" pitchFamily="50" charset="-127"/>
                <a:cs typeface="Times New Roman" pitchFamily="18" charset="0"/>
              </a:rPr>
              <a:t>②</a:t>
            </a:r>
            <a:endParaRPr lang="en-US" altLang="ko-KR" sz="900">
              <a:latin typeface="Times New Roman" pitchFamily="18" charset="0"/>
              <a:ea typeface="돋움" pitchFamily="50" charset="-127"/>
              <a:cs typeface="Times New Roman" pitchFamily="18" charset="0"/>
            </a:endParaRPr>
          </a:p>
          <a:p>
            <a:pPr eaLnBrk="1" hangingPunct="1">
              <a:lnSpc>
                <a:spcPct val="130000"/>
              </a:lnSpc>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lnSpc>
                <a:spcPct val="130000"/>
              </a:lnSpc>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lnSpc>
                <a:spcPct val="130000"/>
              </a:lnSpc>
              <a:spcBef>
                <a:spcPct val="0"/>
              </a:spcBef>
              <a:buFontTx/>
              <a:buNone/>
            </a:pPr>
            <a:r>
              <a:rPr lang="ko-KR" altLang="en-US" sz="900">
                <a:latin typeface="Times New Roman" pitchFamily="18" charset="0"/>
                <a:ea typeface="돋움" pitchFamily="50" charset="-127"/>
                <a:cs typeface="Times New Roman" pitchFamily="18" charset="0"/>
              </a:rPr>
              <a:t> </a:t>
            </a:r>
            <a:r>
              <a:rPr lang="ko-KR" altLang="en-US" sz="900" smtClean="0">
                <a:latin typeface="Times New Roman" pitchFamily="18" charset="0"/>
                <a:ea typeface="돋움" pitchFamily="50" charset="-127"/>
                <a:cs typeface="Times New Roman" pitchFamily="18" charset="0"/>
              </a:rPr>
              <a:t>③                                                   </a:t>
            </a:r>
            <a:r>
              <a:rPr lang="ko-KR" altLang="en-US" sz="900">
                <a:latin typeface="Times New Roman" pitchFamily="18" charset="0"/>
                <a:ea typeface="돋움" pitchFamily="50" charset="-127"/>
                <a:cs typeface="Times New Roman" pitchFamily="18" charset="0"/>
              </a:rPr>
              <a:t>④</a:t>
            </a:r>
          </a:p>
        </p:txBody>
      </p:sp>
      <p:pic>
        <p:nvPicPr>
          <p:cNvPr id="8205" name="Picture 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3050" y="7161113"/>
            <a:ext cx="1270000"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206" name="Rectangle 151"/>
          <p:cNvSpPr>
            <a:spLocks noChangeArrowheads="1"/>
          </p:cNvSpPr>
          <p:nvPr/>
        </p:nvSpPr>
        <p:spPr bwMode="auto">
          <a:xfrm>
            <a:off x="260350" y="5824538"/>
            <a:ext cx="3168650"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vi-VN" altLang="ko-KR" sz="900">
                <a:latin typeface="Times New Roman" pitchFamily="18" charset="0"/>
                <a:ea typeface="돋움" pitchFamily="50" charset="-127"/>
                <a:cs typeface="Times New Roman" pitchFamily="18" charset="0"/>
              </a:rPr>
              <a:t>44. Điều gì không đúng với mô tả của van điều </a:t>
            </a:r>
            <a:r>
              <a:rPr lang="en-US" altLang="ko-KR" sz="900" smtClean="0">
                <a:latin typeface="Times New Roman" pitchFamily="18" charset="0"/>
                <a:ea typeface="돋움" pitchFamily="50" charset="-127"/>
                <a:cs typeface="Times New Roman" pitchFamily="18" charset="0"/>
              </a:rPr>
              <a:t>khiển tốc độ</a:t>
            </a:r>
            <a:r>
              <a:rPr lang="vi-VN" altLang="ko-KR" sz="900" smtClean="0">
                <a:latin typeface="Times New Roman" pitchFamily="18" charset="0"/>
                <a:ea typeface="돋움" pitchFamily="50" charset="-127"/>
                <a:cs typeface="Times New Roman" pitchFamily="18" charset="0"/>
              </a:rPr>
              <a:t>?</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① Đây là van điều khiển </a:t>
            </a:r>
            <a:r>
              <a:rPr lang="en-US" altLang="ko-KR" sz="900" smtClean="0">
                <a:latin typeface="Times New Roman" pitchFamily="18" charset="0"/>
                <a:ea typeface="돋움" pitchFamily="50" charset="-127"/>
                <a:cs typeface="Times New Roman" pitchFamily="18" charset="0"/>
              </a:rPr>
              <a:t>lưu lượng </a:t>
            </a:r>
            <a:r>
              <a:rPr lang="vi-VN" altLang="ko-KR" sz="900" smtClean="0">
                <a:latin typeface="Times New Roman" pitchFamily="18" charset="0"/>
                <a:ea typeface="돋움" pitchFamily="50" charset="-127"/>
                <a:cs typeface="Times New Roman" pitchFamily="18" charset="0"/>
              </a:rPr>
              <a:t>một </a:t>
            </a:r>
            <a:r>
              <a:rPr lang="vi-VN" altLang="ko-KR" sz="900">
                <a:latin typeface="Times New Roman" pitchFamily="18" charset="0"/>
                <a:ea typeface="돋움" pitchFamily="50" charset="-127"/>
                <a:cs typeface="Times New Roman" pitchFamily="18" charset="0"/>
              </a:rPr>
              <a:t>chiều</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② </a:t>
            </a:r>
            <a:r>
              <a:rPr lang="vi-VN" altLang="ko-KR" sz="900" smtClean="0">
                <a:latin typeface="Times New Roman" pitchFamily="18" charset="0"/>
                <a:ea typeface="돋움" pitchFamily="50" charset="-127"/>
                <a:cs typeface="Times New Roman" pitchFamily="18" charset="0"/>
              </a:rPr>
              <a:t>Nếu</a:t>
            </a:r>
            <a:r>
              <a:rPr lang="en-US" altLang="ko-KR" sz="900" smtClean="0">
                <a:latin typeface="Times New Roman" pitchFamily="18" charset="0"/>
                <a:ea typeface="돋움" pitchFamily="50" charset="-127"/>
                <a:cs typeface="Times New Roman" pitchFamily="18" charset="0"/>
              </a:rPr>
              <a:t> khí đi theo chiều mũi tên, </a:t>
            </a:r>
            <a:r>
              <a:rPr lang="vi-VN" altLang="ko-KR" sz="900">
                <a:latin typeface="Times New Roman" pitchFamily="18" charset="0"/>
                <a:ea typeface="돋움" pitchFamily="50" charset="-127"/>
                <a:cs typeface="Times New Roman" pitchFamily="18" charset="0"/>
              </a:rPr>
              <a:t>van một chiều bị chặn và </a:t>
            </a:r>
            <a:r>
              <a:rPr lang="en-US" altLang="ko-KR" sz="900" smtClean="0">
                <a:latin typeface="Times New Roman" pitchFamily="18" charset="0"/>
                <a:ea typeface="돋움" pitchFamily="50" charset="-127"/>
                <a:cs typeface="Times New Roman" pitchFamily="18" charset="0"/>
              </a:rPr>
              <a:t>khí đi</a:t>
            </a:r>
            <a:r>
              <a:rPr lang="vi-VN" altLang="ko-KR" sz="900" smtClean="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qua van tiết lưu, do đó tốc độ dòng chảy được kiểm soát.</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③ </a:t>
            </a:r>
            <a:r>
              <a:rPr lang="en-US" altLang="ko-KR" sz="900" smtClean="0">
                <a:latin typeface="Times New Roman" pitchFamily="18" charset="0"/>
                <a:ea typeface="돋움" pitchFamily="50" charset="-127"/>
                <a:cs typeface="Times New Roman" pitchFamily="18" charset="0"/>
              </a:rPr>
              <a:t>Nên lắp ở vị trí gần cửa xả hơn là gần cửa nguồn</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④ Nếu đường ống dài, không khí trong đường ống ảnh hưởng đến việc điều khiển tốc </a:t>
            </a:r>
            <a:r>
              <a:rPr lang="vi-VN" altLang="ko-KR" sz="900" smtClean="0">
                <a:latin typeface="Times New Roman" pitchFamily="18" charset="0"/>
                <a:ea typeface="돋움" pitchFamily="50" charset="-127"/>
                <a:cs typeface="Times New Roman" pitchFamily="18" charset="0"/>
              </a:rPr>
              <a:t>độ</a:t>
            </a:r>
            <a:r>
              <a:rPr lang="en-US" altLang="ko-KR" sz="900">
                <a:latin typeface="Times New Roman" pitchFamily="18" charset="0"/>
                <a:ea typeface="돋움" pitchFamily="50" charset="-127"/>
                <a:cs typeface="Times New Roman" pitchFamily="18" charset="0"/>
              </a:rPr>
              <a:t>.</a:t>
            </a:r>
            <a:endParaRPr lang="vi-VN" altLang="ko-KR" sz="900">
              <a:latin typeface="Times New Roman" pitchFamily="18" charset="0"/>
              <a:ea typeface="돋움" pitchFamily="50" charset="-127"/>
              <a:cs typeface="Times New Roman" pitchFamily="18" charset="0"/>
            </a:endParaRPr>
          </a:p>
        </p:txBody>
      </p:sp>
      <p:grpSp>
        <p:nvGrpSpPr>
          <p:cNvPr id="8207" name="Group 88"/>
          <p:cNvGrpSpPr>
            <a:grpSpLocks/>
          </p:cNvGrpSpPr>
          <p:nvPr/>
        </p:nvGrpSpPr>
        <p:grpSpPr bwMode="auto">
          <a:xfrm>
            <a:off x="1554163" y="6064250"/>
            <a:ext cx="617537" cy="473075"/>
            <a:chOff x="2963" y="4516"/>
            <a:chExt cx="389" cy="295"/>
          </a:xfrm>
        </p:grpSpPr>
        <p:pic>
          <p:nvPicPr>
            <p:cNvPr id="8264" name="Picture 8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09" y="4625"/>
              <a:ext cx="308"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265" name="Line 90"/>
            <p:cNvSpPr>
              <a:spLocks noChangeShapeType="1"/>
            </p:cNvSpPr>
            <p:nvPr/>
          </p:nvSpPr>
          <p:spPr bwMode="auto">
            <a:xfrm>
              <a:off x="3033" y="4639"/>
              <a:ext cx="27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latin typeface="Times New Roman" panose="02020603050405020304" pitchFamily="18" charset="0"/>
                <a:cs typeface="Times New Roman" panose="02020603050405020304" pitchFamily="18" charset="0"/>
              </a:endParaRPr>
            </a:p>
          </p:txBody>
        </p:sp>
        <p:sp>
          <p:nvSpPr>
            <p:cNvPr id="8266" name="Text Box 91"/>
            <p:cNvSpPr txBox="1">
              <a:spLocks noChangeArrowheads="1"/>
            </p:cNvSpPr>
            <p:nvPr/>
          </p:nvSpPr>
          <p:spPr bwMode="auto">
            <a:xfrm>
              <a:off x="3069" y="4516"/>
              <a:ext cx="188"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ko-KR" altLang="en-US" sz="900">
                  <a:latin typeface="Times New Roman" panose="02020603050405020304" pitchFamily="18" charset="0"/>
                  <a:ea typeface="돋움" pitchFamily="50" charset="-127"/>
                  <a:cs typeface="Times New Roman" panose="02020603050405020304" pitchFamily="18" charset="0"/>
                </a:rPr>
                <a:t>㉠</a:t>
              </a:r>
            </a:p>
          </p:txBody>
        </p:sp>
        <p:sp>
          <p:nvSpPr>
            <p:cNvPr id="8267" name="Rectangle 92"/>
            <p:cNvSpPr>
              <a:spLocks noChangeArrowheads="1"/>
            </p:cNvSpPr>
            <p:nvPr/>
          </p:nvSpPr>
          <p:spPr bwMode="auto">
            <a:xfrm>
              <a:off x="2963" y="4536"/>
              <a:ext cx="389" cy="25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endParaRPr lang="ko-KR" altLang="en-US" sz="900">
                <a:latin typeface="Times New Roman" panose="02020603050405020304" pitchFamily="18" charset="0"/>
                <a:ea typeface="돋움" pitchFamily="50" charset="-127"/>
                <a:cs typeface="Times New Roman" panose="02020603050405020304" pitchFamily="18" charset="0"/>
              </a:endParaRPr>
            </a:p>
          </p:txBody>
        </p:sp>
      </p:grpSp>
      <p:sp>
        <p:nvSpPr>
          <p:cNvPr id="8208" name="Text Box 93"/>
          <p:cNvSpPr txBox="1">
            <a:spLocks noChangeArrowheads="1"/>
          </p:cNvSpPr>
          <p:nvPr/>
        </p:nvSpPr>
        <p:spPr bwMode="auto">
          <a:xfrm>
            <a:off x="981075" y="6211888"/>
            <a:ext cx="566181"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900">
                <a:latin typeface="Times New Roman" panose="02020603050405020304" pitchFamily="18" charset="0"/>
                <a:ea typeface="돋움" pitchFamily="50" charset="-127"/>
                <a:cs typeface="Times New Roman" panose="02020603050405020304" pitchFamily="18" charset="0"/>
              </a:rPr>
              <a:t>[Thí dụ]</a:t>
            </a:r>
          </a:p>
        </p:txBody>
      </p:sp>
      <p:grpSp>
        <p:nvGrpSpPr>
          <p:cNvPr id="8209" name="그룹 14"/>
          <p:cNvGrpSpPr>
            <a:grpSpLocks/>
          </p:cNvGrpSpPr>
          <p:nvPr/>
        </p:nvGrpSpPr>
        <p:grpSpPr bwMode="auto">
          <a:xfrm>
            <a:off x="3790950" y="1274763"/>
            <a:ext cx="2014538" cy="1166812"/>
            <a:chOff x="1042536" y="7841406"/>
            <a:chExt cx="1594376" cy="734820"/>
          </a:xfrm>
        </p:grpSpPr>
        <p:pic>
          <p:nvPicPr>
            <p:cNvPr id="8259" name="Picture 2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5400000">
              <a:off x="1623700" y="7371772"/>
              <a:ext cx="432048" cy="1594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260" name="TextBox 1"/>
            <p:cNvSpPr txBox="1">
              <a:spLocks noChangeArrowheads="1"/>
            </p:cNvSpPr>
            <p:nvPr/>
          </p:nvSpPr>
          <p:spPr bwMode="auto">
            <a:xfrm>
              <a:off x="1120219" y="8342006"/>
              <a:ext cx="25359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900">
                  <a:latin typeface="돋움" pitchFamily="50" charset="-127"/>
                  <a:ea typeface="돋움" pitchFamily="50" charset="-127"/>
                </a:rPr>
                <a:t>Z</a:t>
              </a:r>
              <a:endParaRPr lang="ko-KR" altLang="en-US" sz="900">
                <a:latin typeface="돋움" pitchFamily="50" charset="-127"/>
                <a:ea typeface="돋움" pitchFamily="50" charset="-127"/>
              </a:endParaRPr>
            </a:p>
          </p:txBody>
        </p:sp>
        <p:sp>
          <p:nvSpPr>
            <p:cNvPr id="8261" name="TextBox 37"/>
            <p:cNvSpPr txBox="1">
              <a:spLocks noChangeArrowheads="1"/>
            </p:cNvSpPr>
            <p:nvPr/>
          </p:nvSpPr>
          <p:spPr bwMode="auto">
            <a:xfrm>
              <a:off x="1874153" y="8345394"/>
              <a:ext cx="26161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900">
                  <a:latin typeface="돋움" pitchFamily="50" charset="-127"/>
                  <a:ea typeface="돋움" pitchFamily="50" charset="-127"/>
                </a:rPr>
                <a:t>A</a:t>
              </a:r>
              <a:endParaRPr lang="ko-KR" altLang="en-US" sz="900">
                <a:latin typeface="돋움" pitchFamily="50" charset="-127"/>
                <a:ea typeface="돋움" pitchFamily="50" charset="-127"/>
              </a:endParaRPr>
            </a:p>
          </p:txBody>
        </p:sp>
        <p:sp>
          <p:nvSpPr>
            <p:cNvPr id="8262" name="TextBox 38"/>
            <p:cNvSpPr txBox="1">
              <a:spLocks noChangeArrowheads="1"/>
            </p:cNvSpPr>
            <p:nvPr/>
          </p:nvSpPr>
          <p:spPr bwMode="auto">
            <a:xfrm>
              <a:off x="1615083" y="7841406"/>
              <a:ext cx="25840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900">
                  <a:latin typeface="돋움" pitchFamily="50" charset="-127"/>
                  <a:ea typeface="돋움" pitchFamily="50" charset="-127"/>
                </a:rPr>
                <a:t>P</a:t>
              </a:r>
              <a:endParaRPr lang="ko-KR" altLang="en-US" sz="900">
                <a:latin typeface="돋움" pitchFamily="50" charset="-127"/>
                <a:ea typeface="돋움" pitchFamily="50" charset="-127"/>
              </a:endParaRPr>
            </a:p>
          </p:txBody>
        </p:sp>
        <p:sp>
          <p:nvSpPr>
            <p:cNvPr id="8263" name="TextBox 39"/>
            <p:cNvSpPr txBox="1">
              <a:spLocks noChangeArrowheads="1"/>
            </p:cNvSpPr>
            <p:nvPr/>
          </p:nvSpPr>
          <p:spPr bwMode="auto">
            <a:xfrm>
              <a:off x="2111265" y="7844928"/>
              <a:ext cx="26161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900">
                  <a:latin typeface="돋움" pitchFamily="50" charset="-127"/>
                  <a:ea typeface="돋움" pitchFamily="50" charset="-127"/>
                </a:rPr>
                <a:t>R</a:t>
              </a:r>
              <a:endParaRPr lang="ko-KR" altLang="en-US" sz="900">
                <a:latin typeface="돋움" pitchFamily="50" charset="-127"/>
                <a:ea typeface="돋움" pitchFamily="50" charset="-127"/>
              </a:endParaRPr>
            </a:p>
          </p:txBody>
        </p:sp>
      </p:grpSp>
      <p:grpSp>
        <p:nvGrpSpPr>
          <p:cNvPr id="8210" name="그룹 18"/>
          <p:cNvGrpSpPr>
            <a:grpSpLocks/>
          </p:cNvGrpSpPr>
          <p:nvPr/>
        </p:nvGrpSpPr>
        <p:grpSpPr bwMode="auto">
          <a:xfrm>
            <a:off x="3748088" y="2214563"/>
            <a:ext cx="1006475" cy="585787"/>
            <a:chOff x="3747994" y="1745514"/>
            <a:chExt cx="1006835" cy="586919"/>
          </a:xfrm>
        </p:grpSpPr>
        <p:pic>
          <p:nvPicPr>
            <p:cNvPr id="8250" name="Picture 2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30904" y="1822284"/>
              <a:ext cx="923925"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251" name="직사각형 5"/>
            <p:cNvSpPr>
              <a:spLocks noChangeArrowheads="1"/>
            </p:cNvSpPr>
            <p:nvPr/>
          </p:nvSpPr>
          <p:spPr bwMode="auto">
            <a:xfrm>
              <a:off x="3821379" y="2055646"/>
              <a:ext cx="139638" cy="115417"/>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endParaRPr lang="ko-KR" altLang="en-US" sz="900">
                <a:latin typeface="돋움" pitchFamily="50" charset="-127"/>
                <a:ea typeface="돋움" pitchFamily="50" charset="-127"/>
              </a:endParaRPr>
            </a:p>
          </p:txBody>
        </p:sp>
        <p:grpSp>
          <p:nvGrpSpPr>
            <p:cNvPr id="8252" name="그룹 8"/>
            <p:cNvGrpSpPr>
              <a:grpSpLocks/>
            </p:cNvGrpSpPr>
            <p:nvPr/>
          </p:nvGrpSpPr>
          <p:grpSpPr bwMode="auto">
            <a:xfrm>
              <a:off x="3821379" y="2064031"/>
              <a:ext cx="188119" cy="72008"/>
              <a:chOff x="588962" y="8409384"/>
              <a:chExt cx="188119" cy="72008"/>
            </a:xfrm>
          </p:grpSpPr>
          <p:sp>
            <p:nvSpPr>
              <p:cNvPr id="8257" name="이등변 삼각형 2"/>
              <p:cNvSpPr>
                <a:spLocks noChangeArrowheads="1"/>
              </p:cNvSpPr>
              <p:nvPr/>
            </p:nvSpPr>
            <p:spPr bwMode="auto">
              <a:xfrm rot="5400000">
                <a:off x="692596" y="8396907"/>
                <a:ext cx="72008" cy="96962"/>
              </a:xfrm>
              <a:prstGeom prst="triangle">
                <a:avLst>
                  <a:gd name="adj" fmla="val 50000"/>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endParaRPr lang="ko-KR" altLang="en-US" sz="900">
                  <a:latin typeface="돋움" pitchFamily="50" charset="-127"/>
                  <a:ea typeface="돋움" pitchFamily="50" charset="-127"/>
                </a:endParaRPr>
              </a:p>
            </p:txBody>
          </p:sp>
          <p:cxnSp>
            <p:nvCxnSpPr>
              <p:cNvPr id="8258" name="직선 연결선 7"/>
              <p:cNvCxnSpPr>
                <a:cxnSpLocks noChangeShapeType="1"/>
              </p:cNvCxnSpPr>
              <p:nvPr/>
            </p:nvCxnSpPr>
            <p:spPr bwMode="auto">
              <a:xfrm>
                <a:off x="588962" y="8445388"/>
                <a:ext cx="188119" cy="0"/>
              </a:xfrm>
              <a:prstGeom prst="line">
                <a:avLst/>
              </a:prstGeom>
              <a:noFill/>
              <a:ln w="9525" algn="ctr">
                <a:solidFill>
                  <a:schemeClr val="tx1"/>
                </a:solidFill>
                <a:prstDash val="sysDash"/>
                <a:round/>
                <a:headEnd/>
                <a:tailEnd/>
              </a:ln>
              <a:extLst>
                <a:ext uri="{909E8E84-426E-40DD-AFC4-6F175D3DCCD1}">
                  <a14:hiddenFill xmlns:a14="http://schemas.microsoft.com/office/drawing/2010/main">
                    <a:noFill/>
                  </a14:hiddenFill>
                </a:ext>
              </a:extLst>
            </p:spPr>
          </p:cxnSp>
        </p:grpSp>
        <p:sp>
          <p:nvSpPr>
            <p:cNvPr id="8253" name="TextBox 9"/>
            <p:cNvSpPr txBox="1">
              <a:spLocks noChangeArrowheads="1"/>
            </p:cNvSpPr>
            <p:nvPr/>
          </p:nvSpPr>
          <p:spPr bwMode="auto">
            <a:xfrm>
              <a:off x="4228003" y="2116989"/>
              <a:ext cx="24397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800">
                  <a:latin typeface="돋움" pitchFamily="50" charset="-127"/>
                  <a:ea typeface="돋움" pitchFamily="50" charset="-127"/>
                </a:rPr>
                <a:t>1</a:t>
              </a:r>
              <a:endParaRPr lang="ko-KR" altLang="en-US" sz="800">
                <a:latin typeface="돋움" pitchFamily="50" charset="-127"/>
                <a:ea typeface="돋움" pitchFamily="50" charset="-127"/>
              </a:endParaRPr>
            </a:p>
          </p:txBody>
        </p:sp>
        <p:sp>
          <p:nvSpPr>
            <p:cNvPr id="8254" name="TextBox 49"/>
            <p:cNvSpPr txBox="1">
              <a:spLocks noChangeArrowheads="1"/>
            </p:cNvSpPr>
            <p:nvPr/>
          </p:nvSpPr>
          <p:spPr bwMode="auto">
            <a:xfrm>
              <a:off x="4490944" y="2116989"/>
              <a:ext cx="24397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800">
                  <a:latin typeface="돋움" pitchFamily="50" charset="-127"/>
                  <a:ea typeface="돋움" pitchFamily="50" charset="-127"/>
                </a:rPr>
                <a:t>3</a:t>
              </a:r>
              <a:endParaRPr lang="ko-KR" altLang="en-US" sz="800">
                <a:latin typeface="돋움" pitchFamily="50" charset="-127"/>
                <a:ea typeface="돋움" pitchFamily="50" charset="-127"/>
              </a:endParaRPr>
            </a:p>
          </p:txBody>
        </p:sp>
        <p:sp>
          <p:nvSpPr>
            <p:cNvPr id="8255" name="TextBox 50"/>
            <p:cNvSpPr txBox="1">
              <a:spLocks noChangeArrowheads="1"/>
            </p:cNvSpPr>
            <p:nvPr/>
          </p:nvSpPr>
          <p:spPr bwMode="auto">
            <a:xfrm>
              <a:off x="4224244" y="1745514"/>
              <a:ext cx="24397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800">
                  <a:latin typeface="돋움" pitchFamily="50" charset="-127"/>
                  <a:ea typeface="돋움" pitchFamily="50" charset="-127"/>
                </a:rPr>
                <a:t>2</a:t>
              </a:r>
              <a:endParaRPr lang="ko-KR" altLang="en-US" sz="800">
                <a:latin typeface="돋움" pitchFamily="50" charset="-127"/>
                <a:ea typeface="돋움" pitchFamily="50" charset="-127"/>
              </a:endParaRPr>
            </a:p>
          </p:txBody>
        </p:sp>
        <p:sp>
          <p:nvSpPr>
            <p:cNvPr id="8256" name="TextBox 52"/>
            <p:cNvSpPr txBox="1">
              <a:spLocks noChangeArrowheads="1"/>
            </p:cNvSpPr>
            <p:nvPr/>
          </p:nvSpPr>
          <p:spPr bwMode="auto">
            <a:xfrm>
              <a:off x="3747994" y="1888389"/>
              <a:ext cx="30328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800">
                  <a:latin typeface="돋움" pitchFamily="50" charset="-127"/>
                  <a:ea typeface="돋움" pitchFamily="50" charset="-127"/>
                </a:rPr>
                <a:t>12</a:t>
              </a:r>
              <a:endParaRPr lang="ko-KR" altLang="en-US" sz="800">
                <a:latin typeface="돋움" pitchFamily="50" charset="-127"/>
                <a:ea typeface="돋움" pitchFamily="50" charset="-127"/>
              </a:endParaRPr>
            </a:p>
          </p:txBody>
        </p:sp>
      </p:grpSp>
      <p:grpSp>
        <p:nvGrpSpPr>
          <p:cNvPr id="8211" name="그룹 17"/>
          <p:cNvGrpSpPr>
            <a:grpSpLocks/>
          </p:cNvGrpSpPr>
          <p:nvPr/>
        </p:nvGrpSpPr>
        <p:grpSpPr bwMode="auto">
          <a:xfrm>
            <a:off x="5302250" y="2263775"/>
            <a:ext cx="889000" cy="585788"/>
            <a:chOff x="5302646" y="1794970"/>
            <a:chExt cx="889298" cy="586919"/>
          </a:xfrm>
        </p:grpSpPr>
        <p:pic>
          <p:nvPicPr>
            <p:cNvPr id="8240" name="Picture 3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53769" y="1834186"/>
              <a:ext cx="6381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8241" name="그룹 10"/>
            <p:cNvGrpSpPr>
              <a:grpSpLocks/>
            </p:cNvGrpSpPr>
            <p:nvPr/>
          </p:nvGrpSpPr>
          <p:grpSpPr bwMode="auto">
            <a:xfrm>
              <a:off x="5326224" y="2086180"/>
              <a:ext cx="218876" cy="115417"/>
              <a:chOff x="548680" y="8716610"/>
              <a:chExt cx="218876" cy="115417"/>
            </a:xfrm>
          </p:grpSpPr>
          <p:sp>
            <p:nvSpPr>
              <p:cNvPr id="8246" name="직사각형 53"/>
              <p:cNvSpPr>
                <a:spLocks noChangeArrowheads="1"/>
              </p:cNvSpPr>
              <p:nvPr/>
            </p:nvSpPr>
            <p:spPr bwMode="auto">
              <a:xfrm>
                <a:off x="548680" y="8716610"/>
                <a:ext cx="139638" cy="115417"/>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endParaRPr lang="ko-KR" altLang="en-US" sz="900">
                  <a:latin typeface="돋움" pitchFamily="50" charset="-127"/>
                  <a:ea typeface="돋움" pitchFamily="50" charset="-127"/>
                </a:endParaRPr>
              </a:p>
            </p:txBody>
          </p:sp>
          <p:grpSp>
            <p:nvGrpSpPr>
              <p:cNvPr id="8247" name="그룹 54"/>
              <p:cNvGrpSpPr>
                <a:grpSpLocks/>
              </p:cNvGrpSpPr>
              <p:nvPr/>
            </p:nvGrpSpPr>
            <p:grpSpPr bwMode="auto">
              <a:xfrm>
                <a:off x="579437" y="8724995"/>
                <a:ext cx="188119" cy="72008"/>
                <a:chOff x="588962" y="8409384"/>
                <a:chExt cx="188119" cy="72008"/>
              </a:xfrm>
            </p:grpSpPr>
            <p:sp>
              <p:nvSpPr>
                <p:cNvPr id="8248" name="이등변 삼각형 55"/>
                <p:cNvSpPr>
                  <a:spLocks noChangeArrowheads="1"/>
                </p:cNvSpPr>
                <p:nvPr/>
              </p:nvSpPr>
              <p:spPr bwMode="auto">
                <a:xfrm rot="5400000">
                  <a:off x="692596" y="8396907"/>
                  <a:ext cx="72008" cy="96962"/>
                </a:xfrm>
                <a:prstGeom prst="triangle">
                  <a:avLst>
                    <a:gd name="adj" fmla="val 50000"/>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endParaRPr lang="ko-KR" altLang="en-US" sz="900">
                    <a:latin typeface="돋움" pitchFamily="50" charset="-127"/>
                    <a:ea typeface="돋움" pitchFamily="50" charset="-127"/>
                  </a:endParaRPr>
                </a:p>
              </p:txBody>
            </p:sp>
            <p:cxnSp>
              <p:nvCxnSpPr>
                <p:cNvPr id="8249" name="직선 연결선 56"/>
                <p:cNvCxnSpPr>
                  <a:cxnSpLocks noChangeShapeType="1"/>
                </p:cNvCxnSpPr>
                <p:nvPr/>
              </p:nvCxnSpPr>
              <p:spPr bwMode="auto">
                <a:xfrm>
                  <a:off x="588962" y="8445388"/>
                  <a:ext cx="188119" cy="0"/>
                </a:xfrm>
                <a:prstGeom prst="line">
                  <a:avLst/>
                </a:prstGeom>
                <a:noFill/>
                <a:ln w="9525" algn="ctr">
                  <a:solidFill>
                    <a:schemeClr val="tx1"/>
                  </a:solidFill>
                  <a:prstDash val="sysDash"/>
                  <a:round/>
                  <a:headEnd/>
                  <a:tailEnd/>
                </a:ln>
                <a:extLst>
                  <a:ext uri="{909E8E84-426E-40DD-AFC4-6F175D3DCCD1}">
                    <a14:hiddenFill xmlns:a14="http://schemas.microsoft.com/office/drawing/2010/main">
                      <a:noFill/>
                    </a14:hiddenFill>
                  </a:ext>
                </a:extLst>
              </p:spPr>
            </p:cxnSp>
          </p:grpSp>
        </p:grpSp>
        <p:sp>
          <p:nvSpPr>
            <p:cNvPr id="8242" name="TextBox 57"/>
            <p:cNvSpPr txBox="1">
              <a:spLocks noChangeArrowheads="1"/>
            </p:cNvSpPr>
            <p:nvPr/>
          </p:nvSpPr>
          <p:spPr bwMode="auto">
            <a:xfrm>
              <a:off x="5302646" y="1918923"/>
              <a:ext cx="30328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800">
                  <a:latin typeface="돋움" pitchFamily="50" charset="-127"/>
                  <a:ea typeface="돋움" pitchFamily="50" charset="-127"/>
                </a:rPr>
                <a:t>12</a:t>
              </a:r>
              <a:endParaRPr lang="ko-KR" altLang="en-US" sz="800">
                <a:latin typeface="돋움" pitchFamily="50" charset="-127"/>
                <a:ea typeface="돋움" pitchFamily="50" charset="-127"/>
              </a:endParaRPr>
            </a:p>
          </p:txBody>
        </p:sp>
        <p:sp>
          <p:nvSpPr>
            <p:cNvPr id="8243" name="TextBox 59"/>
            <p:cNvSpPr txBox="1">
              <a:spLocks noChangeArrowheads="1"/>
            </p:cNvSpPr>
            <p:nvPr/>
          </p:nvSpPr>
          <p:spPr bwMode="auto">
            <a:xfrm>
              <a:off x="5661881" y="2166445"/>
              <a:ext cx="24397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800">
                  <a:latin typeface="돋움" pitchFamily="50" charset="-127"/>
                  <a:ea typeface="돋움" pitchFamily="50" charset="-127"/>
                </a:rPr>
                <a:t>1</a:t>
              </a:r>
              <a:endParaRPr lang="ko-KR" altLang="en-US" sz="800">
                <a:latin typeface="돋움" pitchFamily="50" charset="-127"/>
                <a:ea typeface="돋움" pitchFamily="50" charset="-127"/>
              </a:endParaRPr>
            </a:p>
          </p:txBody>
        </p:sp>
        <p:sp>
          <p:nvSpPr>
            <p:cNvPr id="8244" name="TextBox 60"/>
            <p:cNvSpPr txBox="1">
              <a:spLocks noChangeArrowheads="1"/>
            </p:cNvSpPr>
            <p:nvPr/>
          </p:nvSpPr>
          <p:spPr bwMode="auto">
            <a:xfrm>
              <a:off x="5916005" y="2166445"/>
              <a:ext cx="24397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800">
                  <a:latin typeface="돋움" pitchFamily="50" charset="-127"/>
                  <a:ea typeface="돋움" pitchFamily="50" charset="-127"/>
                </a:rPr>
                <a:t>3</a:t>
              </a:r>
              <a:endParaRPr lang="ko-KR" altLang="en-US" sz="800">
                <a:latin typeface="돋움" pitchFamily="50" charset="-127"/>
                <a:ea typeface="돋움" pitchFamily="50" charset="-127"/>
              </a:endParaRPr>
            </a:p>
          </p:txBody>
        </p:sp>
        <p:sp>
          <p:nvSpPr>
            <p:cNvPr id="8245" name="TextBox 61"/>
            <p:cNvSpPr txBox="1">
              <a:spLocks noChangeArrowheads="1"/>
            </p:cNvSpPr>
            <p:nvPr/>
          </p:nvSpPr>
          <p:spPr bwMode="auto">
            <a:xfrm>
              <a:off x="5788421" y="1794970"/>
              <a:ext cx="24397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800">
                  <a:latin typeface="돋움" pitchFamily="50" charset="-127"/>
                  <a:ea typeface="돋움" pitchFamily="50" charset="-127"/>
                </a:rPr>
                <a:t>2</a:t>
              </a:r>
              <a:endParaRPr lang="ko-KR" altLang="en-US" sz="800">
                <a:latin typeface="돋움" pitchFamily="50" charset="-127"/>
                <a:ea typeface="돋움" pitchFamily="50" charset="-127"/>
              </a:endParaRPr>
            </a:p>
          </p:txBody>
        </p:sp>
      </p:grpSp>
      <p:grpSp>
        <p:nvGrpSpPr>
          <p:cNvPr id="8212" name="그룹 16"/>
          <p:cNvGrpSpPr>
            <a:grpSpLocks/>
          </p:cNvGrpSpPr>
          <p:nvPr/>
        </p:nvGrpSpPr>
        <p:grpSpPr bwMode="auto">
          <a:xfrm>
            <a:off x="3662363" y="2752725"/>
            <a:ext cx="957262" cy="596900"/>
            <a:chOff x="3662269" y="2313383"/>
            <a:chExt cx="957448" cy="596444"/>
          </a:xfrm>
        </p:grpSpPr>
        <p:pic>
          <p:nvPicPr>
            <p:cNvPr id="8235" name="Picture 3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31883" y="2381889"/>
              <a:ext cx="781050"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236" name="TextBox 63"/>
            <p:cNvSpPr txBox="1">
              <a:spLocks noChangeArrowheads="1"/>
            </p:cNvSpPr>
            <p:nvPr/>
          </p:nvSpPr>
          <p:spPr bwMode="auto">
            <a:xfrm>
              <a:off x="3662269" y="2497989"/>
              <a:ext cx="30328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800">
                  <a:latin typeface="돋움" pitchFamily="50" charset="-127"/>
                  <a:ea typeface="돋움" pitchFamily="50" charset="-127"/>
                </a:rPr>
                <a:t>10</a:t>
              </a:r>
              <a:endParaRPr lang="ko-KR" altLang="en-US" sz="800">
                <a:latin typeface="돋움" pitchFamily="50" charset="-127"/>
                <a:ea typeface="돋움" pitchFamily="50" charset="-127"/>
              </a:endParaRPr>
            </a:p>
          </p:txBody>
        </p:sp>
        <p:sp>
          <p:nvSpPr>
            <p:cNvPr id="8237" name="TextBox 64"/>
            <p:cNvSpPr txBox="1">
              <a:spLocks noChangeArrowheads="1"/>
            </p:cNvSpPr>
            <p:nvPr/>
          </p:nvSpPr>
          <p:spPr bwMode="auto">
            <a:xfrm>
              <a:off x="4097232" y="2694383"/>
              <a:ext cx="24397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800">
                  <a:latin typeface="돋움" pitchFamily="50" charset="-127"/>
                  <a:ea typeface="돋움" pitchFamily="50" charset="-127"/>
                </a:rPr>
                <a:t>1</a:t>
              </a:r>
              <a:endParaRPr lang="ko-KR" altLang="en-US" sz="800">
                <a:latin typeface="돋움" pitchFamily="50" charset="-127"/>
                <a:ea typeface="돋움" pitchFamily="50" charset="-127"/>
              </a:endParaRPr>
            </a:p>
          </p:txBody>
        </p:sp>
        <p:sp>
          <p:nvSpPr>
            <p:cNvPr id="8238" name="TextBox 65"/>
            <p:cNvSpPr txBox="1">
              <a:spLocks noChangeArrowheads="1"/>
            </p:cNvSpPr>
            <p:nvPr/>
          </p:nvSpPr>
          <p:spPr bwMode="auto">
            <a:xfrm>
              <a:off x="4375739" y="2684858"/>
              <a:ext cx="24397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800">
                  <a:latin typeface="돋움" pitchFamily="50" charset="-127"/>
                  <a:ea typeface="돋움" pitchFamily="50" charset="-127"/>
                </a:rPr>
                <a:t>3</a:t>
              </a:r>
              <a:endParaRPr lang="ko-KR" altLang="en-US" sz="800">
                <a:latin typeface="돋움" pitchFamily="50" charset="-127"/>
                <a:ea typeface="돋움" pitchFamily="50" charset="-127"/>
              </a:endParaRPr>
            </a:p>
          </p:txBody>
        </p:sp>
        <p:sp>
          <p:nvSpPr>
            <p:cNvPr id="8239" name="TextBox 66"/>
            <p:cNvSpPr txBox="1">
              <a:spLocks noChangeArrowheads="1"/>
            </p:cNvSpPr>
            <p:nvPr/>
          </p:nvSpPr>
          <p:spPr bwMode="auto">
            <a:xfrm>
              <a:off x="4252819" y="2313383"/>
              <a:ext cx="24397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800">
                  <a:latin typeface="돋움" pitchFamily="50" charset="-127"/>
                  <a:ea typeface="돋움" pitchFamily="50" charset="-127"/>
                </a:rPr>
                <a:t>2</a:t>
              </a:r>
              <a:endParaRPr lang="ko-KR" altLang="en-US" sz="800">
                <a:latin typeface="돋움" pitchFamily="50" charset="-127"/>
                <a:ea typeface="돋움" pitchFamily="50" charset="-127"/>
              </a:endParaRPr>
            </a:p>
          </p:txBody>
        </p:sp>
      </p:grpSp>
      <p:grpSp>
        <p:nvGrpSpPr>
          <p:cNvPr id="8213" name="그룹 15"/>
          <p:cNvGrpSpPr>
            <a:grpSpLocks/>
          </p:cNvGrpSpPr>
          <p:nvPr/>
        </p:nvGrpSpPr>
        <p:grpSpPr bwMode="auto">
          <a:xfrm>
            <a:off x="5302250" y="2781300"/>
            <a:ext cx="857250" cy="587375"/>
            <a:chOff x="5302646" y="2341958"/>
            <a:chExt cx="857337" cy="586919"/>
          </a:xfrm>
        </p:grpSpPr>
        <p:pic>
          <p:nvPicPr>
            <p:cNvPr id="8225" name="Picture 3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12283" y="2421105"/>
              <a:ext cx="647700" cy="43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8226" name="그룹 70"/>
            <p:cNvGrpSpPr>
              <a:grpSpLocks/>
            </p:cNvGrpSpPr>
            <p:nvPr/>
          </p:nvGrpSpPr>
          <p:grpSpPr bwMode="auto">
            <a:xfrm>
              <a:off x="5326224" y="2625986"/>
              <a:ext cx="218876" cy="115417"/>
              <a:chOff x="548680" y="8716610"/>
              <a:chExt cx="218876" cy="115417"/>
            </a:xfrm>
          </p:grpSpPr>
          <p:sp>
            <p:nvSpPr>
              <p:cNvPr id="8231" name="직사각형 71"/>
              <p:cNvSpPr>
                <a:spLocks noChangeArrowheads="1"/>
              </p:cNvSpPr>
              <p:nvPr/>
            </p:nvSpPr>
            <p:spPr bwMode="auto">
              <a:xfrm>
                <a:off x="548680" y="8716610"/>
                <a:ext cx="139638" cy="115417"/>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endParaRPr lang="ko-KR" altLang="en-US" sz="900">
                  <a:latin typeface="돋움" pitchFamily="50" charset="-127"/>
                  <a:ea typeface="돋움" pitchFamily="50" charset="-127"/>
                </a:endParaRPr>
              </a:p>
            </p:txBody>
          </p:sp>
          <p:grpSp>
            <p:nvGrpSpPr>
              <p:cNvPr id="8232" name="그룹 72"/>
              <p:cNvGrpSpPr>
                <a:grpSpLocks/>
              </p:cNvGrpSpPr>
              <p:nvPr/>
            </p:nvGrpSpPr>
            <p:grpSpPr bwMode="auto">
              <a:xfrm>
                <a:off x="579437" y="8724995"/>
                <a:ext cx="188119" cy="72008"/>
                <a:chOff x="588962" y="8409384"/>
                <a:chExt cx="188119" cy="72008"/>
              </a:xfrm>
            </p:grpSpPr>
            <p:sp>
              <p:nvSpPr>
                <p:cNvPr id="8233" name="이등변 삼각형 73"/>
                <p:cNvSpPr>
                  <a:spLocks noChangeArrowheads="1"/>
                </p:cNvSpPr>
                <p:nvPr/>
              </p:nvSpPr>
              <p:spPr bwMode="auto">
                <a:xfrm rot="5400000">
                  <a:off x="692596" y="8396907"/>
                  <a:ext cx="72008" cy="96962"/>
                </a:xfrm>
                <a:prstGeom prst="triangle">
                  <a:avLst>
                    <a:gd name="adj" fmla="val 50000"/>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endParaRPr lang="ko-KR" altLang="en-US" sz="900">
                    <a:latin typeface="돋움" pitchFamily="50" charset="-127"/>
                    <a:ea typeface="돋움" pitchFamily="50" charset="-127"/>
                  </a:endParaRPr>
                </a:p>
              </p:txBody>
            </p:sp>
            <p:cxnSp>
              <p:nvCxnSpPr>
                <p:cNvPr id="8234" name="직선 연결선 74"/>
                <p:cNvCxnSpPr>
                  <a:cxnSpLocks noChangeShapeType="1"/>
                </p:cNvCxnSpPr>
                <p:nvPr/>
              </p:nvCxnSpPr>
              <p:spPr bwMode="auto">
                <a:xfrm>
                  <a:off x="588962" y="8445388"/>
                  <a:ext cx="188119" cy="0"/>
                </a:xfrm>
                <a:prstGeom prst="line">
                  <a:avLst/>
                </a:prstGeom>
                <a:noFill/>
                <a:ln w="9525" algn="ctr">
                  <a:solidFill>
                    <a:schemeClr val="tx1"/>
                  </a:solidFill>
                  <a:prstDash val="sysDash"/>
                  <a:round/>
                  <a:headEnd/>
                  <a:tailEnd/>
                </a:ln>
                <a:extLst>
                  <a:ext uri="{909E8E84-426E-40DD-AFC4-6F175D3DCCD1}">
                    <a14:hiddenFill xmlns:a14="http://schemas.microsoft.com/office/drawing/2010/main">
                      <a:noFill/>
                    </a14:hiddenFill>
                  </a:ext>
                </a:extLst>
              </p:spPr>
            </p:cxnSp>
          </p:grpSp>
        </p:grpSp>
        <p:sp>
          <p:nvSpPr>
            <p:cNvPr id="8227" name="TextBox 75"/>
            <p:cNvSpPr txBox="1">
              <a:spLocks noChangeArrowheads="1"/>
            </p:cNvSpPr>
            <p:nvPr/>
          </p:nvSpPr>
          <p:spPr bwMode="auto">
            <a:xfrm>
              <a:off x="5302646" y="2458729"/>
              <a:ext cx="30328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800">
                  <a:latin typeface="돋움" pitchFamily="50" charset="-127"/>
                  <a:ea typeface="돋움" pitchFamily="50" charset="-127"/>
                </a:rPr>
                <a:t>10</a:t>
              </a:r>
              <a:endParaRPr lang="ko-KR" altLang="en-US" sz="800">
                <a:latin typeface="돋움" pitchFamily="50" charset="-127"/>
                <a:ea typeface="돋움" pitchFamily="50" charset="-127"/>
              </a:endParaRPr>
            </a:p>
          </p:txBody>
        </p:sp>
        <p:sp>
          <p:nvSpPr>
            <p:cNvPr id="8228" name="TextBox 76"/>
            <p:cNvSpPr txBox="1">
              <a:spLocks noChangeArrowheads="1"/>
            </p:cNvSpPr>
            <p:nvPr/>
          </p:nvSpPr>
          <p:spPr bwMode="auto">
            <a:xfrm>
              <a:off x="5661881" y="2713433"/>
              <a:ext cx="24397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800">
                  <a:latin typeface="돋움" pitchFamily="50" charset="-127"/>
                  <a:ea typeface="돋움" pitchFamily="50" charset="-127"/>
                </a:rPr>
                <a:t>1</a:t>
              </a:r>
              <a:endParaRPr lang="ko-KR" altLang="en-US" sz="800">
                <a:latin typeface="돋움" pitchFamily="50" charset="-127"/>
                <a:ea typeface="돋움" pitchFamily="50" charset="-127"/>
              </a:endParaRPr>
            </a:p>
          </p:txBody>
        </p:sp>
        <p:sp>
          <p:nvSpPr>
            <p:cNvPr id="8229" name="TextBox 77"/>
            <p:cNvSpPr txBox="1">
              <a:spLocks noChangeArrowheads="1"/>
            </p:cNvSpPr>
            <p:nvPr/>
          </p:nvSpPr>
          <p:spPr bwMode="auto">
            <a:xfrm>
              <a:off x="5916005" y="2713433"/>
              <a:ext cx="24397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800">
                  <a:latin typeface="돋움" pitchFamily="50" charset="-127"/>
                  <a:ea typeface="돋움" pitchFamily="50" charset="-127"/>
                </a:rPr>
                <a:t>3</a:t>
              </a:r>
              <a:endParaRPr lang="ko-KR" altLang="en-US" sz="800">
                <a:latin typeface="돋움" pitchFamily="50" charset="-127"/>
                <a:ea typeface="돋움" pitchFamily="50" charset="-127"/>
              </a:endParaRPr>
            </a:p>
          </p:txBody>
        </p:sp>
        <p:sp>
          <p:nvSpPr>
            <p:cNvPr id="8230" name="TextBox 78"/>
            <p:cNvSpPr txBox="1">
              <a:spLocks noChangeArrowheads="1"/>
            </p:cNvSpPr>
            <p:nvPr/>
          </p:nvSpPr>
          <p:spPr bwMode="auto">
            <a:xfrm>
              <a:off x="5788421" y="2341958"/>
              <a:ext cx="24397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800">
                  <a:latin typeface="돋움" pitchFamily="50" charset="-127"/>
                  <a:ea typeface="돋움" pitchFamily="50" charset="-127"/>
                </a:rPr>
                <a:t>2</a:t>
              </a:r>
              <a:endParaRPr lang="ko-KR" altLang="en-US" sz="800">
                <a:latin typeface="돋움" pitchFamily="50" charset="-127"/>
                <a:ea typeface="돋움" pitchFamily="50" charset="-127"/>
              </a:endParaRPr>
            </a:p>
          </p:txBody>
        </p:sp>
      </p:grpSp>
      <p:grpSp>
        <p:nvGrpSpPr>
          <p:cNvPr id="8214" name="Group 2"/>
          <p:cNvGrpSpPr>
            <a:grpSpLocks/>
          </p:cNvGrpSpPr>
          <p:nvPr/>
        </p:nvGrpSpPr>
        <p:grpSpPr bwMode="auto">
          <a:xfrm>
            <a:off x="3402013" y="5281390"/>
            <a:ext cx="3176587" cy="1477328"/>
            <a:chOff x="3402013" y="5661026"/>
            <a:chExt cx="3176587" cy="1477102"/>
          </a:xfrm>
        </p:grpSpPr>
        <p:sp>
          <p:nvSpPr>
            <p:cNvPr id="8216" name="Text Box 44"/>
            <p:cNvSpPr txBox="1">
              <a:spLocks noChangeArrowheads="1"/>
            </p:cNvSpPr>
            <p:nvPr/>
          </p:nvSpPr>
          <p:spPr bwMode="auto">
            <a:xfrm>
              <a:off x="3402013" y="5661026"/>
              <a:ext cx="3176587" cy="1477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vi-VN" altLang="ko-KR" sz="900">
                  <a:latin typeface="Times New Roman" pitchFamily="18" charset="0"/>
                  <a:cs typeface="Times New Roman" pitchFamily="18" charset="0"/>
                </a:rPr>
                <a:t>49. </a:t>
              </a:r>
              <a:r>
                <a:rPr lang="vi-VN" altLang="ko-KR" sz="900">
                  <a:latin typeface="Times New Roman" pitchFamily="18" charset="0"/>
                  <a:ea typeface="돋움" pitchFamily="50" charset="-127"/>
                  <a:cs typeface="Times New Roman" pitchFamily="18" charset="0"/>
                </a:rPr>
                <a:t>Nhìn vào ký hiệu khí nén dưới đây, giá trị chính xác của đầu ra khi đồng thời cung cấp áp suất khí nén cho đầu vào là bao nhiêu?</a:t>
              </a:r>
              <a:r>
                <a:rPr lang="en-US" altLang="ko-KR" sz="900">
                  <a:latin typeface="Times New Roman" pitchFamily="18" charset="0"/>
                  <a:ea typeface="돋움" pitchFamily="50" charset="-127"/>
                  <a:cs typeface="Times New Roman" pitchFamily="18" charset="0"/>
                </a:rPr>
                <a:t> </a:t>
              </a:r>
              <a:endParaRPr lang="en-US" altLang="ko-KR" sz="900" smtClean="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smtClean="0">
                <a:latin typeface="Times New Roman" pitchFamily="18" charset="0"/>
                <a:cs typeface="Times New Roman" pitchFamily="18" charset="0"/>
              </a:endParaRPr>
            </a:p>
            <a:p>
              <a:pPr eaLnBrk="1" hangingPunct="1">
                <a:spcBef>
                  <a:spcPct val="0"/>
                </a:spcBef>
                <a:buFontTx/>
                <a:buNone/>
              </a:pPr>
              <a:endParaRPr lang="en-US" altLang="ko-KR" sz="900">
                <a:latin typeface="Times New Roman" pitchFamily="18" charset="0"/>
                <a:cs typeface="Times New Roman" pitchFamily="18" charset="0"/>
              </a:endParaRPr>
            </a:p>
            <a:p>
              <a:pPr eaLnBrk="1" hangingPunct="1">
                <a:spcBef>
                  <a:spcPct val="0"/>
                </a:spcBef>
                <a:buFontTx/>
                <a:buNone/>
              </a:pPr>
              <a:endParaRPr lang="en-US" altLang="ko-KR" sz="900">
                <a:latin typeface="Times New Roman" pitchFamily="18" charset="0"/>
                <a:cs typeface="Times New Roman" pitchFamily="18" charset="0"/>
              </a:endParaRPr>
            </a:p>
            <a:p>
              <a:pPr eaLnBrk="1" hangingPunct="1">
                <a:spcBef>
                  <a:spcPct val="0"/>
                </a:spcBef>
                <a:buFontTx/>
                <a:buNone/>
              </a:pPr>
              <a:r>
                <a:rPr lang="en-US" altLang="ko-KR" sz="900" smtClean="0">
                  <a:latin typeface="Times New Roman" pitchFamily="18" charset="0"/>
                  <a:cs typeface="Times New Roman" pitchFamily="18" charset="0"/>
                </a:rPr>
                <a:t> </a:t>
              </a:r>
              <a:endParaRPr lang="en-US" altLang="ko-KR" sz="900">
                <a:latin typeface="Times New Roman" pitchFamily="18" charset="0"/>
                <a:cs typeface="Times New Roman" pitchFamily="18" charset="0"/>
              </a:endParaRPr>
            </a:p>
            <a:p>
              <a:pPr eaLnBrk="1" hangingPunct="1">
                <a:spcBef>
                  <a:spcPct val="0"/>
                </a:spcBef>
                <a:buFontTx/>
                <a:buNone/>
              </a:pPr>
              <a:endParaRPr lang="en-US" altLang="ko-KR" sz="900">
                <a:latin typeface="Times New Roman" pitchFamily="18" charset="0"/>
                <a:cs typeface="Times New Roman" pitchFamily="18" charset="0"/>
              </a:endParaRPr>
            </a:p>
            <a:p>
              <a:pPr eaLnBrk="1" hangingPunct="1">
                <a:spcBef>
                  <a:spcPct val="0"/>
                </a:spcBef>
                <a:buFontTx/>
                <a:buNone/>
              </a:pPr>
              <a:r>
                <a:rPr lang="en-US" altLang="ko-KR" sz="900">
                  <a:latin typeface="Times New Roman" pitchFamily="18" charset="0"/>
                  <a:cs typeface="Times New Roman" pitchFamily="18" charset="0"/>
                </a:rPr>
                <a:t> ① ⓐ5kgf / ㎠, ⓑ6kgf / ㎠   </a:t>
              </a:r>
              <a:r>
                <a:rPr lang="en-US" altLang="ko-KR" sz="900" smtClean="0">
                  <a:latin typeface="Times New Roman" pitchFamily="18" charset="0"/>
                  <a:cs typeface="Times New Roman" pitchFamily="18" charset="0"/>
                </a:rPr>
                <a:t>    ② </a:t>
              </a:r>
              <a:r>
                <a:rPr lang="en-US" altLang="ko-KR" sz="900">
                  <a:latin typeface="Times New Roman" pitchFamily="18" charset="0"/>
                  <a:cs typeface="Times New Roman" pitchFamily="18" charset="0"/>
                </a:rPr>
                <a:t>ⓐ3kgf / ㎠, ⓑ4kgf / ㎠</a:t>
              </a:r>
            </a:p>
            <a:p>
              <a:pPr eaLnBrk="1" hangingPunct="1">
                <a:spcBef>
                  <a:spcPct val="0"/>
                </a:spcBef>
                <a:buFontTx/>
                <a:buNone/>
              </a:pPr>
              <a:r>
                <a:rPr lang="en-US" altLang="ko-KR" sz="900">
                  <a:latin typeface="Times New Roman" pitchFamily="18" charset="0"/>
                  <a:cs typeface="Times New Roman" pitchFamily="18" charset="0"/>
                </a:rPr>
                <a:t> ③ ⓐ3kgf / ㎠, ⓑ6kgf / ㎠  </a:t>
              </a:r>
              <a:r>
                <a:rPr lang="en-US" altLang="ko-KR" sz="900" smtClean="0">
                  <a:latin typeface="Times New Roman" pitchFamily="18" charset="0"/>
                  <a:cs typeface="Times New Roman" pitchFamily="18" charset="0"/>
                </a:rPr>
                <a:t>     </a:t>
              </a:r>
              <a:r>
                <a:rPr lang="en-US" altLang="ko-KR" sz="900">
                  <a:latin typeface="Times New Roman" pitchFamily="18" charset="0"/>
                  <a:cs typeface="Times New Roman" pitchFamily="18" charset="0"/>
                </a:rPr>
                <a:t>④ ⓐ5kgf / ㎠, ⓑ4kgf / ㎠</a:t>
              </a:r>
            </a:p>
          </p:txBody>
        </p:sp>
        <p:grpSp>
          <p:nvGrpSpPr>
            <p:cNvPr id="8217" name="Group 1"/>
            <p:cNvGrpSpPr>
              <a:grpSpLocks/>
            </p:cNvGrpSpPr>
            <p:nvPr/>
          </p:nvGrpSpPr>
          <p:grpSpPr bwMode="auto">
            <a:xfrm>
              <a:off x="3530600" y="6196651"/>
              <a:ext cx="2984500" cy="518175"/>
              <a:chOff x="3530600" y="5884187"/>
              <a:chExt cx="2984500" cy="518175"/>
            </a:xfrm>
          </p:grpSpPr>
          <p:pic>
            <p:nvPicPr>
              <p:cNvPr id="8218" name="Picture 3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60800" y="5884187"/>
                <a:ext cx="2362200"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219" name="TextBox 12"/>
              <p:cNvSpPr txBox="1">
                <a:spLocks noChangeArrowheads="1"/>
              </p:cNvSpPr>
              <p:nvPr/>
            </p:nvSpPr>
            <p:spPr bwMode="auto">
              <a:xfrm>
                <a:off x="3530600" y="6172175"/>
                <a:ext cx="584200"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900">
                    <a:latin typeface="돋움" pitchFamily="50" charset="-127"/>
                    <a:ea typeface="돋움" pitchFamily="50" charset="-127"/>
                  </a:rPr>
                  <a:t>5kgf/</a:t>
                </a:r>
                <a:r>
                  <a:rPr lang="ko-KR" altLang="en-US" sz="900">
                    <a:latin typeface="돋움" pitchFamily="50" charset="-127"/>
                    <a:ea typeface="돋움" pitchFamily="50" charset="-127"/>
                  </a:rPr>
                  <a:t>㎠</a:t>
                </a:r>
              </a:p>
            </p:txBody>
          </p:sp>
          <p:sp>
            <p:nvSpPr>
              <p:cNvPr id="8220" name="TextBox 83"/>
              <p:cNvSpPr txBox="1">
                <a:spLocks noChangeArrowheads="1"/>
              </p:cNvSpPr>
              <p:nvPr/>
            </p:nvSpPr>
            <p:spPr bwMode="auto">
              <a:xfrm>
                <a:off x="4330700" y="6172175"/>
                <a:ext cx="584200"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900">
                    <a:latin typeface="돋움" pitchFamily="50" charset="-127"/>
                    <a:ea typeface="돋움" pitchFamily="50" charset="-127"/>
                  </a:rPr>
                  <a:t>3kgf/</a:t>
                </a:r>
                <a:r>
                  <a:rPr lang="ko-KR" altLang="en-US" sz="900">
                    <a:latin typeface="돋움" pitchFamily="50" charset="-127"/>
                    <a:ea typeface="돋움" pitchFamily="50" charset="-127"/>
                  </a:rPr>
                  <a:t>㎠</a:t>
                </a:r>
              </a:p>
            </p:txBody>
          </p:sp>
          <p:sp>
            <p:nvSpPr>
              <p:cNvPr id="8221" name="TextBox 85"/>
              <p:cNvSpPr txBox="1">
                <a:spLocks noChangeArrowheads="1"/>
              </p:cNvSpPr>
              <p:nvPr/>
            </p:nvSpPr>
            <p:spPr bwMode="auto">
              <a:xfrm>
                <a:off x="5130800" y="6172175"/>
                <a:ext cx="584200"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900">
                    <a:latin typeface="돋움" pitchFamily="50" charset="-127"/>
                    <a:ea typeface="돋움" pitchFamily="50" charset="-127"/>
                  </a:rPr>
                  <a:t>4kgf/</a:t>
                </a:r>
                <a:r>
                  <a:rPr lang="ko-KR" altLang="en-US" sz="900">
                    <a:latin typeface="돋움" pitchFamily="50" charset="-127"/>
                    <a:ea typeface="돋움" pitchFamily="50" charset="-127"/>
                  </a:rPr>
                  <a:t>㎠</a:t>
                </a:r>
              </a:p>
            </p:txBody>
          </p:sp>
          <p:sp>
            <p:nvSpPr>
              <p:cNvPr id="8222" name="TextBox 86"/>
              <p:cNvSpPr txBox="1">
                <a:spLocks noChangeArrowheads="1"/>
              </p:cNvSpPr>
              <p:nvPr/>
            </p:nvSpPr>
            <p:spPr bwMode="auto">
              <a:xfrm>
                <a:off x="5930900" y="6172175"/>
                <a:ext cx="584200"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900">
                    <a:latin typeface="돋움" pitchFamily="50" charset="-127"/>
                    <a:ea typeface="돋움" pitchFamily="50" charset="-127"/>
                  </a:rPr>
                  <a:t>6kgf/</a:t>
                </a:r>
                <a:r>
                  <a:rPr lang="ko-KR" altLang="en-US" sz="900">
                    <a:latin typeface="돋움" pitchFamily="50" charset="-127"/>
                    <a:ea typeface="돋움" pitchFamily="50" charset="-127"/>
                  </a:rPr>
                  <a:t>㎠</a:t>
                </a:r>
              </a:p>
            </p:txBody>
          </p:sp>
          <p:sp>
            <p:nvSpPr>
              <p:cNvPr id="8223" name="TextBox 13"/>
              <p:cNvSpPr txBox="1">
                <a:spLocks noChangeArrowheads="1"/>
              </p:cNvSpPr>
              <p:nvPr/>
            </p:nvSpPr>
            <p:spPr bwMode="auto">
              <a:xfrm>
                <a:off x="4178300" y="5884187"/>
                <a:ext cx="300038"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ko-KR" altLang="en-US" sz="900">
                    <a:latin typeface="돋움" pitchFamily="50" charset="-127"/>
                    <a:ea typeface="돋움" pitchFamily="50" charset="-127"/>
                  </a:rPr>
                  <a:t>ⓐ</a:t>
                </a:r>
              </a:p>
            </p:txBody>
          </p:sp>
          <p:sp>
            <p:nvSpPr>
              <p:cNvPr id="8224" name="TextBox 88"/>
              <p:cNvSpPr txBox="1">
                <a:spLocks noChangeArrowheads="1"/>
              </p:cNvSpPr>
              <p:nvPr/>
            </p:nvSpPr>
            <p:spPr bwMode="auto">
              <a:xfrm>
                <a:off x="5564188" y="5884187"/>
                <a:ext cx="30003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ko-KR" altLang="en-US" sz="900">
                    <a:latin typeface="돋움" pitchFamily="50" charset="-127"/>
                    <a:ea typeface="돋움" pitchFamily="50" charset="-127"/>
                  </a:rPr>
                  <a:t>ⓑ</a:t>
                </a:r>
              </a:p>
            </p:txBody>
          </p:sp>
        </p:grpSp>
      </p:grpSp>
      <p:sp>
        <p:nvSpPr>
          <p:cNvPr id="8215" name="Rectangle 95"/>
          <p:cNvSpPr>
            <a:spLocks noChangeArrowheads="1"/>
          </p:cNvSpPr>
          <p:nvPr/>
        </p:nvSpPr>
        <p:spPr bwMode="auto">
          <a:xfrm>
            <a:off x="3390900" y="3336925"/>
            <a:ext cx="3159125" cy="923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vi-VN" altLang="ko-KR" sz="900">
                <a:latin typeface="Times New Roman" pitchFamily="18" charset="0"/>
                <a:ea typeface="돋움" pitchFamily="50" charset="-127"/>
                <a:cs typeface="Times New Roman" pitchFamily="18" charset="0"/>
              </a:rPr>
              <a:t>47. </a:t>
            </a:r>
            <a:r>
              <a:rPr lang="en-US" altLang="ko-KR" sz="900" smtClean="0">
                <a:latin typeface="Times New Roman" pitchFamily="18" charset="0"/>
                <a:ea typeface="돋움" pitchFamily="50" charset="-127"/>
                <a:cs typeface="Times New Roman" pitchFamily="18" charset="0"/>
              </a:rPr>
              <a:t>Chọn đáp án sai về đặc điểm </a:t>
            </a:r>
            <a:r>
              <a:rPr lang="vi-VN" altLang="ko-KR" sz="900" smtClean="0">
                <a:latin typeface="Times New Roman" pitchFamily="18" charset="0"/>
                <a:ea typeface="돋움" pitchFamily="50" charset="-127"/>
                <a:cs typeface="Times New Roman" pitchFamily="18" charset="0"/>
              </a:rPr>
              <a:t>của </a:t>
            </a:r>
            <a:r>
              <a:rPr lang="vi-VN" altLang="ko-KR" sz="900">
                <a:latin typeface="Times New Roman" pitchFamily="18" charset="0"/>
                <a:ea typeface="돋움" pitchFamily="50" charset="-127"/>
                <a:cs typeface="Times New Roman" pitchFamily="18" charset="0"/>
              </a:rPr>
              <a:t>van điện từ?</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① </a:t>
            </a:r>
            <a:r>
              <a:rPr lang="en-US" altLang="ko-KR" sz="900" smtClean="0">
                <a:latin typeface="Times New Roman" pitchFamily="18" charset="0"/>
                <a:ea typeface="돋움" pitchFamily="50" charset="-127"/>
                <a:cs typeface="Times New Roman" pitchFamily="18" charset="0"/>
              </a:rPr>
              <a:t>Bền, chống va đập tốt</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② </a:t>
            </a:r>
            <a:r>
              <a:rPr lang="en-US" altLang="ko-KR" sz="900" smtClean="0">
                <a:latin typeface="Times New Roman" pitchFamily="18" charset="0"/>
                <a:ea typeface="돋움" pitchFamily="50" charset="-127"/>
                <a:cs typeface="Times New Roman" pitchFamily="18" charset="0"/>
              </a:rPr>
              <a:t>Điện </a:t>
            </a:r>
            <a:r>
              <a:rPr lang="vi-VN" altLang="ko-KR" sz="900" smtClean="0">
                <a:latin typeface="Times New Roman" pitchFamily="18" charset="0"/>
                <a:ea typeface="돋움" pitchFamily="50" charset="-127"/>
                <a:cs typeface="Times New Roman" pitchFamily="18" charset="0"/>
              </a:rPr>
              <a:t>năng</a:t>
            </a:r>
            <a:r>
              <a:rPr lang="en-US" altLang="ko-KR" sz="900" smtClean="0">
                <a:latin typeface="Times New Roman" pitchFamily="18" charset="0"/>
                <a:ea typeface="돋움" pitchFamily="50" charset="-127"/>
                <a:cs typeface="Times New Roman" pitchFamily="18" charset="0"/>
              </a:rPr>
              <a:t> tiêu thụ</a:t>
            </a:r>
            <a:r>
              <a:rPr lang="vi-VN" altLang="ko-KR" sz="900" smtClean="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thấp</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③ Thời gian chuyển đổi van nhanh chóng</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④ </a:t>
            </a:r>
            <a:r>
              <a:rPr lang="en-US" altLang="ko-KR" sz="900" smtClean="0">
                <a:latin typeface="Times New Roman" pitchFamily="18" charset="0"/>
                <a:ea typeface="돋움" pitchFamily="50" charset="-127"/>
                <a:cs typeface="Times New Roman" pitchFamily="18" charset="0"/>
              </a:rPr>
              <a:t>Tiếng ồn rất nhỏ.</a:t>
            </a:r>
            <a:endParaRPr lang="en-US" altLang="ko-KR" sz="900">
              <a:latin typeface="Times New Roman" pitchFamily="18" charset="0"/>
              <a:ea typeface="돋움" pitchFamily="50" charset="-127"/>
              <a:cs typeface="Times New Roman"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26" name="Text Box 5"/>
          <p:cNvSpPr txBox="1">
            <a:spLocks noChangeArrowheads="1"/>
          </p:cNvSpPr>
          <p:nvPr/>
        </p:nvSpPr>
        <p:spPr bwMode="auto">
          <a:xfrm>
            <a:off x="174625" y="239713"/>
            <a:ext cx="109196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ko-KR" sz="1600" b="1">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altLang="ko-KR" sz="1600" b="1" smtClean="0">
                <a:effectLst>
                  <a:outerShdw blurRad="38100" dist="38100" dir="2700000" algn="tl">
                    <a:srgbClr val="C0C0C0"/>
                  </a:outerShdw>
                </a:effectLst>
                <a:latin typeface="Times New Roman" panose="02020603050405020304" pitchFamily="18" charset="0"/>
                <a:cs typeface="Times New Roman" panose="02020603050405020304" pitchFamily="18" charset="0"/>
              </a:rPr>
              <a:t>Khí nén </a:t>
            </a:r>
            <a:r>
              <a:rPr lang="ko-KR" altLang="en-US" sz="1600" b="1" smtClean="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altLang="ko-KR" sz="1600" b="1" smtClean="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endParaRPr lang="en-US" altLang="ko-KR" sz="1600" b="1" dirty="0">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sp>
        <p:nvSpPr>
          <p:cNvPr id="10244" name="Rectangle 170"/>
          <p:cNvSpPr>
            <a:spLocks noChangeArrowheads="1"/>
          </p:cNvSpPr>
          <p:nvPr/>
        </p:nvSpPr>
        <p:spPr bwMode="auto">
          <a:xfrm>
            <a:off x="3395663" y="908050"/>
            <a:ext cx="3206750"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vi-VN" altLang="ko-KR" sz="900">
                <a:latin typeface="Times New Roman" pitchFamily="18" charset="0"/>
                <a:ea typeface="돋움" pitchFamily="50" charset="-127"/>
                <a:cs typeface="Times New Roman" pitchFamily="18" charset="0"/>
              </a:rPr>
              <a:t>57. </a:t>
            </a:r>
            <a:r>
              <a:rPr lang="vi-VN" altLang="ko-KR" sz="900" smtClean="0">
                <a:latin typeface="Times New Roman" pitchFamily="18" charset="0"/>
                <a:ea typeface="돋움" pitchFamily="50" charset="-127"/>
                <a:cs typeface="Times New Roman" pitchFamily="18" charset="0"/>
              </a:rPr>
              <a:t>Đ</a:t>
            </a:r>
            <a:r>
              <a:rPr lang="en-US" altLang="ko-KR" sz="900" smtClean="0">
                <a:latin typeface="Times New Roman" pitchFamily="18" charset="0"/>
                <a:ea typeface="돋움" pitchFamily="50" charset="-127"/>
                <a:cs typeface="Times New Roman" pitchFamily="18" charset="0"/>
              </a:rPr>
              <a:t>áp án</a:t>
            </a:r>
            <a:r>
              <a:rPr lang="vi-VN" altLang="ko-KR" sz="900" smtClean="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sai với tên ký hiệu van điều khiển hướng?</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① ㉠ </a:t>
            </a:r>
            <a:r>
              <a:rPr lang="vi-VN" altLang="ko-KR" sz="900">
                <a:latin typeface="Times New Roman" pitchFamily="18" charset="0"/>
                <a:ea typeface="돋움" pitchFamily="50" charset="-127"/>
                <a:cs typeface="Times New Roman" pitchFamily="18" charset="0"/>
              </a:rPr>
              <a:t>loại hoạt động trực tiếp </a:t>
            </a:r>
            <a:r>
              <a:rPr lang="en-US" altLang="ko-KR" sz="90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② </a:t>
            </a:r>
            <a:r>
              <a:rPr lang="ko-KR" altLang="en-US" sz="900" smtClean="0">
                <a:latin typeface="Times New Roman" pitchFamily="18" charset="0"/>
                <a:ea typeface="돋움" pitchFamily="50" charset="-127"/>
                <a:cs typeface="Times New Roman" pitchFamily="18" charset="0"/>
              </a:rPr>
              <a:t>㉡ </a:t>
            </a:r>
            <a:r>
              <a:rPr lang="vi-VN" altLang="ko-KR" sz="900" smtClean="0">
                <a:latin typeface="Times New Roman" pitchFamily="18" charset="0"/>
                <a:ea typeface="돋움" pitchFamily="50" charset="-127"/>
                <a:cs typeface="Times New Roman" pitchFamily="18" charset="0"/>
              </a:rPr>
              <a:t>hoạt </a:t>
            </a:r>
            <a:r>
              <a:rPr lang="vi-VN" altLang="ko-KR" sz="900">
                <a:latin typeface="Times New Roman" pitchFamily="18" charset="0"/>
                <a:ea typeface="돋움" pitchFamily="50" charset="-127"/>
                <a:cs typeface="Times New Roman" pitchFamily="18" charset="0"/>
              </a:rPr>
              <a:t>động thủ công</a:t>
            </a: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③ ㉢ </a:t>
            </a:r>
            <a:r>
              <a:rPr lang="vi-VN" altLang="ko-KR" sz="900">
                <a:latin typeface="Times New Roman" pitchFamily="18" charset="0"/>
                <a:ea typeface="돋움" pitchFamily="50" charset="-127"/>
                <a:cs typeface="Times New Roman" pitchFamily="18" charset="0"/>
              </a:rPr>
              <a:t>vị trí ban đầu của van </a:t>
            </a:r>
            <a:r>
              <a:rPr lang="en-US" altLang="ko-KR" sz="90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④ </a:t>
            </a:r>
            <a:r>
              <a:rPr lang="ko-KR" altLang="en-US" sz="90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tín hiệu điện</a:t>
            </a:r>
          </a:p>
        </p:txBody>
      </p:sp>
      <p:grpSp>
        <p:nvGrpSpPr>
          <p:cNvPr id="10245" name="Group 2"/>
          <p:cNvGrpSpPr>
            <a:grpSpLocks/>
          </p:cNvGrpSpPr>
          <p:nvPr/>
        </p:nvGrpSpPr>
        <p:grpSpPr bwMode="auto">
          <a:xfrm>
            <a:off x="304800" y="776288"/>
            <a:ext cx="6248400" cy="8901112"/>
            <a:chOff x="192" y="672"/>
            <a:chExt cx="3936" cy="5424"/>
          </a:xfrm>
        </p:grpSpPr>
        <p:sp>
          <p:nvSpPr>
            <p:cNvPr id="10284" name="Rectangle 3"/>
            <p:cNvSpPr>
              <a:spLocks noChangeArrowheads="1"/>
            </p:cNvSpPr>
            <p:nvPr/>
          </p:nvSpPr>
          <p:spPr bwMode="auto">
            <a:xfrm>
              <a:off x="192" y="672"/>
              <a:ext cx="1968" cy="542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endParaRPr lang="ko-KR" altLang="ko-KR" sz="900">
                <a:solidFill>
                  <a:srgbClr val="FF0000"/>
                </a:solidFill>
                <a:latin typeface="돋움" pitchFamily="50" charset="-127"/>
                <a:ea typeface="돋움" pitchFamily="50" charset="-127"/>
              </a:endParaRPr>
            </a:p>
          </p:txBody>
        </p:sp>
        <p:sp>
          <p:nvSpPr>
            <p:cNvPr id="10285" name="Rectangle 4"/>
            <p:cNvSpPr>
              <a:spLocks noChangeArrowheads="1"/>
            </p:cNvSpPr>
            <p:nvPr/>
          </p:nvSpPr>
          <p:spPr bwMode="auto">
            <a:xfrm>
              <a:off x="2160" y="672"/>
              <a:ext cx="1968" cy="542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endParaRPr lang="ko-KR" altLang="ko-KR" sz="900">
                <a:solidFill>
                  <a:srgbClr val="FF0000"/>
                </a:solidFill>
                <a:latin typeface="돋움" pitchFamily="50" charset="-127"/>
                <a:ea typeface="돋움" pitchFamily="50" charset="-127"/>
              </a:endParaRPr>
            </a:p>
          </p:txBody>
        </p:sp>
      </p:grpSp>
      <p:sp>
        <p:nvSpPr>
          <p:cNvPr id="10246" name="Rectangle 95"/>
          <p:cNvSpPr>
            <a:spLocks noChangeArrowheads="1"/>
          </p:cNvSpPr>
          <p:nvPr/>
        </p:nvSpPr>
        <p:spPr bwMode="auto">
          <a:xfrm>
            <a:off x="269875" y="3951288"/>
            <a:ext cx="3159125" cy="1061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None/>
            </a:pPr>
            <a:r>
              <a:rPr lang="vi-VN" altLang="ko-KR" sz="900">
                <a:latin typeface="Times New Roman" pitchFamily="18" charset="0"/>
                <a:ea typeface="돋움" pitchFamily="50" charset="-127"/>
                <a:cs typeface="Times New Roman" pitchFamily="18" charset="0"/>
              </a:rPr>
              <a:t>54. Khi khả năng hấp thụ của chất hút ẩm trở nên bão hòa, chức năng của nó bị mất, nhưng phương pháp làm khô nào có thể được sử dụng bán vĩnh viễn khi nó được tái </a:t>
            </a:r>
            <a:r>
              <a:rPr lang="en-US" altLang="ko-KR" sz="900" smtClean="0">
                <a:latin typeface="Times New Roman" pitchFamily="18" charset="0"/>
                <a:ea typeface="돋움" pitchFamily="50" charset="-127"/>
                <a:cs typeface="Times New Roman" pitchFamily="18" charset="0"/>
              </a:rPr>
              <a:t>sử dụng</a:t>
            </a:r>
            <a:r>
              <a:rPr lang="vi-VN" altLang="ko-KR" sz="900" smtClean="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bằng cách gia nhiệt?</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① Loại hấp phụ       </a:t>
            </a:r>
            <a:r>
              <a:rPr lang="en-US" altLang="ko-KR" sz="900" smtClean="0">
                <a:latin typeface="Times New Roman" pitchFamily="18" charset="0"/>
                <a:ea typeface="돋움" pitchFamily="50" charset="-127"/>
                <a:cs typeface="Times New Roman" pitchFamily="18" charset="0"/>
              </a:rPr>
              <a:t>               ② </a:t>
            </a:r>
            <a:r>
              <a:rPr lang="en-US" altLang="ko-KR" sz="900">
                <a:latin typeface="Times New Roman" pitchFamily="18" charset="0"/>
                <a:ea typeface="돋움" pitchFamily="50" charset="-127"/>
                <a:cs typeface="Times New Roman" pitchFamily="18" charset="0"/>
              </a:rPr>
              <a:t>Loại </a:t>
            </a:r>
            <a:r>
              <a:rPr lang="en-US" altLang="ko-KR" sz="900" smtClean="0">
                <a:latin typeface="Times New Roman" pitchFamily="18" charset="0"/>
                <a:ea typeface="돋움" pitchFamily="50" charset="-127"/>
                <a:cs typeface="Times New Roman" pitchFamily="18" charset="0"/>
              </a:rPr>
              <a:t>ngưng tụ</a:t>
            </a: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③ Loại làm </a:t>
            </a:r>
            <a:r>
              <a:rPr lang="en-US" altLang="ko-KR" sz="900" smtClean="0">
                <a:latin typeface="Times New Roman" pitchFamily="18" charset="0"/>
                <a:ea typeface="돋움" pitchFamily="50" charset="-127"/>
                <a:cs typeface="Times New Roman" pitchFamily="18" charset="0"/>
              </a:rPr>
              <a:t>lạnh bằng khí      </a:t>
            </a:r>
            <a:r>
              <a:rPr lang="en-US" altLang="ko-KR" sz="900">
                <a:latin typeface="Times New Roman" pitchFamily="18" charset="0"/>
                <a:ea typeface="돋움" pitchFamily="50" charset="-127"/>
                <a:cs typeface="Times New Roman" pitchFamily="18" charset="0"/>
              </a:rPr>
              <a:t>④ Loại làm </a:t>
            </a:r>
            <a:r>
              <a:rPr lang="en-US" altLang="ko-KR" sz="900" smtClean="0">
                <a:latin typeface="Times New Roman" pitchFamily="18" charset="0"/>
                <a:ea typeface="돋움" pitchFamily="50" charset="-127"/>
                <a:cs typeface="Times New Roman" pitchFamily="18" charset="0"/>
              </a:rPr>
              <a:t>lạnh bằng nước</a:t>
            </a:r>
            <a:endParaRPr lang="ko-KR" altLang="en-US" sz="900">
              <a:latin typeface="Times New Roman" pitchFamily="18" charset="0"/>
              <a:ea typeface="돋움" pitchFamily="50" charset="-127"/>
              <a:cs typeface="Times New Roman" pitchFamily="18" charset="0"/>
            </a:endParaRPr>
          </a:p>
        </p:txBody>
      </p:sp>
      <p:sp>
        <p:nvSpPr>
          <p:cNvPr id="10247" name="Rectangle 97"/>
          <p:cNvSpPr>
            <a:spLocks noChangeArrowheads="1"/>
          </p:cNvSpPr>
          <p:nvPr/>
        </p:nvSpPr>
        <p:spPr bwMode="auto">
          <a:xfrm>
            <a:off x="266700" y="5232400"/>
            <a:ext cx="316230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vi-VN" altLang="ko-KR" sz="900">
                <a:latin typeface="Times New Roman" pitchFamily="18" charset="0"/>
                <a:ea typeface="돋움" pitchFamily="50" charset="-127"/>
                <a:cs typeface="Times New Roman" pitchFamily="18" charset="0"/>
              </a:rPr>
              <a:t>55. </a:t>
            </a:r>
            <a:r>
              <a:rPr lang="vi-VN" altLang="ko-KR" sz="900" smtClean="0">
                <a:latin typeface="Times New Roman" pitchFamily="18" charset="0"/>
                <a:ea typeface="돋움" pitchFamily="50" charset="-127"/>
                <a:cs typeface="Times New Roman" pitchFamily="18" charset="0"/>
              </a:rPr>
              <a:t>C</a:t>
            </a:r>
            <a:r>
              <a:rPr lang="en-US" altLang="ko-KR" sz="900" smtClean="0">
                <a:latin typeface="Times New Roman" pitchFamily="18" charset="0"/>
                <a:ea typeface="돋움" pitchFamily="50" charset="-127"/>
                <a:cs typeface="Times New Roman" pitchFamily="18" charset="0"/>
              </a:rPr>
              <a:t>họn đáp án sai</a:t>
            </a:r>
            <a:r>
              <a:rPr lang="vi-VN" altLang="ko-KR" sz="900" smtClean="0">
                <a:latin typeface="Times New Roman" pitchFamily="18" charset="0"/>
                <a:ea typeface="돋움" pitchFamily="50" charset="-127"/>
                <a:cs typeface="Times New Roman" pitchFamily="18" charset="0"/>
              </a:rPr>
              <a:t> </a:t>
            </a:r>
            <a:r>
              <a:rPr lang="en-US" altLang="ko-KR" sz="900" smtClean="0">
                <a:latin typeface="Times New Roman" pitchFamily="18" charset="0"/>
                <a:ea typeface="돋움" pitchFamily="50" charset="-127"/>
                <a:cs typeface="Times New Roman" pitchFamily="18" charset="0"/>
              </a:rPr>
              <a:t>khi nói về</a:t>
            </a:r>
            <a:r>
              <a:rPr lang="vi-VN" altLang="ko-KR" sz="900" smtClean="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van điều khiển tốc độ </a:t>
            </a:r>
            <a:r>
              <a:rPr lang="vi-VN" altLang="ko-KR" sz="900" smtClean="0">
                <a:latin typeface="Times New Roman" pitchFamily="18" charset="0"/>
                <a:ea typeface="돋움" pitchFamily="50" charset="-127"/>
                <a:cs typeface="Times New Roman" pitchFamily="18" charset="0"/>
              </a:rPr>
              <a:t>?</a:t>
            </a: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a:t>
            </a:r>
            <a:endParaRPr lang="en-US" altLang="ko-KR" sz="900" smtClean="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① Do lực đẩy gây ra bởi chênh lệch áp suất giữa </a:t>
            </a:r>
            <a:r>
              <a:rPr lang="ko-KR" altLang="en-US" sz="90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và </a:t>
            </a:r>
            <a:r>
              <a:rPr lang="ko-KR" altLang="en-US" sz="90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nên piston chuyển động tương đối đều.</a:t>
            </a: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② </a:t>
            </a:r>
            <a:r>
              <a:rPr lang="vi-VN" altLang="ko-KR" sz="900">
                <a:latin typeface="Times New Roman" pitchFamily="18" charset="0"/>
                <a:ea typeface="돋움" pitchFamily="50" charset="-127"/>
                <a:cs typeface="Times New Roman" pitchFamily="18" charset="0"/>
              </a:rPr>
              <a:t>Áp suất phía </a:t>
            </a:r>
            <a:r>
              <a:rPr lang="ko-KR" altLang="en-US" sz="90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ở trạng thái chảy tự do nên giảm ngay áp suất khí quyển.</a:t>
            </a: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③ </a:t>
            </a:r>
            <a:r>
              <a:rPr lang="vi-VN" altLang="ko-KR" sz="900" smtClean="0">
                <a:latin typeface="Times New Roman" pitchFamily="18" charset="0"/>
                <a:ea typeface="돋움" pitchFamily="50" charset="-127"/>
                <a:cs typeface="Times New Roman" pitchFamily="18" charset="0"/>
              </a:rPr>
              <a:t>Kh</a:t>
            </a:r>
            <a:r>
              <a:rPr lang="en-US" altLang="ko-KR" sz="900" smtClean="0">
                <a:latin typeface="Times New Roman" pitchFamily="18" charset="0"/>
                <a:ea typeface="돋움" pitchFamily="50" charset="-127"/>
                <a:cs typeface="Times New Roman" pitchFamily="18" charset="0"/>
              </a:rPr>
              <a:t>í</a:t>
            </a:r>
            <a:r>
              <a:rPr lang="vi-VN" altLang="ko-KR" sz="900" smtClean="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mặt </a:t>
            </a:r>
            <a:r>
              <a:rPr lang="vi-VN" altLang="ko-KR" sz="900" smtClean="0">
                <a:latin typeface="Times New Roman" pitchFamily="18" charset="0"/>
                <a:ea typeface="돋움" pitchFamily="50" charset="-127"/>
                <a:cs typeface="Times New Roman" pitchFamily="18" charset="0"/>
              </a:rPr>
              <a:t>bên</a:t>
            </a:r>
            <a:r>
              <a:rPr lang="en-US" altLang="ko-KR" sz="900" smtClean="0">
                <a:latin typeface="Times New Roman" pitchFamily="18" charset="0"/>
                <a:ea typeface="돋움" pitchFamily="50" charset="-127"/>
                <a:cs typeface="Times New Roman" pitchFamily="18" charset="0"/>
              </a:rPr>
              <a:t> </a:t>
            </a:r>
            <a:r>
              <a:rPr lang="ko-KR" altLang="en-US" sz="900" smtClean="0">
                <a:latin typeface="돋움" pitchFamily="50" charset="-127"/>
                <a:ea typeface="돋움" pitchFamily="50" charset="-127"/>
              </a:rPr>
              <a:t>㉠</a:t>
            </a:r>
            <a:r>
              <a:rPr lang="vi-VN" altLang="ko-KR" sz="900" smtClean="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ở trạng thái tự do, áp suất khí nén tăng ngay lập tức</a:t>
            </a: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④ Do khả năng nén của không khí, khó có thể ngăn cản hoàn toàn sự khởi động nhanh của piston</a:t>
            </a:r>
          </a:p>
        </p:txBody>
      </p:sp>
      <p:sp>
        <p:nvSpPr>
          <p:cNvPr id="10248" name="Rectangle 103"/>
          <p:cNvSpPr>
            <a:spLocks noChangeArrowheads="1"/>
          </p:cNvSpPr>
          <p:nvPr/>
        </p:nvSpPr>
        <p:spPr bwMode="auto">
          <a:xfrm>
            <a:off x="279400" y="7535863"/>
            <a:ext cx="316865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vi-VN" altLang="ko-KR" sz="900">
                <a:latin typeface="Times New Roman" pitchFamily="18" charset="0"/>
                <a:ea typeface="돋움" pitchFamily="50" charset="-127"/>
                <a:cs typeface="Times New Roman" pitchFamily="18" charset="0"/>
              </a:rPr>
              <a:t>56. Điều nào không đúng với đặc điểm của động cơ khí nén</a:t>
            </a:r>
            <a:r>
              <a:rPr lang="vi-VN" altLang="ko-KR" sz="900" smtClean="0">
                <a:latin typeface="Times New Roman" pitchFamily="18" charset="0"/>
                <a:ea typeface="돋움" pitchFamily="50" charset="-127"/>
                <a:cs typeface="Times New Roman" pitchFamily="18" charset="0"/>
              </a:rPr>
              <a:t>?</a:t>
            </a:r>
            <a:endParaRPr lang="en-US" altLang="ko-KR" sz="900" smtClean="0">
              <a:latin typeface="Times New Roman" pitchFamily="18" charset="0"/>
              <a:ea typeface="돋움" pitchFamily="50" charset="-127"/>
              <a:cs typeface="Times New Roman" pitchFamily="18" charset="0"/>
            </a:endParaRPr>
          </a:p>
          <a:p>
            <a:pPr eaLnBrk="1" hangingPunct="1">
              <a:spcBef>
                <a:spcPct val="0"/>
              </a:spcBef>
              <a:buFontTx/>
              <a:buNone/>
            </a:pP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① Do khả năng nén của không khí, tốc độ quay dễ bị ảnh hưởng bởi tải trọng</a:t>
            </a: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② Khó điều khiển tốc độ và </a:t>
            </a:r>
            <a:r>
              <a:rPr lang="en-US" altLang="ko-KR" sz="900" smtClean="0">
                <a:latin typeface="Times New Roman" pitchFamily="18" charset="0"/>
                <a:ea typeface="돋움" pitchFamily="50" charset="-127"/>
                <a:cs typeface="Times New Roman" pitchFamily="18" charset="0"/>
              </a:rPr>
              <a:t>khó điều khiển quay ngược</a:t>
            </a:r>
            <a:endParaRPr lang="en-US" altLang="ko-KR" sz="900">
              <a:latin typeface="Times New Roman" pitchFamily="18" charset="0"/>
              <a:ea typeface="돋움" pitchFamily="50" charset="-127"/>
              <a:cs typeface="Times New Roman" pitchFamily="18" charset="0"/>
            </a:endParaRPr>
          </a:p>
          <a:p>
            <a:pPr eaLnBrk="1" hangingPunct="1">
              <a:spcBef>
                <a:spcPct val="0"/>
              </a:spcBef>
              <a:buNone/>
            </a:pPr>
            <a:r>
              <a:rPr lang="vi-VN" altLang="ko-KR" sz="900" smtClean="0">
                <a:latin typeface="Times New Roman" pitchFamily="18" charset="0"/>
                <a:ea typeface="돋움" pitchFamily="50" charset="-127"/>
                <a:cs typeface="Times New Roman" pitchFamily="18" charset="0"/>
              </a:rPr>
              <a:t>③ So </a:t>
            </a:r>
            <a:r>
              <a:rPr lang="vi-VN" altLang="ko-KR" sz="900">
                <a:latin typeface="Times New Roman" pitchFamily="18" charset="0"/>
                <a:ea typeface="돋움" pitchFamily="50" charset="-127"/>
                <a:cs typeface="Times New Roman" pitchFamily="18" charset="0"/>
              </a:rPr>
              <a:t>với động cơ, hằng số thời gian được xác định bởi tỷ lệ quán tính trên đầu ra nhỏ, do đó, dừng khởi động trơn tru và tỷ lệ đầu ra / trọng lượng lớn</a:t>
            </a:r>
            <a:endParaRPr lang="en-US" altLang="ko-KR" sz="900">
              <a:latin typeface="Times New Roman" pitchFamily="18" charset="0"/>
              <a:ea typeface="돋움" pitchFamily="50" charset="-127"/>
              <a:cs typeface="Times New Roman" pitchFamily="18" charset="0"/>
            </a:endParaRPr>
          </a:p>
          <a:p>
            <a:pPr eaLnBrk="1" hangingPunct="1">
              <a:spcBef>
                <a:spcPct val="0"/>
              </a:spcBef>
              <a:buNone/>
            </a:pPr>
            <a:r>
              <a:rPr lang="vi-VN" altLang="ko-KR" sz="900" smtClean="0">
                <a:latin typeface="Times New Roman" pitchFamily="18" charset="0"/>
                <a:ea typeface="돋움" pitchFamily="50" charset="-127"/>
                <a:cs typeface="Times New Roman" pitchFamily="18" charset="0"/>
              </a:rPr>
              <a:t>④ Nếu </a:t>
            </a:r>
            <a:r>
              <a:rPr lang="vi-VN" altLang="ko-KR" sz="900">
                <a:latin typeface="Times New Roman" pitchFamily="18" charset="0"/>
                <a:ea typeface="돋움" pitchFamily="50" charset="-127"/>
                <a:cs typeface="Times New Roman" pitchFamily="18" charset="0"/>
              </a:rPr>
              <a:t>bình chứa khí được lắp đặt làm nguồn khí nén, nó cũng có thể được sử dụng làm nguồn truyền động không sử dụng</a:t>
            </a:r>
          </a:p>
        </p:txBody>
      </p:sp>
      <p:sp>
        <p:nvSpPr>
          <p:cNvPr id="10249" name="Text Box 17"/>
          <p:cNvSpPr txBox="1">
            <a:spLocks noChangeArrowheads="1"/>
          </p:cNvSpPr>
          <p:nvPr/>
        </p:nvSpPr>
        <p:spPr bwMode="auto">
          <a:xfrm>
            <a:off x="3409950" y="4520952"/>
            <a:ext cx="316865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vi-VN" altLang="ko-KR" sz="900">
                <a:latin typeface="Times New Roman" pitchFamily="18" charset="0"/>
                <a:cs typeface="Times New Roman" pitchFamily="18" charset="0"/>
              </a:rPr>
              <a:t>59. </a:t>
            </a:r>
            <a:r>
              <a:rPr lang="en-US" altLang="ko-KR" sz="900" smtClean="0">
                <a:latin typeface="Times New Roman" pitchFamily="18" charset="0"/>
                <a:cs typeface="Times New Roman" pitchFamily="18" charset="0"/>
              </a:rPr>
              <a:t>Có </a:t>
            </a:r>
            <a:r>
              <a:rPr lang="vi-VN" altLang="ko-KR" sz="900" smtClean="0">
                <a:latin typeface="Times New Roman" pitchFamily="18" charset="0"/>
                <a:cs typeface="Times New Roman" pitchFamily="18" charset="0"/>
              </a:rPr>
              <a:t>thể </a:t>
            </a:r>
            <a:r>
              <a:rPr lang="vi-VN" altLang="ko-KR" sz="900">
                <a:latin typeface="Times New Roman" pitchFamily="18" charset="0"/>
                <a:cs typeface="Times New Roman" pitchFamily="18" charset="0"/>
              </a:rPr>
              <a:t>kiểm soát thời gian chính xác ngay cả trong thời gian dài và ít sai số về độ chính xác thời gian do sự thay đổi của nhiệt độ và độ ẩm là gì</a:t>
            </a:r>
            <a:r>
              <a:rPr lang="vi-VN" altLang="ko-KR" sz="900" smtClean="0">
                <a:latin typeface="Times New Roman" pitchFamily="18" charset="0"/>
                <a:cs typeface="Times New Roman" pitchFamily="18" charset="0"/>
              </a:rPr>
              <a:t>?</a:t>
            </a:r>
            <a:endParaRPr lang="en-US" altLang="ko-KR" sz="900" smtClean="0">
              <a:latin typeface="Times New Roman" pitchFamily="18" charset="0"/>
              <a:cs typeface="Times New Roman" pitchFamily="18" charset="0"/>
            </a:endParaRPr>
          </a:p>
          <a:p>
            <a:pPr eaLnBrk="1" hangingPunct="1">
              <a:spcBef>
                <a:spcPct val="0"/>
              </a:spcBef>
              <a:buFontTx/>
              <a:buNone/>
            </a:pPr>
            <a:endParaRPr lang="en-US" altLang="ko-KR" sz="900">
              <a:latin typeface="Times New Roman" pitchFamily="18" charset="0"/>
              <a:cs typeface="Times New Roman" pitchFamily="18" charset="0"/>
            </a:endParaRPr>
          </a:p>
          <a:p>
            <a:pPr eaLnBrk="1" hangingPunct="1">
              <a:spcBef>
                <a:spcPct val="0"/>
              </a:spcBef>
              <a:buFontTx/>
              <a:buNone/>
            </a:pPr>
            <a:r>
              <a:rPr lang="vi-VN" altLang="ko-KR" sz="900">
                <a:latin typeface="Times New Roman" pitchFamily="18" charset="0"/>
                <a:cs typeface="Times New Roman" pitchFamily="18" charset="0"/>
              </a:rPr>
              <a:t>  ① </a:t>
            </a:r>
            <a:r>
              <a:rPr lang="en-US" altLang="ko-KR" sz="900" smtClean="0">
                <a:latin typeface="Times New Roman" pitchFamily="18" charset="0"/>
                <a:cs typeface="Times New Roman" pitchFamily="18" charset="0"/>
              </a:rPr>
              <a:t>Bộ h</a:t>
            </a:r>
            <a:r>
              <a:rPr lang="vi-VN" altLang="ko-KR" sz="900" smtClean="0">
                <a:latin typeface="Times New Roman" pitchFamily="18" charset="0"/>
                <a:cs typeface="Times New Roman" pitchFamily="18" charset="0"/>
              </a:rPr>
              <a:t>ẹn </a:t>
            </a:r>
            <a:r>
              <a:rPr lang="vi-VN" altLang="ko-KR" sz="900">
                <a:latin typeface="Times New Roman" pitchFamily="18" charset="0"/>
                <a:cs typeface="Times New Roman" pitchFamily="18" charset="0"/>
              </a:rPr>
              <a:t>giờ </a:t>
            </a:r>
            <a:r>
              <a:rPr lang="vi-VN" altLang="ko-KR" sz="900" smtClean="0">
                <a:latin typeface="Times New Roman" pitchFamily="18" charset="0"/>
                <a:cs typeface="Times New Roman" pitchFamily="18" charset="0"/>
              </a:rPr>
              <a:t>động </a:t>
            </a:r>
            <a:r>
              <a:rPr lang="vi-VN" altLang="ko-KR" sz="900">
                <a:latin typeface="Times New Roman" pitchFamily="18" charset="0"/>
                <a:cs typeface="Times New Roman" pitchFamily="18" charset="0"/>
              </a:rPr>
              <a:t>cơ </a:t>
            </a:r>
            <a:r>
              <a:rPr lang="en-US" altLang="ko-KR" sz="900">
                <a:latin typeface="Times New Roman" pitchFamily="18" charset="0"/>
                <a:cs typeface="Times New Roman" pitchFamily="18" charset="0"/>
              </a:rPr>
              <a:t>   </a:t>
            </a:r>
            <a:r>
              <a:rPr lang="en-US" altLang="ko-KR" sz="900" smtClean="0">
                <a:latin typeface="Times New Roman" pitchFamily="18" charset="0"/>
                <a:cs typeface="Times New Roman" pitchFamily="18" charset="0"/>
              </a:rPr>
              <a:t>       </a:t>
            </a:r>
            <a:r>
              <a:rPr lang="vi-VN" altLang="ko-KR" sz="900" smtClean="0">
                <a:latin typeface="Times New Roman" pitchFamily="18" charset="0"/>
                <a:cs typeface="Times New Roman" pitchFamily="18" charset="0"/>
              </a:rPr>
              <a:t>② </a:t>
            </a:r>
            <a:r>
              <a:rPr lang="en-US" altLang="ko-KR" sz="900" smtClean="0">
                <a:latin typeface="Times New Roman" pitchFamily="18" charset="0"/>
                <a:cs typeface="Times New Roman" pitchFamily="18" charset="0"/>
              </a:rPr>
              <a:t>Bộ h</a:t>
            </a:r>
            <a:r>
              <a:rPr lang="vi-VN" altLang="ko-KR" sz="900" smtClean="0">
                <a:latin typeface="Times New Roman" pitchFamily="18" charset="0"/>
                <a:cs typeface="Times New Roman" pitchFamily="18" charset="0"/>
              </a:rPr>
              <a:t>ẹn </a:t>
            </a:r>
            <a:r>
              <a:rPr lang="vi-VN" altLang="ko-KR" sz="900">
                <a:latin typeface="Times New Roman" pitchFamily="18" charset="0"/>
                <a:cs typeface="Times New Roman" pitchFamily="18" charset="0"/>
              </a:rPr>
              <a:t>giờ </a:t>
            </a:r>
            <a:r>
              <a:rPr lang="en-US" altLang="ko-KR" sz="900" smtClean="0">
                <a:latin typeface="Times New Roman" pitchFamily="18" charset="0"/>
                <a:cs typeface="Times New Roman" pitchFamily="18" charset="0"/>
              </a:rPr>
              <a:t>Digital</a:t>
            </a:r>
            <a:endParaRPr lang="vi-VN" altLang="ko-KR" sz="900">
              <a:latin typeface="Times New Roman" pitchFamily="18" charset="0"/>
              <a:cs typeface="Times New Roman" pitchFamily="18" charset="0"/>
            </a:endParaRPr>
          </a:p>
          <a:p>
            <a:pPr eaLnBrk="1" hangingPunct="1">
              <a:spcBef>
                <a:spcPct val="0"/>
              </a:spcBef>
              <a:buFontTx/>
              <a:buNone/>
            </a:pPr>
            <a:r>
              <a:rPr lang="vi-VN" altLang="ko-KR" sz="900">
                <a:latin typeface="Times New Roman" pitchFamily="18" charset="0"/>
                <a:cs typeface="Times New Roman" pitchFamily="18" charset="0"/>
              </a:rPr>
              <a:t>  ③ </a:t>
            </a:r>
            <a:r>
              <a:rPr lang="en-US" altLang="ko-KR" sz="900" smtClean="0">
                <a:latin typeface="Times New Roman" pitchFamily="18" charset="0"/>
                <a:cs typeface="Times New Roman" pitchFamily="18" charset="0"/>
              </a:rPr>
              <a:t>Bộ h</a:t>
            </a:r>
            <a:r>
              <a:rPr lang="vi-VN" altLang="ko-KR" sz="900" smtClean="0">
                <a:latin typeface="Times New Roman" pitchFamily="18" charset="0"/>
                <a:cs typeface="Times New Roman" pitchFamily="18" charset="0"/>
              </a:rPr>
              <a:t>ẹn </a:t>
            </a:r>
            <a:r>
              <a:rPr lang="vi-VN" altLang="ko-KR" sz="900">
                <a:latin typeface="Times New Roman" pitchFamily="18" charset="0"/>
                <a:cs typeface="Times New Roman" pitchFamily="18" charset="0"/>
              </a:rPr>
              <a:t>giờ điện tử </a:t>
            </a:r>
            <a:r>
              <a:rPr lang="en-US" altLang="ko-KR" sz="900">
                <a:latin typeface="Times New Roman" pitchFamily="18" charset="0"/>
                <a:cs typeface="Times New Roman" pitchFamily="18" charset="0"/>
              </a:rPr>
              <a:t>       </a:t>
            </a:r>
            <a:r>
              <a:rPr lang="en-US" altLang="ko-KR" sz="900" smtClean="0">
                <a:latin typeface="Times New Roman" pitchFamily="18" charset="0"/>
                <a:cs typeface="Times New Roman" pitchFamily="18" charset="0"/>
              </a:rPr>
              <a:t>     </a:t>
            </a:r>
            <a:r>
              <a:rPr lang="vi-VN" altLang="ko-KR" sz="900">
                <a:latin typeface="Times New Roman" pitchFamily="18" charset="0"/>
                <a:cs typeface="Times New Roman" pitchFamily="18" charset="0"/>
              </a:rPr>
              <a:t>④ Hẹn giờ khí nén</a:t>
            </a:r>
            <a:endParaRPr lang="ko-KR" altLang="en-US" sz="900">
              <a:latin typeface="Times New Roman" pitchFamily="18" charset="0"/>
              <a:cs typeface="Times New Roman" pitchFamily="18" charset="0"/>
            </a:endParaRPr>
          </a:p>
        </p:txBody>
      </p:sp>
      <p:sp>
        <p:nvSpPr>
          <p:cNvPr id="10250" name="Rectangle 107"/>
          <p:cNvSpPr>
            <a:spLocks noChangeArrowheads="1"/>
          </p:cNvSpPr>
          <p:nvPr/>
        </p:nvSpPr>
        <p:spPr bwMode="auto">
          <a:xfrm>
            <a:off x="3400425" y="6033120"/>
            <a:ext cx="3197225"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vi-VN" altLang="ko-KR" sz="900">
                <a:latin typeface="Times New Roman" pitchFamily="18" charset="0"/>
                <a:ea typeface="돋움" pitchFamily="50" charset="-127"/>
                <a:cs typeface="Times New Roman" pitchFamily="18" charset="0"/>
              </a:rPr>
              <a:t>60. Ví dụ dưới đây là mô tả các tính năng của máy </a:t>
            </a:r>
            <a:r>
              <a:rPr lang="vi-VN" altLang="ko-KR" sz="900" smtClean="0">
                <a:latin typeface="Times New Roman" pitchFamily="18" charset="0"/>
                <a:ea typeface="돋움" pitchFamily="50" charset="-127"/>
                <a:cs typeface="Times New Roman" pitchFamily="18" charset="0"/>
              </a:rPr>
              <a:t>nén</a:t>
            </a:r>
            <a:r>
              <a:rPr lang="en-US" altLang="ko-KR" sz="900" smtClean="0">
                <a:latin typeface="Times New Roman" pitchFamily="18" charset="0"/>
                <a:ea typeface="돋움" pitchFamily="50" charset="-127"/>
                <a:cs typeface="Times New Roman" pitchFamily="18" charset="0"/>
              </a:rPr>
              <a:t>.</a:t>
            </a:r>
          </a:p>
          <a:p>
            <a:pPr eaLnBrk="1" hangingPunct="1">
              <a:spcBef>
                <a:spcPct val="0"/>
              </a:spcBef>
              <a:buFontTx/>
              <a:buNone/>
            </a:pPr>
            <a:r>
              <a:rPr lang="vi-VN" altLang="ko-KR" sz="900" smtClean="0">
                <a:latin typeface="Times New Roman" pitchFamily="18" charset="0"/>
                <a:ea typeface="돋움" pitchFamily="50" charset="-127"/>
                <a:cs typeface="Times New Roman" pitchFamily="18" charset="0"/>
              </a:rPr>
              <a:t> </a:t>
            </a:r>
            <a:r>
              <a:rPr lang="en-US" altLang="ko-KR" sz="900" smtClean="0">
                <a:latin typeface="Times New Roman" pitchFamily="18" charset="0"/>
                <a:ea typeface="돋움" pitchFamily="50" charset="-127"/>
                <a:cs typeface="Times New Roman" pitchFamily="18" charset="0"/>
              </a:rPr>
              <a:t>C</a:t>
            </a:r>
            <a:r>
              <a:rPr lang="vi-VN" altLang="ko-KR" sz="900" smtClean="0">
                <a:latin typeface="Times New Roman" pitchFamily="18" charset="0"/>
                <a:ea typeface="돋움" pitchFamily="50" charset="-127"/>
                <a:cs typeface="Times New Roman" pitchFamily="18" charset="0"/>
              </a:rPr>
              <a:t>họn</a:t>
            </a:r>
            <a:r>
              <a:rPr lang="en-US" altLang="ko-KR" sz="900" smtClean="0">
                <a:latin typeface="Times New Roman" pitchFamily="18" charset="0"/>
                <a:ea typeface="돋움" pitchFamily="50" charset="-127"/>
                <a:cs typeface="Times New Roman" pitchFamily="18" charset="0"/>
              </a:rPr>
              <a:t> đáp án</a:t>
            </a:r>
            <a:r>
              <a:rPr lang="vi-VN" altLang="ko-KR" sz="900" smtClean="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đúng</a:t>
            </a:r>
            <a:r>
              <a:rPr lang="vi-VN" altLang="ko-KR" sz="900" smtClean="0">
                <a:latin typeface="Times New Roman" pitchFamily="18" charset="0"/>
                <a:ea typeface="돋움" pitchFamily="50" charset="-127"/>
                <a:cs typeface="Times New Roman" pitchFamily="18" charset="0"/>
              </a:rPr>
              <a:t>.</a:t>
            </a: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a:t>
            </a:r>
            <a:r>
              <a:rPr lang="en-US" altLang="ko-KR" sz="900">
                <a:latin typeface="Times New Roman" panose="02020603050405020304" pitchFamily="18" charset="0"/>
                <a:cs typeface="Times New Roman" panose="02020603050405020304" pitchFamily="18" charset="0"/>
              </a:rPr>
              <a:t>K</a:t>
            </a:r>
            <a:r>
              <a:rPr lang="en-US" altLang="ko-KR" sz="900" smtClean="0">
                <a:latin typeface="Times New Roman" panose="02020603050405020304" pitchFamily="18" charset="0"/>
                <a:cs typeface="Times New Roman" panose="02020603050405020304" pitchFamily="18" charset="0"/>
              </a:rPr>
              <a:t>hông có van hút hay van xả giống như máy nén hai chiều do cấu tạo làm tăng bằng áp suất không khí theo quy định khi dung tích thay đổi lên tới cửa xả tùy theo chuyển động quay của rotor</a:t>
            </a:r>
            <a:r>
              <a:rPr lang="vi-VN" altLang="ko-KR" sz="900" smtClean="0">
                <a:latin typeface="Times New Roman" pitchFamily="18" charset="0"/>
                <a:ea typeface="돋움" pitchFamily="50" charset="-127"/>
                <a:cs typeface="Times New Roman" pitchFamily="18" charset="0"/>
              </a:rPr>
              <a:t>.</a:t>
            </a:r>
            <a:endParaRPr lang="en-US" altLang="ko-KR" sz="900" smtClean="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anose="02020603050405020304" pitchFamily="18" charset="0"/>
                <a:cs typeface="Times New Roman" panose="02020603050405020304" pitchFamily="18" charset="0"/>
              </a:rPr>
              <a:t>C</a:t>
            </a:r>
            <a:r>
              <a:rPr lang="en-US" altLang="ko-KR" sz="900" smtClean="0">
                <a:latin typeface="Times New Roman" panose="02020603050405020304" pitchFamily="18" charset="0"/>
                <a:cs typeface="Times New Roman" panose="02020603050405020304" pitchFamily="18" charset="0"/>
              </a:rPr>
              <a:t>ung cấp khí nén liên tục một cánh nhẹ nhàng, do đó tiếng nhỏ và kích thước bé, được dùng nhiều với vai trò là nguồn khí nén trong motor nén khí</a:t>
            </a:r>
            <a:r>
              <a:rPr lang="en-US" altLang="ko-KR" sz="900" smtClean="0">
                <a:latin typeface="Times New Roman" pitchFamily="18" charset="0"/>
                <a:ea typeface="돋움" pitchFamily="50" charset="-127"/>
                <a:cs typeface="Times New Roman" pitchFamily="18" charset="0"/>
              </a:rPr>
              <a:t> </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① Máy nén kiểu tuabin       ② Máy nén kiểu trục vít</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③ Máy nén kiểu cánh gạt   ④ Máy nén kiểu cánh quạt</a:t>
            </a:r>
          </a:p>
        </p:txBody>
      </p:sp>
      <p:grpSp>
        <p:nvGrpSpPr>
          <p:cNvPr id="10251" name="Group 4"/>
          <p:cNvGrpSpPr>
            <a:grpSpLocks/>
          </p:cNvGrpSpPr>
          <p:nvPr/>
        </p:nvGrpSpPr>
        <p:grpSpPr bwMode="auto">
          <a:xfrm>
            <a:off x="3424238" y="6402141"/>
            <a:ext cx="3100387" cy="1133722"/>
            <a:chOff x="3428368" y="6664326"/>
            <a:chExt cx="2938463" cy="715962"/>
          </a:xfrm>
        </p:grpSpPr>
        <p:sp>
          <p:nvSpPr>
            <p:cNvPr id="10282" name="직사각형 2"/>
            <p:cNvSpPr>
              <a:spLocks noChangeArrowheads="1"/>
            </p:cNvSpPr>
            <p:nvPr/>
          </p:nvSpPr>
          <p:spPr bwMode="auto">
            <a:xfrm>
              <a:off x="3428368" y="6735967"/>
              <a:ext cx="2938463" cy="644321"/>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endParaRPr lang="ko-KR" altLang="en-US" sz="900">
                <a:latin typeface="돋움" pitchFamily="50" charset="-127"/>
                <a:ea typeface="돋움" pitchFamily="50" charset="-127"/>
              </a:endParaRPr>
            </a:p>
          </p:txBody>
        </p:sp>
        <p:sp>
          <p:nvSpPr>
            <p:cNvPr id="10283" name="TextBox 1"/>
            <p:cNvSpPr txBox="1">
              <a:spLocks noChangeArrowheads="1"/>
            </p:cNvSpPr>
            <p:nvPr/>
          </p:nvSpPr>
          <p:spPr bwMode="auto">
            <a:xfrm>
              <a:off x="3663949" y="6664326"/>
              <a:ext cx="452341" cy="13605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800" smtClean="0">
                  <a:latin typeface="Times New Roman" pitchFamily="18" charset="0"/>
                  <a:ea typeface="돋움" pitchFamily="50" charset="-127"/>
                  <a:cs typeface="Times New Roman" pitchFamily="18" charset="0"/>
                </a:rPr>
                <a:t>Mô tả</a:t>
              </a:r>
              <a:endParaRPr lang="ko-KR" altLang="en-US" sz="800">
                <a:latin typeface="Times New Roman" pitchFamily="18" charset="0"/>
                <a:ea typeface="돋움" pitchFamily="50" charset="-127"/>
                <a:cs typeface="Times New Roman" pitchFamily="18" charset="0"/>
              </a:endParaRPr>
            </a:p>
          </p:txBody>
        </p:sp>
      </p:grpSp>
      <p:grpSp>
        <p:nvGrpSpPr>
          <p:cNvPr id="10252" name="Group 3"/>
          <p:cNvGrpSpPr>
            <a:grpSpLocks/>
          </p:cNvGrpSpPr>
          <p:nvPr/>
        </p:nvGrpSpPr>
        <p:grpSpPr bwMode="auto">
          <a:xfrm>
            <a:off x="3429000" y="2649735"/>
            <a:ext cx="3168650" cy="1454978"/>
            <a:chOff x="3429000" y="2648744"/>
            <a:chExt cx="3168650" cy="1455814"/>
          </a:xfrm>
        </p:grpSpPr>
        <p:sp>
          <p:nvSpPr>
            <p:cNvPr id="10276" name="Rectangle 134"/>
            <p:cNvSpPr>
              <a:spLocks noChangeArrowheads="1"/>
            </p:cNvSpPr>
            <p:nvPr/>
          </p:nvSpPr>
          <p:spPr bwMode="auto">
            <a:xfrm>
              <a:off x="3429000" y="2648744"/>
              <a:ext cx="3168650" cy="1339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vi-VN" altLang="ko-KR" sz="900">
                  <a:latin typeface="Times New Roman" pitchFamily="18" charset="0"/>
                  <a:ea typeface="돋움" pitchFamily="50" charset="-127"/>
                  <a:cs typeface="Times New Roman" pitchFamily="18" charset="0"/>
                </a:rPr>
                <a:t>58. Hướng chuyển động của tải trọng và tâm trục phải phù hợp với nhau, và phương pháp lắp xylanh nào là chắc chắn </a:t>
              </a:r>
              <a:r>
                <a:rPr lang="vi-VN" altLang="ko-KR" sz="900" smtClean="0">
                  <a:latin typeface="Times New Roman" pitchFamily="18" charset="0"/>
                  <a:ea typeface="돋움" pitchFamily="50" charset="-127"/>
                  <a:cs typeface="Times New Roman" pitchFamily="18" charset="0"/>
                </a:rPr>
                <a:t>nhất?</a:t>
              </a: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①                                   </a:t>
              </a:r>
              <a:r>
                <a:rPr lang="en-US" altLang="ko-KR" sz="900" smtClean="0">
                  <a:latin typeface="Times New Roman" pitchFamily="18" charset="0"/>
                  <a:ea typeface="돋움" pitchFamily="50" charset="-127"/>
                  <a:cs typeface="Times New Roman" pitchFamily="18" charset="0"/>
                </a:rPr>
                <a:t>       ②</a:t>
              </a: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③                                   </a:t>
              </a:r>
              <a:r>
                <a:rPr lang="en-US" altLang="ko-KR" sz="900" smtClean="0">
                  <a:latin typeface="Times New Roman" pitchFamily="18" charset="0"/>
                  <a:ea typeface="돋움" pitchFamily="50" charset="-127"/>
                  <a:cs typeface="Times New Roman" pitchFamily="18" charset="0"/>
                </a:rPr>
                <a:t>       ④</a:t>
              </a:r>
              <a:endParaRPr lang="en-US" altLang="ko-KR" sz="900">
                <a:latin typeface="Times New Roman" pitchFamily="18" charset="0"/>
                <a:ea typeface="돋움" pitchFamily="50" charset="-127"/>
                <a:cs typeface="Times New Roman" pitchFamily="18" charset="0"/>
              </a:endParaRPr>
            </a:p>
          </p:txBody>
        </p:sp>
        <p:grpSp>
          <p:nvGrpSpPr>
            <p:cNvPr id="10277" name="Group 2"/>
            <p:cNvGrpSpPr>
              <a:grpSpLocks/>
            </p:cNvGrpSpPr>
            <p:nvPr/>
          </p:nvGrpSpPr>
          <p:grpSpPr bwMode="auto">
            <a:xfrm>
              <a:off x="3818864" y="3074094"/>
              <a:ext cx="1991250" cy="1030464"/>
              <a:chOff x="3597284" y="3008808"/>
              <a:chExt cx="1991250" cy="1030464"/>
            </a:xfrm>
          </p:grpSpPr>
          <p:pic>
            <p:nvPicPr>
              <p:cNvPr id="10278" name="Picture 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553956">
                <a:off x="4839863" y="3021384"/>
                <a:ext cx="74295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9" name="Picture 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686212">
                <a:off x="3597284" y="3008808"/>
                <a:ext cx="60960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0" name="Picture 19"/>
              <p:cNvPicPr>
                <a:picLocks noChangeAspect="1" noChangeArrowheads="1"/>
              </p:cNvPicPr>
              <p:nvPr/>
            </p:nvPicPr>
            <p:blipFill>
              <a:blip r:embed="rId5">
                <a:extLst>
                  <a:ext uri="{28A0092B-C50C-407E-A947-70E740481C1C}">
                    <a14:useLocalDpi xmlns:a14="http://schemas.microsoft.com/office/drawing/2010/main" val="0"/>
                  </a:ext>
                </a:extLst>
              </a:blip>
              <a:srcRect l="9723"/>
              <a:stretch>
                <a:fillRect/>
              </a:stretch>
            </p:blipFill>
            <p:spPr bwMode="auto">
              <a:xfrm rot="1326418">
                <a:off x="3654536" y="3555315"/>
                <a:ext cx="538162" cy="455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1" name="Picture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538458">
                <a:off x="4902734" y="3572547"/>
                <a:ext cx="685800"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pic>
        <p:nvPicPr>
          <p:cNvPr id="10253" name="Picture 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22725" y="1266825"/>
            <a:ext cx="1276350" cy="7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254" name="TextBox 24"/>
          <p:cNvSpPr txBox="1">
            <a:spLocks noChangeArrowheads="1"/>
          </p:cNvSpPr>
          <p:nvPr/>
        </p:nvSpPr>
        <p:spPr bwMode="auto">
          <a:xfrm>
            <a:off x="3429000" y="1122363"/>
            <a:ext cx="1243013"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ko-KR" altLang="en-US" sz="90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Hoạt động thủ công</a:t>
            </a:r>
            <a:endParaRPr lang="ko-KR" altLang="en-US" sz="900">
              <a:latin typeface="Times New Roman" pitchFamily="18" charset="0"/>
              <a:ea typeface="돋움" pitchFamily="50" charset="-127"/>
              <a:cs typeface="Times New Roman" pitchFamily="18" charset="0"/>
            </a:endParaRPr>
          </a:p>
        </p:txBody>
      </p:sp>
      <p:cxnSp>
        <p:nvCxnSpPr>
          <p:cNvPr id="10255" name="직선 화살표 연결선 26"/>
          <p:cNvCxnSpPr>
            <a:cxnSpLocks noChangeShapeType="1"/>
          </p:cNvCxnSpPr>
          <p:nvPr/>
        </p:nvCxnSpPr>
        <p:spPr bwMode="auto">
          <a:xfrm>
            <a:off x="3946525" y="1371600"/>
            <a:ext cx="215900" cy="13970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0256" name="직선 화살표 연결선 27"/>
          <p:cNvCxnSpPr>
            <a:cxnSpLocks noChangeShapeType="1"/>
          </p:cNvCxnSpPr>
          <p:nvPr/>
        </p:nvCxnSpPr>
        <p:spPr bwMode="auto">
          <a:xfrm flipH="1">
            <a:off x="4946650" y="1371600"/>
            <a:ext cx="352425" cy="195263"/>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0257" name="TextBox 28"/>
          <p:cNvSpPr txBox="1">
            <a:spLocks noChangeArrowheads="1"/>
          </p:cNvSpPr>
          <p:nvPr/>
        </p:nvSpPr>
        <p:spPr bwMode="auto">
          <a:xfrm>
            <a:off x="5013325" y="1136650"/>
            <a:ext cx="1350963"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ko-KR" altLang="en-US" sz="90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Vị trí ban đầu của van</a:t>
            </a:r>
            <a:endParaRPr lang="ko-KR" altLang="en-US" sz="900">
              <a:latin typeface="Times New Roman" pitchFamily="18" charset="0"/>
              <a:ea typeface="돋움" pitchFamily="50" charset="-127"/>
              <a:cs typeface="Times New Roman" pitchFamily="18" charset="0"/>
            </a:endParaRPr>
          </a:p>
        </p:txBody>
      </p:sp>
      <p:cxnSp>
        <p:nvCxnSpPr>
          <p:cNvPr id="10258" name="직선 화살표 연결선 29"/>
          <p:cNvCxnSpPr>
            <a:cxnSpLocks noChangeShapeType="1"/>
          </p:cNvCxnSpPr>
          <p:nvPr/>
        </p:nvCxnSpPr>
        <p:spPr bwMode="auto">
          <a:xfrm flipH="1" flipV="1">
            <a:off x="5029200" y="1657350"/>
            <a:ext cx="195263" cy="176213"/>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0259" name="TextBox 30"/>
          <p:cNvSpPr txBox="1">
            <a:spLocks noChangeArrowheads="1"/>
          </p:cNvSpPr>
          <p:nvPr/>
        </p:nvSpPr>
        <p:spPr bwMode="auto">
          <a:xfrm>
            <a:off x="5013325" y="1841500"/>
            <a:ext cx="14287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ko-KR" altLang="en-US" sz="900">
                <a:latin typeface="Times New Roman" pitchFamily="18" charset="0"/>
                <a:ea typeface="돋움" pitchFamily="50" charset="-127"/>
                <a:cs typeface="Times New Roman" pitchFamily="18" charset="0"/>
              </a:rPr>
              <a:t>㉠</a:t>
            </a:r>
            <a:r>
              <a:rPr lang="vi-VN" altLang="ko-KR" sz="900">
                <a:latin typeface="Times New Roman" pitchFamily="18" charset="0"/>
                <a:ea typeface="돋움" pitchFamily="50" charset="-127"/>
                <a:cs typeface="Times New Roman" pitchFamily="18" charset="0"/>
              </a:rPr>
              <a:t>Loại hoạt động gián tiếp</a:t>
            </a:r>
            <a:endParaRPr lang="ko-KR" altLang="en-US" sz="900">
              <a:latin typeface="Times New Roman" pitchFamily="18" charset="0"/>
              <a:ea typeface="돋움" pitchFamily="50" charset="-127"/>
              <a:cs typeface="Times New Roman" pitchFamily="18" charset="0"/>
            </a:endParaRPr>
          </a:p>
        </p:txBody>
      </p:sp>
      <p:cxnSp>
        <p:nvCxnSpPr>
          <p:cNvPr id="10260" name="직선 화살표 연결선 31"/>
          <p:cNvCxnSpPr>
            <a:cxnSpLocks noChangeShapeType="1"/>
          </p:cNvCxnSpPr>
          <p:nvPr/>
        </p:nvCxnSpPr>
        <p:spPr bwMode="auto">
          <a:xfrm flipV="1">
            <a:off x="4016375" y="1647825"/>
            <a:ext cx="133350" cy="179388"/>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0261" name="TextBox 32"/>
          <p:cNvSpPr txBox="1">
            <a:spLocks noChangeArrowheads="1"/>
          </p:cNvSpPr>
          <p:nvPr/>
        </p:nvSpPr>
        <p:spPr bwMode="auto">
          <a:xfrm>
            <a:off x="3584575" y="1831975"/>
            <a:ext cx="80010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vi-VN" altLang="ko-KR" sz="900">
                <a:latin typeface="Times New Roman" pitchFamily="18" charset="0"/>
                <a:ea typeface="돋움" pitchFamily="50" charset="-127"/>
                <a:cs typeface="Times New Roman" pitchFamily="18" charset="0"/>
              </a:rPr>
              <a:t>Tín hiệu điện</a:t>
            </a:r>
            <a:endParaRPr lang="ko-KR" altLang="en-US" sz="900">
              <a:latin typeface="Times New Roman" pitchFamily="18" charset="0"/>
              <a:ea typeface="돋움" pitchFamily="50" charset="-127"/>
              <a:cs typeface="Times New Roman" pitchFamily="18" charset="0"/>
            </a:endParaRPr>
          </a:p>
        </p:txBody>
      </p:sp>
      <p:sp>
        <p:nvSpPr>
          <p:cNvPr id="10262" name="직사각형 6"/>
          <p:cNvSpPr>
            <a:spLocks noChangeArrowheads="1"/>
          </p:cNvSpPr>
          <p:nvPr/>
        </p:nvSpPr>
        <p:spPr bwMode="auto">
          <a:xfrm>
            <a:off x="4537075" y="1381125"/>
            <a:ext cx="215900" cy="6985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endParaRPr lang="ko-KR" altLang="en-US" sz="900">
              <a:latin typeface="돋움" pitchFamily="50" charset="-127"/>
              <a:ea typeface="돋움" pitchFamily="50" charset="-127"/>
            </a:endParaRPr>
          </a:p>
        </p:txBody>
      </p:sp>
      <p:sp>
        <p:nvSpPr>
          <p:cNvPr id="10263" name="직사각형 41"/>
          <p:cNvSpPr>
            <a:spLocks noChangeArrowheads="1"/>
          </p:cNvSpPr>
          <p:nvPr/>
        </p:nvSpPr>
        <p:spPr bwMode="auto">
          <a:xfrm>
            <a:off x="4537075" y="1693863"/>
            <a:ext cx="234950" cy="9525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endParaRPr lang="ko-KR" altLang="en-US" sz="900">
              <a:latin typeface="돋움" pitchFamily="50" charset="-127"/>
              <a:ea typeface="돋움" pitchFamily="50" charset="-127"/>
            </a:endParaRPr>
          </a:p>
        </p:txBody>
      </p:sp>
      <p:sp>
        <p:nvSpPr>
          <p:cNvPr id="10264" name="Rectangle 104"/>
          <p:cNvSpPr>
            <a:spLocks noChangeArrowheads="1"/>
          </p:cNvSpPr>
          <p:nvPr/>
        </p:nvSpPr>
        <p:spPr bwMode="auto">
          <a:xfrm>
            <a:off x="266700" y="2881313"/>
            <a:ext cx="319722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None/>
            </a:pPr>
            <a:r>
              <a:rPr lang="vi-VN" altLang="ko-KR" sz="900">
                <a:latin typeface="Times New Roman" pitchFamily="18" charset="0"/>
                <a:ea typeface="돋움" pitchFamily="50" charset="-127"/>
                <a:cs typeface="Times New Roman" pitchFamily="18" charset="0"/>
              </a:rPr>
              <a:t>53. </a:t>
            </a:r>
            <a:r>
              <a:rPr lang="en-US" altLang="ko-KR" sz="900" smtClean="0">
                <a:latin typeface="Times New Roman" panose="02020603050405020304" pitchFamily="18" charset="0"/>
                <a:cs typeface="Times New Roman" panose="02020603050405020304" pitchFamily="18" charset="0"/>
              </a:rPr>
              <a:t>Vì phần tiếp điểm và coil của rơ le được phân tách bằng điện nên có thể xử lí tín hiệu của các tính chất khác nhau.</a:t>
            </a:r>
          </a:p>
          <a:p>
            <a:pPr eaLnBrk="1" hangingPunct="1">
              <a:spcBef>
                <a:spcPct val="0"/>
              </a:spcBef>
              <a:buNone/>
            </a:pPr>
            <a:r>
              <a:rPr lang="en-US" altLang="ko-KR" sz="900" smtClean="0">
                <a:latin typeface="Times New Roman" pitchFamily="18" charset="0"/>
                <a:ea typeface="돋움" pitchFamily="50" charset="-127"/>
                <a:cs typeface="Times New Roman" pitchFamily="18" charset="0"/>
              </a:rPr>
              <a:t> Là chức năng nào của rơ le?</a:t>
            </a:r>
          </a:p>
          <a:p>
            <a:pPr eaLnBrk="1" hangingPunct="1">
              <a:spcBef>
                <a:spcPct val="0"/>
              </a:spcBef>
              <a:buNone/>
            </a:pP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① Chức năng nhánh </a:t>
            </a:r>
            <a:r>
              <a:rPr lang="en-US" altLang="ko-KR" sz="900">
                <a:latin typeface="Times New Roman" pitchFamily="18" charset="0"/>
                <a:ea typeface="돋움" pitchFamily="50" charset="-127"/>
                <a:cs typeface="Times New Roman" pitchFamily="18" charset="0"/>
              </a:rPr>
              <a:t>          </a:t>
            </a:r>
            <a:r>
              <a:rPr lang="en-US" altLang="ko-KR" sz="900" smtClean="0">
                <a:latin typeface="Times New Roman" pitchFamily="18" charset="0"/>
                <a:ea typeface="돋움" pitchFamily="50" charset="-127"/>
                <a:cs typeface="Times New Roman" pitchFamily="18" charset="0"/>
              </a:rPr>
              <a:t>    </a:t>
            </a:r>
            <a:r>
              <a:rPr lang="vi-VN" altLang="ko-KR" sz="900" smtClean="0">
                <a:latin typeface="Times New Roman" pitchFamily="18" charset="0"/>
                <a:ea typeface="돋움" pitchFamily="50" charset="-127"/>
                <a:cs typeface="Times New Roman" pitchFamily="18" charset="0"/>
              </a:rPr>
              <a:t>② </a:t>
            </a:r>
            <a:r>
              <a:rPr lang="vi-VN" altLang="ko-KR" sz="900">
                <a:latin typeface="Times New Roman" pitchFamily="18" charset="0"/>
                <a:ea typeface="돋움" pitchFamily="50" charset="-127"/>
                <a:cs typeface="Times New Roman" pitchFamily="18" charset="0"/>
              </a:rPr>
              <a:t>Chức năng khuếch đại</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③ Chức năng </a:t>
            </a:r>
            <a:r>
              <a:rPr lang="en-US" altLang="ko-KR" sz="900" smtClean="0">
                <a:latin typeface="Times New Roman" pitchFamily="18" charset="0"/>
                <a:ea typeface="돋움" pitchFamily="50" charset="-127"/>
                <a:cs typeface="Times New Roman" pitchFamily="18" charset="0"/>
              </a:rPr>
              <a:t>ghi nhớ            </a:t>
            </a:r>
            <a:r>
              <a:rPr lang="vi-VN" altLang="ko-KR" sz="900" smtClean="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④ </a:t>
            </a:r>
            <a:r>
              <a:rPr lang="en-US" altLang="ko-KR" sz="900" smtClean="0">
                <a:latin typeface="Times New Roman" pitchFamily="18" charset="0"/>
                <a:ea typeface="돋움" pitchFamily="50" charset="-127"/>
                <a:cs typeface="Times New Roman" pitchFamily="18" charset="0"/>
              </a:rPr>
              <a:t>Chức</a:t>
            </a:r>
            <a:r>
              <a:rPr lang="vi-VN" altLang="ko-KR" sz="900" smtClean="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năng </a:t>
            </a:r>
            <a:r>
              <a:rPr lang="en-US" altLang="ko-KR" sz="900" smtClean="0">
                <a:latin typeface="Times New Roman" pitchFamily="18" charset="0"/>
                <a:ea typeface="돋움" pitchFamily="50" charset="-127"/>
                <a:cs typeface="Times New Roman" pitchFamily="18" charset="0"/>
              </a:rPr>
              <a:t>biến </a:t>
            </a:r>
            <a:r>
              <a:rPr lang="vi-VN" altLang="ko-KR" sz="900" smtClean="0">
                <a:latin typeface="Times New Roman" pitchFamily="18" charset="0"/>
                <a:ea typeface="돋움" pitchFamily="50" charset="-127"/>
                <a:cs typeface="Times New Roman" pitchFamily="18" charset="0"/>
              </a:rPr>
              <a:t>đổi</a:t>
            </a:r>
            <a:endParaRPr lang="en-US" altLang="ko-KR" sz="900">
              <a:latin typeface="Times New Roman" pitchFamily="18" charset="0"/>
              <a:ea typeface="돋움" pitchFamily="50" charset="-127"/>
              <a:cs typeface="Times New Roman" pitchFamily="18" charset="0"/>
            </a:endParaRPr>
          </a:p>
        </p:txBody>
      </p:sp>
      <p:grpSp>
        <p:nvGrpSpPr>
          <p:cNvPr id="10265" name="그룹 10"/>
          <p:cNvGrpSpPr>
            <a:grpSpLocks/>
          </p:cNvGrpSpPr>
          <p:nvPr/>
        </p:nvGrpSpPr>
        <p:grpSpPr bwMode="auto">
          <a:xfrm>
            <a:off x="678260" y="5508104"/>
            <a:ext cx="1598612" cy="381000"/>
            <a:chOff x="656263" y="6314480"/>
            <a:chExt cx="1597687" cy="381570"/>
          </a:xfrm>
        </p:grpSpPr>
        <p:pic>
          <p:nvPicPr>
            <p:cNvPr id="10272" name="Picture 2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84337" y="6381155"/>
              <a:ext cx="1219572" cy="314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273" name="직사각형 7"/>
            <p:cNvSpPr>
              <a:spLocks noChangeArrowheads="1"/>
            </p:cNvSpPr>
            <p:nvPr/>
          </p:nvSpPr>
          <p:spPr bwMode="auto">
            <a:xfrm>
              <a:off x="1422301" y="6362105"/>
              <a:ext cx="288032" cy="98871"/>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endParaRPr lang="ko-KR" altLang="en-US" sz="900">
                <a:latin typeface="돋움" pitchFamily="50" charset="-127"/>
                <a:ea typeface="돋움" pitchFamily="50" charset="-127"/>
              </a:endParaRPr>
            </a:p>
          </p:txBody>
        </p:sp>
        <p:sp>
          <p:nvSpPr>
            <p:cNvPr id="10274" name="TextBox 8"/>
            <p:cNvSpPr txBox="1">
              <a:spLocks noChangeArrowheads="1"/>
            </p:cNvSpPr>
            <p:nvPr/>
          </p:nvSpPr>
          <p:spPr bwMode="auto">
            <a:xfrm>
              <a:off x="656263" y="6333530"/>
              <a:ext cx="30008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ko-KR" altLang="en-US" sz="900">
                  <a:latin typeface="돋움" pitchFamily="50" charset="-127"/>
                  <a:ea typeface="돋움" pitchFamily="50" charset="-127"/>
                </a:rPr>
                <a:t>㉠</a:t>
              </a:r>
            </a:p>
          </p:txBody>
        </p:sp>
        <p:sp>
          <p:nvSpPr>
            <p:cNvPr id="10275" name="TextBox 48"/>
            <p:cNvSpPr txBox="1">
              <a:spLocks noChangeArrowheads="1"/>
            </p:cNvSpPr>
            <p:nvPr/>
          </p:nvSpPr>
          <p:spPr bwMode="auto">
            <a:xfrm>
              <a:off x="1953868" y="6314480"/>
              <a:ext cx="30008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ko-KR" altLang="en-US" sz="900">
                  <a:latin typeface="돋움" pitchFamily="50" charset="-127"/>
                  <a:ea typeface="돋움" pitchFamily="50" charset="-127"/>
                </a:rPr>
                <a:t>㉡</a:t>
              </a:r>
            </a:p>
          </p:txBody>
        </p:sp>
      </p:grpSp>
      <p:sp>
        <p:nvSpPr>
          <p:cNvPr id="10266" name="Rectangle 142"/>
          <p:cNvSpPr>
            <a:spLocks noChangeArrowheads="1"/>
          </p:cNvSpPr>
          <p:nvPr/>
        </p:nvSpPr>
        <p:spPr bwMode="auto">
          <a:xfrm>
            <a:off x="260350" y="920750"/>
            <a:ext cx="3197225"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vi-VN" altLang="ko-KR" sz="900">
                <a:latin typeface="Times New Roman" pitchFamily="18" charset="0"/>
                <a:ea typeface="돋움" pitchFamily="50" charset="-127"/>
                <a:cs typeface="Times New Roman" pitchFamily="18" charset="0"/>
              </a:rPr>
              <a:t>51. </a:t>
            </a:r>
            <a:r>
              <a:rPr lang="en-US" altLang="ko-KR" sz="900" smtClean="0">
                <a:latin typeface="Times New Roman" pitchFamily="18" charset="0"/>
                <a:ea typeface="돋움" pitchFamily="50" charset="-127"/>
                <a:cs typeface="Times New Roman" pitchFamily="18" charset="0"/>
              </a:rPr>
              <a:t>Đ</a:t>
            </a:r>
            <a:r>
              <a:rPr lang="vi-VN" altLang="ko-KR" sz="900" smtClean="0">
                <a:latin typeface="Times New Roman" pitchFamily="18" charset="0"/>
                <a:ea typeface="돋움" pitchFamily="50" charset="-127"/>
                <a:cs typeface="Times New Roman" pitchFamily="18" charset="0"/>
              </a:rPr>
              <a:t>ệm </a:t>
            </a:r>
            <a:r>
              <a:rPr lang="vi-VN" altLang="ko-KR" sz="900">
                <a:latin typeface="Times New Roman" pitchFamily="18" charset="0"/>
                <a:ea typeface="돋움" pitchFamily="50" charset="-127"/>
                <a:cs typeface="Times New Roman" pitchFamily="18" charset="0"/>
              </a:rPr>
              <a:t>lót </a:t>
            </a:r>
            <a:r>
              <a:rPr lang="en-US" altLang="ko-KR" sz="900" smtClean="0">
                <a:latin typeface="Times New Roman" pitchFamily="18" charset="0"/>
                <a:ea typeface="돋움" pitchFamily="50" charset="-127"/>
                <a:cs typeface="Times New Roman" pitchFamily="18" charset="0"/>
              </a:rPr>
              <a:t>nào </a:t>
            </a:r>
            <a:r>
              <a:rPr lang="vi-VN" altLang="ko-KR" sz="900" smtClean="0">
                <a:latin typeface="Times New Roman" pitchFamily="18" charset="0"/>
                <a:ea typeface="돋움" pitchFamily="50" charset="-127"/>
                <a:cs typeface="Times New Roman" pitchFamily="18" charset="0"/>
              </a:rPr>
              <a:t>được </a:t>
            </a:r>
            <a:r>
              <a:rPr lang="vi-VN" altLang="ko-KR" sz="900">
                <a:latin typeface="Times New Roman" pitchFamily="18" charset="0"/>
                <a:ea typeface="돋움" pitchFamily="50" charset="-127"/>
                <a:cs typeface="Times New Roman" pitchFamily="18" charset="0"/>
              </a:rPr>
              <a:t>sử dụng chủ yếu trong xi lanh có đường kính từ 20mm trở lên</a:t>
            </a:r>
            <a:r>
              <a:rPr lang="vi-VN" altLang="ko-KR" sz="900" smtClean="0">
                <a:latin typeface="Times New Roman" pitchFamily="18" charset="0"/>
                <a:ea typeface="돋움" pitchFamily="50" charset="-127"/>
                <a:cs typeface="Times New Roman" pitchFamily="18" charset="0"/>
              </a:rPr>
              <a:t>?</a:t>
            </a:r>
            <a:endParaRPr lang="en-US" altLang="ko-KR" sz="900" smtClean="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① </a:t>
            </a:r>
            <a:r>
              <a:rPr lang="en-US" altLang="ko-KR" sz="900" smtClean="0">
                <a:latin typeface="Times New Roman" pitchFamily="18" charset="0"/>
                <a:ea typeface="돋움" pitchFamily="50" charset="-127"/>
                <a:cs typeface="Times New Roman" pitchFamily="18" charset="0"/>
              </a:rPr>
              <a:t>Air Cushion                ② </a:t>
            </a:r>
            <a:r>
              <a:rPr lang="vi-VN" altLang="ko-KR" sz="900">
                <a:latin typeface="Times New Roman" pitchFamily="18" charset="0"/>
                <a:ea typeface="돋움" pitchFamily="50" charset="-127"/>
                <a:cs typeface="Times New Roman" pitchFamily="18" charset="0"/>
              </a:rPr>
              <a:t>Absorber</a:t>
            </a: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smtClean="0">
                <a:latin typeface="Times New Roman" pitchFamily="18" charset="0"/>
                <a:ea typeface="돋움" pitchFamily="50" charset="-127"/>
                <a:cs typeface="Times New Roman" pitchFamily="18" charset="0"/>
              </a:rPr>
              <a:t>③ </a:t>
            </a:r>
            <a:r>
              <a:rPr lang="en-US" altLang="ko-KR" sz="900" smtClean="0">
                <a:latin typeface="Times New Roman" pitchFamily="18" charset="0"/>
                <a:ea typeface="돋움" pitchFamily="50" charset="-127"/>
                <a:cs typeface="Times New Roman" pitchFamily="18" charset="0"/>
              </a:rPr>
              <a:t>Đệm</a:t>
            </a:r>
            <a:r>
              <a:rPr lang="vi-VN" altLang="ko-KR" sz="900" smtClean="0">
                <a:latin typeface="Times New Roman" pitchFamily="18" charset="0"/>
                <a:ea typeface="돋움" pitchFamily="50" charset="-127"/>
                <a:cs typeface="Times New Roman" pitchFamily="18" charset="0"/>
              </a:rPr>
              <a:t> </a:t>
            </a:r>
            <a:r>
              <a:rPr lang="en-US" altLang="ko-KR" sz="900" smtClean="0">
                <a:latin typeface="Times New Roman" pitchFamily="18" charset="0"/>
                <a:ea typeface="돋움" pitchFamily="50" charset="-127"/>
                <a:cs typeface="Times New Roman" pitchFamily="18" charset="0"/>
              </a:rPr>
              <a:t>cao su                 </a:t>
            </a:r>
            <a:r>
              <a:rPr lang="vi-VN" altLang="ko-KR" sz="900" smtClean="0">
                <a:latin typeface="Times New Roman" pitchFamily="18" charset="0"/>
                <a:ea typeface="돋움" pitchFamily="50" charset="-127"/>
                <a:cs typeface="Times New Roman" pitchFamily="18" charset="0"/>
              </a:rPr>
              <a:t>④ </a:t>
            </a:r>
            <a:r>
              <a:rPr lang="en-US" altLang="ko-KR" sz="900" smtClean="0">
                <a:latin typeface="Times New Roman" pitchFamily="18" charset="0"/>
                <a:ea typeface="돋움" pitchFamily="50" charset="-127"/>
                <a:cs typeface="Times New Roman" pitchFamily="18" charset="0"/>
              </a:rPr>
              <a:t>Stopper</a:t>
            </a:r>
            <a:endParaRPr lang="vi-VN" altLang="ko-KR" sz="900">
              <a:latin typeface="Times New Roman" pitchFamily="18" charset="0"/>
              <a:ea typeface="돋움" pitchFamily="50" charset="-127"/>
              <a:cs typeface="Times New Roman" pitchFamily="18" charset="0"/>
            </a:endParaRPr>
          </a:p>
        </p:txBody>
      </p:sp>
      <p:grpSp>
        <p:nvGrpSpPr>
          <p:cNvPr id="10267" name="Group 35"/>
          <p:cNvGrpSpPr>
            <a:grpSpLocks/>
          </p:cNvGrpSpPr>
          <p:nvPr/>
        </p:nvGrpSpPr>
        <p:grpSpPr bwMode="auto">
          <a:xfrm>
            <a:off x="269875" y="1857375"/>
            <a:ext cx="3159125" cy="923925"/>
            <a:chOff x="170" y="2757"/>
            <a:chExt cx="1990" cy="582"/>
          </a:xfrm>
        </p:grpSpPr>
        <p:sp>
          <p:nvSpPr>
            <p:cNvPr id="10268" name="Rectangle 36"/>
            <p:cNvSpPr>
              <a:spLocks noChangeArrowheads="1"/>
            </p:cNvSpPr>
            <p:nvPr/>
          </p:nvSpPr>
          <p:spPr bwMode="auto">
            <a:xfrm>
              <a:off x="170" y="2757"/>
              <a:ext cx="1990"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vi-VN" altLang="ko-KR" sz="900">
                  <a:latin typeface="Times New Roman" pitchFamily="18" charset="0"/>
                  <a:ea typeface="돋움" pitchFamily="50" charset="-127"/>
                  <a:cs typeface="Times New Roman" pitchFamily="18" charset="0"/>
                </a:rPr>
                <a:t>52. </a:t>
              </a:r>
              <a:r>
                <a:rPr lang="en-US" altLang="ko-KR" sz="900" smtClean="0">
                  <a:latin typeface="Times New Roman" pitchFamily="18" charset="0"/>
                  <a:ea typeface="돋움" pitchFamily="50" charset="-127"/>
                  <a:cs typeface="Times New Roman" pitchFamily="18" charset="0"/>
                </a:rPr>
                <a:t>Đáp án</a:t>
              </a:r>
              <a:r>
                <a:rPr lang="vi-VN" altLang="ko-KR" sz="900" smtClean="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không liên quan đến ký hiệu khí nén sau đây?</a:t>
              </a:r>
            </a:p>
            <a:p>
              <a:pPr eaLnBrk="1" hangingPunct="1">
                <a:spcBef>
                  <a:spcPct val="0"/>
                </a:spcBef>
                <a:buFontTx/>
                <a:buNone/>
              </a:pP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① </a:t>
              </a:r>
              <a:r>
                <a:rPr lang="en-US" altLang="ko-KR" sz="900" smtClean="0">
                  <a:latin typeface="Times New Roman" pitchFamily="18" charset="0"/>
                  <a:ea typeface="돋움" pitchFamily="50" charset="-127"/>
                  <a:cs typeface="Times New Roman" pitchFamily="18" charset="0"/>
                </a:rPr>
                <a:t>Speed controller</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② </a:t>
              </a:r>
              <a:r>
                <a:rPr lang="en-US" altLang="ko-KR" sz="900" smtClean="0">
                  <a:latin typeface="Times New Roman" pitchFamily="18" charset="0"/>
                  <a:ea typeface="돋움" pitchFamily="50" charset="-127"/>
                  <a:cs typeface="Times New Roman" pitchFamily="18" charset="0"/>
                </a:rPr>
                <a:t>Pressure Valve</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③ </a:t>
              </a:r>
              <a:r>
                <a:rPr lang="en-US" altLang="ko-KR" sz="900" smtClean="0">
                  <a:latin typeface="Times New Roman" pitchFamily="18" charset="0"/>
                  <a:ea typeface="돋움" pitchFamily="50" charset="-127"/>
                  <a:cs typeface="Times New Roman" pitchFamily="18" charset="0"/>
                </a:rPr>
                <a:t>Check Valve</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④ </a:t>
              </a:r>
              <a:r>
                <a:rPr lang="en-US" altLang="ko-KR" sz="900" smtClean="0">
                  <a:latin typeface="Times New Roman" pitchFamily="18" charset="0"/>
                  <a:ea typeface="돋움" pitchFamily="50" charset="-127"/>
                  <a:cs typeface="Times New Roman" pitchFamily="18" charset="0"/>
                </a:rPr>
                <a:t>Needle Valve</a:t>
              </a:r>
              <a:endParaRPr lang="ko-KR" altLang="en-US" sz="900">
                <a:latin typeface="Times New Roman" pitchFamily="18" charset="0"/>
                <a:ea typeface="돋움" pitchFamily="50" charset="-127"/>
                <a:cs typeface="Times New Roman" pitchFamily="18" charset="0"/>
              </a:endParaRPr>
            </a:p>
          </p:txBody>
        </p:sp>
        <p:grpSp>
          <p:nvGrpSpPr>
            <p:cNvPr id="10269" name="Group 10"/>
            <p:cNvGrpSpPr>
              <a:grpSpLocks/>
            </p:cNvGrpSpPr>
            <p:nvPr/>
          </p:nvGrpSpPr>
          <p:grpSpPr bwMode="auto">
            <a:xfrm>
              <a:off x="1298" y="2936"/>
              <a:ext cx="288" cy="366"/>
              <a:chOff x="1379" y="4034"/>
              <a:chExt cx="291" cy="363"/>
            </a:xfrm>
          </p:grpSpPr>
          <p:pic>
            <p:nvPicPr>
              <p:cNvPr id="10270" name="Picture 11"/>
              <p:cNvPicPr>
                <a:picLocks noChangeAspect="1" noChangeArrowheads="1"/>
              </p:cNvPicPr>
              <p:nvPr/>
            </p:nvPicPr>
            <p:blipFill>
              <a:blip r:embed="rId9">
                <a:extLst>
                  <a:ext uri="{28A0092B-C50C-407E-A947-70E740481C1C}">
                    <a14:useLocalDpi xmlns:a14="http://schemas.microsoft.com/office/drawing/2010/main" val="0"/>
                  </a:ext>
                </a:extLst>
              </a:blip>
              <a:srcRect l="69955" t="83253" r="12889" b="5893"/>
              <a:stretch>
                <a:fillRect/>
              </a:stretch>
            </p:blipFill>
            <p:spPr bwMode="auto">
              <a:xfrm>
                <a:off x="1379" y="4034"/>
                <a:ext cx="291"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0271" name="Rectangle 12"/>
              <p:cNvSpPr>
                <a:spLocks noChangeArrowheads="1"/>
              </p:cNvSpPr>
              <p:nvPr/>
            </p:nvSpPr>
            <p:spPr bwMode="auto">
              <a:xfrm>
                <a:off x="1384" y="4110"/>
                <a:ext cx="263" cy="258"/>
              </a:xfrm>
              <a:prstGeom prst="rect">
                <a:avLst/>
              </a:prstGeom>
              <a:noFill/>
              <a:ln w="9525">
                <a:solidFill>
                  <a:srgbClr val="0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endParaRPr lang="ko-KR" altLang="en-US" sz="900">
                  <a:latin typeface="돋움" pitchFamily="50" charset="-127"/>
                  <a:ea typeface="돋움" pitchFamily="50" charset="-127"/>
                </a:endParaRPr>
              </a:p>
            </p:txBody>
          </p:sp>
        </p:grpSp>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Line 2"/>
          <p:cNvSpPr>
            <a:spLocks noChangeShapeType="1"/>
          </p:cNvSpPr>
          <p:nvPr/>
        </p:nvSpPr>
        <p:spPr bwMode="auto">
          <a:xfrm>
            <a:off x="2286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178182" name="Text Box 6"/>
          <p:cNvSpPr txBox="1">
            <a:spLocks noChangeArrowheads="1"/>
          </p:cNvSpPr>
          <p:nvPr/>
        </p:nvSpPr>
        <p:spPr bwMode="auto">
          <a:xfrm>
            <a:off x="123825" y="228600"/>
            <a:ext cx="36655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defRPr/>
            </a:pPr>
            <a:r>
              <a:rPr lang="en-US" altLang="ko-KR" sz="1600" b="1" smtClean="0">
                <a:effectLst>
                  <a:outerShdw blurRad="38100" dist="38100" dir="2700000" algn="tl">
                    <a:srgbClr val="C0C0C0"/>
                  </a:outerShdw>
                </a:effectLst>
                <a:latin typeface="Times New Roman" panose="02020603050405020304" pitchFamily="18" charset="0"/>
                <a:ea typeface="굴림" pitchFamily="50" charset="-127"/>
                <a:cs typeface="Times New Roman" panose="02020603050405020304" pitchFamily="18" charset="0"/>
              </a:rPr>
              <a:t> MÁY</a:t>
            </a:r>
            <a:r>
              <a:rPr lang="ko-KR" altLang="en-US" sz="1600" b="1" smtClean="0">
                <a:effectLst>
                  <a:outerShdw blurRad="38100" dist="38100" dir="2700000" algn="tl">
                    <a:srgbClr val="C0C0C0"/>
                  </a:outerShdw>
                </a:effectLst>
                <a:latin typeface="Times New Roman" panose="02020603050405020304" pitchFamily="18" charset="0"/>
                <a:ea typeface="굴림" pitchFamily="50" charset="-127"/>
                <a:cs typeface="Times New Roman" panose="02020603050405020304" pitchFamily="18" charset="0"/>
              </a:rPr>
              <a:t> </a:t>
            </a:r>
            <a:endParaRPr lang="en-US" altLang="ko-KR" sz="1600" b="1" dirty="0" smtClean="0">
              <a:effectLst>
                <a:outerShdw blurRad="38100" dist="38100" dir="2700000" algn="tl">
                  <a:srgbClr val="C0C0C0"/>
                </a:outerShdw>
              </a:effectLst>
              <a:latin typeface="Times New Roman" panose="02020603050405020304" pitchFamily="18" charset="0"/>
              <a:ea typeface="굴림" pitchFamily="50" charset="-127"/>
              <a:cs typeface="Times New Roman" panose="02020603050405020304" pitchFamily="18" charset="0"/>
            </a:endParaRPr>
          </a:p>
        </p:txBody>
      </p:sp>
      <p:sp>
        <p:nvSpPr>
          <p:cNvPr id="12292" name="Rectangle 5"/>
          <p:cNvSpPr>
            <a:spLocks noChangeArrowheads="1"/>
          </p:cNvSpPr>
          <p:nvPr/>
        </p:nvSpPr>
        <p:spPr bwMode="auto">
          <a:xfrm>
            <a:off x="3384550" y="776288"/>
            <a:ext cx="3214688" cy="88566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endParaRPr lang="ko-KR" altLang="en-US" sz="900">
              <a:latin typeface="돋움" pitchFamily="50" charset="-127"/>
              <a:ea typeface="돋움" pitchFamily="50" charset="-127"/>
            </a:endParaRPr>
          </a:p>
          <a:p>
            <a:pPr eaLnBrk="1" hangingPunct="1">
              <a:spcBef>
                <a:spcPct val="0"/>
              </a:spcBef>
              <a:buFontTx/>
              <a:buNone/>
            </a:pPr>
            <a:endParaRPr lang="ko-KR" altLang="en-US" sz="900">
              <a:latin typeface="돋움" pitchFamily="50" charset="-127"/>
              <a:ea typeface="돋움" pitchFamily="50" charset="-127"/>
            </a:endParaRPr>
          </a:p>
          <a:p>
            <a:pPr eaLnBrk="1" hangingPunct="1">
              <a:spcBef>
                <a:spcPct val="0"/>
              </a:spcBef>
              <a:buFontTx/>
              <a:buNone/>
            </a:pPr>
            <a:endParaRPr lang="ko-KR" altLang="en-US" sz="900">
              <a:latin typeface="돋움" pitchFamily="50" charset="-127"/>
              <a:ea typeface="돋움" pitchFamily="50" charset="-127"/>
            </a:endParaRPr>
          </a:p>
          <a:p>
            <a:pPr eaLnBrk="1" hangingPunct="1">
              <a:spcBef>
                <a:spcPct val="0"/>
              </a:spcBef>
              <a:buFontTx/>
              <a:buNone/>
            </a:pPr>
            <a:endParaRPr lang="ko-KR" altLang="en-US" sz="900">
              <a:latin typeface="돋움" pitchFamily="50" charset="-127"/>
              <a:ea typeface="돋움" pitchFamily="50" charset="-127"/>
            </a:endParaRPr>
          </a:p>
          <a:p>
            <a:pPr eaLnBrk="1" hangingPunct="1">
              <a:spcBef>
                <a:spcPct val="0"/>
              </a:spcBef>
              <a:buFontTx/>
              <a:buNone/>
            </a:pPr>
            <a:endParaRPr lang="en-US" altLang="ko-KR" sz="900">
              <a:latin typeface="돋움" pitchFamily="50" charset="-127"/>
              <a:ea typeface="돋움" pitchFamily="50" charset="-127"/>
            </a:endParaRPr>
          </a:p>
        </p:txBody>
      </p:sp>
      <p:sp>
        <p:nvSpPr>
          <p:cNvPr id="12293" name="Text Box 6"/>
          <p:cNvSpPr txBox="1">
            <a:spLocks noChangeArrowheads="1"/>
          </p:cNvSpPr>
          <p:nvPr/>
        </p:nvSpPr>
        <p:spPr bwMode="auto">
          <a:xfrm>
            <a:off x="292100" y="817563"/>
            <a:ext cx="134844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1000" b="1">
                <a:latin typeface="Times New Roman" panose="02020603050405020304" pitchFamily="18" charset="0"/>
                <a:ea typeface="돋움" pitchFamily="50" charset="-127"/>
                <a:cs typeface="Times New Roman" panose="02020603050405020304" pitchFamily="18" charset="0"/>
              </a:rPr>
              <a:t>※ </a:t>
            </a:r>
            <a:r>
              <a:rPr lang="en-US" altLang="ko-KR" sz="1000" b="1" smtClean="0">
                <a:latin typeface="Times New Roman" panose="02020603050405020304" pitchFamily="18" charset="0"/>
                <a:ea typeface="돋움" pitchFamily="50" charset="-127"/>
                <a:cs typeface="Times New Roman" panose="02020603050405020304" pitchFamily="18" charset="0"/>
              </a:rPr>
              <a:t>Máy</a:t>
            </a:r>
            <a:r>
              <a:rPr lang="ko-KR" altLang="en-US" sz="1000" b="1" smtClean="0">
                <a:latin typeface="Times New Roman" panose="02020603050405020304" pitchFamily="18" charset="0"/>
                <a:ea typeface="돋움" pitchFamily="50" charset="-127"/>
                <a:cs typeface="Times New Roman" panose="02020603050405020304" pitchFamily="18" charset="0"/>
              </a:rPr>
              <a:t> </a:t>
            </a:r>
            <a:r>
              <a:rPr lang="en-US" altLang="ko-KR" sz="1000" b="1">
                <a:latin typeface="Times New Roman" panose="02020603050405020304" pitchFamily="18" charset="0"/>
                <a:ea typeface="돋움" pitchFamily="50" charset="-127"/>
                <a:cs typeface="Times New Roman" panose="02020603050405020304" pitchFamily="18" charset="0"/>
              </a:rPr>
              <a:t>: </a:t>
            </a:r>
            <a:r>
              <a:rPr lang="en-US" altLang="ko-KR" sz="1000" b="1" smtClean="0">
                <a:latin typeface="Times New Roman" panose="02020603050405020304" pitchFamily="18" charset="0"/>
                <a:ea typeface="돋움" pitchFamily="50" charset="-127"/>
                <a:cs typeface="Times New Roman" panose="02020603050405020304" pitchFamily="18" charset="0"/>
              </a:rPr>
              <a:t>Câu 61</a:t>
            </a:r>
            <a:r>
              <a:rPr lang="ko-KR" altLang="en-US" sz="1000" b="1" smtClean="0">
                <a:latin typeface="Times New Roman" panose="02020603050405020304" pitchFamily="18" charset="0"/>
                <a:ea typeface="돋움" pitchFamily="50" charset="-127"/>
                <a:cs typeface="Times New Roman" panose="02020603050405020304" pitchFamily="18" charset="0"/>
              </a:rPr>
              <a:t> </a:t>
            </a:r>
            <a:r>
              <a:rPr lang="en-US" altLang="ko-KR" sz="1000" b="1">
                <a:latin typeface="Times New Roman" panose="02020603050405020304" pitchFamily="18" charset="0"/>
                <a:ea typeface="돋움" pitchFamily="50" charset="-127"/>
                <a:cs typeface="Times New Roman" panose="02020603050405020304" pitchFamily="18" charset="0"/>
              </a:rPr>
              <a:t>~ </a:t>
            </a:r>
            <a:r>
              <a:rPr lang="en-US" altLang="ko-KR" sz="1000" b="1" smtClean="0">
                <a:latin typeface="Times New Roman" panose="02020603050405020304" pitchFamily="18" charset="0"/>
                <a:ea typeface="돋움" pitchFamily="50" charset="-127"/>
                <a:cs typeface="Times New Roman" panose="02020603050405020304" pitchFamily="18" charset="0"/>
              </a:rPr>
              <a:t>80</a:t>
            </a:r>
            <a:endParaRPr lang="ko-KR" altLang="en-US" sz="1000" b="1">
              <a:latin typeface="Times New Roman" panose="02020603050405020304" pitchFamily="18" charset="0"/>
              <a:ea typeface="돋움" pitchFamily="50" charset="-127"/>
              <a:cs typeface="Times New Roman" panose="02020603050405020304" pitchFamily="18" charset="0"/>
            </a:endParaRPr>
          </a:p>
        </p:txBody>
      </p:sp>
      <p:sp>
        <p:nvSpPr>
          <p:cNvPr id="12294" name="Rectangle 5"/>
          <p:cNvSpPr>
            <a:spLocks noChangeArrowheads="1"/>
          </p:cNvSpPr>
          <p:nvPr/>
        </p:nvSpPr>
        <p:spPr bwMode="auto">
          <a:xfrm>
            <a:off x="169863" y="776288"/>
            <a:ext cx="3214687" cy="88566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endParaRPr lang="ko-KR" altLang="en-US" sz="900">
              <a:latin typeface="돋움" pitchFamily="50" charset="-127"/>
              <a:ea typeface="돋움" pitchFamily="50" charset="-127"/>
            </a:endParaRPr>
          </a:p>
          <a:p>
            <a:pPr eaLnBrk="1" hangingPunct="1">
              <a:spcBef>
                <a:spcPct val="0"/>
              </a:spcBef>
              <a:buFontTx/>
              <a:buNone/>
            </a:pPr>
            <a:endParaRPr lang="ko-KR" altLang="en-US" sz="900">
              <a:latin typeface="돋움" pitchFamily="50" charset="-127"/>
              <a:ea typeface="돋움" pitchFamily="50" charset="-127"/>
            </a:endParaRPr>
          </a:p>
          <a:p>
            <a:pPr eaLnBrk="1" hangingPunct="1">
              <a:spcBef>
                <a:spcPct val="0"/>
              </a:spcBef>
              <a:buFontTx/>
              <a:buNone/>
            </a:pPr>
            <a:endParaRPr lang="ko-KR" altLang="en-US" sz="900">
              <a:latin typeface="돋움" pitchFamily="50" charset="-127"/>
              <a:ea typeface="돋움" pitchFamily="50" charset="-127"/>
            </a:endParaRPr>
          </a:p>
          <a:p>
            <a:pPr eaLnBrk="1" hangingPunct="1">
              <a:spcBef>
                <a:spcPct val="0"/>
              </a:spcBef>
              <a:buFontTx/>
              <a:buNone/>
            </a:pPr>
            <a:endParaRPr lang="ko-KR" altLang="en-US" sz="900">
              <a:latin typeface="돋움" pitchFamily="50" charset="-127"/>
              <a:ea typeface="돋움" pitchFamily="50" charset="-127"/>
            </a:endParaRPr>
          </a:p>
          <a:p>
            <a:pPr eaLnBrk="1" hangingPunct="1">
              <a:spcBef>
                <a:spcPct val="0"/>
              </a:spcBef>
              <a:buFontTx/>
              <a:buNone/>
            </a:pPr>
            <a:endParaRPr lang="en-US" altLang="ko-KR" sz="900">
              <a:latin typeface="돋움" pitchFamily="50" charset="-127"/>
              <a:ea typeface="돋움" pitchFamily="50" charset="-127"/>
            </a:endParaRPr>
          </a:p>
        </p:txBody>
      </p:sp>
      <p:sp>
        <p:nvSpPr>
          <p:cNvPr id="12295" name="직사각형 1"/>
          <p:cNvSpPr>
            <a:spLocks noChangeArrowheads="1"/>
          </p:cNvSpPr>
          <p:nvPr/>
        </p:nvSpPr>
        <p:spPr bwMode="auto">
          <a:xfrm>
            <a:off x="188913" y="1041400"/>
            <a:ext cx="3195637" cy="7709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vi-VN" altLang="ko-KR" sz="900">
                <a:latin typeface="Times New Roman" pitchFamily="18" charset="0"/>
                <a:ea typeface="돋움" pitchFamily="50" charset="-127"/>
                <a:cs typeface="Times New Roman" pitchFamily="18" charset="0"/>
              </a:rPr>
              <a:t>61. Điều gì không phù hợp với mô tả của </a:t>
            </a:r>
            <a:r>
              <a:rPr lang="en-US" altLang="ko-KR" sz="900" smtClean="0">
                <a:latin typeface="Times New Roman" pitchFamily="18" charset="0"/>
                <a:ea typeface="돋움" pitchFamily="50" charset="-127"/>
                <a:cs typeface="Times New Roman" pitchFamily="18" charset="0"/>
              </a:rPr>
              <a:t>thiết bị truyền động</a:t>
            </a:r>
            <a:r>
              <a:rPr lang="vi-VN" altLang="ko-KR" sz="900" smtClean="0">
                <a:latin typeface="Times New Roman" pitchFamily="18" charset="0"/>
                <a:ea typeface="돋움" pitchFamily="50" charset="-127"/>
                <a:cs typeface="Times New Roman" pitchFamily="18" charset="0"/>
              </a:rPr>
              <a:t>?</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① </a:t>
            </a:r>
            <a:r>
              <a:rPr lang="en-US" altLang="ko-KR" sz="900">
                <a:latin typeface="Times New Roman" pitchFamily="18" charset="0"/>
                <a:ea typeface="돋움" pitchFamily="50" charset="-127"/>
                <a:cs typeface="Times New Roman" pitchFamily="18" charset="0"/>
              </a:rPr>
              <a:t>K</a:t>
            </a:r>
            <a:r>
              <a:rPr lang="vi-VN" altLang="ko-KR" sz="900" smtClean="0">
                <a:latin typeface="Times New Roman" pitchFamily="18" charset="0"/>
                <a:ea typeface="돋움" pitchFamily="50" charset="-127"/>
                <a:cs typeface="Times New Roman" pitchFamily="18" charset="0"/>
              </a:rPr>
              <a:t>hó </a:t>
            </a:r>
            <a:r>
              <a:rPr lang="vi-VN" altLang="ko-KR" sz="900">
                <a:latin typeface="Times New Roman" pitchFamily="18" charset="0"/>
                <a:ea typeface="돋움" pitchFamily="50" charset="-127"/>
                <a:cs typeface="Times New Roman" pitchFamily="18" charset="0"/>
              </a:rPr>
              <a:t>thiết kế và khó quản </a:t>
            </a:r>
            <a:r>
              <a:rPr lang="vi-VN" altLang="ko-KR" sz="900" smtClean="0">
                <a:latin typeface="Times New Roman" pitchFamily="18" charset="0"/>
                <a:ea typeface="돋움" pitchFamily="50" charset="-127"/>
                <a:cs typeface="Times New Roman" pitchFamily="18" charset="0"/>
              </a:rPr>
              <a:t>lý</a:t>
            </a:r>
            <a:r>
              <a:rPr lang="en-US" altLang="ko-KR" sz="900" smtClean="0">
                <a:latin typeface="Times New Roman" pitchFamily="18" charset="0"/>
                <a:ea typeface="돋움" pitchFamily="50" charset="-127"/>
                <a:cs typeface="Times New Roman" pitchFamily="18" charset="0"/>
              </a:rPr>
              <a:t> nguồn điện</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② Truyền động điện chủ yếu bằng động cơ.</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③ </a:t>
            </a:r>
            <a:r>
              <a:rPr lang="en-US" altLang="ko-KR" sz="900" smtClean="0">
                <a:latin typeface="Times New Roman" pitchFamily="18" charset="0"/>
                <a:ea typeface="돋움" pitchFamily="50" charset="-127"/>
                <a:cs typeface="Times New Roman" pitchFamily="18" charset="0"/>
              </a:rPr>
              <a:t>Truyền động</a:t>
            </a:r>
            <a:r>
              <a:rPr lang="vi-VN" altLang="ko-KR" sz="900" smtClean="0">
                <a:latin typeface="Times New Roman" pitchFamily="18" charset="0"/>
                <a:ea typeface="돋움" pitchFamily="50" charset="-127"/>
                <a:cs typeface="Times New Roman" pitchFamily="18" charset="0"/>
              </a:rPr>
              <a:t> </a:t>
            </a:r>
            <a:r>
              <a:rPr lang="en-US" altLang="ko-KR" sz="900" smtClean="0">
                <a:latin typeface="Times New Roman" pitchFamily="18" charset="0"/>
                <a:ea typeface="돋움" pitchFamily="50" charset="-127"/>
                <a:cs typeface="Times New Roman" pitchFamily="18" charset="0"/>
              </a:rPr>
              <a:t>nén dầu</a:t>
            </a:r>
            <a:r>
              <a:rPr lang="vi-VN" altLang="ko-KR" sz="900" smtClean="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thường được sử dụng khi cần một lượng công suất lớn.</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④ Truyền động khí nén có độ lặp lại kém.</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62. Điều gì không phù hợp với mô tả của trục?</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① Khi </a:t>
            </a:r>
            <a:r>
              <a:rPr lang="vi-VN" altLang="ko-KR" sz="900" smtClean="0">
                <a:latin typeface="Times New Roman" pitchFamily="18" charset="0"/>
                <a:ea typeface="돋움" pitchFamily="50" charset="-127"/>
                <a:cs typeface="Times New Roman" pitchFamily="18" charset="0"/>
              </a:rPr>
              <a:t>đường </a:t>
            </a:r>
            <a:r>
              <a:rPr lang="vi-VN" altLang="ko-KR" sz="900">
                <a:latin typeface="Times New Roman" pitchFamily="18" charset="0"/>
                <a:ea typeface="돋움" pitchFamily="50" charset="-127"/>
                <a:cs typeface="Times New Roman" pitchFamily="18" charset="0"/>
              </a:rPr>
              <a:t>kính lớn hoặc khi cần nhẹ, người ta sử dụng trục vòng đặc.</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② Tùy theo hình dạng mà có trục thẳng, trục </a:t>
            </a:r>
            <a:r>
              <a:rPr lang="en-US" altLang="ko-KR" sz="900" smtClean="0">
                <a:latin typeface="Times New Roman" pitchFamily="18" charset="0"/>
                <a:ea typeface="돋움" pitchFamily="50" charset="-127"/>
                <a:cs typeface="Times New Roman" pitchFamily="18" charset="0"/>
              </a:rPr>
              <a:t>khủy </a:t>
            </a:r>
            <a:r>
              <a:rPr lang="en-US" altLang="ko-KR" sz="900">
                <a:latin typeface="Times New Roman" pitchFamily="18" charset="0"/>
                <a:ea typeface="돋움" pitchFamily="50" charset="-127"/>
                <a:cs typeface="Times New Roman" pitchFamily="18" charset="0"/>
              </a:rPr>
              <a:t>và </a:t>
            </a:r>
            <a:r>
              <a:rPr lang="en-US" altLang="ko-KR" sz="900" smtClean="0">
                <a:latin typeface="Times New Roman" pitchFamily="18" charset="0"/>
                <a:ea typeface="돋움" pitchFamily="50" charset="-127"/>
                <a:cs typeface="Times New Roman" pitchFamily="18" charset="0"/>
              </a:rPr>
              <a:t>trục dẻo.</a:t>
            </a: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③ Trục </a:t>
            </a:r>
            <a:r>
              <a:rPr lang="en-US" altLang="ko-KR" sz="900" smtClean="0">
                <a:latin typeface="Times New Roman" pitchFamily="18" charset="0"/>
                <a:ea typeface="돋움" pitchFamily="50" charset="-127"/>
                <a:cs typeface="Times New Roman" pitchFamily="18" charset="0"/>
              </a:rPr>
              <a:t>Spindle </a:t>
            </a:r>
            <a:r>
              <a:rPr lang="vi-VN" altLang="ko-KR" sz="900" smtClean="0">
                <a:latin typeface="Times New Roman" pitchFamily="18" charset="0"/>
                <a:ea typeface="돋움" pitchFamily="50" charset="-127"/>
                <a:cs typeface="Times New Roman" pitchFamily="18" charset="0"/>
              </a:rPr>
              <a:t>quay </a:t>
            </a:r>
            <a:r>
              <a:rPr lang="vi-VN" altLang="ko-KR" sz="900">
                <a:latin typeface="Times New Roman" pitchFamily="18" charset="0"/>
                <a:ea typeface="돋움" pitchFamily="50" charset="-127"/>
                <a:cs typeface="Times New Roman" pitchFamily="18" charset="0"/>
              </a:rPr>
              <a:t>với tốc độ cao 10000 vòng / phút.</a:t>
            </a:r>
          </a:p>
          <a:p>
            <a:pPr>
              <a:buNone/>
            </a:pPr>
            <a:r>
              <a:rPr lang="vi-VN" altLang="ko-KR" sz="900">
                <a:latin typeface="Times New Roman" pitchFamily="18" charset="0"/>
                <a:ea typeface="돋움" pitchFamily="50" charset="-127"/>
                <a:cs typeface="Times New Roman" pitchFamily="18" charset="0"/>
              </a:rPr>
              <a:t>   ④ </a:t>
            </a:r>
            <a:r>
              <a:rPr lang="en-US" altLang="ko-KR" sz="900" smtClean="0">
                <a:solidFill>
                  <a:srgbClr val="000000"/>
                </a:solidFill>
                <a:latin typeface="Times New Roman" panose="02020603050405020304" pitchFamily="18" charset="0"/>
                <a:cs typeface="Times New Roman" panose="02020603050405020304" pitchFamily="18" charset="0"/>
              </a:rPr>
              <a:t>Tải </a:t>
            </a:r>
            <a:r>
              <a:rPr lang="en-US" altLang="ko-KR" sz="900">
                <a:solidFill>
                  <a:srgbClr val="000000"/>
                </a:solidFill>
                <a:latin typeface="Times New Roman" panose="02020603050405020304" pitchFamily="18" charset="0"/>
                <a:cs typeface="Times New Roman" panose="02020603050405020304" pitchFamily="18" charset="0"/>
              </a:rPr>
              <a:t>trọng tác động theo hướng trục </a:t>
            </a:r>
            <a:r>
              <a:rPr lang="en-US" altLang="ko-KR" sz="900" smtClean="0">
                <a:solidFill>
                  <a:srgbClr val="000000"/>
                </a:solidFill>
                <a:latin typeface="Times New Roman" panose="02020603050405020304" pitchFamily="18" charset="0"/>
                <a:cs typeface="Times New Roman" panose="02020603050405020304" pitchFamily="18" charset="0"/>
              </a:rPr>
              <a:t>là </a:t>
            </a:r>
            <a:r>
              <a:rPr lang="en-US" altLang="ko-KR" sz="900">
                <a:solidFill>
                  <a:srgbClr val="000000"/>
                </a:solidFill>
                <a:latin typeface="Times New Roman" panose="02020603050405020304" pitchFamily="18" charset="0"/>
                <a:cs typeface="Times New Roman" panose="02020603050405020304" pitchFamily="18" charset="0"/>
              </a:rPr>
              <a:t>trục</a:t>
            </a:r>
            <a:r>
              <a:rPr lang="ko-KR" altLang="ko-KR" sz="900">
                <a:solidFill>
                  <a:srgbClr val="000000"/>
                </a:solidFill>
                <a:latin typeface="Times New Roman" panose="02020603050405020304" pitchFamily="18" charset="0"/>
                <a:cs typeface="Times New Roman" panose="02020603050405020304" pitchFamily="18" charset="0"/>
              </a:rPr>
              <a:t> Pivot</a:t>
            </a:r>
            <a:r>
              <a:rPr lang="en-US" altLang="ko-KR" sz="900">
                <a:solidFill>
                  <a:srgbClr val="000000"/>
                </a:solidFill>
                <a:latin typeface="Times New Roman" panose="02020603050405020304" pitchFamily="18" charset="0"/>
                <a:cs typeface="Times New Roman" panose="02020603050405020304" pitchFamily="18" charset="0"/>
              </a:rPr>
              <a:t> </a:t>
            </a:r>
            <a:r>
              <a:rPr lang="en-US" altLang="ko-KR" sz="900" smtClean="0">
                <a:solidFill>
                  <a:srgbClr val="000000"/>
                </a:solidFill>
                <a:latin typeface="Times New Roman" panose="02020603050405020304" pitchFamily="18" charset="0"/>
                <a:cs typeface="Times New Roman" panose="02020603050405020304" pitchFamily="18" charset="0"/>
              </a:rPr>
              <a:t>Journal</a:t>
            </a:r>
          </a:p>
          <a:p>
            <a:pPr>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63. Điều gì là đúng về </a:t>
            </a:r>
            <a:r>
              <a:rPr lang="en-US" altLang="ko-KR" sz="900" smtClean="0">
                <a:latin typeface="Times New Roman" pitchFamily="18" charset="0"/>
                <a:ea typeface="돋움" pitchFamily="50" charset="-127"/>
                <a:cs typeface="Times New Roman" pitchFamily="18" charset="0"/>
              </a:rPr>
              <a:t>trục </a:t>
            </a:r>
            <a:r>
              <a:rPr lang="en-US" altLang="ko-KR" sz="900">
                <a:latin typeface="Times New Roman" pitchFamily="18" charset="0"/>
                <a:ea typeface="돋움" pitchFamily="50" charset="-127"/>
                <a:cs typeface="Times New Roman" pitchFamily="18" charset="0"/>
              </a:rPr>
              <a:t>A</a:t>
            </a:r>
            <a:r>
              <a:rPr lang="vi-VN" altLang="ko-KR" sz="900" smtClean="0">
                <a:latin typeface="Times New Roman" pitchFamily="18" charset="0"/>
                <a:ea typeface="돋움" pitchFamily="50" charset="-127"/>
                <a:cs typeface="Times New Roman" pitchFamily="18" charset="0"/>
              </a:rPr>
              <a:t>rbor</a:t>
            </a:r>
            <a:r>
              <a:rPr lang="vi-VN" altLang="ko-KR" sz="900">
                <a:latin typeface="Times New Roman" pitchFamily="18" charset="0"/>
                <a:ea typeface="돋움" pitchFamily="50" charset="-127"/>
                <a:cs typeface="Times New Roman" pitchFamily="18" charset="0"/>
              </a:rPr>
              <a:t>?</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① Hình dạng và kích thước chính </a:t>
            </a:r>
            <a:r>
              <a:rPr lang="vi-VN" altLang="ko-KR" sz="900" smtClean="0">
                <a:latin typeface="Times New Roman" pitchFamily="18" charset="0"/>
                <a:ea typeface="돋움" pitchFamily="50" charset="-127"/>
                <a:cs typeface="Times New Roman" pitchFamily="18" charset="0"/>
              </a:rPr>
              <a:t>xác</a:t>
            </a:r>
            <a:r>
              <a:rPr lang="en-US" altLang="ko-KR" sz="900" smtClean="0">
                <a:latin typeface="Times New Roman" pitchFamily="18" charset="0"/>
                <a:ea typeface="돋움" pitchFamily="50" charset="-127"/>
                <a:cs typeface="Times New Roman" pitchFamily="18" charset="0"/>
              </a:rPr>
              <a:t>,</a:t>
            </a:r>
            <a:r>
              <a:rPr lang="vi-VN" altLang="ko-KR" sz="900" smtClean="0">
                <a:latin typeface="Times New Roman" pitchFamily="18" charset="0"/>
                <a:ea typeface="돋움" pitchFamily="50" charset="-127"/>
                <a:cs typeface="Times New Roman" pitchFamily="18" charset="0"/>
              </a:rPr>
              <a:t> </a:t>
            </a:r>
            <a:r>
              <a:rPr lang="en-US" altLang="ko-KR" sz="900" smtClean="0">
                <a:latin typeface="Times New Roman" pitchFamily="18" charset="0"/>
                <a:ea typeface="돋움" pitchFamily="50" charset="-127"/>
                <a:cs typeface="Times New Roman" pitchFamily="18" charset="0"/>
              </a:rPr>
              <a:t>ít bị biến </a:t>
            </a:r>
            <a:r>
              <a:rPr lang="vi-VN" altLang="ko-KR" sz="900" smtClean="0">
                <a:latin typeface="Times New Roman" pitchFamily="18" charset="0"/>
                <a:ea typeface="돋움" pitchFamily="50" charset="-127"/>
                <a:cs typeface="Times New Roman" pitchFamily="18" charset="0"/>
              </a:rPr>
              <a:t>dạng.</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② Khi nó quay, lực và mômen xoắn tác động.</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③ </a:t>
            </a:r>
            <a:r>
              <a:rPr lang="vi-VN" altLang="ko-KR" sz="900" smtClean="0">
                <a:latin typeface="Times New Roman" pitchFamily="18" charset="0"/>
                <a:ea typeface="돋움" pitchFamily="50" charset="-127"/>
                <a:cs typeface="Times New Roman" pitchFamily="18" charset="0"/>
              </a:rPr>
              <a:t>Khả </a:t>
            </a:r>
            <a:r>
              <a:rPr lang="vi-VN" altLang="ko-KR" sz="900">
                <a:latin typeface="Times New Roman" pitchFamily="18" charset="0"/>
                <a:ea typeface="돋움" pitchFamily="50" charset="-127"/>
                <a:cs typeface="Times New Roman" pitchFamily="18" charset="0"/>
              </a:rPr>
              <a:t>năng chống mài mòn </a:t>
            </a:r>
            <a:r>
              <a:rPr lang="vi-VN" altLang="ko-KR" sz="900" smtClean="0">
                <a:latin typeface="Times New Roman" pitchFamily="18" charset="0"/>
                <a:ea typeface="돋움" pitchFamily="50" charset="-127"/>
                <a:cs typeface="Times New Roman" pitchFamily="18" charset="0"/>
              </a:rPr>
              <a:t>là </a:t>
            </a:r>
            <a:r>
              <a:rPr lang="vi-VN" altLang="ko-KR" sz="900">
                <a:latin typeface="Times New Roman" pitchFamily="18" charset="0"/>
                <a:ea typeface="돋움" pitchFamily="50" charset="-127"/>
                <a:cs typeface="Times New Roman" pitchFamily="18" charset="0"/>
              </a:rPr>
              <a:t>rất quan trọng.</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④ Nó được hỗ trợ bởi vòng bi.</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64. </a:t>
            </a:r>
            <a:r>
              <a:rPr lang="vi-VN" altLang="ko-KR" sz="900" smtClean="0">
                <a:latin typeface="Times New Roman" pitchFamily="18" charset="0"/>
                <a:ea typeface="돋움" pitchFamily="50" charset="-127"/>
                <a:cs typeface="Times New Roman" pitchFamily="18" charset="0"/>
              </a:rPr>
              <a:t>Đ</a:t>
            </a:r>
            <a:r>
              <a:rPr lang="en-US" altLang="ko-KR" sz="900" smtClean="0">
                <a:latin typeface="Times New Roman" pitchFamily="18" charset="0"/>
                <a:ea typeface="돋움" pitchFamily="50" charset="-127"/>
                <a:cs typeface="Times New Roman" pitchFamily="18" charset="0"/>
              </a:rPr>
              <a:t>áp án</a:t>
            </a:r>
            <a:r>
              <a:rPr lang="vi-VN" altLang="ko-KR" sz="900" smtClean="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đúng khi mô tả về </a:t>
            </a:r>
            <a:r>
              <a:rPr lang="en-US" altLang="ko-KR" sz="900" smtClean="0">
                <a:latin typeface="Times New Roman" pitchFamily="18" charset="0"/>
                <a:ea typeface="돋움" pitchFamily="50" charset="-127"/>
                <a:cs typeface="Times New Roman" pitchFamily="18" charset="0"/>
              </a:rPr>
              <a:t>lắp trục</a:t>
            </a:r>
            <a:r>
              <a:rPr lang="vi-VN" altLang="ko-KR" sz="900" smtClean="0">
                <a:latin typeface="Times New Roman" pitchFamily="18" charset="0"/>
                <a:ea typeface="돋움" pitchFamily="50" charset="-127"/>
                <a:cs typeface="Times New Roman" pitchFamily="18" charset="0"/>
              </a:rPr>
              <a:t>?</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① </a:t>
            </a:r>
            <a:r>
              <a:rPr lang="en-US" altLang="ko-KR" sz="900" smtClean="0">
                <a:latin typeface="Times New Roman" pitchFamily="18" charset="0"/>
                <a:ea typeface="돋움" pitchFamily="50" charset="-127"/>
                <a:cs typeface="Times New Roman" pitchFamily="18" charset="0"/>
              </a:rPr>
              <a:t>Ấn vào chỉ trường hợp</a:t>
            </a:r>
            <a:r>
              <a:rPr lang="vi-VN" altLang="ko-KR" sz="900" smtClean="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xảy ra khi trục nhỏ và lỗ lớn.</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② Kích </a:t>
            </a:r>
            <a:r>
              <a:rPr lang="vi-VN" altLang="ko-KR" sz="900" smtClean="0">
                <a:latin typeface="Times New Roman" pitchFamily="18" charset="0"/>
                <a:ea typeface="돋움" pitchFamily="50" charset="-127"/>
                <a:cs typeface="Times New Roman" pitchFamily="18" charset="0"/>
              </a:rPr>
              <a:t>thước </a:t>
            </a:r>
            <a:r>
              <a:rPr lang="vi-VN" altLang="ko-KR" sz="900">
                <a:latin typeface="Times New Roman" pitchFamily="18" charset="0"/>
                <a:ea typeface="돋움" pitchFamily="50" charset="-127"/>
                <a:cs typeface="Times New Roman" pitchFamily="18" charset="0"/>
              </a:rPr>
              <a:t>tối đa cho phép là kích thước thực cộng với dung sai.</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③ Dung sai kích thước = kích thước tối đa cho </a:t>
            </a:r>
            <a:r>
              <a:rPr lang="vi-VN" altLang="ko-KR" sz="900" smtClean="0">
                <a:latin typeface="Times New Roman" pitchFamily="18" charset="0"/>
                <a:ea typeface="돋움" pitchFamily="50" charset="-127"/>
                <a:cs typeface="Times New Roman" pitchFamily="18" charset="0"/>
              </a:rPr>
              <a:t>phép</a:t>
            </a:r>
            <a:r>
              <a:rPr lang="en-US" altLang="ko-KR" sz="900" smtClean="0">
                <a:latin typeface="Times New Roman" pitchFamily="18" charset="0"/>
                <a:ea typeface="돋움" pitchFamily="50" charset="-127"/>
                <a:cs typeface="Times New Roman" pitchFamily="18" charset="0"/>
              </a:rPr>
              <a:t> trừ đi </a:t>
            </a:r>
            <a:r>
              <a:rPr lang="vi-VN" altLang="ko-KR" sz="900" smtClean="0">
                <a:latin typeface="Times New Roman" pitchFamily="18" charset="0"/>
                <a:ea typeface="돋움" pitchFamily="50" charset="-127"/>
                <a:cs typeface="Times New Roman" pitchFamily="18" charset="0"/>
              </a:rPr>
              <a:t>kích </a:t>
            </a:r>
            <a:r>
              <a:rPr lang="vi-VN" altLang="ko-KR" sz="900">
                <a:latin typeface="Times New Roman" pitchFamily="18" charset="0"/>
                <a:ea typeface="돋움" pitchFamily="50" charset="-127"/>
                <a:cs typeface="Times New Roman" pitchFamily="18" charset="0"/>
              </a:rPr>
              <a:t>thước tối thiểu cho phép</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④ Kích thước tối thiểu cho phép là kích thước thực cộng với dung sai.</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65. </a:t>
            </a:r>
            <a:r>
              <a:rPr lang="en-US" altLang="ko-KR" sz="900">
                <a:solidFill>
                  <a:srgbClr val="000000"/>
                </a:solidFill>
                <a:latin typeface="Times New Roman" panose="02020603050405020304" pitchFamily="18" charset="0"/>
                <a:cs typeface="Times New Roman" panose="02020603050405020304" pitchFamily="18" charset="0"/>
              </a:rPr>
              <a:t>Đ</a:t>
            </a:r>
            <a:r>
              <a:rPr lang="en-US" altLang="ko-KR" sz="900" smtClean="0">
                <a:solidFill>
                  <a:srgbClr val="000000"/>
                </a:solidFill>
                <a:latin typeface="Times New Roman" panose="02020603050405020304" pitchFamily="18" charset="0"/>
                <a:cs typeface="Times New Roman" panose="02020603050405020304" pitchFamily="18" charset="0"/>
              </a:rPr>
              <a:t>ược </a:t>
            </a:r>
            <a:r>
              <a:rPr lang="en-US" altLang="ko-KR" sz="900">
                <a:solidFill>
                  <a:srgbClr val="000000"/>
                </a:solidFill>
                <a:latin typeface="Times New Roman" panose="02020603050405020304" pitchFamily="18" charset="0"/>
                <a:cs typeface="Times New Roman" panose="02020603050405020304" pitchFamily="18" charset="0"/>
              </a:rPr>
              <a:t>cấu tạo bằng hai tấm thép đúc có hình bán nguyệt dùng để che phủ chỗ nối hai trục với nhau thông qua một lỗ có vách </a:t>
            </a:r>
            <a:r>
              <a:rPr lang="en-US" altLang="ko-KR" sz="900" smtClean="0">
                <a:solidFill>
                  <a:srgbClr val="000000"/>
                </a:solidFill>
                <a:latin typeface="Times New Roman" panose="02020603050405020304" pitchFamily="18" charset="0"/>
                <a:cs typeface="Times New Roman" panose="02020603050405020304" pitchFamily="18" charset="0"/>
              </a:rPr>
              <a:t>ngăn </a:t>
            </a:r>
            <a:r>
              <a:rPr lang="vi-VN" altLang="ko-KR" sz="900" smtClean="0">
                <a:latin typeface="Times New Roman" pitchFamily="18" charset="0"/>
                <a:ea typeface="돋움" pitchFamily="50" charset="-127"/>
                <a:cs typeface="Times New Roman" pitchFamily="18" charset="0"/>
              </a:rPr>
              <a:t>?</a:t>
            </a:r>
            <a:endParaRPr lang="en-US" altLang="ko-KR" sz="900" smtClean="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a:buNone/>
            </a:pPr>
            <a:r>
              <a:rPr lang="vi-VN" altLang="ko-KR" sz="900" smtClean="0">
                <a:latin typeface="Times New Roman" pitchFamily="18" charset="0"/>
                <a:ea typeface="돋움" pitchFamily="50" charset="-127"/>
                <a:cs typeface="Times New Roman" pitchFamily="18" charset="0"/>
              </a:rPr>
              <a:t> </a:t>
            </a:r>
            <a:r>
              <a:rPr lang="en-US" altLang="ko-KR" sz="900" smtClean="0">
                <a:latin typeface="Times New Roman" pitchFamily="18" charset="0"/>
                <a:ea typeface="돋움" pitchFamily="50" charset="-127"/>
                <a:cs typeface="Times New Roman" pitchFamily="18" charset="0"/>
              </a:rPr>
              <a:t>  </a:t>
            </a:r>
            <a:r>
              <a:rPr lang="vi-VN" altLang="ko-KR" sz="900" smtClean="0">
                <a:latin typeface="Times New Roman" pitchFamily="18" charset="0"/>
                <a:ea typeface="돋움" pitchFamily="50" charset="-127"/>
                <a:cs typeface="Times New Roman" pitchFamily="18" charset="0"/>
              </a:rPr>
              <a:t>① </a:t>
            </a:r>
            <a:r>
              <a:rPr lang="vi-VN" altLang="ko-KR" sz="900">
                <a:latin typeface="Times New Roman" pitchFamily="18" charset="0"/>
                <a:ea typeface="돋움" pitchFamily="50" charset="-127"/>
                <a:cs typeface="Times New Roman" pitchFamily="18" charset="0"/>
              </a:rPr>
              <a:t>Universal </a:t>
            </a:r>
            <a:r>
              <a:rPr lang="vi-VN" altLang="ko-KR" sz="900" smtClean="0">
                <a:latin typeface="Times New Roman" pitchFamily="18" charset="0"/>
                <a:ea typeface="돋움" pitchFamily="50" charset="-127"/>
                <a:cs typeface="Times New Roman" pitchFamily="18" charset="0"/>
              </a:rPr>
              <a:t>coupling</a:t>
            </a:r>
            <a:r>
              <a:rPr lang="en-US" altLang="ko-KR" sz="900" smtClean="0">
                <a:latin typeface="Times New Roman" pitchFamily="18" charset="0"/>
                <a:ea typeface="돋움" pitchFamily="50" charset="-127"/>
                <a:cs typeface="Times New Roman" pitchFamily="18" charset="0"/>
              </a:rPr>
              <a:t>    </a:t>
            </a:r>
            <a:r>
              <a:rPr lang="vi-VN" altLang="ko-KR" sz="900" smtClean="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② Flange coupling</a:t>
            </a:r>
            <a:r>
              <a:rPr lang="en-US" altLang="ko-KR" sz="900">
                <a:latin typeface="Times New Roman" pitchFamily="18" charset="0"/>
                <a:ea typeface="돋움" pitchFamily="50" charset="-127"/>
                <a:cs typeface="Times New Roman" pitchFamily="18" charset="0"/>
              </a:rPr>
              <a:t> </a:t>
            </a:r>
          </a:p>
          <a:p>
            <a:pPr>
              <a:buNone/>
            </a:pPr>
            <a:r>
              <a:rPr lang="en-US" altLang="ko-KR" sz="900" smtClean="0">
                <a:latin typeface="Times New Roman" pitchFamily="18" charset="0"/>
                <a:ea typeface="돋움" pitchFamily="50" charset="-127"/>
                <a:cs typeface="Times New Roman" pitchFamily="18" charset="0"/>
              </a:rPr>
              <a:t>   ③ </a:t>
            </a:r>
            <a:r>
              <a:rPr lang="vi-VN" altLang="ko-KR" sz="900" smtClean="0">
                <a:latin typeface="Times New Roman" pitchFamily="18" charset="0"/>
                <a:ea typeface="돋움" pitchFamily="50" charset="-127"/>
                <a:cs typeface="Times New Roman" pitchFamily="18" charset="0"/>
              </a:rPr>
              <a:t>Sell</a:t>
            </a:r>
            <a:r>
              <a:rPr lang="en-US" altLang="ko-KR" sz="900" smtClean="0">
                <a:latin typeface="Times New Roman" pitchFamily="18" charset="0"/>
                <a:ea typeface="돋움" pitchFamily="50" charset="-127"/>
                <a:cs typeface="Times New Roman" pitchFamily="18" charset="0"/>
              </a:rPr>
              <a:t>er’s</a:t>
            </a:r>
            <a:r>
              <a:rPr lang="vi-VN" altLang="ko-KR" sz="900" smtClean="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coupling</a:t>
            </a:r>
            <a:r>
              <a:rPr lang="en-US" altLang="ko-KR" sz="900">
                <a:latin typeface="Times New Roman" pitchFamily="18" charset="0"/>
                <a:ea typeface="돋움" pitchFamily="50" charset="-127"/>
                <a:cs typeface="Times New Roman" pitchFamily="18" charset="0"/>
              </a:rPr>
              <a:t>  </a:t>
            </a:r>
            <a:r>
              <a:rPr lang="en-US" altLang="ko-KR" sz="900" smtClean="0">
                <a:latin typeface="Times New Roman" pitchFamily="18" charset="0"/>
                <a:ea typeface="돋움" pitchFamily="50" charset="-127"/>
                <a:cs typeface="Times New Roman" pitchFamily="18" charset="0"/>
              </a:rPr>
              <a:t>       ④ </a:t>
            </a:r>
            <a:r>
              <a:rPr lang="vi-VN" altLang="ko-KR" sz="900">
                <a:latin typeface="Times New Roman" pitchFamily="18" charset="0"/>
                <a:ea typeface="돋움" pitchFamily="50" charset="-127"/>
                <a:cs typeface="Times New Roman" pitchFamily="18" charset="0"/>
              </a:rPr>
              <a:t>Muff </a:t>
            </a:r>
            <a:r>
              <a:rPr lang="vi-VN" altLang="ko-KR" sz="900" smtClean="0">
                <a:latin typeface="Times New Roman" pitchFamily="18" charset="0"/>
                <a:ea typeface="돋움" pitchFamily="50" charset="-127"/>
                <a:cs typeface="Times New Roman" pitchFamily="18" charset="0"/>
              </a:rPr>
              <a:t>coupling</a:t>
            </a:r>
            <a:endParaRPr lang="en-US" altLang="ko-KR" sz="900">
              <a:latin typeface="Times New Roman" pitchFamily="18" charset="0"/>
              <a:ea typeface="돋움" pitchFamily="50" charset="-127"/>
              <a:cs typeface="Times New Roman" pitchFamily="18" charset="0"/>
            </a:endParaRPr>
          </a:p>
          <a:p>
            <a:pPr>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66. Mối ghép nào được sử dụng khi các đường trục cắt nhau?</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① Universal coupling</a:t>
            </a:r>
            <a:r>
              <a:rPr lang="en-US" altLang="ko-KR" sz="900">
                <a:latin typeface="Times New Roman" pitchFamily="18" charset="0"/>
                <a:ea typeface="돋움" pitchFamily="50" charset="-127"/>
                <a:cs typeface="Times New Roman" pitchFamily="18" charset="0"/>
              </a:rPr>
              <a:t>  </a:t>
            </a:r>
            <a:r>
              <a:rPr lang="en-US" altLang="ko-KR" sz="900" smtClean="0">
                <a:latin typeface="Times New Roman" pitchFamily="18" charset="0"/>
                <a:ea typeface="돋움" pitchFamily="50" charset="-127"/>
                <a:cs typeface="Times New Roman" pitchFamily="18" charset="0"/>
              </a:rPr>
              <a:t> </a:t>
            </a:r>
            <a:r>
              <a:rPr lang="vi-VN" altLang="ko-KR" sz="900" smtClean="0">
                <a:latin typeface="Times New Roman" pitchFamily="18" charset="0"/>
                <a:ea typeface="돋움" pitchFamily="50" charset="-127"/>
                <a:cs typeface="Times New Roman" pitchFamily="18" charset="0"/>
              </a:rPr>
              <a:t> </a:t>
            </a:r>
            <a:r>
              <a:rPr lang="en-US" altLang="ko-KR" sz="900" smtClean="0">
                <a:latin typeface="Times New Roman" pitchFamily="18" charset="0"/>
                <a:ea typeface="돋움" pitchFamily="50" charset="-127"/>
                <a:cs typeface="Times New Roman" pitchFamily="18" charset="0"/>
              </a:rPr>
              <a:t> </a:t>
            </a:r>
            <a:r>
              <a:rPr lang="vi-VN" altLang="ko-KR" sz="900" smtClean="0">
                <a:latin typeface="Times New Roman" pitchFamily="18" charset="0"/>
                <a:ea typeface="돋움" pitchFamily="50" charset="-127"/>
                <a:cs typeface="Times New Roman" pitchFamily="18" charset="0"/>
              </a:rPr>
              <a:t>② </a:t>
            </a:r>
            <a:r>
              <a:rPr lang="en-US" altLang="ko-KR" sz="900" smtClean="0">
                <a:latin typeface="Times New Roman" pitchFamily="18" charset="0"/>
                <a:ea typeface="돋움" pitchFamily="50" charset="-127"/>
                <a:cs typeface="Times New Roman" pitchFamily="18" charset="0"/>
              </a:rPr>
              <a:t>Rubber coupling</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③ </a:t>
            </a:r>
            <a:r>
              <a:rPr lang="en-US" altLang="ko-KR" sz="900" smtClean="0">
                <a:latin typeface="Times New Roman" pitchFamily="18" charset="0"/>
                <a:ea typeface="돋움" pitchFamily="50" charset="-127"/>
                <a:cs typeface="Times New Roman" pitchFamily="18" charset="0"/>
              </a:rPr>
              <a:t>Clamp coupling       </a:t>
            </a:r>
            <a:r>
              <a:rPr lang="vi-VN" altLang="ko-KR" sz="900" smtClean="0">
                <a:latin typeface="Times New Roman" pitchFamily="18" charset="0"/>
                <a:ea typeface="돋움" pitchFamily="50" charset="-127"/>
                <a:cs typeface="Times New Roman" pitchFamily="18" charset="0"/>
              </a:rPr>
              <a:t> </a:t>
            </a:r>
            <a:r>
              <a:rPr lang="en-US" altLang="ko-KR" sz="900" smtClean="0">
                <a:latin typeface="Times New Roman" pitchFamily="18" charset="0"/>
                <a:ea typeface="돋움" pitchFamily="50" charset="-127"/>
                <a:cs typeface="Times New Roman" pitchFamily="18" charset="0"/>
              </a:rPr>
              <a:t>  </a:t>
            </a:r>
            <a:r>
              <a:rPr lang="vi-VN" altLang="ko-KR" sz="900" smtClean="0">
                <a:latin typeface="Times New Roman" pitchFamily="18" charset="0"/>
                <a:ea typeface="돋움" pitchFamily="50" charset="-127"/>
                <a:cs typeface="Times New Roman" pitchFamily="18" charset="0"/>
              </a:rPr>
              <a:t>④ </a:t>
            </a:r>
            <a:r>
              <a:rPr lang="vi-VN" altLang="ko-KR" sz="900">
                <a:latin typeface="Times New Roman" pitchFamily="18" charset="0"/>
                <a:ea typeface="돋움" pitchFamily="50" charset="-127"/>
                <a:cs typeface="Times New Roman" pitchFamily="18" charset="0"/>
              </a:rPr>
              <a:t>Sell</a:t>
            </a:r>
            <a:r>
              <a:rPr lang="en-US" altLang="ko-KR" sz="900">
                <a:latin typeface="Times New Roman" pitchFamily="18" charset="0"/>
                <a:ea typeface="돋움" pitchFamily="50" charset="-127"/>
                <a:cs typeface="Times New Roman" pitchFamily="18" charset="0"/>
              </a:rPr>
              <a:t>er’s</a:t>
            </a:r>
            <a:r>
              <a:rPr lang="vi-VN" altLang="ko-KR" sz="900">
                <a:latin typeface="Times New Roman" pitchFamily="18" charset="0"/>
                <a:ea typeface="돋움" pitchFamily="50" charset="-127"/>
                <a:cs typeface="Times New Roman" pitchFamily="18" charset="0"/>
              </a:rPr>
              <a:t> coupling</a:t>
            </a:r>
            <a:r>
              <a:rPr lang="en-US" altLang="ko-KR" sz="900">
                <a:latin typeface="Times New Roman" pitchFamily="18" charset="0"/>
                <a:ea typeface="돋움" pitchFamily="50" charset="-127"/>
                <a:cs typeface="Times New Roman" pitchFamily="18" charset="0"/>
              </a:rPr>
              <a:t> </a:t>
            </a:r>
            <a:endParaRPr lang="en-US" altLang="ko-KR" sz="900" smtClean="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67. Đâu không phải là đặc điểm </a:t>
            </a:r>
            <a:r>
              <a:rPr lang="vi-VN" altLang="ko-KR" sz="900" smtClean="0">
                <a:latin typeface="Times New Roman" pitchFamily="18" charset="0"/>
                <a:ea typeface="돋움" pitchFamily="50" charset="-127"/>
                <a:cs typeface="Times New Roman" pitchFamily="18" charset="0"/>
              </a:rPr>
              <a:t>của</a:t>
            </a:r>
            <a:r>
              <a:rPr lang="en-US" altLang="ko-KR" sz="900" smtClean="0">
                <a:latin typeface="Times New Roman" pitchFamily="18" charset="0"/>
                <a:ea typeface="돋움" pitchFamily="50" charset="-127"/>
                <a:cs typeface="Times New Roman" pitchFamily="18" charset="0"/>
              </a:rPr>
              <a:t> Rolling bearing</a:t>
            </a:r>
            <a:r>
              <a:rPr lang="vi-VN" altLang="ko-KR" sz="900" smtClean="0">
                <a:latin typeface="Times New Roman" pitchFamily="18" charset="0"/>
                <a:ea typeface="돋움" pitchFamily="50" charset="-127"/>
                <a:cs typeface="Times New Roman" pitchFamily="18" charset="0"/>
              </a:rPr>
              <a:t>?</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① Mômen ma sát khởi động thấp.</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② </a:t>
            </a:r>
            <a:r>
              <a:rPr lang="vi-VN" altLang="ko-KR" sz="900" smtClean="0">
                <a:latin typeface="Times New Roman" pitchFamily="18" charset="0"/>
                <a:ea typeface="돋움" pitchFamily="50" charset="-127"/>
                <a:cs typeface="Times New Roman" pitchFamily="18" charset="0"/>
              </a:rPr>
              <a:t>Nó tương thích và có thể được sử dụng thay thế cho nhau.</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③ Dễ dàng sử dụng ở nhiệt độ cao và thấp.</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④ Sức mạnh có thể được tăng lên bằng cách áp dụng tải trước.</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p:txBody>
      </p:sp>
      <p:sp>
        <p:nvSpPr>
          <p:cNvPr id="12296" name="직사각형 2"/>
          <p:cNvSpPr>
            <a:spLocks noChangeArrowheads="1"/>
          </p:cNvSpPr>
          <p:nvPr/>
        </p:nvSpPr>
        <p:spPr bwMode="auto">
          <a:xfrm>
            <a:off x="3384550" y="776536"/>
            <a:ext cx="3214688" cy="826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vi-VN" altLang="ko-KR" sz="900">
                <a:latin typeface="Times New Roman" pitchFamily="18" charset="0"/>
                <a:ea typeface="돋움" pitchFamily="50" charset="-127"/>
                <a:cs typeface="Times New Roman" pitchFamily="18" charset="0"/>
              </a:rPr>
              <a:t> 68. Vòng trong được chia làm đôi và </a:t>
            </a:r>
            <a:r>
              <a:rPr lang="en-US" altLang="ko-KR" sz="900" smtClean="0">
                <a:latin typeface="Times New Roman" pitchFamily="18" charset="0"/>
                <a:ea typeface="돋움" pitchFamily="50" charset="-127"/>
                <a:cs typeface="Times New Roman" pitchFamily="18" charset="0"/>
              </a:rPr>
              <a:t>ở giữa </a:t>
            </a:r>
            <a:r>
              <a:rPr lang="vi-VN" altLang="ko-KR" sz="900" smtClean="0">
                <a:latin typeface="Times New Roman" pitchFamily="18" charset="0"/>
                <a:ea typeface="돋움" pitchFamily="50" charset="-127"/>
                <a:cs typeface="Times New Roman" pitchFamily="18" charset="0"/>
              </a:rPr>
              <a:t>dùng </a:t>
            </a:r>
            <a:r>
              <a:rPr lang="vi-VN" altLang="ko-KR" sz="900">
                <a:latin typeface="Times New Roman" pitchFamily="18" charset="0"/>
                <a:ea typeface="돋움" pitchFamily="50" charset="-127"/>
                <a:cs typeface="Times New Roman" pitchFamily="18" charset="0"/>
              </a:rPr>
              <a:t>lớp lót bằng hợp kim đồng</a:t>
            </a:r>
            <a:r>
              <a:rPr lang="vi-VN" altLang="ko-KR" sz="900" smtClean="0">
                <a:latin typeface="Times New Roman" pitchFamily="18" charset="0"/>
                <a:ea typeface="돋움" pitchFamily="50" charset="-127"/>
                <a:cs typeface="Times New Roman" pitchFamily="18" charset="0"/>
              </a:rPr>
              <a:t>?</a:t>
            </a:r>
            <a:endParaRPr lang="en-US" altLang="ko-KR" sz="900" smtClean="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None/>
            </a:pPr>
            <a:r>
              <a:rPr lang="vi-VN" altLang="ko-KR" sz="900">
                <a:latin typeface="Times New Roman" pitchFamily="18" charset="0"/>
                <a:ea typeface="돋움" pitchFamily="50" charset="-127"/>
                <a:cs typeface="Times New Roman" pitchFamily="18" charset="0"/>
              </a:rPr>
              <a:t>① </a:t>
            </a:r>
            <a:r>
              <a:rPr lang="en-US" altLang="ko-KR" sz="900">
                <a:latin typeface="Times New Roman" pitchFamily="18" charset="0"/>
                <a:ea typeface="돋움" pitchFamily="50" charset="-127"/>
                <a:cs typeface="Times New Roman" pitchFamily="18" charset="0"/>
              </a:rPr>
              <a:t>Double row angular ball bearing </a:t>
            </a:r>
          </a:p>
          <a:p>
            <a:pPr eaLnBrk="1" hangingPunct="1">
              <a:spcBef>
                <a:spcPct val="0"/>
              </a:spcBef>
              <a:buNone/>
            </a:pPr>
            <a:r>
              <a:rPr lang="vi-VN" altLang="ko-KR" sz="900" smtClean="0">
                <a:latin typeface="Times New Roman" pitchFamily="18" charset="0"/>
                <a:ea typeface="돋움" pitchFamily="50" charset="-127"/>
                <a:cs typeface="Times New Roman" pitchFamily="18" charset="0"/>
              </a:rPr>
              <a:t>② </a:t>
            </a:r>
            <a:r>
              <a:rPr lang="vi-VN" altLang="ko-KR" sz="900">
                <a:latin typeface="Times New Roman" pitchFamily="18" charset="0"/>
                <a:ea typeface="돋움" pitchFamily="50" charset="-127"/>
                <a:cs typeface="Times New Roman" pitchFamily="18" charset="0"/>
              </a:rPr>
              <a:t>Magneto ball bearing</a:t>
            </a:r>
            <a:endParaRPr lang="en-US" altLang="ko-KR" sz="900">
              <a:latin typeface="Times New Roman" pitchFamily="18" charset="0"/>
              <a:ea typeface="돋움" pitchFamily="50" charset="-127"/>
              <a:cs typeface="Times New Roman" pitchFamily="18" charset="0"/>
            </a:endParaRPr>
          </a:p>
          <a:p>
            <a:pPr eaLnBrk="1" hangingPunct="1">
              <a:spcBef>
                <a:spcPct val="0"/>
              </a:spcBef>
              <a:buNone/>
            </a:pPr>
            <a:r>
              <a:rPr lang="en-US" altLang="ko-KR" sz="900">
                <a:latin typeface="Times New Roman" pitchFamily="18" charset="0"/>
                <a:ea typeface="돋움" pitchFamily="50" charset="-127"/>
                <a:cs typeface="Times New Roman" pitchFamily="18" charset="0"/>
              </a:rPr>
              <a:t>③ </a:t>
            </a:r>
            <a:r>
              <a:rPr lang="vi-VN" altLang="ko-KR" sz="900" smtClean="0">
                <a:latin typeface="Times New Roman" pitchFamily="18" charset="0"/>
                <a:ea typeface="돋움" pitchFamily="50" charset="-127"/>
                <a:cs typeface="Times New Roman" pitchFamily="18" charset="0"/>
              </a:rPr>
              <a:t>Self-aligning </a:t>
            </a:r>
            <a:r>
              <a:rPr lang="vi-VN" altLang="ko-KR" sz="900">
                <a:latin typeface="Times New Roman" pitchFamily="18" charset="0"/>
                <a:ea typeface="돋움" pitchFamily="50" charset="-127"/>
                <a:cs typeface="Times New Roman" pitchFamily="18" charset="0"/>
              </a:rPr>
              <a:t>ball bearing</a:t>
            </a:r>
            <a:r>
              <a:rPr lang="en-US" altLang="ko-KR" sz="900">
                <a:latin typeface="Times New Roman" pitchFamily="18" charset="0"/>
                <a:ea typeface="돋움" pitchFamily="50" charset="-127"/>
                <a:cs typeface="Times New Roman" pitchFamily="18" charset="0"/>
              </a:rPr>
              <a:t> </a:t>
            </a:r>
          </a:p>
          <a:p>
            <a:pPr eaLnBrk="1" hangingPunct="1">
              <a:spcBef>
                <a:spcPct val="0"/>
              </a:spcBef>
              <a:buNone/>
            </a:pPr>
            <a:r>
              <a:rPr lang="vi-VN" altLang="ko-KR" sz="900">
                <a:latin typeface="Times New Roman" pitchFamily="18" charset="0"/>
                <a:ea typeface="돋움" pitchFamily="50" charset="-127"/>
                <a:cs typeface="Times New Roman" pitchFamily="18" charset="0"/>
              </a:rPr>
              <a:t>④ Ổ bi tiếp xúc bốn điểm</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69. Đinh </a:t>
            </a:r>
            <a:r>
              <a:rPr lang="en-US" altLang="ko-KR" sz="900" smtClean="0">
                <a:latin typeface="Times New Roman" pitchFamily="18" charset="0"/>
                <a:ea typeface="돋움" pitchFamily="50" charset="-127"/>
                <a:cs typeface="Times New Roman" pitchFamily="18" charset="0"/>
              </a:rPr>
              <a:t>ốc</a:t>
            </a:r>
            <a:r>
              <a:rPr lang="vi-VN" altLang="ko-KR" sz="900" smtClean="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nào sau đây có góc ren là 30 độ?</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① </a:t>
            </a:r>
            <a:r>
              <a:rPr lang="en-US" altLang="ko-KR" sz="900" smtClean="0">
                <a:latin typeface="Times New Roman" pitchFamily="18" charset="0"/>
                <a:ea typeface="돋움" pitchFamily="50" charset="-127"/>
                <a:cs typeface="Times New Roman" pitchFamily="18" charset="0"/>
              </a:rPr>
              <a:t>Đinh </a:t>
            </a:r>
            <a:r>
              <a:rPr lang="en-US" altLang="ko-KR" sz="900">
                <a:latin typeface="Times New Roman" pitchFamily="18" charset="0"/>
                <a:ea typeface="돋움" pitchFamily="50" charset="-127"/>
                <a:cs typeface="Times New Roman" pitchFamily="18" charset="0"/>
              </a:rPr>
              <a:t>ốc </a:t>
            </a:r>
            <a:r>
              <a:rPr lang="vi-VN" altLang="ko-KR" sz="900">
                <a:latin typeface="Times New Roman" pitchFamily="18" charset="0"/>
                <a:ea typeface="돋움" pitchFamily="50" charset="-127"/>
                <a:cs typeface="Times New Roman" pitchFamily="18" charset="0"/>
              </a:rPr>
              <a:t>Unified </a:t>
            </a: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② </a:t>
            </a:r>
            <a:r>
              <a:rPr lang="en-US" altLang="ko-KR" sz="900" smtClean="0">
                <a:latin typeface="Times New Roman" pitchFamily="18" charset="0"/>
                <a:ea typeface="돋움" pitchFamily="50" charset="-127"/>
                <a:cs typeface="Times New Roman" pitchFamily="18" charset="0"/>
              </a:rPr>
              <a:t>Đinh ốc</a:t>
            </a:r>
            <a:r>
              <a:rPr lang="vi-VN" altLang="ko-KR" sz="900" smtClean="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ống.</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③ </a:t>
            </a:r>
            <a:r>
              <a:rPr lang="en-US" altLang="ko-KR" sz="900" smtClean="0">
                <a:latin typeface="Times New Roman" pitchFamily="18" charset="0"/>
                <a:ea typeface="돋움" pitchFamily="50" charset="-127"/>
                <a:cs typeface="Times New Roman" pitchFamily="18" charset="0"/>
              </a:rPr>
              <a:t>Đinh ốc </a:t>
            </a:r>
            <a:r>
              <a:rPr lang="en-US" altLang="ko-KR" sz="900">
                <a:latin typeface="Times New Roman" pitchFamily="18" charset="0"/>
                <a:ea typeface="돋움" pitchFamily="50" charset="-127"/>
                <a:cs typeface="Times New Roman" pitchFamily="18" charset="0"/>
              </a:rPr>
              <a:t>tròn</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④ </a:t>
            </a:r>
            <a:r>
              <a:rPr lang="en-US" altLang="ko-KR" sz="900" smtClean="0">
                <a:latin typeface="Times New Roman" pitchFamily="18" charset="0"/>
                <a:ea typeface="돋움" pitchFamily="50" charset="-127"/>
                <a:cs typeface="Times New Roman" pitchFamily="18" charset="0"/>
              </a:rPr>
              <a:t>Đinh ốc Metric</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70. Ý nào không đúng với cách giải thích về </a:t>
            </a:r>
            <a:r>
              <a:rPr lang="vi-VN" altLang="ko-KR" sz="900" smtClean="0">
                <a:latin typeface="Times New Roman" pitchFamily="18" charset="0"/>
                <a:ea typeface="돋움" pitchFamily="50" charset="-127"/>
                <a:cs typeface="Times New Roman" pitchFamily="18" charset="0"/>
              </a:rPr>
              <a:t>p</a:t>
            </a:r>
            <a:r>
              <a:rPr lang="en-US" altLang="ko-KR" sz="900" smtClean="0">
                <a:latin typeface="Times New Roman" pitchFamily="18" charset="0"/>
                <a:ea typeface="돋움" pitchFamily="50" charset="-127"/>
                <a:cs typeface="Times New Roman" pitchFamily="18" charset="0"/>
              </a:rPr>
              <a:t>hương pháp</a:t>
            </a:r>
            <a:r>
              <a:rPr lang="vi-VN" altLang="ko-KR" sz="900" smtClean="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chống nới lỏng </a:t>
            </a:r>
            <a:r>
              <a:rPr lang="en-US" altLang="ko-KR" sz="900" smtClean="0">
                <a:latin typeface="Times New Roman" pitchFamily="18" charset="0"/>
                <a:ea typeface="돋움" pitchFamily="50" charset="-127"/>
                <a:cs typeface="Times New Roman" pitchFamily="18" charset="0"/>
              </a:rPr>
              <a:t>đinh ốc</a:t>
            </a:r>
            <a:r>
              <a:rPr lang="vi-VN" altLang="ko-KR" sz="900" smtClean="0">
                <a:latin typeface="Times New Roman" pitchFamily="18" charset="0"/>
                <a:ea typeface="돋움" pitchFamily="50" charset="-127"/>
                <a:cs typeface="Times New Roman" pitchFamily="18" charset="0"/>
              </a:rPr>
              <a:t>?</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① Vòng đệm </a:t>
            </a:r>
            <a:r>
              <a:rPr lang="en-US" altLang="ko-KR" sz="900" smtClean="0">
                <a:latin typeface="Times New Roman" pitchFamily="18" charset="0"/>
                <a:ea typeface="돋움" pitchFamily="50" charset="-127"/>
                <a:cs typeface="Times New Roman" pitchFamily="18" charset="0"/>
              </a:rPr>
              <a:t>vênh</a:t>
            </a:r>
            <a:r>
              <a:rPr lang="vi-VN" altLang="ko-KR" sz="900" smtClean="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phù hợp với </a:t>
            </a:r>
            <a:r>
              <a:rPr lang="en-US" altLang="ko-KR" sz="900" smtClean="0">
                <a:latin typeface="Times New Roman" pitchFamily="18" charset="0"/>
                <a:ea typeface="돋움" pitchFamily="50" charset="-127"/>
                <a:cs typeface="Times New Roman" pitchFamily="18" charset="0"/>
              </a:rPr>
              <a:t>hoạt động</a:t>
            </a:r>
            <a:r>
              <a:rPr lang="vi-VN" altLang="ko-KR" sz="900" smtClean="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rung.</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② Vòng đệm </a:t>
            </a:r>
            <a:r>
              <a:rPr lang="en-US" altLang="ko-KR" sz="900" smtClean="0">
                <a:latin typeface="Times New Roman" pitchFamily="18" charset="0"/>
                <a:ea typeface="돋움" pitchFamily="50" charset="-127"/>
                <a:cs typeface="Times New Roman" pitchFamily="18" charset="0"/>
              </a:rPr>
              <a:t>răng </a:t>
            </a:r>
            <a:r>
              <a:rPr lang="vi-VN" altLang="ko-KR" sz="900" smtClean="0">
                <a:latin typeface="Times New Roman" pitchFamily="18" charset="0"/>
                <a:ea typeface="돋움" pitchFamily="50" charset="-127"/>
                <a:cs typeface="Times New Roman" pitchFamily="18" charset="0"/>
              </a:rPr>
              <a:t>thường </a:t>
            </a:r>
            <a:r>
              <a:rPr lang="en-US" altLang="ko-KR" sz="900" smtClean="0">
                <a:latin typeface="Times New Roman" pitchFamily="18" charset="0"/>
                <a:ea typeface="돋움" pitchFamily="50" charset="-127"/>
                <a:cs typeface="Times New Roman" pitchFamily="18" charset="0"/>
              </a:rPr>
              <a:t>chỉ</a:t>
            </a:r>
            <a:r>
              <a:rPr lang="vi-VN" altLang="ko-KR" sz="900" smtClean="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sử dụng cho các thiết bị điện nhỏ.</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③ </a:t>
            </a:r>
            <a:r>
              <a:rPr lang="en-US" altLang="ko-KR" sz="900" smtClean="0">
                <a:latin typeface="Times New Roman" pitchFamily="18" charset="0"/>
                <a:ea typeface="돋움" pitchFamily="50" charset="-127"/>
                <a:cs typeface="Times New Roman" pitchFamily="18" charset="0"/>
              </a:rPr>
              <a:t>Phương pháp chống</a:t>
            </a:r>
            <a:r>
              <a:rPr lang="vi-VN" altLang="ko-KR" sz="900" smtClean="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lỏng bằng </a:t>
            </a:r>
            <a:r>
              <a:rPr lang="en-US" altLang="ko-KR" sz="900" smtClean="0">
                <a:latin typeface="Times New Roman" pitchFamily="18" charset="0"/>
                <a:ea typeface="돋움" pitchFamily="50" charset="-127"/>
                <a:cs typeface="Times New Roman" pitchFamily="18" charset="0"/>
              </a:rPr>
              <a:t>2 </a:t>
            </a:r>
            <a:r>
              <a:rPr lang="vi-VN" altLang="ko-KR" sz="900" smtClean="0">
                <a:latin typeface="Times New Roman" pitchFamily="18" charset="0"/>
                <a:ea typeface="돋움" pitchFamily="50" charset="-127"/>
                <a:cs typeface="Times New Roman" pitchFamily="18" charset="0"/>
              </a:rPr>
              <a:t>đai </a:t>
            </a:r>
            <a:r>
              <a:rPr lang="vi-VN" altLang="ko-KR" sz="900">
                <a:latin typeface="Times New Roman" pitchFamily="18" charset="0"/>
                <a:ea typeface="돋움" pitchFamily="50" charset="-127"/>
                <a:cs typeface="Times New Roman" pitchFamily="18" charset="0"/>
              </a:rPr>
              <a:t>ốc, đai ốc dưới được gọi là đai ốc khóa</a:t>
            </a: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smtClean="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④ </a:t>
            </a:r>
            <a:r>
              <a:rPr lang="en-US" altLang="ko-KR" sz="900">
                <a:latin typeface="Times New Roman" pitchFamily="18" charset="0"/>
                <a:ea typeface="돋움" pitchFamily="50" charset="-127"/>
                <a:cs typeface="Times New Roman" pitchFamily="18" charset="0"/>
              </a:rPr>
              <a:t>Phương pháp chống</a:t>
            </a:r>
            <a:r>
              <a:rPr lang="vi-VN" altLang="ko-KR" sz="900">
                <a:latin typeface="Times New Roman" pitchFamily="18" charset="0"/>
                <a:ea typeface="돋움" pitchFamily="50" charset="-127"/>
                <a:cs typeface="Times New Roman" pitchFamily="18" charset="0"/>
              </a:rPr>
              <a:t> lỏng bằng </a:t>
            </a:r>
            <a:r>
              <a:rPr lang="en-US" altLang="ko-KR" sz="900">
                <a:latin typeface="Times New Roman" pitchFamily="18" charset="0"/>
                <a:ea typeface="돋움" pitchFamily="50" charset="-127"/>
                <a:cs typeface="Times New Roman" pitchFamily="18" charset="0"/>
              </a:rPr>
              <a:t>2 </a:t>
            </a:r>
            <a:r>
              <a:rPr lang="vi-VN" altLang="ko-KR" sz="900">
                <a:latin typeface="Times New Roman" pitchFamily="18" charset="0"/>
                <a:ea typeface="돋움" pitchFamily="50" charset="-127"/>
                <a:cs typeface="Times New Roman" pitchFamily="18" charset="0"/>
              </a:rPr>
              <a:t>đai ốc </a:t>
            </a:r>
            <a:r>
              <a:rPr lang="en-US" altLang="ko-KR" sz="900" smtClean="0">
                <a:latin typeface="Times New Roman" pitchFamily="18" charset="0"/>
                <a:ea typeface="돋움" pitchFamily="50" charset="-127"/>
                <a:cs typeface="Times New Roman" pitchFamily="18" charset="0"/>
              </a:rPr>
              <a:t>,</a:t>
            </a:r>
            <a:r>
              <a:rPr lang="vi-VN" altLang="ko-KR" sz="900" smtClean="0">
                <a:latin typeface="Times New Roman"/>
              </a:rPr>
              <a:t>hãy </a:t>
            </a:r>
            <a:r>
              <a:rPr lang="vi-VN" altLang="ko-KR" sz="900">
                <a:latin typeface="Times New Roman"/>
              </a:rPr>
              <a:t>sử dụng đai </a:t>
            </a:r>
            <a:r>
              <a:rPr lang="vi-VN" altLang="ko-KR" sz="900" smtClean="0">
                <a:latin typeface="Times New Roman"/>
              </a:rPr>
              <a:t>ốc</a:t>
            </a:r>
            <a:r>
              <a:rPr lang="en-US" altLang="ko-KR" sz="900" smtClean="0">
                <a:latin typeface="Times New Roman"/>
              </a:rPr>
              <a:t> dưới</a:t>
            </a:r>
            <a:r>
              <a:rPr lang="vi-VN" altLang="ko-KR" sz="900" smtClean="0">
                <a:latin typeface="Times New Roman"/>
              </a:rPr>
              <a:t> </a:t>
            </a:r>
            <a:r>
              <a:rPr lang="vi-VN" altLang="ko-KR" sz="900">
                <a:latin typeface="Times New Roman"/>
              </a:rPr>
              <a:t>có chiều cao thấp </a:t>
            </a:r>
            <a:r>
              <a:rPr lang="vi-VN" altLang="ko-KR" sz="900" smtClean="0">
                <a:latin typeface="Times New Roman"/>
              </a:rPr>
              <a:t>hơn</a:t>
            </a:r>
            <a:r>
              <a:rPr lang="en-US" altLang="ko-KR" sz="900" smtClean="0">
                <a:latin typeface="Times New Roman"/>
              </a:rPr>
              <a:t> đai ốc trên</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71. </a:t>
            </a:r>
            <a:r>
              <a:rPr lang="en-US" altLang="ko-KR" sz="900" smtClean="0">
                <a:latin typeface="Times New Roman" pitchFamily="18" charset="0"/>
                <a:ea typeface="돋움" pitchFamily="50" charset="-127"/>
                <a:cs typeface="Times New Roman" pitchFamily="18" charset="0"/>
              </a:rPr>
              <a:t>Khóa nào</a:t>
            </a:r>
            <a:r>
              <a:rPr lang="vi-VN" altLang="ko-KR" sz="900" smtClean="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có đặc </a:t>
            </a:r>
            <a:r>
              <a:rPr lang="vi-VN" altLang="ko-KR" sz="900" smtClean="0">
                <a:latin typeface="Times New Roman" pitchFamily="18" charset="0"/>
                <a:ea typeface="돋움" pitchFamily="50" charset="-127"/>
                <a:cs typeface="Times New Roman" pitchFamily="18" charset="0"/>
              </a:rPr>
              <a:t>điểm </a:t>
            </a:r>
            <a:r>
              <a:rPr lang="vi-VN" altLang="ko-KR" sz="900">
                <a:latin typeface="Times New Roman" pitchFamily="18" charset="0"/>
                <a:ea typeface="돋움" pitchFamily="50" charset="-127"/>
                <a:cs typeface="Times New Roman" pitchFamily="18" charset="0"/>
              </a:rPr>
              <a:t>làm giảm độ bền của trục?</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① </a:t>
            </a:r>
            <a:r>
              <a:rPr lang="en-US" altLang="ko-KR" sz="900" smtClean="0">
                <a:latin typeface="Times New Roman" pitchFamily="18" charset="0"/>
                <a:ea typeface="돋움" pitchFamily="50" charset="-127"/>
                <a:cs typeface="Times New Roman" pitchFamily="18" charset="0"/>
              </a:rPr>
              <a:t>Khóa Sunk</a:t>
            </a:r>
            <a:r>
              <a:rPr lang="en-US" altLang="ko-KR" sz="900">
                <a:latin typeface="Times New Roman" pitchFamily="18" charset="0"/>
                <a:ea typeface="돋움" pitchFamily="50" charset="-127"/>
                <a:cs typeface="Times New Roman" pitchFamily="18" charset="0"/>
              </a:rPr>
              <a:t>.</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② </a:t>
            </a:r>
            <a:r>
              <a:rPr lang="en-US" altLang="ko-KR" sz="900" smtClean="0">
                <a:latin typeface="Times New Roman" pitchFamily="18" charset="0"/>
                <a:ea typeface="돋움" pitchFamily="50" charset="-127"/>
                <a:cs typeface="Times New Roman" pitchFamily="18" charset="0"/>
              </a:rPr>
              <a:t>Khó</a:t>
            </a:r>
            <a:r>
              <a:rPr lang="vi-VN" altLang="ko-KR" sz="900" smtClean="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trượt.</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③ </a:t>
            </a:r>
            <a:r>
              <a:rPr lang="en-US" altLang="ko-KR" sz="900" smtClean="0">
                <a:latin typeface="Times New Roman" pitchFamily="18" charset="0"/>
                <a:ea typeface="돋움" pitchFamily="50" charset="-127"/>
                <a:cs typeface="Times New Roman" pitchFamily="18" charset="0"/>
              </a:rPr>
              <a:t>Khóa </a:t>
            </a:r>
            <a:r>
              <a:rPr lang="en-US" altLang="ko-KR" sz="900">
                <a:latin typeface="Times New Roman" pitchFamily="18" charset="0"/>
                <a:ea typeface="돋움" pitchFamily="50" charset="-127"/>
                <a:cs typeface="Times New Roman" pitchFamily="18" charset="0"/>
              </a:rPr>
              <a:t>tròn</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④ </a:t>
            </a:r>
            <a:r>
              <a:rPr lang="en-US" altLang="ko-KR" sz="900" smtClean="0">
                <a:latin typeface="Times New Roman" pitchFamily="18" charset="0"/>
                <a:ea typeface="돋움" pitchFamily="50" charset="-127"/>
                <a:cs typeface="Times New Roman" pitchFamily="18" charset="0"/>
              </a:rPr>
              <a:t>Khóa bán nguyệt</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72. </a:t>
            </a:r>
            <a:r>
              <a:rPr lang="en-US" altLang="ko-KR" sz="900" smtClean="0">
                <a:latin typeface="Times New Roman" pitchFamily="18" charset="0"/>
                <a:ea typeface="돋움" pitchFamily="50" charset="-127"/>
                <a:cs typeface="Times New Roman" pitchFamily="18" charset="0"/>
              </a:rPr>
              <a:t>Đáp án</a:t>
            </a:r>
            <a:r>
              <a:rPr lang="vi-VN" altLang="ko-KR" sz="900" smtClean="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không phù hợp với mô tả của bánh răng?</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① </a:t>
            </a:r>
            <a:r>
              <a:rPr lang="en-US" altLang="ko-KR" sz="900" smtClean="0">
                <a:latin typeface="Times New Roman" pitchFamily="18" charset="0"/>
                <a:ea typeface="돋움" pitchFamily="50" charset="-127"/>
                <a:cs typeface="Times New Roman" pitchFamily="18" charset="0"/>
              </a:rPr>
              <a:t>Truyền t</a:t>
            </a:r>
            <a:r>
              <a:rPr lang="vi-VN" altLang="ko-KR" sz="900" smtClean="0">
                <a:latin typeface="Times New Roman" pitchFamily="18" charset="0"/>
                <a:ea typeface="돋움" pitchFamily="50" charset="-127"/>
                <a:cs typeface="Times New Roman" pitchFamily="18" charset="0"/>
              </a:rPr>
              <a:t>ỷ lệ</a:t>
            </a:r>
            <a:r>
              <a:rPr lang="en-US" altLang="ko-KR" sz="900" smtClean="0">
                <a:latin typeface="Times New Roman" pitchFamily="18" charset="0"/>
                <a:ea typeface="돋움" pitchFamily="50" charset="-127"/>
                <a:cs typeface="Times New Roman" pitchFamily="18" charset="0"/>
              </a:rPr>
              <a:t> </a:t>
            </a:r>
            <a:r>
              <a:rPr lang="vi-VN" altLang="ko-KR" sz="900" smtClean="0">
                <a:latin typeface="Times New Roman" pitchFamily="18" charset="0"/>
                <a:ea typeface="돋움" pitchFamily="50" charset="-127"/>
                <a:cs typeface="Times New Roman" pitchFamily="18" charset="0"/>
              </a:rPr>
              <a:t>tốc </a:t>
            </a:r>
            <a:r>
              <a:rPr lang="vi-VN" altLang="ko-KR" sz="900">
                <a:latin typeface="Times New Roman" pitchFamily="18" charset="0"/>
                <a:ea typeface="돋움" pitchFamily="50" charset="-127"/>
                <a:cs typeface="Times New Roman" pitchFamily="18" charset="0"/>
              </a:rPr>
              <a:t>độ chính xác và mô-men xoắn lớn.</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② Không có </a:t>
            </a:r>
            <a:r>
              <a:rPr lang="en-US" altLang="ko-KR" sz="900" smtClean="0">
                <a:latin typeface="Times New Roman" pitchFamily="18" charset="0"/>
                <a:ea typeface="돋움" pitchFamily="50" charset="-127"/>
                <a:cs typeface="Times New Roman" pitchFamily="18" charset="0"/>
              </a:rPr>
              <a:t>backlash</a:t>
            </a:r>
            <a:r>
              <a:rPr lang="vi-VN" altLang="ko-KR" sz="900" smtClean="0">
                <a:latin typeface="Times New Roman" pitchFamily="18" charset="0"/>
                <a:ea typeface="돋움" pitchFamily="50" charset="-127"/>
                <a:cs typeface="Times New Roman" pitchFamily="18" charset="0"/>
              </a:rPr>
              <a:t>.</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③ </a:t>
            </a:r>
            <a:r>
              <a:rPr lang="en-US" altLang="ko-KR" sz="900" smtClean="0">
                <a:latin typeface="Times New Roman" pitchFamily="18" charset="0"/>
                <a:ea typeface="돋움" pitchFamily="50" charset="-127"/>
                <a:cs typeface="Times New Roman" pitchFamily="18" charset="0"/>
              </a:rPr>
              <a:t>Rack gear có trục </a:t>
            </a:r>
            <a:r>
              <a:rPr lang="vi-VN" altLang="ko-KR" sz="900" smtClean="0">
                <a:latin typeface="Times New Roman" pitchFamily="18" charset="0"/>
                <a:ea typeface="돋움" pitchFamily="50" charset="-127"/>
                <a:cs typeface="Times New Roman" pitchFamily="18" charset="0"/>
              </a:rPr>
              <a:t>song </a:t>
            </a:r>
            <a:r>
              <a:rPr lang="vi-VN" altLang="ko-KR" sz="900">
                <a:latin typeface="Times New Roman" pitchFamily="18" charset="0"/>
                <a:ea typeface="돋움" pitchFamily="50" charset="-127"/>
                <a:cs typeface="Times New Roman" pitchFamily="18" charset="0"/>
              </a:rPr>
              <a:t>song.</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④ </a:t>
            </a:r>
            <a:r>
              <a:rPr lang="en-US" altLang="ko-KR" sz="900" smtClean="0">
                <a:latin typeface="Times New Roman" pitchFamily="18" charset="0"/>
                <a:ea typeface="돋움" pitchFamily="50" charset="-127"/>
                <a:cs typeface="Times New Roman" pitchFamily="18" charset="0"/>
              </a:rPr>
              <a:t>Bánh răng trục </a:t>
            </a:r>
            <a:r>
              <a:rPr lang="en-US" altLang="ko-KR" sz="900">
                <a:latin typeface="Times New Roman" pitchFamily="18" charset="0"/>
                <a:ea typeface="돋움" pitchFamily="50" charset="-127"/>
                <a:cs typeface="Times New Roman" pitchFamily="18" charset="0"/>
              </a:rPr>
              <a:t>vít </a:t>
            </a:r>
            <a:r>
              <a:rPr lang="en-US" altLang="ko-KR" sz="900" smtClean="0">
                <a:latin typeface="Times New Roman" pitchFamily="18" charset="0"/>
                <a:ea typeface="돋움" pitchFamily="50" charset="-127"/>
                <a:cs typeface="Times New Roman" pitchFamily="18" charset="0"/>
              </a:rPr>
              <a:t>có trục </a:t>
            </a:r>
            <a:r>
              <a:rPr lang="en-US" altLang="ko-KR" sz="900">
                <a:latin typeface="Times New Roman" pitchFamily="18" charset="0"/>
                <a:ea typeface="돋움" pitchFamily="50" charset="-127"/>
                <a:cs typeface="Times New Roman" pitchFamily="18" charset="0"/>
              </a:rPr>
              <a:t>so le.</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73. </a:t>
            </a:r>
            <a:r>
              <a:rPr lang="en-US" altLang="ko-KR" sz="900" smtClean="0">
                <a:latin typeface="Times New Roman" pitchFamily="18" charset="0"/>
                <a:ea typeface="돋움" pitchFamily="50" charset="-127"/>
                <a:cs typeface="Times New Roman" pitchFamily="18" charset="0"/>
              </a:rPr>
              <a:t>Mô tả đúng đặc điểm của bánh răng trục xoắn</a:t>
            </a:r>
            <a:r>
              <a:rPr lang="vi-VN" altLang="ko-KR" sz="900" smtClean="0">
                <a:latin typeface="Times New Roman" pitchFamily="18" charset="0"/>
                <a:ea typeface="돋움" pitchFamily="50" charset="-127"/>
                <a:cs typeface="Times New Roman" pitchFamily="18" charset="0"/>
              </a:rPr>
              <a:t>?</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① Hai trục giao nhau.</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② Tỷ </a:t>
            </a:r>
            <a:r>
              <a:rPr lang="en-US" altLang="ko-KR" sz="900" smtClean="0">
                <a:latin typeface="Times New Roman" pitchFamily="18" charset="0"/>
                <a:ea typeface="돋움" pitchFamily="50" charset="-127"/>
                <a:cs typeface="Times New Roman" pitchFamily="18" charset="0"/>
              </a:rPr>
              <a:t>lệ giảm tốc lớn</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③ Giá rẻ.</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④ Có cùng chiều quay với bánh răng phẳng.</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74. Đặc điểm nào không phải của </a:t>
            </a:r>
            <a:r>
              <a:rPr lang="en-US" altLang="ko-KR" sz="900" smtClean="0">
                <a:latin typeface="Times New Roman" pitchFamily="18" charset="0"/>
                <a:ea typeface="돋움" pitchFamily="50" charset="-127"/>
                <a:cs typeface="Times New Roman" pitchFamily="18" charset="0"/>
              </a:rPr>
              <a:t>ổ đĩa Harmonic</a:t>
            </a:r>
            <a:r>
              <a:rPr lang="vi-VN" altLang="ko-KR" sz="900" smtClean="0">
                <a:latin typeface="Times New Roman" pitchFamily="18" charset="0"/>
                <a:ea typeface="돋움" pitchFamily="50" charset="-127"/>
                <a:cs typeface="Times New Roman" pitchFamily="18" charset="0"/>
              </a:rPr>
              <a:t>?</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① Tỷ lệ giảm </a:t>
            </a:r>
            <a:r>
              <a:rPr lang="en-US" altLang="ko-KR" sz="900" smtClean="0">
                <a:latin typeface="Times New Roman" pitchFamily="18" charset="0"/>
                <a:ea typeface="돋움" pitchFamily="50" charset="-127"/>
                <a:cs typeface="Times New Roman" pitchFamily="18" charset="0"/>
              </a:rPr>
              <a:t>tốc cao</a:t>
            </a: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② M</a:t>
            </a:r>
            <a:r>
              <a:rPr lang="en-US" altLang="ko-KR" sz="900" smtClean="0">
                <a:latin typeface="Times New Roman" pitchFamily="18" charset="0"/>
                <a:ea typeface="돋움" pitchFamily="50" charset="-127"/>
                <a:cs typeface="Times New Roman" pitchFamily="18" charset="0"/>
              </a:rPr>
              <a:t>ô-men </a:t>
            </a:r>
            <a:r>
              <a:rPr lang="en-US" altLang="ko-KR" sz="900">
                <a:latin typeface="Times New Roman" pitchFamily="18" charset="0"/>
                <a:ea typeface="돋움" pitchFamily="50" charset="-127"/>
                <a:cs typeface="Times New Roman" pitchFamily="18" charset="0"/>
              </a:rPr>
              <a:t>xoắn thấp</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③ Hiệu </a:t>
            </a:r>
            <a:r>
              <a:rPr lang="en-US" altLang="ko-KR" sz="900" smtClean="0">
                <a:latin typeface="Times New Roman" pitchFamily="18" charset="0"/>
                <a:ea typeface="돋움" pitchFamily="50" charset="-127"/>
                <a:cs typeface="Times New Roman" pitchFamily="18" charset="0"/>
              </a:rPr>
              <a:t>suất </a:t>
            </a:r>
            <a:r>
              <a:rPr lang="en-US" altLang="ko-KR" sz="900">
                <a:latin typeface="Times New Roman" pitchFamily="18" charset="0"/>
                <a:ea typeface="돋움" pitchFamily="50" charset="-127"/>
                <a:cs typeface="Times New Roman" pitchFamily="18" charset="0"/>
              </a:rPr>
              <a:t>cao</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④ </a:t>
            </a:r>
            <a:r>
              <a:rPr lang="en-US" altLang="ko-KR" sz="900" smtClean="0">
                <a:latin typeface="Times New Roman" pitchFamily="18" charset="0"/>
                <a:ea typeface="돋움" pitchFamily="50" charset="-127"/>
                <a:cs typeface="Times New Roman" pitchFamily="18" charset="0"/>
              </a:rPr>
              <a:t>Vận hành tĩnh</a:t>
            </a: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75. Hộp giảm tốc thuộc loại nào?</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① Động cơ bánh răng.</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② </a:t>
            </a:r>
            <a:r>
              <a:rPr lang="en-US" altLang="ko-KR" sz="900" smtClean="0">
                <a:latin typeface="Times New Roman" pitchFamily="18" charset="0"/>
                <a:ea typeface="돋움" pitchFamily="50" charset="-127"/>
                <a:cs typeface="Times New Roman" pitchFamily="18" charset="0"/>
              </a:rPr>
              <a:t>Trục đồng tâm.</a:t>
            </a: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③ </a:t>
            </a:r>
            <a:r>
              <a:rPr lang="en-US" altLang="ko-KR" sz="900" smtClean="0">
                <a:latin typeface="Times New Roman" pitchFamily="18" charset="0"/>
                <a:ea typeface="돋움" pitchFamily="50" charset="-127"/>
                <a:cs typeface="Times New Roman" pitchFamily="18" charset="0"/>
              </a:rPr>
              <a:t>Loại </a:t>
            </a:r>
            <a:r>
              <a:rPr lang="en-US" altLang="ko-KR" sz="900">
                <a:latin typeface="Times New Roman" pitchFamily="18" charset="0"/>
                <a:ea typeface="돋움" pitchFamily="50" charset="-127"/>
                <a:cs typeface="Times New Roman" pitchFamily="18" charset="0"/>
              </a:rPr>
              <a:t>nằm ngang.</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④ Trục đặc.</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Line 2"/>
          <p:cNvSpPr>
            <a:spLocks noChangeShapeType="1"/>
          </p:cNvSpPr>
          <p:nvPr/>
        </p:nvSpPr>
        <p:spPr bwMode="auto">
          <a:xfrm>
            <a:off x="2286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14340" name="Rectangle 4"/>
          <p:cNvSpPr>
            <a:spLocks noChangeArrowheads="1"/>
          </p:cNvSpPr>
          <p:nvPr/>
        </p:nvSpPr>
        <p:spPr bwMode="auto">
          <a:xfrm>
            <a:off x="260350" y="776288"/>
            <a:ext cx="3124200" cy="88566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endParaRPr lang="en-US" altLang="ko-KR" sz="900">
              <a:latin typeface="돋움" pitchFamily="50" charset="-127"/>
              <a:ea typeface="돋움" pitchFamily="50" charset="-127"/>
            </a:endParaRPr>
          </a:p>
        </p:txBody>
      </p:sp>
      <p:sp>
        <p:nvSpPr>
          <p:cNvPr id="14341" name="Rectangle 5"/>
          <p:cNvSpPr>
            <a:spLocks noChangeArrowheads="1"/>
          </p:cNvSpPr>
          <p:nvPr/>
        </p:nvSpPr>
        <p:spPr bwMode="auto">
          <a:xfrm>
            <a:off x="3384550" y="776288"/>
            <a:ext cx="3124200" cy="88566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endParaRPr lang="ko-KR" altLang="ko-KR" sz="900">
              <a:latin typeface="돋움" pitchFamily="50" charset="-127"/>
              <a:ea typeface="돋움" pitchFamily="50" charset="-127"/>
            </a:endParaRPr>
          </a:p>
        </p:txBody>
      </p:sp>
      <p:sp>
        <p:nvSpPr>
          <p:cNvPr id="14342" name="직사각형 1"/>
          <p:cNvSpPr>
            <a:spLocks noChangeArrowheads="1"/>
          </p:cNvSpPr>
          <p:nvPr/>
        </p:nvSpPr>
        <p:spPr bwMode="auto">
          <a:xfrm>
            <a:off x="260350" y="811213"/>
            <a:ext cx="3130550" cy="6463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vi-VN" altLang="ko-KR" sz="900">
                <a:latin typeface="Times New Roman" pitchFamily="18" charset="0"/>
                <a:ea typeface="돋움" pitchFamily="50" charset="-127"/>
                <a:cs typeface="Times New Roman" pitchFamily="18" charset="0"/>
              </a:rPr>
              <a:t>76. Trong số các loại </a:t>
            </a:r>
            <a:r>
              <a:rPr lang="en-US" altLang="ko-KR" sz="900" smtClean="0">
                <a:latin typeface="Times New Roman" pitchFamily="18" charset="0"/>
                <a:ea typeface="돋움" pitchFamily="50" charset="-127"/>
                <a:cs typeface="Times New Roman" pitchFamily="18" charset="0"/>
              </a:rPr>
              <a:t>Timing belt,</a:t>
            </a:r>
            <a:r>
              <a:rPr lang="vi-VN" altLang="ko-KR" sz="900" smtClean="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dù có giảm </a:t>
            </a: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chiều rộng đi 60% thì độ bền gấp 4 </a:t>
            </a:r>
            <a:r>
              <a:rPr lang="vi-VN" altLang="ko-KR" sz="900" smtClean="0">
                <a:latin typeface="Times New Roman" pitchFamily="18" charset="0"/>
                <a:ea typeface="돋움" pitchFamily="50" charset="-127"/>
                <a:cs typeface="Times New Roman" pitchFamily="18" charset="0"/>
              </a:rPr>
              <a:t>lần</a:t>
            </a:r>
            <a:r>
              <a:rPr lang="fr-FR" altLang="ko-KR" sz="900" smtClean="0">
                <a:latin typeface="Times New Roman" pitchFamily="18" charset="0"/>
                <a:ea typeface="돋움" pitchFamily="50" charset="-127"/>
                <a:cs typeface="Times New Roman" pitchFamily="18" charset="0"/>
              </a:rPr>
              <a:t>?</a:t>
            </a:r>
            <a:endParaRPr lang="fr-FR"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① Power Giip HTD</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② Power Giip GT</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③ Poly Chain GT2</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④ Power Giip GT2</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77. Điều </a:t>
            </a:r>
            <a:r>
              <a:rPr lang="en-US" altLang="ko-KR" sz="900" smtClean="0">
                <a:latin typeface="Times New Roman" pitchFamily="18" charset="0"/>
                <a:ea typeface="돋움" pitchFamily="50" charset="-127"/>
                <a:cs typeface="Times New Roman" pitchFamily="18" charset="0"/>
              </a:rPr>
              <a:t>nào</a:t>
            </a:r>
            <a:r>
              <a:rPr lang="vi-VN" altLang="ko-KR" sz="900" smtClean="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không phù hợp với đặc điểm của </a:t>
            </a:r>
            <a:r>
              <a:rPr lang="en-US" altLang="ko-KR" sz="900" smtClean="0">
                <a:latin typeface="Times New Roman" pitchFamily="18" charset="0"/>
                <a:ea typeface="돋움" pitchFamily="50" charset="-127"/>
                <a:cs typeface="Times New Roman" pitchFamily="18" charset="0"/>
              </a:rPr>
              <a:t>Ball Spline</a:t>
            </a:r>
            <a:r>
              <a:rPr lang="vi-VN" altLang="ko-KR" sz="900" smtClean="0">
                <a:latin typeface="Times New Roman" pitchFamily="18" charset="0"/>
                <a:ea typeface="돋움" pitchFamily="50" charset="-127"/>
                <a:cs typeface="Times New Roman" pitchFamily="18" charset="0"/>
              </a:rPr>
              <a:t>?</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① Truyền mô-men xoắn thông qua chuyển động </a:t>
            </a:r>
            <a:r>
              <a:rPr lang="en-US" altLang="ko-KR" sz="900" smtClean="0">
                <a:latin typeface="Times New Roman" pitchFamily="18" charset="0"/>
                <a:ea typeface="돋움" pitchFamily="50" charset="-127"/>
                <a:cs typeface="Times New Roman" pitchFamily="18" charset="0"/>
              </a:rPr>
              <a:t>thẳng nhẹ nhàng</a:t>
            </a:r>
            <a:r>
              <a:rPr lang="vi-VN" altLang="ko-KR" sz="900" smtClean="0">
                <a:latin typeface="Times New Roman" pitchFamily="18" charset="0"/>
                <a:ea typeface="돋움" pitchFamily="50" charset="-127"/>
                <a:cs typeface="Times New Roman" pitchFamily="18" charset="0"/>
              </a:rPr>
              <a:t>.</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② Có thể được sử dụng để thay thế cho </a:t>
            </a:r>
            <a:r>
              <a:rPr lang="en-US" altLang="ko-KR" sz="900">
                <a:latin typeface="Times New Roman" panose="02020603050405020304" pitchFamily="18" charset="0"/>
                <a:cs typeface="Times New Roman" panose="02020603050405020304" pitchFamily="18" charset="0"/>
              </a:rPr>
              <a:t>Linear </a:t>
            </a:r>
            <a:r>
              <a:rPr lang="en-US" altLang="ko-KR" sz="900" smtClean="0">
                <a:latin typeface="Times New Roman" panose="02020603050405020304" pitchFamily="18" charset="0"/>
                <a:cs typeface="Times New Roman" panose="02020603050405020304" pitchFamily="18" charset="0"/>
              </a:rPr>
              <a:t>Bush</a:t>
            </a:r>
          </a:p>
          <a:p>
            <a:pPr eaLnBrk="1" hangingPunct="1">
              <a:spcBef>
                <a:spcPct val="0"/>
              </a:spcBef>
              <a:buFontTx/>
              <a:buNone/>
            </a:pPr>
            <a:r>
              <a:rPr lang="vi-VN" altLang="ko-KR" sz="900" smtClean="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③ Cấu trúc không thể tải </a:t>
            </a:r>
            <a:r>
              <a:rPr lang="vi-VN" altLang="ko-KR" sz="900" smtClean="0">
                <a:latin typeface="Times New Roman" pitchFamily="18" charset="0"/>
                <a:ea typeface="돋움" pitchFamily="50" charset="-127"/>
                <a:cs typeface="Times New Roman" pitchFamily="18" charset="0"/>
              </a:rPr>
              <a:t>trước</a:t>
            </a:r>
            <a:r>
              <a:rPr lang="en-US" altLang="ko-KR" sz="900" smtClean="0">
                <a:latin typeface="Times New Roman" pitchFamily="18" charset="0"/>
                <a:ea typeface="돋움" pitchFamily="50" charset="-127"/>
                <a:cs typeface="Times New Roman" pitchFamily="18" charset="0"/>
              </a:rPr>
              <a:t> Preload</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④ Được sử dụng khi áp dụng tải trọng và mômen</a:t>
            </a: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nhô ra</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None/>
            </a:pPr>
            <a:r>
              <a:rPr lang="vi-VN" altLang="ko-KR" sz="900">
                <a:latin typeface="Times New Roman" pitchFamily="18" charset="0"/>
                <a:ea typeface="돋움" pitchFamily="50" charset="-127"/>
                <a:cs typeface="Times New Roman" pitchFamily="18" charset="0"/>
              </a:rPr>
              <a:t>78. </a:t>
            </a:r>
            <a:r>
              <a:rPr lang="en-US" altLang="ko-KR" sz="900" smtClean="0">
                <a:latin typeface="Times New Roman" pitchFamily="18" charset="0"/>
                <a:ea typeface="돋움" pitchFamily="50" charset="-127"/>
                <a:cs typeface="Times New Roman" pitchFamily="18" charset="0"/>
              </a:rPr>
              <a:t>Phương pháp t</a:t>
            </a:r>
            <a:r>
              <a:rPr lang="vi-VN" altLang="ko-KR" sz="900" smtClean="0">
                <a:latin typeface="Times New Roman" pitchFamily="18" charset="0"/>
                <a:ea typeface="돋움" pitchFamily="50" charset="-127"/>
                <a:cs typeface="Times New Roman" pitchFamily="18" charset="0"/>
              </a:rPr>
              <a:t>ải trước</a:t>
            </a:r>
            <a:r>
              <a:rPr lang="en-US" altLang="ko-KR" sz="900" smtClean="0">
                <a:latin typeface="Times New Roman" pitchFamily="18" charset="0"/>
                <a:ea typeface="돋움" pitchFamily="50" charset="-127"/>
                <a:cs typeface="Times New Roman" pitchFamily="18" charset="0"/>
              </a:rPr>
              <a:t> của</a:t>
            </a:r>
            <a:r>
              <a:rPr lang="vi-VN" altLang="ko-KR" sz="900" smtClean="0">
                <a:latin typeface="Times New Roman" pitchFamily="18" charset="0"/>
                <a:ea typeface="돋움" pitchFamily="50" charset="-127"/>
                <a:cs typeface="Times New Roman" pitchFamily="18" charset="0"/>
              </a:rPr>
              <a:t> </a:t>
            </a:r>
            <a:r>
              <a:rPr lang="en-US" altLang="ko-KR" sz="900" smtClean="0">
                <a:latin typeface="Times New Roman" pitchFamily="18" charset="0"/>
                <a:ea typeface="돋움" pitchFamily="50" charset="-127"/>
                <a:cs typeface="Times New Roman" pitchFamily="18" charset="0"/>
              </a:rPr>
              <a:t>Ball Screw</a:t>
            </a:r>
            <a:r>
              <a:rPr lang="vi-VN" altLang="ko-KR" sz="900" smtClean="0">
                <a:latin typeface="Times New Roman" pitchFamily="18" charset="0"/>
                <a:ea typeface="돋움" pitchFamily="50" charset="-127"/>
                <a:cs typeface="Times New Roman" pitchFamily="18" charset="0"/>
              </a:rPr>
              <a:t> </a:t>
            </a:r>
            <a:r>
              <a:rPr lang="en-US" altLang="ko-KR" sz="900" smtClean="0">
                <a:latin typeface="Times New Roman" pitchFamily="18" charset="0"/>
                <a:ea typeface="돋움" pitchFamily="50" charset="-127"/>
                <a:cs typeface="Times New Roman" pitchFamily="18" charset="0"/>
              </a:rPr>
              <a:t>sử dụng </a:t>
            </a:r>
            <a:r>
              <a:rPr lang="vi-VN" altLang="ko-KR" sz="900">
                <a:latin typeface="Times New Roman" pitchFamily="18" charset="0"/>
                <a:ea typeface="돋움" pitchFamily="50" charset="-127"/>
                <a:cs typeface="Times New Roman" pitchFamily="18" charset="0"/>
              </a:rPr>
              <a:t>cấu trúc lò</a:t>
            </a:r>
            <a:r>
              <a:rPr lang="en-US" altLang="ko-KR" sz="900">
                <a:latin typeface="Times New Roman" pitchFamily="18" charset="0"/>
                <a:ea typeface="돋움" pitchFamily="50" charset="-127"/>
                <a:cs typeface="Times New Roman" pitchFamily="18" charset="0"/>
              </a:rPr>
              <a:t> </a:t>
            </a:r>
            <a:r>
              <a:rPr lang="vi-VN" altLang="ko-KR" sz="900" smtClean="0">
                <a:latin typeface="Times New Roman" pitchFamily="18" charset="0"/>
                <a:ea typeface="돋움" pitchFamily="50" charset="-127"/>
                <a:cs typeface="Times New Roman" pitchFamily="18" charset="0"/>
              </a:rPr>
              <a:t>xo</a:t>
            </a:r>
            <a:r>
              <a:rPr lang="en-US" altLang="ko-KR" sz="900" smtClean="0">
                <a:latin typeface="Times New Roman" pitchFamily="18" charset="0"/>
                <a:ea typeface="돋움" pitchFamily="50" charset="-127"/>
                <a:cs typeface="Times New Roman" pitchFamily="18" charset="0"/>
              </a:rPr>
              <a:t> gọi là gì</a:t>
            </a:r>
            <a:r>
              <a:rPr lang="vi-VN" altLang="ko-KR" sz="900" smtClean="0">
                <a:latin typeface="Times New Roman" pitchFamily="18" charset="0"/>
                <a:ea typeface="돋움" pitchFamily="50" charset="-127"/>
                <a:cs typeface="Times New Roman" pitchFamily="18" charset="0"/>
              </a:rPr>
              <a:t>?</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① Phương pháp </a:t>
            </a:r>
            <a:r>
              <a:rPr lang="en-US" altLang="ko-KR" sz="900" smtClean="0">
                <a:latin typeface="Times New Roman" panose="02020603050405020304" pitchFamily="18" charset="0"/>
                <a:cs typeface="Times New Roman" panose="02020603050405020304" pitchFamily="18" charset="0"/>
              </a:rPr>
              <a:t>Position</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② Phương pháp </a:t>
            </a:r>
            <a:r>
              <a:rPr lang="en-US" altLang="ko-KR" sz="900" smtClean="0">
                <a:latin typeface="Times New Roman" pitchFamily="18" charset="0"/>
                <a:ea typeface="돋움" pitchFamily="50" charset="-127"/>
                <a:cs typeface="Times New Roman" pitchFamily="18" charset="0"/>
              </a:rPr>
              <a:t>Pressure</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③ Phương pháp </a:t>
            </a:r>
            <a:r>
              <a:rPr lang="en-US" altLang="ko-KR" sz="900" smtClean="0">
                <a:latin typeface="Times New Roman" pitchFamily="18" charset="0"/>
                <a:ea typeface="돋움" pitchFamily="50" charset="-127"/>
                <a:cs typeface="Times New Roman" pitchFamily="18" charset="0"/>
              </a:rPr>
              <a:t>Offset</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④ Phương pháp Deflector</a:t>
            </a: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79. </a:t>
            </a:r>
            <a:r>
              <a:rPr lang="en-US" altLang="ko-KR" sz="900" smtClean="0">
                <a:latin typeface="Times New Roman" pitchFamily="18" charset="0"/>
                <a:ea typeface="돋움" pitchFamily="50" charset="-127"/>
                <a:cs typeface="Times New Roman" pitchFamily="18" charset="0"/>
              </a:rPr>
              <a:t>Đáp án </a:t>
            </a:r>
            <a:r>
              <a:rPr lang="en-US" altLang="ko-KR" sz="900">
                <a:latin typeface="Times New Roman" pitchFamily="18" charset="0"/>
                <a:ea typeface="돋움" pitchFamily="50" charset="-127"/>
                <a:cs typeface="Times New Roman" pitchFamily="18" charset="0"/>
              </a:rPr>
              <a:t>không </a:t>
            </a:r>
            <a:r>
              <a:rPr lang="en-US" altLang="ko-KR" sz="900" smtClean="0">
                <a:latin typeface="Times New Roman" pitchFamily="18" charset="0"/>
                <a:ea typeface="돋움" pitchFamily="50" charset="-127"/>
                <a:cs typeface="Times New Roman" pitchFamily="18" charset="0"/>
              </a:rPr>
              <a:t>đúng </a:t>
            </a:r>
            <a:r>
              <a:rPr lang="en-US" altLang="ko-KR" sz="900">
                <a:latin typeface="Times New Roman" pitchFamily="18" charset="0"/>
                <a:ea typeface="돋움" pitchFamily="50" charset="-127"/>
                <a:cs typeface="Times New Roman" pitchFamily="18" charset="0"/>
              </a:rPr>
              <a:t>với mô tả về </a:t>
            </a:r>
            <a:r>
              <a:rPr lang="en-US" altLang="ko-KR" sz="900" smtClean="0">
                <a:latin typeface="Times New Roman" pitchFamily="18" charset="0"/>
                <a:ea typeface="돋움" pitchFamily="50" charset="-127"/>
                <a:cs typeface="Times New Roman" pitchFamily="18" charset="0"/>
              </a:rPr>
              <a:t>Ball screw?</a:t>
            </a: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① </a:t>
            </a:r>
            <a:r>
              <a:rPr lang="en-US" altLang="ko-KR" sz="900" smtClean="0">
                <a:latin typeface="Times New Roman" pitchFamily="18" charset="0"/>
                <a:ea typeface="돋움" pitchFamily="50" charset="-127"/>
                <a:cs typeface="Times New Roman" pitchFamily="18" charset="0"/>
              </a:rPr>
              <a:t>Phương </a:t>
            </a:r>
            <a:r>
              <a:rPr lang="vi-VN" altLang="ko-KR" sz="900" smtClean="0">
                <a:latin typeface="Times New Roman" pitchFamily="18" charset="0"/>
                <a:ea typeface="돋움" pitchFamily="50" charset="-127"/>
                <a:cs typeface="Times New Roman" pitchFamily="18" charset="0"/>
              </a:rPr>
              <a:t>pháp </a:t>
            </a:r>
            <a:r>
              <a:rPr lang="vi-VN" altLang="ko-KR" sz="900">
                <a:latin typeface="Times New Roman" pitchFamily="18" charset="0"/>
                <a:ea typeface="돋움" pitchFamily="50" charset="-127"/>
                <a:cs typeface="Times New Roman" pitchFamily="18" charset="0"/>
              </a:rPr>
              <a:t>tải </a:t>
            </a:r>
            <a:r>
              <a:rPr lang="vi-VN" altLang="ko-KR" sz="900" smtClean="0">
                <a:latin typeface="Times New Roman" pitchFamily="18" charset="0"/>
                <a:ea typeface="돋움" pitchFamily="50" charset="-127"/>
                <a:cs typeface="Times New Roman" pitchFamily="18" charset="0"/>
              </a:rPr>
              <a:t>trước </a:t>
            </a:r>
            <a:r>
              <a:rPr lang="en-US" altLang="ko-KR" sz="900">
                <a:latin typeface="Times New Roman" panose="02020603050405020304" pitchFamily="18" charset="0"/>
                <a:cs typeface="Times New Roman" panose="02020603050405020304" pitchFamily="18" charset="0"/>
              </a:rPr>
              <a:t>Double </a:t>
            </a:r>
            <a:r>
              <a:rPr lang="en-US" altLang="ko-KR" sz="900" smtClean="0">
                <a:latin typeface="Times New Roman" panose="02020603050405020304" pitchFamily="18" charset="0"/>
                <a:cs typeface="Times New Roman" panose="02020603050405020304" pitchFamily="18" charset="0"/>
              </a:rPr>
              <a:t>Nut</a:t>
            </a:r>
            <a:r>
              <a:rPr lang="vi-VN" altLang="ko-KR" sz="900" smtClean="0">
                <a:latin typeface="Times New Roman" pitchFamily="18" charset="0"/>
                <a:ea typeface="돋움" pitchFamily="50" charset="-127"/>
                <a:cs typeface="Times New Roman" pitchFamily="18" charset="0"/>
              </a:rPr>
              <a:t>,</a:t>
            </a:r>
            <a:r>
              <a:rPr lang="en-US" altLang="ko-KR" sz="900" smtClean="0">
                <a:latin typeface="Times New Roman" pitchFamily="18" charset="0"/>
                <a:ea typeface="돋움" pitchFamily="50" charset="-127"/>
                <a:cs typeface="Times New Roman" pitchFamily="18" charset="0"/>
              </a:rPr>
              <a:t> được</a:t>
            </a:r>
            <a:r>
              <a:rPr lang="vi-VN" altLang="ko-KR" sz="900" smtClean="0">
                <a:latin typeface="Times New Roman" pitchFamily="18" charset="0"/>
                <a:ea typeface="돋움" pitchFamily="50" charset="-127"/>
                <a:cs typeface="Times New Roman" pitchFamily="18" charset="0"/>
              </a:rPr>
              <a:t> chèn </a:t>
            </a:r>
            <a:r>
              <a:rPr lang="vi-VN" altLang="ko-KR" sz="900">
                <a:latin typeface="Times New Roman" pitchFamily="18" charset="0"/>
                <a:ea typeface="돋움" pitchFamily="50" charset="-127"/>
                <a:cs typeface="Times New Roman" pitchFamily="18" charset="0"/>
              </a:rPr>
              <a:t>một miếng đệm.</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② Phương pháp </a:t>
            </a:r>
            <a:r>
              <a:rPr lang="en-US" altLang="ko-KR" sz="900" smtClean="0">
                <a:latin typeface="Times New Roman" pitchFamily="18" charset="0"/>
                <a:ea typeface="돋움" pitchFamily="50" charset="-127"/>
                <a:cs typeface="Times New Roman" pitchFamily="18" charset="0"/>
              </a:rPr>
              <a:t>tải</a:t>
            </a:r>
            <a:r>
              <a:rPr lang="vi-VN" altLang="ko-KR" sz="900" smtClean="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trước </a:t>
            </a:r>
            <a:r>
              <a:rPr lang="en-US" altLang="ko-KR" sz="900">
                <a:latin typeface="Times New Roman" panose="02020603050405020304" pitchFamily="18" charset="0"/>
                <a:cs typeface="Times New Roman" panose="02020603050405020304" pitchFamily="18" charset="0"/>
              </a:rPr>
              <a:t>Static Pressure </a:t>
            </a:r>
            <a:r>
              <a:rPr lang="vi-VN" altLang="ko-KR" sz="900" smtClean="0">
                <a:latin typeface="Times New Roman" pitchFamily="18" charset="0"/>
                <a:ea typeface="돋움" pitchFamily="50" charset="-127"/>
                <a:cs typeface="Times New Roman" pitchFamily="18" charset="0"/>
              </a:rPr>
              <a:t>là </a:t>
            </a:r>
            <a:r>
              <a:rPr lang="vi-VN" altLang="ko-KR" sz="900">
                <a:latin typeface="Times New Roman" pitchFamily="18" charset="0"/>
                <a:ea typeface="돋움" pitchFamily="50" charset="-127"/>
                <a:cs typeface="Times New Roman" pitchFamily="18" charset="0"/>
              </a:rPr>
              <a:t>phương pháp thay </a:t>
            </a:r>
            <a:r>
              <a:rPr lang="en-US" altLang="ko-KR" sz="900" smtClean="0">
                <a:latin typeface="Times New Roman" panose="02020603050405020304" pitchFamily="18" charset="0"/>
                <a:cs typeface="Times New Roman" panose="02020603050405020304" pitchFamily="18" charset="0"/>
              </a:rPr>
              <a:t>đổi </a:t>
            </a:r>
            <a:r>
              <a:rPr lang="en-US" altLang="ko-KR" sz="900">
                <a:latin typeface="Times New Roman" panose="02020603050405020304" pitchFamily="18" charset="0"/>
                <a:cs typeface="Times New Roman" panose="02020603050405020304" pitchFamily="18" charset="0"/>
              </a:rPr>
              <a:t>Home Pitch</a:t>
            </a:r>
            <a:r>
              <a:rPr lang="vi-VN" altLang="ko-KR" sz="900" smtClean="0">
                <a:latin typeface="Times New Roman" pitchFamily="18" charset="0"/>
                <a:ea typeface="돋움" pitchFamily="50" charset="-127"/>
                <a:cs typeface="Times New Roman" pitchFamily="18" charset="0"/>
              </a:rPr>
              <a:t>.   </a:t>
            </a:r>
            <a:endParaRPr lang="en-US" altLang="ko-KR" sz="900" smtClean="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a:t>
            </a:r>
            <a:r>
              <a:rPr lang="en-US" altLang="ko-KR" sz="900" smtClean="0">
                <a:latin typeface="Times New Roman" pitchFamily="18" charset="0"/>
                <a:ea typeface="돋움" pitchFamily="50" charset="-127"/>
                <a:cs typeface="Times New Roman" pitchFamily="18" charset="0"/>
              </a:rPr>
              <a:t>  </a:t>
            </a:r>
            <a:r>
              <a:rPr lang="vi-VN" altLang="ko-KR" sz="900" smtClean="0">
                <a:latin typeface="Times New Roman" pitchFamily="18" charset="0"/>
                <a:ea typeface="돋움" pitchFamily="50" charset="-127"/>
                <a:cs typeface="Times New Roman" pitchFamily="18" charset="0"/>
              </a:rPr>
              <a:t> ③ </a:t>
            </a:r>
            <a:r>
              <a:rPr lang="en-US" altLang="ko-KR" sz="900" smtClean="0">
                <a:latin typeface="Times New Roman" pitchFamily="18" charset="0"/>
                <a:ea typeface="돋움" pitchFamily="50" charset="-127"/>
                <a:cs typeface="Times New Roman" pitchFamily="18" charset="0"/>
              </a:rPr>
              <a:t>Phân loại thành loại tuần hoàn bi và loại tải trọng trước</a:t>
            </a:r>
            <a:r>
              <a:rPr lang="vi-VN" altLang="ko-KR" sz="900" smtClean="0">
                <a:latin typeface="Times New Roman" pitchFamily="18" charset="0"/>
                <a:ea typeface="돋움" pitchFamily="50" charset="-127"/>
                <a:cs typeface="Times New Roman" pitchFamily="18" charset="0"/>
              </a:rPr>
              <a:t>.</a:t>
            </a:r>
          </a:p>
          <a:p>
            <a:pPr eaLnBrk="1" hangingPunct="1">
              <a:spcBef>
                <a:spcPct val="0"/>
              </a:spcBef>
              <a:buFontTx/>
              <a:buNone/>
            </a:pPr>
            <a:r>
              <a:rPr lang="vi-VN" altLang="ko-KR" sz="900" smtClean="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④ Khi </a:t>
            </a:r>
            <a:r>
              <a:rPr lang="en-US" altLang="ko-KR" sz="900" smtClean="0">
                <a:latin typeface="Times New Roman" pitchFamily="18" charset="0"/>
                <a:ea typeface="돋움" pitchFamily="50" charset="-127"/>
                <a:cs typeface="Times New Roman" pitchFamily="18" charset="0"/>
              </a:rPr>
              <a:t>bảo quản Ball screw</a:t>
            </a:r>
            <a:r>
              <a:rPr lang="vi-VN" altLang="ko-KR" sz="900" smtClean="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hãy cất nó theo hướng nằm ngang.</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80. Trong số các loại vạch </a:t>
            </a:r>
            <a:r>
              <a:rPr lang="en-US" altLang="ko-KR" sz="900" smtClean="0">
                <a:latin typeface="Times New Roman" pitchFamily="18" charset="0"/>
                <a:ea typeface="돋움" pitchFamily="50" charset="-127"/>
                <a:cs typeface="Times New Roman" pitchFamily="18" charset="0"/>
              </a:rPr>
              <a:t>dưới</a:t>
            </a:r>
            <a:r>
              <a:rPr lang="vi-VN" altLang="ko-KR" sz="900" smtClean="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đây, vạch nào có độ</a:t>
            </a: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dày khác </a:t>
            </a:r>
            <a:r>
              <a:rPr lang="en-US" altLang="ko-KR" sz="900" smtClean="0">
                <a:latin typeface="Times New Roman" pitchFamily="18" charset="0"/>
                <a:ea typeface="돋움" pitchFamily="50" charset="-127"/>
                <a:cs typeface="Times New Roman" pitchFamily="18" charset="0"/>
              </a:rPr>
              <a:t>biệt nhất</a:t>
            </a:r>
            <a:r>
              <a:rPr lang="vi-VN" altLang="ko-KR" sz="900" smtClean="0">
                <a:latin typeface="Times New Roman" pitchFamily="18" charset="0"/>
                <a:ea typeface="돋움" pitchFamily="50" charset="-127"/>
                <a:cs typeface="Times New Roman" pitchFamily="18" charset="0"/>
              </a:rPr>
              <a:t>?</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① Đường kích thước</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② Đường trung tâm</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③ Dòng </a:t>
            </a:r>
            <a:r>
              <a:rPr lang="en-US" altLang="ko-KR" sz="900" smtClean="0">
                <a:latin typeface="Times New Roman" pitchFamily="18" charset="0"/>
                <a:ea typeface="돋움" pitchFamily="50" charset="-127"/>
                <a:cs typeface="Times New Roman" pitchFamily="18" charset="0"/>
              </a:rPr>
              <a:t>chỉ thị</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④ </a:t>
            </a:r>
            <a:r>
              <a:rPr lang="en-US" altLang="ko-KR" sz="900" smtClean="0">
                <a:latin typeface="Times New Roman" pitchFamily="18" charset="0"/>
                <a:ea typeface="돋움" pitchFamily="50" charset="-127"/>
                <a:cs typeface="Times New Roman" pitchFamily="18" charset="0"/>
              </a:rPr>
              <a:t>Đường </a:t>
            </a:r>
            <a:r>
              <a:rPr lang="en-US" altLang="ko-KR" sz="900">
                <a:latin typeface="Times New Roman" pitchFamily="18" charset="0"/>
                <a:ea typeface="돋움" pitchFamily="50" charset="-127"/>
                <a:cs typeface="Times New Roman" pitchFamily="18" charset="0"/>
              </a:rPr>
              <a:t>ẩn</a:t>
            </a:r>
          </a:p>
        </p:txBody>
      </p:sp>
      <p:sp>
        <p:nvSpPr>
          <p:cNvPr id="7" name="Text Box 6"/>
          <p:cNvSpPr txBox="1">
            <a:spLocks noChangeArrowheads="1"/>
          </p:cNvSpPr>
          <p:nvPr/>
        </p:nvSpPr>
        <p:spPr bwMode="auto">
          <a:xfrm>
            <a:off x="123825" y="228600"/>
            <a:ext cx="36655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defRPr/>
            </a:pPr>
            <a:r>
              <a:rPr lang="en-US" altLang="ko-KR" sz="1600" b="1" smtClean="0">
                <a:effectLst>
                  <a:outerShdw blurRad="38100" dist="38100" dir="2700000" algn="tl">
                    <a:srgbClr val="C0C0C0"/>
                  </a:outerShdw>
                </a:effectLst>
                <a:latin typeface="Times New Roman" panose="02020603050405020304" pitchFamily="18" charset="0"/>
                <a:ea typeface="굴림" pitchFamily="50" charset="-127"/>
                <a:cs typeface="Times New Roman" panose="02020603050405020304" pitchFamily="18" charset="0"/>
              </a:rPr>
              <a:t> MÁY</a:t>
            </a:r>
            <a:r>
              <a:rPr lang="ko-KR" altLang="en-US" sz="1600" b="1" smtClean="0">
                <a:effectLst>
                  <a:outerShdw blurRad="38100" dist="38100" dir="2700000" algn="tl">
                    <a:srgbClr val="C0C0C0"/>
                  </a:outerShdw>
                </a:effectLst>
                <a:latin typeface="Times New Roman" panose="02020603050405020304" pitchFamily="18" charset="0"/>
                <a:ea typeface="굴림" pitchFamily="50" charset="-127"/>
                <a:cs typeface="Times New Roman" panose="02020603050405020304" pitchFamily="18" charset="0"/>
              </a:rPr>
              <a:t> </a:t>
            </a:r>
            <a:endParaRPr lang="en-US" altLang="ko-KR" sz="1600" b="1" dirty="0" smtClean="0">
              <a:effectLst>
                <a:outerShdw blurRad="38100" dist="38100" dir="2700000" algn="tl">
                  <a:srgbClr val="C0C0C0"/>
                </a:outerShdw>
              </a:effectLst>
              <a:latin typeface="Times New Roman" panose="02020603050405020304" pitchFamily="18" charset="0"/>
              <a:ea typeface="굴림" pitchFamily="50" charset="-127"/>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299852823"/>
              </p:ext>
            </p:extLst>
          </p:nvPr>
        </p:nvGraphicFramePr>
        <p:xfrm>
          <a:off x="298152" y="416496"/>
          <a:ext cx="1368152" cy="4449676"/>
        </p:xfrm>
        <a:graphic>
          <a:graphicData uri="http://schemas.openxmlformats.org/drawingml/2006/table">
            <a:tbl>
              <a:tblPr/>
              <a:tblGrid>
                <a:gridCol w="576064"/>
                <a:gridCol w="792088"/>
              </a:tblGrid>
              <a:tr h="220566">
                <a:tc>
                  <a:txBody>
                    <a:bodyPr/>
                    <a:lstStyle/>
                    <a:p>
                      <a:pPr algn="ctr" fontAlgn="ctr"/>
                      <a:r>
                        <a:rPr lang="en-US" altLang="ko-KR" sz="900" b="1" i="0" u="none" strike="noStrike" smtClean="0">
                          <a:solidFill>
                            <a:srgbClr val="000000"/>
                          </a:solidFill>
                          <a:effectLst/>
                          <a:latin typeface="Times New Roman" panose="02020603050405020304" pitchFamily="18" charset="0"/>
                          <a:cs typeface="Times New Roman" panose="02020603050405020304" pitchFamily="18" charset="0"/>
                        </a:rPr>
                        <a:t>Câu</a:t>
                      </a:r>
                      <a:endParaRPr lang="ko-KR" altLang="en-US" sz="900" b="1" i="0" u="none" strike="noStrike">
                        <a:solidFill>
                          <a:srgbClr val="000000"/>
                        </a:solidFill>
                        <a:effectLst/>
                        <a:latin typeface="Times New Roman" panose="02020603050405020304" pitchFamily="18" charset="0"/>
                        <a:cs typeface="Times New Roman" panose="02020603050405020304" pitchFamily="18" charset="0"/>
                      </a:endParaRPr>
                    </a:p>
                  </a:txBody>
                  <a:tcPr marL="9590" marR="9590" marT="95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US" altLang="ko-KR" sz="900" b="1" i="0" u="none" strike="noStrike" smtClean="0">
                          <a:solidFill>
                            <a:srgbClr val="000000"/>
                          </a:solidFill>
                          <a:effectLst/>
                          <a:latin typeface="Times New Roman" panose="02020603050405020304" pitchFamily="18" charset="0"/>
                          <a:cs typeface="Times New Roman" panose="02020603050405020304" pitchFamily="18" charset="0"/>
                        </a:rPr>
                        <a:t>Đáp</a:t>
                      </a:r>
                      <a:r>
                        <a:rPr lang="en-US" altLang="ko-KR" sz="900" b="1" i="0" u="none" strike="noStrike" baseline="0" smtClean="0">
                          <a:solidFill>
                            <a:srgbClr val="000000"/>
                          </a:solidFill>
                          <a:effectLst/>
                          <a:latin typeface="Times New Roman" panose="02020603050405020304" pitchFamily="18" charset="0"/>
                          <a:cs typeface="Times New Roman" panose="02020603050405020304" pitchFamily="18" charset="0"/>
                        </a:rPr>
                        <a:t> án</a:t>
                      </a:r>
                      <a:endParaRPr lang="ko-KR" altLang="en-US" sz="900" b="1" i="0" u="none" strike="noStrike">
                        <a:solidFill>
                          <a:srgbClr val="000000"/>
                        </a:solidFill>
                        <a:effectLst/>
                        <a:latin typeface="Times New Roman" panose="02020603050405020304" pitchFamily="18" charset="0"/>
                        <a:cs typeface="Times New Roman" panose="02020603050405020304" pitchFamily="18" charset="0"/>
                      </a:endParaRPr>
                    </a:p>
                  </a:txBody>
                  <a:tcPr marL="9590" marR="9590" marT="95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r>
              <a:tr h="210976">
                <a:tc>
                  <a:txBody>
                    <a:bodyPr/>
                    <a:lstStyle/>
                    <a:p>
                      <a:pPr algn="ctr" fontAlgn="ctr"/>
                      <a:r>
                        <a:rPr lang="en-US" altLang="ko-KR" sz="900" b="0" i="0" u="none" strike="noStrike">
                          <a:solidFill>
                            <a:srgbClr val="000000"/>
                          </a:solidFill>
                          <a:effectLst/>
                          <a:latin typeface="Times New Roman" panose="02020603050405020304" pitchFamily="18" charset="0"/>
                          <a:cs typeface="Times New Roman" panose="02020603050405020304" pitchFamily="18" charset="0"/>
                        </a:rPr>
                        <a:t>1</a:t>
                      </a:r>
                    </a:p>
                  </a:txBody>
                  <a:tcPr marL="9590" marR="9590" marT="95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t"/>
                      <a:r>
                        <a:rPr lang="en-US" altLang="ko-KR" sz="1000" b="0" i="0" u="none" strike="noStrike">
                          <a:solidFill>
                            <a:srgbClr val="000000"/>
                          </a:solidFill>
                          <a:effectLst/>
                          <a:latin typeface="Times New Roman" panose="02020603050405020304" pitchFamily="18" charset="0"/>
                          <a:cs typeface="Times New Roman" panose="02020603050405020304" pitchFamily="18" charset="0"/>
                        </a:rPr>
                        <a:t>3</a:t>
                      </a:r>
                    </a:p>
                  </a:txBody>
                  <a:tcPr marL="9590" marR="9590" marT="959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10976">
                <a:tc>
                  <a:txBody>
                    <a:bodyPr/>
                    <a:lstStyle/>
                    <a:p>
                      <a:pPr algn="ctr" fontAlgn="ctr"/>
                      <a:r>
                        <a:rPr lang="en-US" altLang="ko-KR" sz="900" b="0" i="0" u="none" strike="noStrike">
                          <a:solidFill>
                            <a:srgbClr val="000000"/>
                          </a:solidFill>
                          <a:effectLst/>
                          <a:latin typeface="Times New Roman" panose="02020603050405020304" pitchFamily="18" charset="0"/>
                          <a:cs typeface="Times New Roman" panose="02020603050405020304" pitchFamily="18" charset="0"/>
                        </a:rPr>
                        <a:t>2</a:t>
                      </a:r>
                    </a:p>
                  </a:txBody>
                  <a:tcPr marL="9590" marR="9590" marT="95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Times New Roman" panose="02020603050405020304" pitchFamily="18" charset="0"/>
                          <a:cs typeface="Times New Roman" panose="02020603050405020304" pitchFamily="18" charset="0"/>
                        </a:rPr>
                        <a:t>3</a:t>
                      </a:r>
                    </a:p>
                  </a:txBody>
                  <a:tcPr marL="9590" marR="9590" marT="95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10976">
                <a:tc>
                  <a:txBody>
                    <a:bodyPr/>
                    <a:lstStyle/>
                    <a:p>
                      <a:pPr algn="ctr" fontAlgn="ctr"/>
                      <a:r>
                        <a:rPr lang="en-US" altLang="ko-KR" sz="900" b="0" i="0" u="none" strike="noStrike">
                          <a:solidFill>
                            <a:srgbClr val="000000"/>
                          </a:solidFill>
                          <a:effectLst/>
                          <a:latin typeface="Times New Roman" panose="02020603050405020304" pitchFamily="18" charset="0"/>
                          <a:cs typeface="Times New Roman" panose="02020603050405020304" pitchFamily="18" charset="0"/>
                        </a:rPr>
                        <a:t>3</a:t>
                      </a:r>
                    </a:p>
                  </a:txBody>
                  <a:tcPr marL="9590" marR="9590" marT="95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Times New Roman" panose="02020603050405020304" pitchFamily="18" charset="0"/>
                          <a:cs typeface="Times New Roman" panose="02020603050405020304" pitchFamily="18" charset="0"/>
                        </a:rPr>
                        <a:t>4</a:t>
                      </a:r>
                    </a:p>
                  </a:txBody>
                  <a:tcPr marL="9590" marR="9590" marT="95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10976">
                <a:tc>
                  <a:txBody>
                    <a:bodyPr/>
                    <a:lstStyle/>
                    <a:p>
                      <a:pPr algn="ctr" fontAlgn="ctr"/>
                      <a:r>
                        <a:rPr lang="en-US" altLang="ko-KR" sz="900" b="0" i="0" u="none" strike="noStrike">
                          <a:solidFill>
                            <a:srgbClr val="000000"/>
                          </a:solidFill>
                          <a:effectLst/>
                          <a:latin typeface="Times New Roman" panose="02020603050405020304" pitchFamily="18" charset="0"/>
                          <a:cs typeface="Times New Roman" panose="02020603050405020304" pitchFamily="18" charset="0"/>
                        </a:rPr>
                        <a:t>4</a:t>
                      </a:r>
                    </a:p>
                  </a:txBody>
                  <a:tcPr marL="9590" marR="9590" marT="95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Times New Roman" panose="02020603050405020304" pitchFamily="18" charset="0"/>
                          <a:cs typeface="Times New Roman" panose="02020603050405020304" pitchFamily="18" charset="0"/>
                        </a:rPr>
                        <a:t>1</a:t>
                      </a:r>
                    </a:p>
                  </a:txBody>
                  <a:tcPr marL="9590" marR="9590" marT="95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10976">
                <a:tc>
                  <a:txBody>
                    <a:bodyPr/>
                    <a:lstStyle/>
                    <a:p>
                      <a:pPr algn="ctr" fontAlgn="ctr"/>
                      <a:r>
                        <a:rPr lang="en-US" altLang="ko-KR" sz="900" b="0" i="0" u="none" strike="noStrike">
                          <a:solidFill>
                            <a:srgbClr val="000000"/>
                          </a:solidFill>
                          <a:effectLst/>
                          <a:latin typeface="Times New Roman" panose="02020603050405020304" pitchFamily="18" charset="0"/>
                          <a:cs typeface="Times New Roman" panose="02020603050405020304" pitchFamily="18" charset="0"/>
                        </a:rPr>
                        <a:t>5</a:t>
                      </a:r>
                    </a:p>
                  </a:txBody>
                  <a:tcPr marL="9590" marR="9590" marT="95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Times New Roman" panose="02020603050405020304" pitchFamily="18" charset="0"/>
                          <a:cs typeface="Times New Roman" panose="02020603050405020304" pitchFamily="18" charset="0"/>
                        </a:rPr>
                        <a:t>4</a:t>
                      </a:r>
                    </a:p>
                  </a:txBody>
                  <a:tcPr marL="9590" marR="9590" marT="95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10976">
                <a:tc>
                  <a:txBody>
                    <a:bodyPr/>
                    <a:lstStyle/>
                    <a:p>
                      <a:pPr algn="ctr" fontAlgn="ctr"/>
                      <a:r>
                        <a:rPr lang="en-US" altLang="ko-KR" sz="900" b="0" i="0" u="none" strike="noStrike">
                          <a:solidFill>
                            <a:srgbClr val="000000"/>
                          </a:solidFill>
                          <a:effectLst/>
                          <a:latin typeface="Times New Roman" panose="02020603050405020304" pitchFamily="18" charset="0"/>
                          <a:cs typeface="Times New Roman" panose="02020603050405020304" pitchFamily="18" charset="0"/>
                        </a:rPr>
                        <a:t>6</a:t>
                      </a:r>
                    </a:p>
                  </a:txBody>
                  <a:tcPr marL="9590" marR="9590" marT="95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Times New Roman" panose="02020603050405020304" pitchFamily="18" charset="0"/>
                          <a:cs typeface="Times New Roman" panose="02020603050405020304" pitchFamily="18" charset="0"/>
                        </a:rPr>
                        <a:t>3</a:t>
                      </a:r>
                    </a:p>
                  </a:txBody>
                  <a:tcPr marL="9590" marR="9590" marT="95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10976">
                <a:tc>
                  <a:txBody>
                    <a:bodyPr/>
                    <a:lstStyle/>
                    <a:p>
                      <a:pPr algn="ctr" fontAlgn="ctr"/>
                      <a:r>
                        <a:rPr lang="en-US" altLang="ko-KR" sz="900" b="0" i="0" u="none" strike="noStrike">
                          <a:solidFill>
                            <a:srgbClr val="000000"/>
                          </a:solidFill>
                          <a:effectLst/>
                          <a:latin typeface="Times New Roman" panose="02020603050405020304" pitchFamily="18" charset="0"/>
                          <a:cs typeface="Times New Roman" panose="02020603050405020304" pitchFamily="18" charset="0"/>
                        </a:rPr>
                        <a:t>7</a:t>
                      </a:r>
                    </a:p>
                  </a:txBody>
                  <a:tcPr marL="9590" marR="9590" marT="95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Times New Roman" panose="02020603050405020304" pitchFamily="18" charset="0"/>
                          <a:cs typeface="Times New Roman" panose="02020603050405020304" pitchFamily="18" charset="0"/>
                        </a:rPr>
                        <a:t>3</a:t>
                      </a:r>
                    </a:p>
                  </a:txBody>
                  <a:tcPr marL="9590" marR="9590" marT="95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10976">
                <a:tc>
                  <a:txBody>
                    <a:bodyPr/>
                    <a:lstStyle/>
                    <a:p>
                      <a:pPr algn="ctr" fontAlgn="ctr"/>
                      <a:r>
                        <a:rPr lang="en-US" altLang="ko-KR" sz="900" b="0" i="0" u="none" strike="noStrike">
                          <a:solidFill>
                            <a:srgbClr val="000000"/>
                          </a:solidFill>
                          <a:effectLst/>
                          <a:latin typeface="Times New Roman" panose="02020603050405020304" pitchFamily="18" charset="0"/>
                          <a:cs typeface="Times New Roman" panose="02020603050405020304" pitchFamily="18" charset="0"/>
                        </a:rPr>
                        <a:t>8</a:t>
                      </a:r>
                    </a:p>
                  </a:txBody>
                  <a:tcPr marL="9590" marR="9590" marT="95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Times New Roman" panose="02020603050405020304" pitchFamily="18" charset="0"/>
                          <a:cs typeface="Times New Roman" panose="02020603050405020304" pitchFamily="18" charset="0"/>
                        </a:rPr>
                        <a:t>2</a:t>
                      </a:r>
                    </a:p>
                  </a:txBody>
                  <a:tcPr marL="9590" marR="9590" marT="95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10976">
                <a:tc>
                  <a:txBody>
                    <a:bodyPr/>
                    <a:lstStyle/>
                    <a:p>
                      <a:pPr algn="ctr" fontAlgn="ctr"/>
                      <a:r>
                        <a:rPr lang="en-US" altLang="ko-KR" sz="900" b="0" i="0" u="none" strike="noStrike">
                          <a:solidFill>
                            <a:srgbClr val="000000"/>
                          </a:solidFill>
                          <a:effectLst/>
                          <a:latin typeface="Times New Roman" panose="02020603050405020304" pitchFamily="18" charset="0"/>
                          <a:cs typeface="Times New Roman" panose="02020603050405020304" pitchFamily="18" charset="0"/>
                        </a:rPr>
                        <a:t>9</a:t>
                      </a:r>
                    </a:p>
                  </a:txBody>
                  <a:tcPr marL="9590" marR="9590" marT="95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Times New Roman" panose="02020603050405020304" pitchFamily="18" charset="0"/>
                          <a:cs typeface="Times New Roman" panose="02020603050405020304" pitchFamily="18" charset="0"/>
                        </a:rPr>
                        <a:t>1</a:t>
                      </a:r>
                    </a:p>
                  </a:txBody>
                  <a:tcPr marL="9590" marR="9590" marT="95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10976">
                <a:tc>
                  <a:txBody>
                    <a:bodyPr/>
                    <a:lstStyle/>
                    <a:p>
                      <a:pPr algn="ctr" fontAlgn="ctr"/>
                      <a:r>
                        <a:rPr lang="en-US" altLang="ko-KR" sz="900" b="0" i="0" u="none" strike="noStrike">
                          <a:solidFill>
                            <a:srgbClr val="000000"/>
                          </a:solidFill>
                          <a:effectLst/>
                          <a:latin typeface="Times New Roman" panose="02020603050405020304" pitchFamily="18" charset="0"/>
                          <a:cs typeface="Times New Roman" panose="02020603050405020304" pitchFamily="18" charset="0"/>
                        </a:rPr>
                        <a:t>10</a:t>
                      </a:r>
                    </a:p>
                  </a:txBody>
                  <a:tcPr marL="9590" marR="9590" marT="95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Times New Roman" panose="02020603050405020304" pitchFamily="18" charset="0"/>
                          <a:cs typeface="Times New Roman" panose="02020603050405020304" pitchFamily="18" charset="0"/>
                        </a:rPr>
                        <a:t>3</a:t>
                      </a:r>
                    </a:p>
                  </a:txBody>
                  <a:tcPr marL="9590" marR="9590" marT="95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10976">
                <a:tc>
                  <a:txBody>
                    <a:bodyPr/>
                    <a:lstStyle/>
                    <a:p>
                      <a:pPr algn="ctr" fontAlgn="ctr"/>
                      <a:r>
                        <a:rPr lang="en-US" altLang="ko-KR" sz="900" b="0" i="0" u="none" strike="noStrike">
                          <a:solidFill>
                            <a:srgbClr val="000000"/>
                          </a:solidFill>
                          <a:effectLst/>
                          <a:latin typeface="Times New Roman" panose="02020603050405020304" pitchFamily="18" charset="0"/>
                          <a:cs typeface="Times New Roman" panose="02020603050405020304" pitchFamily="18" charset="0"/>
                        </a:rPr>
                        <a:t>11</a:t>
                      </a:r>
                    </a:p>
                  </a:txBody>
                  <a:tcPr marL="9590" marR="9590" marT="95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Times New Roman" panose="02020603050405020304" pitchFamily="18" charset="0"/>
                          <a:cs typeface="Times New Roman" panose="02020603050405020304" pitchFamily="18" charset="0"/>
                        </a:rPr>
                        <a:t>2</a:t>
                      </a:r>
                    </a:p>
                  </a:txBody>
                  <a:tcPr marL="9590" marR="9590" marT="95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10976">
                <a:tc>
                  <a:txBody>
                    <a:bodyPr/>
                    <a:lstStyle/>
                    <a:p>
                      <a:pPr algn="ctr" fontAlgn="ctr"/>
                      <a:r>
                        <a:rPr lang="en-US" altLang="ko-KR" sz="900" b="0" i="0" u="none" strike="noStrike">
                          <a:solidFill>
                            <a:srgbClr val="000000"/>
                          </a:solidFill>
                          <a:effectLst/>
                          <a:latin typeface="Times New Roman" panose="02020603050405020304" pitchFamily="18" charset="0"/>
                          <a:cs typeface="Times New Roman" panose="02020603050405020304" pitchFamily="18" charset="0"/>
                        </a:rPr>
                        <a:t>12</a:t>
                      </a:r>
                    </a:p>
                  </a:txBody>
                  <a:tcPr marL="9590" marR="9590" marT="95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Times New Roman" panose="02020603050405020304" pitchFamily="18" charset="0"/>
                          <a:cs typeface="Times New Roman" panose="02020603050405020304" pitchFamily="18" charset="0"/>
                        </a:rPr>
                        <a:t>4</a:t>
                      </a:r>
                    </a:p>
                  </a:txBody>
                  <a:tcPr marL="9590" marR="9590" marT="95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10976">
                <a:tc>
                  <a:txBody>
                    <a:bodyPr/>
                    <a:lstStyle/>
                    <a:p>
                      <a:pPr algn="ctr" fontAlgn="ctr"/>
                      <a:r>
                        <a:rPr lang="en-US" altLang="ko-KR" sz="900" b="0" i="0" u="none" strike="noStrike">
                          <a:solidFill>
                            <a:srgbClr val="000000"/>
                          </a:solidFill>
                          <a:effectLst/>
                          <a:latin typeface="Times New Roman" panose="02020603050405020304" pitchFamily="18" charset="0"/>
                          <a:cs typeface="Times New Roman" panose="02020603050405020304" pitchFamily="18" charset="0"/>
                        </a:rPr>
                        <a:t>13</a:t>
                      </a:r>
                    </a:p>
                  </a:txBody>
                  <a:tcPr marL="9590" marR="9590" marT="95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Times New Roman" panose="02020603050405020304" pitchFamily="18" charset="0"/>
                          <a:cs typeface="Times New Roman" panose="02020603050405020304" pitchFamily="18" charset="0"/>
                        </a:rPr>
                        <a:t>3</a:t>
                      </a:r>
                    </a:p>
                  </a:txBody>
                  <a:tcPr marL="9590" marR="9590" marT="95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10976">
                <a:tc>
                  <a:txBody>
                    <a:bodyPr/>
                    <a:lstStyle/>
                    <a:p>
                      <a:pPr algn="ctr" fontAlgn="ctr"/>
                      <a:r>
                        <a:rPr lang="en-US" altLang="ko-KR" sz="900" b="0" i="0" u="none" strike="noStrike">
                          <a:solidFill>
                            <a:srgbClr val="000000"/>
                          </a:solidFill>
                          <a:effectLst/>
                          <a:latin typeface="Times New Roman" panose="02020603050405020304" pitchFamily="18" charset="0"/>
                          <a:cs typeface="Times New Roman" panose="02020603050405020304" pitchFamily="18" charset="0"/>
                        </a:rPr>
                        <a:t>14</a:t>
                      </a:r>
                    </a:p>
                  </a:txBody>
                  <a:tcPr marL="9590" marR="9590" marT="95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Times New Roman" panose="02020603050405020304" pitchFamily="18" charset="0"/>
                          <a:cs typeface="Times New Roman" panose="02020603050405020304" pitchFamily="18" charset="0"/>
                        </a:rPr>
                        <a:t>1</a:t>
                      </a:r>
                    </a:p>
                  </a:txBody>
                  <a:tcPr marL="9590" marR="9590" marT="95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10976">
                <a:tc>
                  <a:txBody>
                    <a:bodyPr/>
                    <a:lstStyle/>
                    <a:p>
                      <a:pPr algn="ctr" fontAlgn="ctr"/>
                      <a:r>
                        <a:rPr lang="en-US" altLang="ko-KR" sz="900" b="0" i="0" u="none" strike="noStrike">
                          <a:solidFill>
                            <a:srgbClr val="000000"/>
                          </a:solidFill>
                          <a:effectLst/>
                          <a:latin typeface="Times New Roman" panose="02020603050405020304" pitchFamily="18" charset="0"/>
                          <a:cs typeface="Times New Roman" panose="02020603050405020304" pitchFamily="18" charset="0"/>
                        </a:rPr>
                        <a:t>15</a:t>
                      </a:r>
                    </a:p>
                  </a:txBody>
                  <a:tcPr marL="9590" marR="9590" marT="95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Times New Roman" panose="02020603050405020304" pitchFamily="18" charset="0"/>
                          <a:cs typeface="Times New Roman" panose="02020603050405020304" pitchFamily="18" charset="0"/>
                        </a:rPr>
                        <a:t>4</a:t>
                      </a:r>
                    </a:p>
                  </a:txBody>
                  <a:tcPr marL="9590" marR="9590" marT="95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10976">
                <a:tc>
                  <a:txBody>
                    <a:bodyPr/>
                    <a:lstStyle/>
                    <a:p>
                      <a:pPr algn="ctr" fontAlgn="ctr"/>
                      <a:r>
                        <a:rPr lang="en-US" altLang="ko-KR" sz="900" b="0" i="0" u="none" strike="noStrike">
                          <a:solidFill>
                            <a:srgbClr val="000000"/>
                          </a:solidFill>
                          <a:effectLst/>
                          <a:latin typeface="Times New Roman" panose="02020603050405020304" pitchFamily="18" charset="0"/>
                          <a:cs typeface="Times New Roman" panose="02020603050405020304" pitchFamily="18" charset="0"/>
                        </a:rPr>
                        <a:t>16</a:t>
                      </a:r>
                    </a:p>
                  </a:txBody>
                  <a:tcPr marL="9590" marR="9590" marT="95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Times New Roman" panose="02020603050405020304" pitchFamily="18" charset="0"/>
                          <a:cs typeface="Times New Roman" panose="02020603050405020304" pitchFamily="18" charset="0"/>
                        </a:rPr>
                        <a:t>1</a:t>
                      </a:r>
                    </a:p>
                  </a:txBody>
                  <a:tcPr marL="9590" marR="9590" marT="95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10976">
                <a:tc>
                  <a:txBody>
                    <a:bodyPr/>
                    <a:lstStyle/>
                    <a:p>
                      <a:pPr algn="ctr" fontAlgn="ctr"/>
                      <a:r>
                        <a:rPr lang="en-US" altLang="ko-KR" sz="900" b="0" i="0" u="none" strike="noStrike">
                          <a:solidFill>
                            <a:srgbClr val="000000"/>
                          </a:solidFill>
                          <a:effectLst/>
                          <a:latin typeface="Times New Roman" panose="02020603050405020304" pitchFamily="18" charset="0"/>
                          <a:cs typeface="Times New Roman" panose="02020603050405020304" pitchFamily="18" charset="0"/>
                        </a:rPr>
                        <a:t>17</a:t>
                      </a:r>
                    </a:p>
                  </a:txBody>
                  <a:tcPr marL="9590" marR="9590" marT="95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Times New Roman" panose="02020603050405020304" pitchFamily="18" charset="0"/>
                          <a:cs typeface="Times New Roman" panose="02020603050405020304" pitchFamily="18" charset="0"/>
                        </a:rPr>
                        <a:t>1</a:t>
                      </a:r>
                    </a:p>
                  </a:txBody>
                  <a:tcPr marL="9590" marR="9590" marT="95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10976">
                <a:tc>
                  <a:txBody>
                    <a:bodyPr/>
                    <a:lstStyle/>
                    <a:p>
                      <a:pPr algn="ctr" fontAlgn="ctr"/>
                      <a:r>
                        <a:rPr lang="en-US" altLang="ko-KR" sz="900" b="0" i="0" u="none" strike="noStrike">
                          <a:solidFill>
                            <a:srgbClr val="000000"/>
                          </a:solidFill>
                          <a:effectLst/>
                          <a:latin typeface="Times New Roman" panose="02020603050405020304" pitchFamily="18" charset="0"/>
                          <a:cs typeface="Times New Roman" panose="02020603050405020304" pitchFamily="18" charset="0"/>
                        </a:rPr>
                        <a:t>18</a:t>
                      </a:r>
                    </a:p>
                  </a:txBody>
                  <a:tcPr marL="9590" marR="9590" marT="95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Times New Roman" panose="02020603050405020304" pitchFamily="18" charset="0"/>
                          <a:cs typeface="Times New Roman" panose="02020603050405020304" pitchFamily="18" charset="0"/>
                        </a:rPr>
                        <a:t>3</a:t>
                      </a:r>
                    </a:p>
                  </a:txBody>
                  <a:tcPr marL="9590" marR="9590" marT="95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10976">
                <a:tc>
                  <a:txBody>
                    <a:bodyPr/>
                    <a:lstStyle/>
                    <a:p>
                      <a:pPr algn="ctr" fontAlgn="ctr"/>
                      <a:r>
                        <a:rPr lang="en-US" altLang="ko-KR" sz="900" b="0" i="0" u="none" strike="noStrike">
                          <a:solidFill>
                            <a:srgbClr val="000000"/>
                          </a:solidFill>
                          <a:effectLst/>
                          <a:latin typeface="Times New Roman" panose="02020603050405020304" pitchFamily="18" charset="0"/>
                          <a:cs typeface="Times New Roman" panose="02020603050405020304" pitchFamily="18" charset="0"/>
                        </a:rPr>
                        <a:t>19</a:t>
                      </a:r>
                    </a:p>
                  </a:txBody>
                  <a:tcPr marL="9590" marR="9590" marT="95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Times New Roman" panose="02020603050405020304" pitchFamily="18" charset="0"/>
                          <a:cs typeface="Times New Roman" panose="02020603050405020304" pitchFamily="18" charset="0"/>
                        </a:rPr>
                        <a:t>4</a:t>
                      </a:r>
                    </a:p>
                  </a:txBody>
                  <a:tcPr marL="9590" marR="9590" marT="95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20566">
                <a:tc>
                  <a:txBody>
                    <a:bodyPr/>
                    <a:lstStyle/>
                    <a:p>
                      <a:pPr algn="ctr" fontAlgn="ctr"/>
                      <a:r>
                        <a:rPr lang="en-US" altLang="ko-KR" sz="900" b="0" i="0" u="none" strike="noStrike">
                          <a:solidFill>
                            <a:srgbClr val="000000"/>
                          </a:solidFill>
                          <a:effectLst/>
                          <a:latin typeface="Times New Roman" panose="02020603050405020304" pitchFamily="18" charset="0"/>
                          <a:cs typeface="Times New Roman" panose="02020603050405020304" pitchFamily="18" charset="0"/>
                        </a:rPr>
                        <a:t>20</a:t>
                      </a:r>
                    </a:p>
                  </a:txBody>
                  <a:tcPr marL="9590" marR="9590" marT="95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t"/>
                      <a:r>
                        <a:rPr lang="en-US" altLang="ko-KR" sz="1000" b="0" i="0" u="none" strike="noStrike">
                          <a:solidFill>
                            <a:srgbClr val="000000"/>
                          </a:solidFill>
                          <a:effectLst/>
                          <a:latin typeface="Times New Roman" panose="02020603050405020304" pitchFamily="18" charset="0"/>
                          <a:cs typeface="Times New Roman" panose="02020603050405020304" pitchFamily="18" charset="0"/>
                        </a:rPr>
                        <a:t>2</a:t>
                      </a:r>
                    </a:p>
                  </a:txBody>
                  <a:tcPr marL="9590" marR="9590" marT="959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2155099290"/>
              </p:ext>
            </p:extLst>
          </p:nvPr>
        </p:nvGraphicFramePr>
        <p:xfrm>
          <a:off x="1968588" y="632520"/>
          <a:ext cx="1368152" cy="4200525"/>
        </p:xfrm>
        <a:graphic>
          <a:graphicData uri="http://schemas.openxmlformats.org/drawingml/2006/table">
            <a:tbl>
              <a:tblPr/>
              <a:tblGrid>
                <a:gridCol w="576064"/>
                <a:gridCol w="792088"/>
              </a:tblGrid>
              <a:tr h="219075">
                <a:tc>
                  <a:txBody>
                    <a:bodyPr/>
                    <a:lstStyle/>
                    <a:p>
                      <a:pPr algn="ctr" fontAlgn="ctr"/>
                      <a:r>
                        <a:rPr lang="en-US" altLang="ko-KR" sz="900" b="0" i="0" u="none" strike="noStrike">
                          <a:solidFill>
                            <a:srgbClr val="000000"/>
                          </a:solidFill>
                          <a:effectLst/>
                          <a:latin typeface="돋움"/>
                        </a:rPr>
                        <a:t>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돋움"/>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돋움"/>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돋움"/>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돋움"/>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돋움"/>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돋움"/>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돋움"/>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돋움"/>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돋움"/>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돋움"/>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돋움"/>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32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돋움"/>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돋움"/>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34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돋움"/>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돋움"/>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36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돋움"/>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37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돋움"/>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돋움"/>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39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돋움"/>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돋움"/>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3393517289"/>
              </p:ext>
            </p:extLst>
          </p:nvPr>
        </p:nvGraphicFramePr>
        <p:xfrm>
          <a:off x="3627772" y="632520"/>
          <a:ext cx="1368152" cy="4210050"/>
        </p:xfrm>
        <a:graphic>
          <a:graphicData uri="http://schemas.openxmlformats.org/drawingml/2006/table">
            <a:tbl>
              <a:tblPr/>
              <a:tblGrid>
                <a:gridCol w="576064"/>
                <a:gridCol w="792088"/>
              </a:tblGrid>
              <a:tr h="219075">
                <a:tc>
                  <a:txBody>
                    <a:bodyPr/>
                    <a:lstStyle/>
                    <a:p>
                      <a:pPr algn="ctr" fontAlgn="ctr"/>
                      <a:r>
                        <a:rPr lang="en-US" altLang="ko-KR" sz="900" b="0" i="0" u="none" strike="noStrike">
                          <a:solidFill>
                            <a:srgbClr val="000000"/>
                          </a:solidFill>
                          <a:effectLst/>
                          <a:latin typeface="돋움"/>
                        </a:rPr>
                        <a:t>41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굴림"/>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19075">
                <a:tc>
                  <a:txBody>
                    <a:bodyPr/>
                    <a:lstStyle/>
                    <a:p>
                      <a:pPr algn="ctr" fontAlgn="ctr"/>
                      <a:r>
                        <a:rPr lang="en-US" altLang="ko-KR" sz="900" b="0" i="0" u="none" strike="noStrike">
                          <a:solidFill>
                            <a:srgbClr val="000000"/>
                          </a:solidFill>
                          <a:effectLst/>
                          <a:latin typeface="돋움"/>
                        </a:rPr>
                        <a:t>42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굴림"/>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43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굴림"/>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굴림"/>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45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굴림"/>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46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굴림"/>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47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굴림"/>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48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굴림"/>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49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굴림"/>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굴림"/>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51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굴림"/>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52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굴림"/>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53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굴림"/>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54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굴림"/>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55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굴림"/>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56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굴림"/>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굴림"/>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58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굴림"/>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59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굴림"/>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굴림"/>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89375468"/>
              </p:ext>
            </p:extLst>
          </p:nvPr>
        </p:nvGraphicFramePr>
        <p:xfrm>
          <a:off x="5275330" y="632520"/>
          <a:ext cx="1368152" cy="4210050"/>
        </p:xfrm>
        <a:graphic>
          <a:graphicData uri="http://schemas.openxmlformats.org/drawingml/2006/table">
            <a:tbl>
              <a:tblPr/>
              <a:tblGrid>
                <a:gridCol w="576064"/>
                <a:gridCol w="792088"/>
              </a:tblGrid>
              <a:tr h="209550">
                <a:tc>
                  <a:txBody>
                    <a:bodyPr/>
                    <a:lstStyle/>
                    <a:p>
                      <a:pPr algn="ctr" fontAlgn="ctr"/>
                      <a:r>
                        <a:rPr lang="en-US" altLang="ko-KR" sz="900" b="0" i="0" u="none" strike="noStrike">
                          <a:solidFill>
                            <a:srgbClr val="000000"/>
                          </a:solidFill>
                          <a:effectLst/>
                          <a:latin typeface="돋움"/>
                        </a:rPr>
                        <a:t>61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돋움"/>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19075">
                <a:tc>
                  <a:txBody>
                    <a:bodyPr/>
                    <a:lstStyle/>
                    <a:p>
                      <a:pPr algn="ctr" fontAlgn="ctr"/>
                      <a:r>
                        <a:rPr lang="en-US" altLang="ko-KR" sz="900" b="0" i="0" u="none" strike="noStrike">
                          <a:solidFill>
                            <a:srgbClr val="000000"/>
                          </a:solidFill>
                          <a:effectLst/>
                          <a:latin typeface="돋움"/>
                        </a:rPr>
                        <a:t>62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돋움"/>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19075">
                <a:tc>
                  <a:txBody>
                    <a:bodyPr/>
                    <a:lstStyle/>
                    <a:p>
                      <a:pPr algn="ctr" fontAlgn="ctr"/>
                      <a:r>
                        <a:rPr lang="en-US" altLang="ko-KR" sz="900" b="0" i="0" u="none" strike="noStrike">
                          <a:solidFill>
                            <a:srgbClr val="000000"/>
                          </a:solidFill>
                          <a:effectLst/>
                          <a:latin typeface="돋움"/>
                        </a:rPr>
                        <a:t>63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돋움"/>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64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돋움"/>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65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돋움"/>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66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돋움"/>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돋움"/>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68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돋움"/>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돋움"/>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70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돋움"/>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돋움"/>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돋움"/>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73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돋움"/>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74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돋움"/>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돋움"/>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76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돋움"/>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77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돋움"/>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78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돋움"/>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79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돋움"/>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09550">
                <a:tc>
                  <a:txBody>
                    <a:bodyPr/>
                    <a:lstStyle/>
                    <a:p>
                      <a:pPr algn="ctr" fontAlgn="ctr"/>
                      <a:r>
                        <a:rPr lang="en-US" altLang="ko-KR" sz="900" b="0" i="0" u="none" strike="noStrike">
                          <a:solidFill>
                            <a:srgbClr val="000000"/>
                          </a:solidFill>
                          <a:effectLst/>
                          <a:latin typeface="돋움"/>
                        </a:rPr>
                        <a:t>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altLang="ko-KR" sz="900" b="0" i="0" u="none" strike="noStrike">
                          <a:solidFill>
                            <a:srgbClr val="000000"/>
                          </a:solidFill>
                          <a:effectLst/>
                          <a:latin typeface="돋움"/>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3238141148"/>
              </p:ext>
            </p:extLst>
          </p:nvPr>
        </p:nvGraphicFramePr>
        <p:xfrm>
          <a:off x="1968588" y="411954"/>
          <a:ext cx="1368152" cy="220566"/>
        </p:xfrm>
        <a:graphic>
          <a:graphicData uri="http://schemas.openxmlformats.org/drawingml/2006/table">
            <a:tbl>
              <a:tblPr/>
              <a:tblGrid>
                <a:gridCol w="576064"/>
                <a:gridCol w="792088"/>
              </a:tblGrid>
              <a:tr h="220566">
                <a:tc>
                  <a:txBody>
                    <a:bodyPr/>
                    <a:lstStyle/>
                    <a:p>
                      <a:pPr algn="ctr" fontAlgn="ctr"/>
                      <a:r>
                        <a:rPr lang="en-US" altLang="ko-KR" sz="900" b="1" i="0" u="none" strike="noStrike" smtClean="0">
                          <a:solidFill>
                            <a:srgbClr val="000000"/>
                          </a:solidFill>
                          <a:effectLst/>
                          <a:latin typeface="Times New Roman" panose="02020603050405020304" pitchFamily="18" charset="0"/>
                          <a:cs typeface="Times New Roman" panose="02020603050405020304" pitchFamily="18" charset="0"/>
                        </a:rPr>
                        <a:t>Câu</a:t>
                      </a:r>
                      <a:endParaRPr lang="ko-KR" altLang="en-US" sz="900" b="1" i="0" u="none" strike="noStrike">
                        <a:solidFill>
                          <a:srgbClr val="000000"/>
                        </a:solidFill>
                        <a:effectLst/>
                        <a:latin typeface="Times New Roman" panose="02020603050405020304" pitchFamily="18" charset="0"/>
                        <a:cs typeface="Times New Roman" panose="02020603050405020304" pitchFamily="18" charset="0"/>
                      </a:endParaRPr>
                    </a:p>
                  </a:txBody>
                  <a:tcPr marL="9590" marR="9590" marT="95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US" altLang="ko-KR" sz="900" b="1" i="0" u="none" strike="noStrike" smtClean="0">
                          <a:solidFill>
                            <a:srgbClr val="000000"/>
                          </a:solidFill>
                          <a:effectLst/>
                          <a:latin typeface="Times New Roman" panose="02020603050405020304" pitchFamily="18" charset="0"/>
                          <a:cs typeface="Times New Roman" panose="02020603050405020304" pitchFamily="18" charset="0"/>
                        </a:rPr>
                        <a:t>Đáp</a:t>
                      </a:r>
                      <a:r>
                        <a:rPr lang="en-US" altLang="ko-KR" sz="900" b="1" i="0" u="none" strike="noStrike" baseline="0" smtClean="0">
                          <a:solidFill>
                            <a:srgbClr val="000000"/>
                          </a:solidFill>
                          <a:effectLst/>
                          <a:latin typeface="Times New Roman" panose="02020603050405020304" pitchFamily="18" charset="0"/>
                          <a:cs typeface="Times New Roman" panose="02020603050405020304" pitchFamily="18" charset="0"/>
                        </a:rPr>
                        <a:t> án</a:t>
                      </a:r>
                      <a:endParaRPr lang="ko-KR" altLang="en-US" sz="900" b="1" i="0" u="none" strike="noStrike">
                        <a:solidFill>
                          <a:srgbClr val="000000"/>
                        </a:solidFill>
                        <a:effectLst/>
                        <a:latin typeface="Times New Roman" panose="02020603050405020304" pitchFamily="18" charset="0"/>
                        <a:cs typeface="Times New Roman" panose="02020603050405020304" pitchFamily="18" charset="0"/>
                      </a:endParaRPr>
                    </a:p>
                  </a:txBody>
                  <a:tcPr marL="9590" marR="9590" marT="95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4268979650"/>
              </p:ext>
            </p:extLst>
          </p:nvPr>
        </p:nvGraphicFramePr>
        <p:xfrm>
          <a:off x="3627772" y="411954"/>
          <a:ext cx="1368152" cy="220566"/>
        </p:xfrm>
        <a:graphic>
          <a:graphicData uri="http://schemas.openxmlformats.org/drawingml/2006/table">
            <a:tbl>
              <a:tblPr/>
              <a:tblGrid>
                <a:gridCol w="576064"/>
                <a:gridCol w="792088"/>
              </a:tblGrid>
              <a:tr h="220566">
                <a:tc>
                  <a:txBody>
                    <a:bodyPr/>
                    <a:lstStyle/>
                    <a:p>
                      <a:pPr algn="ctr" fontAlgn="ctr"/>
                      <a:r>
                        <a:rPr lang="en-US" altLang="ko-KR" sz="900" b="1" i="0" u="none" strike="noStrike" smtClean="0">
                          <a:solidFill>
                            <a:srgbClr val="000000"/>
                          </a:solidFill>
                          <a:effectLst/>
                          <a:latin typeface="Times New Roman" panose="02020603050405020304" pitchFamily="18" charset="0"/>
                          <a:cs typeface="Times New Roman" panose="02020603050405020304" pitchFamily="18" charset="0"/>
                        </a:rPr>
                        <a:t>Câu</a:t>
                      </a:r>
                      <a:endParaRPr lang="ko-KR" altLang="en-US" sz="900" b="1" i="0" u="none" strike="noStrike">
                        <a:solidFill>
                          <a:srgbClr val="000000"/>
                        </a:solidFill>
                        <a:effectLst/>
                        <a:latin typeface="Times New Roman" panose="02020603050405020304" pitchFamily="18" charset="0"/>
                        <a:cs typeface="Times New Roman" panose="02020603050405020304" pitchFamily="18" charset="0"/>
                      </a:endParaRPr>
                    </a:p>
                  </a:txBody>
                  <a:tcPr marL="9590" marR="9590" marT="95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US" altLang="ko-KR" sz="900" b="1" i="0" u="none" strike="noStrike" smtClean="0">
                          <a:solidFill>
                            <a:srgbClr val="000000"/>
                          </a:solidFill>
                          <a:effectLst/>
                          <a:latin typeface="Times New Roman" panose="02020603050405020304" pitchFamily="18" charset="0"/>
                          <a:cs typeface="Times New Roman" panose="02020603050405020304" pitchFamily="18" charset="0"/>
                        </a:rPr>
                        <a:t>Đáp</a:t>
                      </a:r>
                      <a:r>
                        <a:rPr lang="en-US" altLang="ko-KR" sz="900" b="1" i="0" u="none" strike="noStrike" baseline="0" smtClean="0">
                          <a:solidFill>
                            <a:srgbClr val="000000"/>
                          </a:solidFill>
                          <a:effectLst/>
                          <a:latin typeface="Times New Roman" panose="02020603050405020304" pitchFamily="18" charset="0"/>
                          <a:cs typeface="Times New Roman" panose="02020603050405020304" pitchFamily="18" charset="0"/>
                        </a:rPr>
                        <a:t> án</a:t>
                      </a:r>
                      <a:endParaRPr lang="ko-KR" altLang="en-US" sz="900" b="1" i="0" u="none" strike="noStrike">
                        <a:solidFill>
                          <a:srgbClr val="000000"/>
                        </a:solidFill>
                        <a:effectLst/>
                        <a:latin typeface="Times New Roman" panose="02020603050405020304" pitchFamily="18" charset="0"/>
                        <a:cs typeface="Times New Roman" panose="02020603050405020304" pitchFamily="18" charset="0"/>
                      </a:endParaRPr>
                    </a:p>
                  </a:txBody>
                  <a:tcPr marL="9590" marR="9590" marT="95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4024916022"/>
              </p:ext>
            </p:extLst>
          </p:nvPr>
        </p:nvGraphicFramePr>
        <p:xfrm>
          <a:off x="5275330" y="416485"/>
          <a:ext cx="1368152" cy="220566"/>
        </p:xfrm>
        <a:graphic>
          <a:graphicData uri="http://schemas.openxmlformats.org/drawingml/2006/table">
            <a:tbl>
              <a:tblPr/>
              <a:tblGrid>
                <a:gridCol w="576064"/>
                <a:gridCol w="792088"/>
              </a:tblGrid>
              <a:tr h="220566">
                <a:tc>
                  <a:txBody>
                    <a:bodyPr/>
                    <a:lstStyle/>
                    <a:p>
                      <a:pPr algn="ctr" fontAlgn="ctr"/>
                      <a:r>
                        <a:rPr lang="en-US" altLang="ko-KR" sz="900" b="1" i="0" u="none" strike="noStrike" smtClean="0">
                          <a:solidFill>
                            <a:srgbClr val="000000"/>
                          </a:solidFill>
                          <a:effectLst/>
                          <a:latin typeface="Times New Roman" panose="02020603050405020304" pitchFamily="18" charset="0"/>
                          <a:cs typeface="Times New Roman" panose="02020603050405020304" pitchFamily="18" charset="0"/>
                        </a:rPr>
                        <a:t>Câu</a:t>
                      </a:r>
                      <a:endParaRPr lang="ko-KR" altLang="en-US" sz="900" b="1" i="0" u="none" strike="noStrike">
                        <a:solidFill>
                          <a:srgbClr val="000000"/>
                        </a:solidFill>
                        <a:effectLst/>
                        <a:latin typeface="Times New Roman" panose="02020603050405020304" pitchFamily="18" charset="0"/>
                        <a:cs typeface="Times New Roman" panose="02020603050405020304" pitchFamily="18" charset="0"/>
                      </a:endParaRPr>
                    </a:p>
                  </a:txBody>
                  <a:tcPr marL="9590" marR="9590" marT="95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US" altLang="ko-KR" sz="900" b="1" i="0" u="none" strike="noStrike" smtClean="0">
                          <a:solidFill>
                            <a:srgbClr val="000000"/>
                          </a:solidFill>
                          <a:effectLst/>
                          <a:latin typeface="Times New Roman" panose="02020603050405020304" pitchFamily="18" charset="0"/>
                          <a:cs typeface="Times New Roman" panose="02020603050405020304" pitchFamily="18" charset="0"/>
                        </a:rPr>
                        <a:t>Đáp</a:t>
                      </a:r>
                      <a:r>
                        <a:rPr lang="en-US" altLang="ko-KR" sz="900" b="1" i="0" u="none" strike="noStrike" baseline="0" smtClean="0">
                          <a:solidFill>
                            <a:srgbClr val="000000"/>
                          </a:solidFill>
                          <a:effectLst/>
                          <a:latin typeface="Times New Roman" panose="02020603050405020304" pitchFamily="18" charset="0"/>
                          <a:cs typeface="Times New Roman" panose="02020603050405020304" pitchFamily="18" charset="0"/>
                        </a:rPr>
                        <a:t> án</a:t>
                      </a:r>
                      <a:endParaRPr lang="ko-KR" altLang="en-US" sz="900" b="1" i="0" u="none" strike="noStrike">
                        <a:solidFill>
                          <a:srgbClr val="000000"/>
                        </a:solidFill>
                        <a:effectLst/>
                        <a:latin typeface="Times New Roman" panose="02020603050405020304" pitchFamily="18" charset="0"/>
                        <a:cs typeface="Times New Roman" panose="02020603050405020304" pitchFamily="18" charset="0"/>
                      </a:endParaRPr>
                    </a:p>
                  </a:txBody>
                  <a:tcPr marL="9590" marR="9590" marT="95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r>
            </a:tbl>
          </a:graphicData>
        </a:graphic>
      </p:graphicFrame>
    </p:spTree>
    <p:extLst>
      <p:ext uri="{BB962C8B-B14F-4D97-AF65-F5344CB8AC3E}">
        <p14:creationId xmlns:p14="http://schemas.microsoft.com/office/powerpoint/2010/main" val="1143722271"/>
      </p:ext>
    </p:extLst>
  </p:cSld>
  <p:clrMapOvr>
    <a:masterClrMapping/>
  </p:clrMapOvr>
</p:sld>
</file>

<file path=ppt/theme/theme1.xml><?xml version="1.0" encoding="utf-8"?>
<a:theme xmlns:a="http://schemas.openxmlformats.org/drawingml/2006/main" name="1_WS12차_1회_051119">
  <a:themeElements>
    <a:clrScheme name="1_WS12차_1회_051119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WS12차_1회_051119">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900" b="0" i="0" u="none" strike="noStrike" cap="none" normalizeH="0" baseline="0" smtClean="0">
            <a:ln>
              <a:noFill/>
            </a:ln>
            <a:solidFill>
              <a:schemeClr val="tx1"/>
            </a:solidFill>
            <a:effectLst/>
            <a:latin typeface="돋움" pitchFamily="50" charset="-127"/>
            <a:ea typeface="돋움" pitchFamily="50" charset="-127"/>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900" b="0" i="0" u="none" strike="noStrike" cap="none" normalizeH="0" baseline="0" smtClean="0">
            <a:ln>
              <a:noFill/>
            </a:ln>
            <a:solidFill>
              <a:schemeClr val="tx1"/>
            </a:solidFill>
            <a:effectLst/>
            <a:latin typeface="돋움" pitchFamily="50" charset="-127"/>
            <a:ea typeface="돋움" pitchFamily="50" charset="-127"/>
          </a:defRPr>
        </a:defPPr>
      </a:lstStyle>
    </a:lnDef>
  </a:objectDefaults>
  <a:extraClrSchemeLst>
    <a:extraClrScheme>
      <a:clrScheme name="1_WS12차_1회_051119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WS12차_1회_051119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WS12차_1회_051119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WS12차_1회_051119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WS12차_1회_051119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WS12차_1회_051119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WS12차_1회_051119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테마">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\\기술이론\문제지\WS12차_1회_051119.ppt</Template>
  <TotalTime>5738</TotalTime>
  <Words>4410</Words>
  <Application>Microsoft Office PowerPoint</Application>
  <PresentationFormat>A4 Paper (210x297 mm)</PresentationFormat>
  <Paragraphs>871</Paragraphs>
  <Slides>9</Slides>
  <Notes>8</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1_WS12차_1회_051119</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ttc</dc:creator>
  <cp:lastModifiedBy>LGDVH</cp:lastModifiedBy>
  <cp:revision>459</cp:revision>
  <dcterms:created xsi:type="dcterms:W3CDTF">2006-01-07T00:13:15Z</dcterms:created>
  <dcterms:modified xsi:type="dcterms:W3CDTF">2022-03-24T07:55:27Z</dcterms:modified>
</cp:coreProperties>
</file>